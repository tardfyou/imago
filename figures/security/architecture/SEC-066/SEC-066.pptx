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b771aad7604f20" /><Relationship Type="http://schemas.openxmlformats.org/officeDocument/2006/relationships/extended-properties" Target="/docProps/app.xml" Id="Rae68af51d1b1411f" /><Relationship Type="http://schemas.openxmlformats.org/officeDocument/2006/relationships/officeDocument" Target="/ppt/presentation.xml" Id="Rc79a9d31628d40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942a121ea2438b"/>
  </p:sldMasterIdLst>
  <p:notesMasterIdLst>
    <p:notesMasterId xmlns:r="http://schemas.openxmlformats.org/officeDocument/2006/relationships" r:id="Ra095509820f54a01"/>
  </p:notesMasterIdLst>
  <p:sldIdLst>
    <p:sldId xmlns:r="http://schemas.openxmlformats.org/officeDocument/2006/relationships" id="256" r:id="R988e8dbb524e4d77"/>
  </p:sldIdLst>
  <p:sldSz cx="6429375" cy="7800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9a0a21690a4532" /><Relationship Type="http://schemas.openxmlformats.org/officeDocument/2006/relationships/slideMaster" Target="/ppt/slideMasters/slideMaster1.xml" Id="R88942a121ea2438b" /><Relationship Type="http://schemas.openxmlformats.org/officeDocument/2006/relationships/notesMaster" Target="/ppt/notesMasters/notesMaster1.xml" Id="Ra095509820f54a01" /><Relationship Type="http://schemas.openxmlformats.org/officeDocument/2006/relationships/presProps" Target="/ppt/presProps.xml" Id="Rb8ec01e471684d58" /><Relationship Type="http://schemas.openxmlformats.org/officeDocument/2006/relationships/tableStyles" Target="/ppt/tableStyles.xml" Id="R8d15bfc848f143f3" /><Relationship Type="http://schemas.openxmlformats.org/officeDocument/2006/relationships/slide" Target="/ppt/slides/slide1.xml" Id="R988e8dbb524e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49e6a03fb041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085b4ef4e44e7" /><Relationship Type="http://schemas.openxmlformats.org/officeDocument/2006/relationships/notesMaster" Target="/ppt/notesMasters/notesMaster1.xml" Id="Re7a5052075ca413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素材ID：SEC-066</ns1:t>
            </ns1:r>
          </ns1:p>
          <ns1:p>
            <ns1:r>
              <ns1:t>论文：Harnessing Vital Sign Vibration Harmonics for Effortless and Inbuilt XR User Authentication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5，PDF第5页</ns1:t>
            </ns1:r>
          </ns1:p>
          <ns1:p>
            <ns1:r>
              <ns1:t>类型：系统架构</ns1:t>
            </ns1:r>
          </ns1:p>
          <ns1:p>
            <ns1:r>
              <ns1:t>借鉴点：顶部真实使用场景连接三层彩色模块，包含信号校准、谐波增强、双特征编码与认证输出，保留波形和小图例。</ns1:t>
            </ns1:r>
          </ns1:p>
          <ns1:p>
            <ns1:r>
              <ns1:t>论文URL：https://spies.engr.tamu.edu/wp-content/uploads/sites/239/2025/10/paper_cr_.pdf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cb943ed3348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7806a74c0b451f" /><Relationship Type="http://schemas.openxmlformats.org/officeDocument/2006/relationships/slideLayout" Target="/ppt/slideLayouts/slideLayout1.xml" Id="Re425b15daab6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25b15daab6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a8f00846b4fd3" /><Relationship Type="http://schemas.openxmlformats.org/officeDocument/2006/relationships/image" Target="/ppt/media/image.png" Id="R78276a90bcbe46ee" /><Relationship Type="http://schemas.openxmlformats.org/officeDocument/2006/relationships/image" Target="/ppt/media/image2.png" Id="R35c8b3017aa74b22" /><Relationship Type="http://schemas.openxmlformats.org/officeDocument/2006/relationships/image" Target="/ppt/media/image3.png" Id="R61d3f59850e44f95" /><Relationship Type="http://schemas.openxmlformats.org/officeDocument/2006/relationships/image" Target="/ppt/media/image4.png" Id="R8864e1dfd4e84e84" /><Relationship Type="http://schemas.openxmlformats.org/officeDocument/2006/relationships/image" Target="/ppt/media/image5.png" Id="Rbd78a0d4d3354a9e" /><Relationship Type="http://schemas.openxmlformats.org/officeDocument/2006/relationships/image" Target="/ppt/media/image6.png" Id="Rfaee368b57d943a6" /><Relationship Type="http://schemas.openxmlformats.org/officeDocument/2006/relationships/image" Target="/ppt/media/image7.png" Id="R239171d0a26449bb" /><Relationship Type="http://schemas.openxmlformats.org/officeDocument/2006/relationships/image" Target="/ppt/media/image8.png" Id="Re41bab8f250241c7" /><Relationship Type="http://schemas.openxmlformats.org/officeDocument/2006/relationships/image" Target="/ppt/media/image9.png" Id="R63ea60c825084a3d" /><Relationship Type="http://schemas.openxmlformats.org/officeDocument/2006/relationships/image" Target="/ppt/media/image10.png" Id="R4976149fa9994c63" /><Relationship Type="http://schemas.openxmlformats.org/officeDocument/2006/relationships/image" Target="/ppt/media/image11.png" Id="Rcc6bad082dba4b2b" /><Relationship Type="http://schemas.openxmlformats.org/officeDocument/2006/relationships/image" Target="/ppt/media/image12.png" Id="Rc6fc03ce3d23447f" /><Relationship Type="http://schemas.openxmlformats.org/officeDocument/2006/relationships/image" Target="/ppt/media/image13.png" Id="R707d64ea02ad4b1d" /><Relationship Type="http://schemas.openxmlformats.org/officeDocument/2006/relationships/image" Target="/ppt/media/image14.png" Id="R558df5beb9c8483c" /><Relationship Type="http://schemas.openxmlformats.org/officeDocument/2006/relationships/notesSlide" Target="/ppt/notesSlides/notesSlide1.xml" Id="R92f4057ceae649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F5476-B154-4A85-8B81-3EE5BF4B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545"/>
            <a:ext cx="6429375" cy="7786430"/>
          </a:xfrm>
          <a:custGeom xmlns:a="http://schemas.openxmlformats.org/drawingml/2006/main">
            <a:pathLst>
              <a:path w="6429375" h="7786430">
                <a:moveTo>
                  <a:pt x="6429375" y="7786430"/>
                </a:moveTo>
                <a:lnTo>
                  <a:pt x="0" y="7786430"/>
                </a:lnTo>
                <a:lnTo>
                  <a:pt x="0" y="0"/>
                </a:lnTo>
                <a:lnTo>
                  <a:pt x="6429375" y="0"/>
                </a:lnTo>
                <a:lnTo>
                  <a:pt x="6429375" y="77864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CA006-C2C5-4167-92A3-12582BED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1" y="5031113"/>
            <a:ext cx="6300993" cy="2683122"/>
          </a:xfrm>
          <a:custGeom xmlns:a="http://schemas.openxmlformats.org/drawingml/2006/main">
            <a:pathLst>
              <a:path w="6300993" h="2683122">
                <a:moveTo>
                  <a:pt x="0" y="216815"/>
                </a:moveTo>
                <a:cubicBezTo>
                  <a:pt x="0" y="97031"/>
                  <a:pt x="97035" y="0"/>
                  <a:pt x="216555" y="0"/>
                </a:cubicBezTo>
                <a:lnTo>
                  <a:pt x="6084177" y="0"/>
                </a:lnTo>
                <a:cubicBezTo>
                  <a:pt x="6203962" y="0"/>
                  <a:pt x="6300993" y="97031"/>
                  <a:pt x="6300993" y="216815"/>
                </a:cubicBezTo>
                <a:lnTo>
                  <a:pt x="6300993" y="2466312"/>
                </a:lnTo>
                <a:cubicBezTo>
                  <a:pt x="6300993" y="2586088"/>
                  <a:pt x="6203962" y="2683122"/>
                  <a:pt x="6084177" y="2683122"/>
                </a:cubicBezTo>
                <a:lnTo>
                  <a:pt x="216555" y="2683122"/>
                </a:lnTo>
                <a:cubicBezTo>
                  <a:pt x="97035" y="2683122"/>
                  <a:pt x="0" y="2586088"/>
                  <a:pt x="0" y="2466312"/>
                </a:cubicBezTo>
                <a:lnTo>
                  <a:pt x="0" y="216815"/>
                </a:lnTo>
              </a:path>
            </a:pathLst>
          </a:custGeom>
          <a:solidFill xmlns:a="http://schemas.openxmlformats.org/drawingml/2006/main">
            <a:srgbClr val="FDF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B2C54-DE01-4393-8AE8-C548AD32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1" y="5031113"/>
            <a:ext cx="6300993" cy="2683122"/>
          </a:xfrm>
          <a:custGeom xmlns:a="http://schemas.openxmlformats.org/drawingml/2006/main">
            <a:pathLst>
              <a:path w="6300993" h="2683122" fill="none">
                <a:moveTo>
                  <a:pt x="0" y="216815"/>
                </a:moveTo>
                <a:cubicBezTo>
                  <a:pt x="0" y="97031"/>
                  <a:pt x="97035" y="0"/>
                  <a:pt x="216555" y="0"/>
                </a:cubicBezTo>
                <a:lnTo>
                  <a:pt x="6084177" y="0"/>
                </a:lnTo>
                <a:cubicBezTo>
                  <a:pt x="6203962" y="0"/>
                  <a:pt x="6300993" y="97031"/>
                  <a:pt x="6300993" y="216815"/>
                </a:cubicBezTo>
                <a:lnTo>
                  <a:pt x="6300993" y="2466312"/>
                </a:lnTo>
                <a:cubicBezTo>
                  <a:pt x="6300993" y="2586088"/>
                  <a:pt x="6203962" y="2683122"/>
                  <a:pt x="6084177" y="2683122"/>
                </a:cubicBezTo>
                <a:lnTo>
                  <a:pt x="216555" y="2683122"/>
                </a:lnTo>
                <a:cubicBezTo>
                  <a:pt x="97035" y="2683122"/>
                  <a:pt x="0" y="2586088"/>
                  <a:pt x="0" y="2466312"/>
                </a:cubicBezTo>
                <a:lnTo>
                  <a:pt x="0" y="2168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231" cap="flat">
            <a:solidFill>
              <a:srgbClr val="BF922D"/>
            </a:solidFill>
            <a:custDash>
              <a:ds d="300000" sp="100000"/>
            </a:custDash>
            <a:miter/>
          </a:ln>
        </p:spPr>
      </p:sp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76a90bcbe46ee"/>
          <a:stretch xmlns:a="http://schemas.openxmlformats.org/drawingml/2006/main"/>
        </p:blipFill>
        <p:spPr>
          <a:xfrm xmlns:a="http://schemas.openxmlformats.org/drawingml/2006/main">
            <a:off x="4096197" y="249566"/>
            <a:ext cx="697039" cy="633025"/>
          </a:xfrm>
          <a:prstGeom xmlns:a="http://schemas.openxmlformats.org/drawingml/2006/main" prst="rect">
            <a:avLst/>
          </a:prstGeom>
        </p:spPr>
      </p:pic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8b3017aa74b22"/>
          <a:stretch xmlns:a="http://schemas.openxmlformats.org/drawingml/2006/main"/>
        </p:blipFill>
        <p:spPr>
          <a:xfrm xmlns:a="http://schemas.openxmlformats.org/drawingml/2006/main">
            <a:off x="1836753" y="61343"/>
            <a:ext cx="1410435" cy="1206904"/>
          </a:xfrm>
          <a:prstGeom xmlns:a="http://schemas.openxmlformats.org/drawingml/2006/main" prst="rect">
            <a:avLst/>
          </a:prstGeom>
        </p:spPr>
      </p:pic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FF896-4133-41D2-A91E-4B67CDBC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187" y="197360"/>
            <a:ext cx="2051376" cy="1010061"/>
          </a:xfrm>
          <a:custGeom xmlns:a="http://schemas.openxmlformats.org/drawingml/2006/main">
            <a:pathLst>
              <a:path w="2051376" h="1010061">
                <a:moveTo>
                  <a:pt x="0" y="361158"/>
                </a:moveTo>
                <a:lnTo>
                  <a:pt x="224008" y="438208"/>
                </a:lnTo>
                <a:lnTo>
                  <a:pt x="224008" y="828554"/>
                </a:lnTo>
                <a:lnTo>
                  <a:pt x="224426" y="840984"/>
                </a:lnTo>
                <a:lnTo>
                  <a:pt x="225664" y="853189"/>
                </a:lnTo>
                <a:lnTo>
                  <a:pt x="227693" y="865142"/>
                </a:lnTo>
                <a:lnTo>
                  <a:pt x="230487" y="876816"/>
                </a:lnTo>
                <a:lnTo>
                  <a:pt x="234020" y="888183"/>
                </a:lnTo>
                <a:lnTo>
                  <a:pt x="238264" y="899217"/>
                </a:lnTo>
                <a:lnTo>
                  <a:pt x="243191" y="909891"/>
                </a:lnTo>
                <a:lnTo>
                  <a:pt x="248776" y="920177"/>
                </a:lnTo>
                <a:lnTo>
                  <a:pt x="254992" y="930049"/>
                </a:lnTo>
                <a:lnTo>
                  <a:pt x="261810" y="939480"/>
                </a:lnTo>
                <a:lnTo>
                  <a:pt x="269205" y="948443"/>
                </a:lnTo>
                <a:lnTo>
                  <a:pt x="277149" y="956910"/>
                </a:lnTo>
                <a:lnTo>
                  <a:pt x="285616" y="964855"/>
                </a:lnTo>
                <a:lnTo>
                  <a:pt x="294578" y="972251"/>
                </a:lnTo>
                <a:lnTo>
                  <a:pt x="304008" y="979071"/>
                </a:lnTo>
                <a:lnTo>
                  <a:pt x="313880" y="985287"/>
                </a:lnTo>
                <a:lnTo>
                  <a:pt x="324167" y="990873"/>
                </a:lnTo>
                <a:lnTo>
                  <a:pt x="334841" y="995802"/>
                </a:lnTo>
                <a:lnTo>
                  <a:pt x="345875" y="1000046"/>
                </a:lnTo>
                <a:lnTo>
                  <a:pt x="357244" y="1003580"/>
                </a:lnTo>
                <a:lnTo>
                  <a:pt x="368919" y="1006375"/>
                </a:lnTo>
                <a:lnTo>
                  <a:pt x="380874" y="1008405"/>
                </a:lnTo>
                <a:lnTo>
                  <a:pt x="393082" y="1009643"/>
                </a:lnTo>
                <a:lnTo>
                  <a:pt x="405515" y="1010061"/>
                </a:lnTo>
                <a:lnTo>
                  <a:pt x="541515" y="1010061"/>
                </a:lnTo>
                <a:lnTo>
                  <a:pt x="988746" y="1010061"/>
                </a:lnTo>
                <a:lnTo>
                  <a:pt x="1869869" y="1010061"/>
                </a:lnTo>
                <a:lnTo>
                  <a:pt x="1882299" y="1009643"/>
                </a:lnTo>
                <a:lnTo>
                  <a:pt x="1894504" y="1008405"/>
                </a:lnTo>
                <a:lnTo>
                  <a:pt x="1906456" y="1006375"/>
                </a:lnTo>
                <a:lnTo>
                  <a:pt x="1918129" y="1003580"/>
                </a:lnTo>
                <a:lnTo>
                  <a:pt x="1929496" y="1000046"/>
                </a:lnTo>
                <a:lnTo>
                  <a:pt x="1940529" y="995802"/>
                </a:lnTo>
                <a:lnTo>
                  <a:pt x="1951201" y="990873"/>
                </a:lnTo>
                <a:lnTo>
                  <a:pt x="1961487" y="985287"/>
                </a:lnTo>
                <a:lnTo>
                  <a:pt x="1971358" y="979071"/>
                </a:lnTo>
                <a:lnTo>
                  <a:pt x="1980788" y="972251"/>
                </a:lnTo>
                <a:lnTo>
                  <a:pt x="1989749" y="964855"/>
                </a:lnTo>
                <a:lnTo>
                  <a:pt x="1998216" y="956910"/>
                </a:lnTo>
                <a:lnTo>
                  <a:pt x="2006160" y="948443"/>
                </a:lnTo>
                <a:lnTo>
                  <a:pt x="2013555" y="939480"/>
                </a:lnTo>
                <a:lnTo>
                  <a:pt x="2020374" y="930049"/>
                </a:lnTo>
                <a:lnTo>
                  <a:pt x="2026590" y="920177"/>
                </a:lnTo>
                <a:lnTo>
                  <a:pt x="2032177" y="909891"/>
                </a:lnTo>
                <a:lnTo>
                  <a:pt x="2037106" y="899217"/>
                </a:lnTo>
                <a:lnTo>
                  <a:pt x="2041351" y="888183"/>
                </a:lnTo>
                <a:lnTo>
                  <a:pt x="2044886" y="876816"/>
                </a:lnTo>
                <a:lnTo>
                  <a:pt x="2047683" y="865142"/>
                </a:lnTo>
                <a:lnTo>
                  <a:pt x="2049715" y="853189"/>
                </a:lnTo>
                <a:lnTo>
                  <a:pt x="2050955" y="840984"/>
                </a:lnTo>
                <a:lnTo>
                  <a:pt x="2051376" y="828554"/>
                </a:lnTo>
                <a:lnTo>
                  <a:pt x="2051376" y="424215"/>
                </a:lnTo>
                <a:lnTo>
                  <a:pt x="2051376" y="181508"/>
                </a:lnTo>
                <a:lnTo>
                  <a:pt x="2050955" y="169077"/>
                </a:lnTo>
                <a:lnTo>
                  <a:pt x="2049715" y="156872"/>
                </a:lnTo>
                <a:lnTo>
                  <a:pt x="2047683" y="144919"/>
                </a:lnTo>
                <a:lnTo>
                  <a:pt x="2044886" y="133245"/>
                </a:lnTo>
                <a:lnTo>
                  <a:pt x="2041351" y="121878"/>
                </a:lnTo>
                <a:lnTo>
                  <a:pt x="2037106" y="110844"/>
                </a:lnTo>
                <a:lnTo>
                  <a:pt x="2032177" y="100170"/>
                </a:lnTo>
                <a:lnTo>
                  <a:pt x="2026590" y="89884"/>
                </a:lnTo>
                <a:lnTo>
                  <a:pt x="2020374" y="80012"/>
                </a:lnTo>
                <a:lnTo>
                  <a:pt x="2013555" y="70581"/>
                </a:lnTo>
                <a:lnTo>
                  <a:pt x="2006160" y="61618"/>
                </a:lnTo>
                <a:lnTo>
                  <a:pt x="1998216" y="53151"/>
                </a:lnTo>
                <a:lnTo>
                  <a:pt x="1989749" y="45206"/>
                </a:lnTo>
                <a:lnTo>
                  <a:pt x="1980788" y="37810"/>
                </a:lnTo>
                <a:lnTo>
                  <a:pt x="1971358" y="30991"/>
                </a:lnTo>
                <a:lnTo>
                  <a:pt x="1961487" y="24774"/>
                </a:lnTo>
                <a:lnTo>
                  <a:pt x="1951201" y="19188"/>
                </a:lnTo>
                <a:lnTo>
                  <a:pt x="1940529" y="14260"/>
                </a:lnTo>
                <a:lnTo>
                  <a:pt x="1929496" y="10015"/>
                </a:lnTo>
                <a:lnTo>
                  <a:pt x="1918129" y="6482"/>
                </a:lnTo>
                <a:lnTo>
                  <a:pt x="1906456" y="3686"/>
                </a:lnTo>
                <a:lnTo>
                  <a:pt x="1894504" y="1656"/>
                </a:lnTo>
                <a:lnTo>
                  <a:pt x="1882299" y="419"/>
                </a:lnTo>
                <a:lnTo>
                  <a:pt x="1869869" y="0"/>
                </a:lnTo>
                <a:lnTo>
                  <a:pt x="988746" y="0"/>
                </a:lnTo>
                <a:lnTo>
                  <a:pt x="541515" y="0"/>
                </a:lnTo>
                <a:lnTo>
                  <a:pt x="405515" y="0"/>
                </a:lnTo>
                <a:lnTo>
                  <a:pt x="393082" y="419"/>
                </a:lnTo>
                <a:lnTo>
                  <a:pt x="380874" y="1656"/>
                </a:lnTo>
                <a:lnTo>
                  <a:pt x="368919" y="3686"/>
                </a:lnTo>
                <a:lnTo>
                  <a:pt x="357244" y="6482"/>
                </a:lnTo>
                <a:lnTo>
                  <a:pt x="345875" y="10015"/>
                </a:lnTo>
                <a:lnTo>
                  <a:pt x="334841" y="14260"/>
                </a:lnTo>
                <a:lnTo>
                  <a:pt x="324167" y="19188"/>
                </a:lnTo>
                <a:lnTo>
                  <a:pt x="313880" y="24774"/>
                </a:lnTo>
                <a:lnTo>
                  <a:pt x="304008" y="30991"/>
                </a:lnTo>
                <a:lnTo>
                  <a:pt x="294578" y="37810"/>
                </a:lnTo>
                <a:lnTo>
                  <a:pt x="285616" y="45206"/>
                </a:lnTo>
                <a:lnTo>
                  <a:pt x="277149" y="53151"/>
                </a:lnTo>
                <a:lnTo>
                  <a:pt x="269205" y="61618"/>
                </a:lnTo>
                <a:lnTo>
                  <a:pt x="261810" y="70581"/>
                </a:lnTo>
                <a:lnTo>
                  <a:pt x="254992" y="80012"/>
                </a:lnTo>
                <a:lnTo>
                  <a:pt x="248776" y="89884"/>
                </a:lnTo>
                <a:lnTo>
                  <a:pt x="243191" y="100170"/>
                </a:lnTo>
                <a:lnTo>
                  <a:pt x="238264" y="110844"/>
                </a:lnTo>
                <a:lnTo>
                  <a:pt x="234020" y="121878"/>
                </a:lnTo>
                <a:lnTo>
                  <a:pt x="230487" y="133245"/>
                </a:lnTo>
                <a:lnTo>
                  <a:pt x="227693" y="144919"/>
                </a:lnTo>
                <a:lnTo>
                  <a:pt x="225664" y="156872"/>
                </a:lnTo>
                <a:lnTo>
                  <a:pt x="224426" y="169077"/>
                </a:lnTo>
                <a:lnTo>
                  <a:pt x="224325" y="172092"/>
                </a:lnTo>
                <a:lnTo>
                  <a:pt x="0" y="361158"/>
                </a:lnTo>
                <a:close/>
                <a:moveTo>
                  <a:pt x="263238" y="190635"/>
                </a:moveTo>
                <a:lnTo>
                  <a:pt x="263238" y="181508"/>
                </a:lnTo>
                <a:lnTo>
                  <a:pt x="263321" y="176608"/>
                </a:lnTo>
                <a:lnTo>
                  <a:pt x="263566" y="171752"/>
                </a:lnTo>
                <a:lnTo>
                  <a:pt x="263971" y="166941"/>
                </a:lnTo>
                <a:lnTo>
                  <a:pt x="264534" y="162178"/>
                </a:lnTo>
                <a:lnTo>
                  <a:pt x="265251" y="157466"/>
                </a:lnTo>
                <a:lnTo>
                  <a:pt x="266121" y="152807"/>
                </a:lnTo>
                <a:lnTo>
                  <a:pt x="267141" y="148204"/>
                </a:lnTo>
                <a:lnTo>
                  <a:pt x="268308" y="143659"/>
                </a:lnTo>
                <a:lnTo>
                  <a:pt x="269620" y="139175"/>
                </a:lnTo>
                <a:lnTo>
                  <a:pt x="271074" y="134753"/>
                </a:lnTo>
                <a:lnTo>
                  <a:pt x="272667" y="130398"/>
                </a:lnTo>
                <a:lnTo>
                  <a:pt x="274396" y="126111"/>
                </a:lnTo>
                <a:lnTo>
                  <a:pt x="276260" y="121894"/>
                </a:lnTo>
                <a:lnTo>
                  <a:pt x="278256" y="117750"/>
                </a:lnTo>
                <a:lnTo>
                  <a:pt x="280380" y="113683"/>
                </a:lnTo>
                <a:lnTo>
                  <a:pt x="282631" y="109693"/>
                </a:lnTo>
                <a:lnTo>
                  <a:pt x="285006" y="105784"/>
                </a:lnTo>
                <a:lnTo>
                  <a:pt x="287501" y="101959"/>
                </a:lnTo>
                <a:lnTo>
                  <a:pt x="290116" y="98219"/>
                </a:lnTo>
                <a:lnTo>
                  <a:pt x="292846" y="94567"/>
                </a:lnTo>
                <a:lnTo>
                  <a:pt x="295690" y="91007"/>
                </a:lnTo>
                <a:lnTo>
                  <a:pt x="298644" y="87539"/>
                </a:lnTo>
                <a:lnTo>
                  <a:pt x="301707" y="84167"/>
                </a:lnTo>
                <a:lnTo>
                  <a:pt x="304875" y="80894"/>
                </a:lnTo>
                <a:lnTo>
                  <a:pt x="308152" y="77722"/>
                </a:lnTo>
                <a:lnTo>
                  <a:pt x="311526" y="74657"/>
                </a:lnTo>
                <a:lnTo>
                  <a:pt x="314996" y="71700"/>
                </a:lnTo>
                <a:lnTo>
                  <a:pt x="318558" y="68854"/>
                </a:lnTo>
                <a:lnTo>
                  <a:pt x="322211" y="66121"/>
                </a:lnTo>
                <a:lnTo>
                  <a:pt x="325952" y="63505"/>
                </a:lnTo>
                <a:lnTo>
                  <a:pt x="329778" y="61007"/>
                </a:lnTo>
                <a:lnTo>
                  <a:pt x="333687" y="58631"/>
                </a:lnTo>
                <a:lnTo>
                  <a:pt x="337677" y="56379"/>
                </a:lnTo>
                <a:lnTo>
                  <a:pt x="341745" y="54253"/>
                </a:lnTo>
                <a:lnTo>
                  <a:pt x="345888" y="52257"/>
                </a:lnTo>
                <a:lnTo>
                  <a:pt x="350105" y="50392"/>
                </a:lnTo>
                <a:lnTo>
                  <a:pt x="354393" y="48661"/>
                </a:lnTo>
                <a:lnTo>
                  <a:pt x="358748" y="47068"/>
                </a:lnTo>
                <a:lnTo>
                  <a:pt x="363170" y="45614"/>
                </a:lnTo>
                <a:lnTo>
                  <a:pt x="367654" y="44302"/>
                </a:lnTo>
                <a:lnTo>
                  <a:pt x="372200" y="43134"/>
                </a:lnTo>
                <a:lnTo>
                  <a:pt x="376804" y="42114"/>
                </a:lnTo>
                <a:lnTo>
                  <a:pt x="381464" y="41244"/>
                </a:lnTo>
                <a:lnTo>
                  <a:pt x="386177" y="40526"/>
                </a:lnTo>
                <a:lnTo>
                  <a:pt x="390941" y="39963"/>
                </a:lnTo>
                <a:lnTo>
                  <a:pt x="395754" y="39558"/>
                </a:lnTo>
                <a:lnTo>
                  <a:pt x="400613" y="39313"/>
                </a:lnTo>
                <a:lnTo>
                  <a:pt x="405515" y="39231"/>
                </a:lnTo>
                <a:lnTo>
                  <a:pt x="541515" y="39231"/>
                </a:lnTo>
                <a:lnTo>
                  <a:pt x="988746" y="39231"/>
                </a:lnTo>
                <a:lnTo>
                  <a:pt x="1869869" y="39231"/>
                </a:lnTo>
                <a:lnTo>
                  <a:pt x="1874768" y="39313"/>
                </a:lnTo>
                <a:lnTo>
                  <a:pt x="1879624" y="39558"/>
                </a:lnTo>
                <a:lnTo>
                  <a:pt x="1884434" y="39963"/>
                </a:lnTo>
                <a:lnTo>
                  <a:pt x="1889196" y="40526"/>
                </a:lnTo>
                <a:lnTo>
                  <a:pt x="1893907" y="41244"/>
                </a:lnTo>
                <a:lnTo>
                  <a:pt x="1898565" y="42114"/>
                </a:lnTo>
                <a:lnTo>
                  <a:pt x="1903167" y="43134"/>
                </a:lnTo>
                <a:lnTo>
                  <a:pt x="1907711" y="44302"/>
                </a:lnTo>
                <a:lnTo>
                  <a:pt x="1912195" y="45614"/>
                </a:lnTo>
                <a:lnTo>
                  <a:pt x="1916615" y="47068"/>
                </a:lnTo>
                <a:lnTo>
                  <a:pt x="1920970" y="48661"/>
                </a:lnTo>
                <a:lnTo>
                  <a:pt x="1925256" y="50392"/>
                </a:lnTo>
                <a:lnTo>
                  <a:pt x="1929472" y="52257"/>
                </a:lnTo>
                <a:lnTo>
                  <a:pt x="1933615" y="54253"/>
                </a:lnTo>
                <a:lnTo>
                  <a:pt x="1937682" y="56379"/>
                </a:lnTo>
                <a:lnTo>
                  <a:pt x="1941672" y="58631"/>
                </a:lnTo>
                <a:lnTo>
                  <a:pt x="1945581" y="61007"/>
                </a:lnTo>
                <a:lnTo>
                  <a:pt x="1949407" y="63505"/>
                </a:lnTo>
                <a:lnTo>
                  <a:pt x="1953147" y="66121"/>
                </a:lnTo>
                <a:lnTo>
                  <a:pt x="1956800" y="68854"/>
                </a:lnTo>
                <a:lnTo>
                  <a:pt x="1960362" y="71700"/>
                </a:lnTo>
                <a:lnTo>
                  <a:pt x="1963832" y="74657"/>
                </a:lnTo>
                <a:lnTo>
                  <a:pt x="1967206" y="77722"/>
                </a:lnTo>
                <a:lnTo>
                  <a:pt x="1970483" y="80894"/>
                </a:lnTo>
                <a:lnTo>
                  <a:pt x="1973651" y="84167"/>
                </a:lnTo>
                <a:lnTo>
                  <a:pt x="1976714" y="87539"/>
                </a:lnTo>
                <a:lnTo>
                  <a:pt x="1979668" y="91007"/>
                </a:lnTo>
                <a:lnTo>
                  <a:pt x="1982512" y="94567"/>
                </a:lnTo>
                <a:lnTo>
                  <a:pt x="1985242" y="98219"/>
                </a:lnTo>
                <a:lnTo>
                  <a:pt x="1987857" y="101959"/>
                </a:lnTo>
                <a:lnTo>
                  <a:pt x="1990353" y="105784"/>
                </a:lnTo>
                <a:lnTo>
                  <a:pt x="1992728" y="109693"/>
                </a:lnTo>
                <a:lnTo>
                  <a:pt x="1994979" y="113683"/>
                </a:lnTo>
                <a:lnTo>
                  <a:pt x="1997104" y="117750"/>
                </a:lnTo>
                <a:lnTo>
                  <a:pt x="1999100" y="121894"/>
                </a:lnTo>
                <a:lnTo>
                  <a:pt x="2000965" y="126111"/>
                </a:lnTo>
                <a:lnTo>
                  <a:pt x="2002696" y="130398"/>
                </a:lnTo>
                <a:lnTo>
                  <a:pt x="2004290" y="134753"/>
                </a:lnTo>
                <a:lnTo>
                  <a:pt x="2005744" y="139175"/>
                </a:lnTo>
                <a:lnTo>
                  <a:pt x="2007057" y="143659"/>
                </a:lnTo>
                <a:lnTo>
                  <a:pt x="2008226" y="148204"/>
                </a:lnTo>
                <a:lnTo>
                  <a:pt x="2009248" y="152807"/>
                </a:lnTo>
                <a:lnTo>
                  <a:pt x="2010120" y="157466"/>
                </a:lnTo>
                <a:lnTo>
                  <a:pt x="2010839" y="162178"/>
                </a:lnTo>
                <a:lnTo>
                  <a:pt x="2011405" y="166941"/>
                </a:lnTo>
                <a:lnTo>
                  <a:pt x="2011812" y="171752"/>
                </a:lnTo>
                <a:lnTo>
                  <a:pt x="2012060" y="176608"/>
                </a:lnTo>
                <a:lnTo>
                  <a:pt x="2012146" y="181508"/>
                </a:lnTo>
                <a:lnTo>
                  <a:pt x="2012146" y="424215"/>
                </a:lnTo>
                <a:lnTo>
                  <a:pt x="2012146" y="828554"/>
                </a:lnTo>
                <a:lnTo>
                  <a:pt x="2012060" y="833453"/>
                </a:lnTo>
                <a:lnTo>
                  <a:pt x="2011812" y="838309"/>
                </a:lnTo>
                <a:lnTo>
                  <a:pt x="2011405" y="843119"/>
                </a:lnTo>
                <a:lnTo>
                  <a:pt x="2010839" y="847881"/>
                </a:lnTo>
                <a:lnTo>
                  <a:pt x="2010120" y="852592"/>
                </a:lnTo>
                <a:lnTo>
                  <a:pt x="2009248" y="857250"/>
                </a:lnTo>
                <a:lnTo>
                  <a:pt x="2008226" y="861852"/>
                </a:lnTo>
                <a:lnTo>
                  <a:pt x="2007057" y="866396"/>
                </a:lnTo>
                <a:lnTo>
                  <a:pt x="2005744" y="870880"/>
                </a:lnTo>
                <a:lnTo>
                  <a:pt x="2004290" y="875300"/>
                </a:lnTo>
                <a:lnTo>
                  <a:pt x="2002696" y="879654"/>
                </a:lnTo>
                <a:lnTo>
                  <a:pt x="2000965" y="883941"/>
                </a:lnTo>
                <a:lnTo>
                  <a:pt x="1999100" y="888157"/>
                </a:lnTo>
                <a:lnTo>
                  <a:pt x="1997104" y="892300"/>
                </a:lnTo>
                <a:lnTo>
                  <a:pt x="1994979" y="896367"/>
                </a:lnTo>
                <a:lnTo>
                  <a:pt x="1992728" y="900357"/>
                </a:lnTo>
                <a:lnTo>
                  <a:pt x="1990353" y="904266"/>
                </a:lnTo>
                <a:lnTo>
                  <a:pt x="1987857" y="908092"/>
                </a:lnTo>
                <a:lnTo>
                  <a:pt x="1985242" y="911832"/>
                </a:lnTo>
                <a:lnTo>
                  <a:pt x="1982512" y="915485"/>
                </a:lnTo>
                <a:lnTo>
                  <a:pt x="1979668" y="919047"/>
                </a:lnTo>
                <a:lnTo>
                  <a:pt x="1976714" y="922517"/>
                </a:lnTo>
                <a:lnTo>
                  <a:pt x="1973651" y="925891"/>
                </a:lnTo>
                <a:lnTo>
                  <a:pt x="1970483" y="929167"/>
                </a:lnTo>
                <a:lnTo>
                  <a:pt x="1967206" y="932336"/>
                </a:lnTo>
                <a:lnTo>
                  <a:pt x="1963832" y="935399"/>
                </a:lnTo>
                <a:lnTo>
                  <a:pt x="1960362" y="938354"/>
                </a:lnTo>
                <a:lnTo>
                  <a:pt x="1956800" y="941199"/>
                </a:lnTo>
                <a:lnTo>
                  <a:pt x="1953147" y="943930"/>
                </a:lnTo>
                <a:lnTo>
                  <a:pt x="1949407" y="946545"/>
                </a:lnTo>
                <a:lnTo>
                  <a:pt x="1945581" y="949043"/>
                </a:lnTo>
                <a:lnTo>
                  <a:pt x="1941672" y="951419"/>
                </a:lnTo>
                <a:lnTo>
                  <a:pt x="1937682" y="953671"/>
                </a:lnTo>
                <a:lnTo>
                  <a:pt x="1933615" y="955797"/>
                </a:lnTo>
                <a:lnTo>
                  <a:pt x="1929472" y="957794"/>
                </a:lnTo>
                <a:lnTo>
                  <a:pt x="1925256" y="959660"/>
                </a:lnTo>
                <a:lnTo>
                  <a:pt x="1920970" y="961391"/>
                </a:lnTo>
                <a:lnTo>
                  <a:pt x="1916615" y="962986"/>
                </a:lnTo>
                <a:lnTo>
                  <a:pt x="1912195" y="964441"/>
                </a:lnTo>
                <a:lnTo>
                  <a:pt x="1907711" y="965754"/>
                </a:lnTo>
                <a:lnTo>
                  <a:pt x="1903167" y="966922"/>
                </a:lnTo>
                <a:lnTo>
                  <a:pt x="1898565" y="967943"/>
                </a:lnTo>
                <a:lnTo>
                  <a:pt x="1893907" y="968815"/>
                </a:lnTo>
                <a:lnTo>
                  <a:pt x="1889196" y="969533"/>
                </a:lnTo>
                <a:lnTo>
                  <a:pt x="1884434" y="970097"/>
                </a:lnTo>
                <a:lnTo>
                  <a:pt x="1879624" y="970503"/>
                </a:lnTo>
                <a:lnTo>
                  <a:pt x="1874768" y="970748"/>
                </a:lnTo>
                <a:lnTo>
                  <a:pt x="1869869" y="970831"/>
                </a:lnTo>
                <a:lnTo>
                  <a:pt x="988746" y="970831"/>
                </a:lnTo>
                <a:lnTo>
                  <a:pt x="541515" y="970831"/>
                </a:lnTo>
                <a:lnTo>
                  <a:pt x="405515" y="970831"/>
                </a:lnTo>
                <a:lnTo>
                  <a:pt x="400613" y="970748"/>
                </a:lnTo>
                <a:lnTo>
                  <a:pt x="395754" y="970503"/>
                </a:lnTo>
                <a:lnTo>
                  <a:pt x="390941" y="970097"/>
                </a:lnTo>
                <a:lnTo>
                  <a:pt x="386177" y="969533"/>
                </a:lnTo>
                <a:lnTo>
                  <a:pt x="381464" y="968815"/>
                </a:lnTo>
                <a:lnTo>
                  <a:pt x="376804" y="967943"/>
                </a:lnTo>
                <a:lnTo>
                  <a:pt x="372200" y="966922"/>
                </a:lnTo>
                <a:lnTo>
                  <a:pt x="367654" y="965754"/>
                </a:lnTo>
                <a:lnTo>
                  <a:pt x="363170" y="964441"/>
                </a:lnTo>
                <a:lnTo>
                  <a:pt x="358748" y="962986"/>
                </a:lnTo>
                <a:lnTo>
                  <a:pt x="354393" y="961391"/>
                </a:lnTo>
                <a:lnTo>
                  <a:pt x="350105" y="959660"/>
                </a:lnTo>
                <a:lnTo>
                  <a:pt x="345888" y="957794"/>
                </a:lnTo>
                <a:lnTo>
                  <a:pt x="341745" y="955797"/>
                </a:lnTo>
                <a:lnTo>
                  <a:pt x="337677" y="953671"/>
                </a:lnTo>
                <a:lnTo>
                  <a:pt x="333687" y="951419"/>
                </a:lnTo>
                <a:lnTo>
                  <a:pt x="329778" y="949043"/>
                </a:lnTo>
                <a:lnTo>
                  <a:pt x="325952" y="946545"/>
                </a:lnTo>
                <a:lnTo>
                  <a:pt x="322211" y="943930"/>
                </a:lnTo>
                <a:lnTo>
                  <a:pt x="318558" y="941199"/>
                </a:lnTo>
                <a:lnTo>
                  <a:pt x="314996" y="938354"/>
                </a:lnTo>
                <a:lnTo>
                  <a:pt x="311526" y="935399"/>
                </a:lnTo>
                <a:lnTo>
                  <a:pt x="308152" y="932336"/>
                </a:lnTo>
                <a:lnTo>
                  <a:pt x="304875" y="929167"/>
                </a:lnTo>
                <a:lnTo>
                  <a:pt x="301707" y="925891"/>
                </a:lnTo>
                <a:lnTo>
                  <a:pt x="298644" y="922517"/>
                </a:lnTo>
                <a:lnTo>
                  <a:pt x="295690" y="919047"/>
                </a:lnTo>
                <a:lnTo>
                  <a:pt x="292846" y="915485"/>
                </a:lnTo>
                <a:lnTo>
                  <a:pt x="290116" y="911832"/>
                </a:lnTo>
                <a:lnTo>
                  <a:pt x="287501" y="908092"/>
                </a:lnTo>
                <a:lnTo>
                  <a:pt x="285006" y="904266"/>
                </a:lnTo>
                <a:lnTo>
                  <a:pt x="282631" y="900357"/>
                </a:lnTo>
                <a:lnTo>
                  <a:pt x="280380" y="896367"/>
                </a:lnTo>
                <a:lnTo>
                  <a:pt x="278256" y="892300"/>
                </a:lnTo>
                <a:lnTo>
                  <a:pt x="276260" y="888157"/>
                </a:lnTo>
                <a:lnTo>
                  <a:pt x="274396" y="883941"/>
                </a:lnTo>
                <a:lnTo>
                  <a:pt x="272667" y="879654"/>
                </a:lnTo>
                <a:lnTo>
                  <a:pt x="271074" y="875300"/>
                </a:lnTo>
                <a:lnTo>
                  <a:pt x="269620" y="870880"/>
                </a:lnTo>
                <a:lnTo>
                  <a:pt x="268308" y="866396"/>
                </a:lnTo>
                <a:lnTo>
                  <a:pt x="267141" y="861852"/>
                </a:lnTo>
                <a:lnTo>
                  <a:pt x="266121" y="857250"/>
                </a:lnTo>
                <a:lnTo>
                  <a:pt x="265251" y="852592"/>
                </a:lnTo>
                <a:lnTo>
                  <a:pt x="264534" y="847881"/>
                </a:lnTo>
                <a:lnTo>
                  <a:pt x="263971" y="843119"/>
                </a:lnTo>
                <a:lnTo>
                  <a:pt x="263566" y="838309"/>
                </a:lnTo>
                <a:lnTo>
                  <a:pt x="263321" y="833453"/>
                </a:lnTo>
                <a:lnTo>
                  <a:pt x="263238" y="828554"/>
                </a:lnTo>
                <a:lnTo>
                  <a:pt x="263238" y="410223"/>
                </a:lnTo>
                <a:lnTo>
                  <a:pt x="78200" y="346565"/>
                </a:lnTo>
                <a:lnTo>
                  <a:pt x="256255" y="196494"/>
                </a:lnTo>
                <a:lnTo>
                  <a:pt x="263238" y="19063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3f59850e44f95"/>
          <a:stretch xmlns:a="http://schemas.openxmlformats.org/drawingml/2006/main"/>
        </p:blipFill>
        <p:spPr>
          <a:xfrm xmlns:a="http://schemas.openxmlformats.org/drawingml/2006/main">
            <a:off x="3335514" y="272323"/>
            <a:ext cx="697384" cy="626222"/>
          </a:xfrm>
          <a:prstGeom xmlns:a="http://schemas.openxmlformats.org/drawingml/2006/main" prst="rect">
            <a:avLst/>
          </a:prstGeom>
        </p:spPr>
      </p:pic>
      <p:sp>
        <p:nvSpPr>
          <p:cNvPr id="8" name="Text MotionSensors">
            <a:extLst xmlns:a="http://schemas.openxmlformats.org/drawingml/2006/main">
              <a:ext uri="{FF2B5EF4-FFF2-40B4-BE49-F238E27FC236}">
                <a16:creationId xmlns:a16="http://schemas.microsoft.com/office/drawing/2014/main" id="{1FB2332E-BC2C-40C2-A3B9-DCC48FD1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617" y="908595"/>
            <a:ext cx="1386097" cy="157984"/>
          </a:xfrm>
          <a:custGeom xmlns:a="http://schemas.openxmlformats.org/drawingml/2006/main">
            <a:pathLst>
              <a:path w="1386097" h="157984">
                <a:moveTo>
                  <a:pt x="87478" y="154719"/>
                </a:moveTo>
                <a:lnTo>
                  <a:pt x="30465" y="30574"/>
                </a:lnTo>
                <a:lnTo>
                  <a:pt x="30465" y="129150"/>
                </a:lnTo>
                <a:cubicBezTo>
                  <a:pt x="30465" y="138217"/>
                  <a:pt x="31444" y="143875"/>
                  <a:pt x="33403" y="146124"/>
                </a:cubicBezTo>
                <a:cubicBezTo>
                  <a:pt x="36087" y="149170"/>
                  <a:pt x="40330" y="150694"/>
                  <a:pt x="46133" y="150694"/>
                </a:cubicBezTo>
                <a:lnTo>
                  <a:pt x="51356" y="150694"/>
                </a:lnTo>
                <a:lnTo>
                  <a:pt x="51356" y="154719"/>
                </a:lnTo>
                <a:lnTo>
                  <a:pt x="0" y="154719"/>
                </a:lnTo>
                <a:lnTo>
                  <a:pt x="0" y="150694"/>
                </a:lnTo>
                <a:lnTo>
                  <a:pt x="5223" y="150694"/>
                </a:lnTo>
                <a:cubicBezTo>
                  <a:pt x="11461" y="150694"/>
                  <a:pt x="15885" y="148808"/>
                  <a:pt x="18497" y="145036"/>
                </a:cubicBezTo>
                <a:cubicBezTo>
                  <a:pt x="20092" y="142715"/>
                  <a:pt x="20890" y="137420"/>
                  <a:pt x="20890" y="129150"/>
                </a:cubicBezTo>
                <a:lnTo>
                  <a:pt x="20890" y="32750"/>
                </a:lnTo>
                <a:cubicBezTo>
                  <a:pt x="20890" y="26222"/>
                  <a:pt x="20165" y="21507"/>
                  <a:pt x="18714" y="18605"/>
                </a:cubicBezTo>
                <a:cubicBezTo>
                  <a:pt x="17699" y="16502"/>
                  <a:pt x="15831" y="14743"/>
                  <a:pt x="13111" y="13328"/>
                </a:cubicBezTo>
                <a:cubicBezTo>
                  <a:pt x="10391" y="11914"/>
                  <a:pt x="6020" y="11207"/>
                  <a:pt x="0" y="11207"/>
                </a:cubicBezTo>
                <a:lnTo>
                  <a:pt x="0" y="7181"/>
                </a:lnTo>
                <a:lnTo>
                  <a:pt x="41781" y="7181"/>
                </a:lnTo>
                <a:lnTo>
                  <a:pt x="95312" y="122622"/>
                </a:lnTo>
                <a:lnTo>
                  <a:pt x="147974" y="7181"/>
                </a:lnTo>
                <a:lnTo>
                  <a:pt x="189754" y="7181"/>
                </a:lnTo>
                <a:lnTo>
                  <a:pt x="189754" y="11207"/>
                </a:lnTo>
                <a:lnTo>
                  <a:pt x="184641" y="11207"/>
                </a:lnTo>
                <a:cubicBezTo>
                  <a:pt x="178330" y="11207"/>
                  <a:pt x="173869" y="13093"/>
                  <a:pt x="171258" y="16865"/>
                </a:cubicBezTo>
                <a:cubicBezTo>
                  <a:pt x="169662" y="19186"/>
                  <a:pt x="168864" y="24481"/>
                  <a:pt x="168864" y="32750"/>
                </a:cubicBezTo>
                <a:lnTo>
                  <a:pt x="168864" y="129150"/>
                </a:lnTo>
                <a:cubicBezTo>
                  <a:pt x="168864" y="138217"/>
                  <a:pt x="169879" y="143875"/>
                  <a:pt x="171910" y="146124"/>
                </a:cubicBezTo>
                <a:cubicBezTo>
                  <a:pt x="174594" y="149170"/>
                  <a:pt x="178838" y="150694"/>
                  <a:pt x="184641" y="150694"/>
                </a:cubicBezTo>
                <a:lnTo>
                  <a:pt x="189754" y="150694"/>
                </a:lnTo>
                <a:lnTo>
                  <a:pt x="189754" y="154719"/>
                </a:lnTo>
                <a:lnTo>
                  <a:pt x="127083" y="154719"/>
                </a:lnTo>
                <a:lnTo>
                  <a:pt x="127083" y="150694"/>
                </a:lnTo>
                <a:lnTo>
                  <a:pt x="132306" y="150694"/>
                </a:lnTo>
                <a:cubicBezTo>
                  <a:pt x="138616" y="150694"/>
                  <a:pt x="143041" y="148808"/>
                  <a:pt x="145580" y="145036"/>
                </a:cubicBezTo>
                <a:cubicBezTo>
                  <a:pt x="147176" y="142715"/>
                  <a:pt x="147974" y="137420"/>
                  <a:pt x="147974" y="129150"/>
                </a:cubicBezTo>
                <a:lnTo>
                  <a:pt x="147974" y="30574"/>
                </a:lnTo>
                <a:lnTo>
                  <a:pt x="91069" y="154719"/>
                </a:lnTo>
                <a:lnTo>
                  <a:pt x="87478" y="154719"/>
                </a:lnTo>
                <a:close/>
                <a:moveTo>
                  <a:pt x="250105" y="52226"/>
                </a:moveTo>
                <a:cubicBezTo>
                  <a:pt x="265192" y="52226"/>
                  <a:pt x="277306" y="57951"/>
                  <a:pt x="286445" y="69400"/>
                </a:cubicBezTo>
                <a:cubicBezTo>
                  <a:pt x="294207" y="79181"/>
                  <a:pt x="298087" y="90413"/>
                  <a:pt x="298087" y="103095"/>
                </a:cubicBezTo>
                <a:cubicBezTo>
                  <a:pt x="298087" y="112008"/>
                  <a:pt x="295948" y="121030"/>
                  <a:pt x="291668" y="130160"/>
                </a:cubicBezTo>
                <a:cubicBezTo>
                  <a:pt x="287388" y="139288"/>
                  <a:pt x="281495" y="146171"/>
                  <a:pt x="273987" y="150809"/>
                </a:cubicBezTo>
                <a:cubicBezTo>
                  <a:pt x="266480" y="155447"/>
                  <a:pt x="258120" y="157766"/>
                  <a:pt x="248908" y="157766"/>
                </a:cubicBezTo>
                <a:cubicBezTo>
                  <a:pt x="233893" y="157766"/>
                  <a:pt x="221961" y="151787"/>
                  <a:pt x="213111" y="139830"/>
                </a:cubicBezTo>
                <a:cubicBezTo>
                  <a:pt x="205640" y="129759"/>
                  <a:pt x="201905" y="118456"/>
                  <a:pt x="201905" y="105921"/>
                </a:cubicBezTo>
                <a:cubicBezTo>
                  <a:pt x="201905" y="96790"/>
                  <a:pt x="204171" y="87714"/>
                  <a:pt x="208705" y="78693"/>
                </a:cubicBezTo>
                <a:cubicBezTo>
                  <a:pt x="213238" y="69671"/>
                  <a:pt x="219204" y="63004"/>
                  <a:pt x="226603" y="58693"/>
                </a:cubicBezTo>
                <a:cubicBezTo>
                  <a:pt x="234002" y="54382"/>
                  <a:pt x="241836" y="52226"/>
                  <a:pt x="250105" y="52226"/>
                </a:cubicBezTo>
                <a:moveTo>
                  <a:pt x="246732" y="59407"/>
                </a:moveTo>
                <a:cubicBezTo>
                  <a:pt x="242888" y="59407"/>
                  <a:pt x="239025" y="60548"/>
                  <a:pt x="235144" y="62831"/>
                </a:cubicBezTo>
                <a:cubicBezTo>
                  <a:pt x="231264" y="65114"/>
                  <a:pt x="228126" y="69117"/>
                  <a:pt x="225733" y="74840"/>
                </a:cubicBezTo>
                <a:cubicBezTo>
                  <a:pt x="223339" y="80564"/>
                  <a:pt x="222142" y="87917"/>
                  <a:pt x="222142" y="96900"/>
                </a:cubicBezTo>
                <a:cubicBezTo>
                  <a:pt x="222142" y="111389"/>
                  <a:pt x="225026" y="123887"/>
                  <a:pt x="230792" y="134393"/>
                </a:cubicBezTo>
                <a:cubicBezTo>
                  <a:pt x="236559" y="144898"/>
                  <a:pt x="244157" y="150150"/>
                  <a:pt x="253587" y="150150"/>
                </a:cubicBezTo>
                <a:cubicBezTo>
                  <a:pt x="260623" y="150150"/>
                  <a:pt x="266425" y="147252"/>
                  <a:pt x="270995" y="141455"/>
                </a:cubicBezTo>
                <a:cubicBezTo>
                  <a:pt x="275565" y="135659"/>
                  <a:pt x="277850" y="125698"/>
                  <a:pt x="277850" y="111572"/>
                </a:cubicBezTo>
                <a:cubicBezTo>
                  <a:pt x="277850" y="93893"/>
                  <a:pt x="274042" y="79982"/>
                  <a:pt x="266425" y="69839"/>
                </a:cubicBezTo>
                <a:cubicBezTo>
                  <a:pt x="261275" y="62884"/>
                  <a:pt x="254711" y="59407"/>
                  <a:pt x="246732" y="59407"/>
                </a:cubicBezTo>
                <a:close/>
                <a:moveTo>
                  <a:pt x="339713" y="22196"/>
                </a:moveTo>
                <a:lnTo>
                  <a:pt x="339713" y="55055"/>
                </a:lnTo>
                <a:lnTo>
                  <a:pt x="362997" y="55055"/>
                </a:lnTo>
                <a:lnTo>
                  <a:pt x="362997" y="62671"/>
                </a:lnTo>
                <a:lnTo>
                  <a:pt x="339713" y="62671"/>
                </a:lnTo>
                <a:lnTo>
                  <a:pt x="339713" y="127212"/>
                </a:lnTo>
                <a:cubicBezTo>
                  <a:pt x="339713" y="133661"/>
                  <a:pt x="340637" y="138009"/>
                  <a:pt x="342487" y="140255"/>
                </a:cubicBezTo>
                <a:cubicBezTo>
                  <a:pt x="344337" y="142499"/>
                  <a:pt x="346712" y="143621"/>
                  <a:pt x="349614" y="143621"/>
                </a:cubicBezTo>
                <a:cubicBezTo>
                  <a:pt x="352007" y="143621"/>
                  <a:pt x="354329" y="142878"/>
                  <a:pt x="356577" y="141391"/>
                </a:cubicBezTo>
                <a:cubicBezTo>
                  <a:pt x="358826" y="139904"/>
                  <a:pt x="360567" y="137710"/>
                  <a:pt x="361800" y="134808"/>
                </a:cubicBezTo>
                <a:lnTo>
                  <a:pt x="366043" y="134808"/>
                </a:lnTo>
                <a:cubicBezTo>
                  <a:pt x="363504" y="141937"/>
                  <a:pt x="359914" y="147329"/>
                  <a:pt x="355272" y="150983"/>
                </a:cubicBezTo>
                <a:cubicBezTo>
                  <a:pt x="350629" y="154634"/>
                  <a:pt x="345842" y="156460"/>
                  <a:pt x="340909" y="156460"/>
                </a:cubicBezTo>
                <a:cubicBezTo>
                  <a:pt x="337573" y="156460"/>
                  <a:pt x="334309" y="155534"/>
                  <a:pt x="331117" y="153682"/>
                </a:cubicBezTo>
                <a:cubicBezTo>
                  <a:pt x="327925" y="151830"/>
                  <a:pt x="325568" y="149181"/>
                  <a:pt x="324045" y="145733"/>
                </a:cubicBezTo>
                <a:cubicBezTo>
                  <a:pt x="322521" y="142283"/>
                  <a:pt x="321760" y="136963"/>
                  <a:pt x="321760" y="129773"/>
                </a:cubicBezTo>
                <a:lnTo>
                  <a:pt x="321760" y="62671"/>
                </a:lnTo>
                <a:lnTo>
                  <a:pt x="305983" y="62671"/>
                </a:lnTo>
                <a:lnTo>
                  <a:pt x="305983" y="59081"/>
                </a:lnTo>
                <a:cubicBezTo>
                  <a:pt x="309973" y="57480"/>
                  <a:pt x="314053" y="54770"/>
                  <a:pt x="318224" y="50951"/>
                </a:cubicBezTo>
                <a:cubicBezTo>
                  <a:pt x="322395" y="47131"/>
                  <a:pt x="326112" y="42602"/>
                  <a:pt x="329376" y="37364"/>
                </a:cubicBezTo>
                <a:cubicBezTo>
                  <a:pt x="331044" y="34601"/>
                  <a:pt x="333366" y="29545"/>
                  <a:pt x="336340" y="22196"/>
                </a:cubicBezTo>
                <a:lnTo>
                  <a:pt x="339713" y="22196"/>
                </a:lnTo>
                <a:close/>
                <a:moveTo>
                  <a:pt x="398738" y="0"/>
                </a:moveTo>
                <a:cubicBezTo>
                  <a:pt x="401784" y="0"/>
                  <a:pt x="404377" y="1076"/>
                  <a:pt x="406517" y="3227"/>
                </a:cubicBezTo>
                <a:cubicBezTo>
                  <a:pt x="408657" y="5376"/>
                  <a:pt x="409727" y="7981"/>
                  <a:pt x="409727" y="11044"/>
                </a:cubicBezTo>
                <a:cubicBezTo>
                  <a:pt x="409727" y="14106"/>
                  <a:pt x="408657" y="16731"/>
                  <a:pt x="406517" y="18918"/>
                </a:cubicBezTo>
                <a:cubicBezTo>
                  <a:pt x="404377" y="21103"/>
                  <a:pt x="401784" y="22196"/>
                  <a:pt x="398738" y="22196"/>
                </a:cubicBezTo>
                <a:cubicBezTo>
                  <a:pt x="395691" y="22196"/>
                  <a:pt x="393080" y="21103"/>
                  <a:pt x="390904" y="18918"/>
                </a:cubicBezTo>
                <a:cubicBezTo>
                  <a:pt x="388728" y="16731"/>
                  <a:pt x="387640" y="14106"/>
                  <a:pt x="387640" y="11044"/>
                </a:cubicBezTo>
                <a:cubicBezTo>
                  <a:pt x="387640" y="7981"/>
                  <a:pt x="388710" y="5376"/>
                  <a:pt x="390850" y="3227"/>
                </a:cubicBezTo>
                <a:cubicBezTo>
                  <a:pt x="392989" y="1076"/>
                  <a:pt x="395619" y="0"/>
                  <a:pt x="398738" y="0"/>
                </a:cubicBezTo>
                <a:moveTo>
                  <a:pt x="407769" y="52226"/>
                </a:moveTo>
                <a:lnTo>
                  <a:pt x="407769" y="132129"/>
                </a:lnTo>
                <a:cubicBezTo>
                  <a:pt x="407769" y="138353"/>
                  <a:pt x="408222" y="142497"/>
                  <a:pt x="409129" y="144560"/>
                </a:cubicBezTo>
                <a:cubicBezTo>
                  <a:pt x="410035" y="146623"/>
                  <a:pt x="411377" y="148161"/>
                  <a:pt x="413154" y="149174"/>
                </a:cubicBezTo>
                <a:cubicBezTo>
                  <a:pt x="414931" y="150187"/>
                  <a:pt x="418177" y="150694"/>
                  <a:pt x="422892" y="150694"/>
                </a:cubicBezTo>
                <a:lnTo>
                  <a:pt x="422892" y="154719"/>
                </a:lnTo>
                <a:lnTo>
                  <a:pt x="374475" y="154719"/>
                </a:lnTo>
                <a:lnTo>
                  <a:pt x="374475" y="150694"/>
                </a:lnTo>
                <a:cubicBezTo>
                  <a:pt x="379334" y="150694"/>
                  <a:pt x="382599" y="150223"/>
                  <a:pt x="384267" y="149283"/>
                </a:cubicBezTo>
                <a:cubicBezTo>
                  <a:pt x="385935" y="148342"/>
                  <a:pt x="387259" y="146786"/>
                  <a:pt x="388238" y="144614"/>
                </a:cubicBezTo>
                <a:cubicBezTo>
                  <a:pt x="389217" y="142443"/>
                  <a:pt x="389707" y="138281"/>
                  <a:pt x="389707" y="132129"/>
                </a:cubicBezTo>
                <a:lnTo>
                  <a:pt x="389707" y="93806"/>
                </a:lnTo>
                <a:cubicBezTo>
                  <a:pt x="389707" y="83021"/>
                  <a:pt x="389381" y="76037"/>
                  <a:pt x="388728" y="72855"/>
                </a:cubicBezTo>
                <a:cubicBezTo>
                  <a:pt x="388220" y="70538"/>
                  <a:pt x="387422" y="68927"/>
                  <a:pt x="386334" y="68023"/>
                </a:cubicBezTo>
                <a:cubicBezTo>
                  <a:pt x="385246" y="67119"/>
                  <a:pt x="383759" y="66666"/>
                  <a:pt x="381873" y="66666"/>
                </a:cubicBezTo>
                <a:cubicBezTo>
                  <a:pt x="379842" y="66666"/>
                  <a:pt x="377376" y="67209"/>
                  <a:pt x="374475" y="68295"/>
                </a:cubicBezTo>
                <a:lnTo>
                  <a:pt x="372951" y="64385"/>
                </a:lnTo>
                <a:lnTo>
                  <a:pt x="402981" y="52226"/>
                </a:lnTo>
                <a:lnTo>
                  <a:pt x="407769" y="52226"/>
                </a:lnTo>
                <a:close/>
                <a:moveTo>
                  <a:pt x="484746" y="52226"/>
                </a:moveTo>
                <a:cubicBezTo>
                  <a:pt x="499833" y="52226"/>
                  <a:pt x="511947" y="57951"/>
                  <a:pt x="521086" y="69400"/>
                </a:cubicBezTo>
                <a:cubicBezTo>
                  <a:pt x="528848" y="79181"/>
                  <a:pt x="532728" y="90413"/>
                  <a:pt x="532728" y="103095"/>
                </a:cubicBezTo>
                <a:cubicBezTo>
                  <a:pt x="532728" y="112008"/>
                  <a:pt x="530588" y="121030"/>
                  <a:pt x="526309" y="130160"/>
                </a:cubicBezTo>
                <a:cubicBezTo>
                  <a:pt x="522029" y="139288"/>
                  <a:pt x="516136" y="146171"/>
                  <a:pt x="508628" y="150809"/>
                </a:cubicBezTo>
                <a:cubicBezTo>
                  <a:pt x="501121" y="155447"/>
                  <a:pt x="492761" y="157766"/>
                  <a:pt x="483549" y="157766"/>
                </a:cubicBezTo>
                <a:cubicBezTo>
                  <a:pt x="468534" y="157766"/>
                  <a:pt x="456602" y="151787"/>
                  <a:pt x="447752" y="139830"/>
                </a:cubicBezTo>
                <a:cubicBezTo>
                  <a:pt x="440281" y="129759"/>
                  <a:pt x="436545" y="118456"/>
                  <a:pt x="436545" y="105921"/>
                </a:cubicBezTo>
                <a:cubicBezTo>
                  <a:pt x="436545" y="96790"/>
                  <a:pt x="438812" y="87714"/>
                  <a:pt x="443346" y="78693"/>
                </a:cubicBezTo>
                <a:cubicBezTo>
                  <a:pt x="447879" y="69671"/>
                  <a:pt x="453845" y="63004"/>
                  <a:pt x="461244" y="58693"/>
                </a:cubicBezTo>
                <a:cubicBezTo>
                  <a:pt x="468643" y="54382"/>
                  <a:pt x="476477" y="52226"/>
                  <a:pt x="484746" y="52226"/>
                </a:cubicBezTo>
                <a:moveTo>
                  <a:pt x="481373" y="59407"/>
                </a:moveTo>
                <a:cubicBezTo>
                  <a:pt x="477528" y="59407"/>
                  <a:pt x="473666" y="60548"/>
                  <a:pt x="469785" y="62831"/>
                </a:cubicBezTo>
                <a:cubicBezTo>
                  <a:pt x="465904" y="65114"/>
                  <a:pt x="462767" y="69117"/>
                  <a:pt x="460374" y="74840"/>
                </a:cubicBezTo>
                <a:cubicBezTo>
                  <a:pt x="457980" y="80564"/>
                  <a:pt x="456783" y="87917"/>
                  <a:pt x="456783" y="96900"/>
                </a:cubicBezTo>
                <a:cubicBezTo>
                  <a:pt x="456783" y="111389"/>
                  <a:pt x="459666" y="123887"/>
                  <a:pt x="465433" y="134393"/>
                </a:cubicBezTo>
                <a:cubicBezTo>
                  <a:pt x="471200" y="144898"/>
                  <a:pt x="478798" y="150150"/>
                  <a:pt x="488227" y="150150"/>
                </a:cubicBezTo>
                <a:cubicBezTo>
                  <a:pt x="495263" y="150150"/>
                  <a:pt x="501066" y="147252"/>
                  <a:pt x="505636" y="141455"/>
                </a:cubicBezTo>
                <a:cubicBezTo>
                  <a:pt x="510206" y="135659"/>
                  <a:pt x="512491" y="125698"/>
                  <a:pt x="512491" y="111572"/>
                </a:cubicBezTo>
                <a:cubicBezTo>
                  <a:pt x="512491" y="93893"/>
                  <a:pt x="508683" y="79982"/>
                  <a:pt x="501066" y="69839"/>
                </a:cubicBezTo>
                <a:cubicBezTo>
                  <a:pt x="495916" y="62884"/>
                  <a:pt x="489352" y="59407"/>
                  <a:pt x="481373" y="59407"/>
                </a:cubicBezTo>
                <a:close/>
                <a:moveTo>
                  <a:pt x="574908" y="73334"/>
                </a:moveTo>
                <a:cubicBezTo>
                  <a:pt x="586586" y="59262"/>
                  <a:pt x="597720" y="52226"/>
                  <a:pt x="608311" y="52226"/>
                </a:cubicBezTo>
                <a:cubicBezTo>
                  <a:pt x="613751" y="52226"/>
                  <a:pt x="618429" y="53584"/>
                  <a:pt x="622346" y="56299"/>
                </a:cubicBezTo>
                <a:cubicBezTo>
                  <a:pt x="626263" y="59013"/>
                  <a:pt x="629382" y="63482"/>
                  <a:pt x="631704" y="69706"/>
                </a:cubicBezTo>
                <a:cubicBezTo>
                  <a:pt x="633299" y="74047"/>
                  <a:pt x="634097" y="80705"/>
                  <a:pt x="634097" y="89682"/>
                </a:cubicBezTo>
                <a:lnTo>
                  <a:pt x="634097" y="132129"/>
                </a:lnTo>
                <a:cubicBezTo>
                  <a:pt x="634097" y="138426"/>
                  <a:pt x="634605" y="142697"/>
                  <a:pt x="635621" y="144941"/>
                </a:cubicBezTo>
                <a:cubicBezTo>
                  <a:pt x="636418" y="146749"/>
                  <a:pt x="637706" y="148161"/>
                  <a:pt x="639483" y="149174"/>
                </a:cubicBezTo>
                <a:cubicBezTo>
                  <a:pt x="641260" y="150187"/>
                  <a:pt x="644542" y="150694"/>
                  <a:pt x="649330" y="150694"/>
                </a:cubicBezTo>
                <a:lnTo>
                  <a:pt x="649330" y="154719"/>
                </a:lnTo>
                <a:lnTo>
                  <a:pt x="600042" y="154719"/>
                </a:lnTo>
                <a:lnTo>
                  <a:pt x="600042" y="150694"/>
                </a:lnTo>
                <a:lnTo>
                  <a:pt x="602109" y="150694"/>
                </a:lnTo>
                <a:cubicBezTo>
                  <a:pt x="606751" y="150694"/>
                  <a:pt x="609997" y="149990"/>
                  <a:pt x="611847" y="148582"/>
                </a:cubicBezTo>
                <a:cubicBezTo>
                  <a:pt x="613697" y="147175"/>
                  <a:pt x="614984" y="145100"/>
                  <a:pt x="615709" y="142360"/>
                </a:cubicBezTo>
                <a:cubicBezTo>
                  <a:pt x="616000" y="141276"/>
                  <a:pt x="616145" y="137884"/>
                  <a:pt x="616145" y="132183"/>
                </a:cubicBezTo>
                <a:lnTo>
                  <a:pt x="616145" y="91589"/>
                </a:lnTo>
                <a:cubicBezTo>
                  <a:pt x="616145" y="82570"/>
                  <a:pt x="614966" y="76021"/>
                  <a:pt x="612608" y="71943"/>
                </a:cubicBezTo>
                <a:cubicBezTo>
                  <a:pt x="610251" y="67865"/>
                  <a:pt x="606280" y="65826"/>
                  <a:pt x="600694" y="65826"/>
                </a:cubicBezTo>
                <a:cubicBezTo>
                  <a:pt x="592063" y="65826"/>
                  <a:pt x="583467" y="70518"/>
                  <a:pt x="574908" y="79900"/>
                </a:cubicBezTo>
                <a:lnTo>
                  <a:pt x="574908" y="132183"/>
                </a:lnTo>
                <a:cubicBezTo>
                  <a:pt x="574908" y="138895"/>
                  <a:pt x="575307" y="143044"/>
                  <a:pt x="576105" y="144631"/>
                </a:cubicBezTo>
                <a:cubicBezTo>
                  <a:pt x="577120" y="146723"/>
                  <a:pt x="578517" y="148257"/>
                  <a:pt x="580294" y="149232"/>
                </a:cubicBezTo>
                <a:cubicBezTo>
                  <a:pt x="582071" y="150206"/>
                  <a:pt x="585679" y="150694"/>
                  <a:pt x="591120" y="150694"/>
                </a:cubicBezTo>
                <a:lnTo>
                  <a:pt x="591120" y="154719"/>
                </a:lnTo>
                <a:lnTo>
                  <a:pt x="541831" y="154719"/>
                </a:lnTo>
                <a:lnTo>
                  <a:pt x="541831" y="150694"/>
                </a:lnTo>
                <a:lnTo>
                  <a:pt x="544007" y="150694"/>
                </a:lnTo>
                <a:cubicBezTo>
                  <a:pt x="549085" y="150694"/>
                  <a:pt x="552512" y="149410"/>
                  <a:pt x="554289" y="146841"/>
                </a:cubicBezTo>
                <a:cubicBezTo>
                  <a:pt x="556067" y="144271"/>
                  <a:pt x="556955" y="139367"/>
                  <a:pt x="556955" y="132129"/>
                </a:cubicBezTo>
                <a:lnTo>
                  <a:pt x="556955" y="95217"/>
                </a:lnTo>
                <a:cubicBezTo>
                  <a:pt x="556955" y="83276"/>
                  <a:pt x="556683" y="76003"/>
                  <a:pt x="556139" y="73399"/>
                </a:cubicBezTo>
                <a:cubicBezTo>
                  <a:pt x="555595" y="70792"/>
                  <a:pt x="554761" y="69018"/>
                  <a:pt x="553637" y="68077"/>
                </a:cubicBezTo>
                <a:cubicBezTo>
                  <a:pt x="552512" y="67137"/>
                  <a:pt x="551007" y="66666"/>
                  <a:pt x="549121" y="66666"/>
                </a:cubicBezTo>
                <a:cubicBezTo>
                  <a:pt x="547090" y="66666"/>
                  <a:pt x="544660" y="67209"/>
                  <a:pt x="541831" y="68295"/>
                </a:cubicBezTo>
                <a:lnTo>
                  <a:pt x="540199" y="64385"/>
                </a:lnTo>
                <a:lnTo>
                  <a:pt x="570229" y="52226"/>
                </a:lnTo>
                <a:lnTo>
                  <a:pt x="574908" y="52226"/>
                </a:lnTo>
                <a:lnTo>
                  <a:pt x="574908" y="73334"/>
                </a:lnTo>
                <a:close/>
                <a:moveTo>
                  <a:pt x="807292" y="3917"/>
                </a:moveTo>
                <a:lnTo>
                  <a:pt x="807292" y="54837"/>
                </a:lnTo>
                <a:lnTo>
                  <a:pt x="803266" y="54837"/>
                </a:lnTo>
                <a:cubicBezTo>
                  <a:pt x="801961" y="45045"/>
                  <a:pt x="799621" y="37247"/>
                  <a:pt x="796248" y="31444"/>
                </a:cubicBezTo>
                <a:cubicBezTo>
                  <a:pt x="792876" y="25641"/>
                  <a:pt x="788070" y="21035"/>
                  <a:pt x="781832" y="17626"/>
                </a:cubicBezTo>
                <a:cubicBezTo>
                  <a:pt x="775594" y="14217"/>
                  <a:pt x="769138" y="12512"/>
                  <a:pt x="762465" y="12512"/>
                </a:cubicBezTo>
                <a:cubicBezTo>
                  <a:pt x="754921" y="12512"/>
                  <a:pt x="748683" y="14814"/>
                  <a:pt x="743750" y="19418"/>
                </a:cubicBezTo>
                <a:cubicBezTo>
                  <a:pt x="738818" y="24020"/>
                  <a:pt x="736352" y="29256"/>
                  <a:pt x="736352" y="35127"/>
                </a:cubicBezTo>
                <a:cubicBezTo>
                  <a:pt x="736352" y="39622"/>
                  <a:pt x="737911" y="43717"/>
                  <a:pt x="741030" y="47411"/>
                </a:cubicBezTo>
                <a:cubicBezTo>
                  <a:pt x="745528" y="52849"/>
                  <a:pt x="756227" y="60098"/>
                  <a:pt x="773128" y="69159"/>
                </a:cubicBezTo>
                <a:cubicBezTo>
                  <a:pt x="786909" y="76550"/>
                  <a:pt x="796321" y="82222"/>
                  <a:pt x="801362" y="86173"/>
                </a:cubicBezTo>
                <a:cubicBezTo>
                  <a:pt x="806404" y="90122"/>
                  <a:pt x="810284" y="94779"/>
                  <a:pt x="813004" y="100144"/>
                </a:cubicBezTo>
                <a:cubicBezTo>
                  <a:pt x="815724" y="105507"/>
                  <a:pt x="817084" y="111124"/>
                  <a:pt x="817084" y="116995"/>
                </a:cubicBezTo>
                <a:cubicBezTo>
                  <a:pt x="817084" y="128156"/>
                  <a:pt x="812750" y="137779"/>
                  <a:pt x="804082" y="145862"/>
                </a:cubicBezTo>
                <a:cubicBezTo>
                  <a:pt x="795414" y="153943"/>
                  <a:pt x="784262" y="157984"/>
                  <a:pt x="770625" y="157984"/>
                </a:cubicBezTo>
                <a:cubicBezTo>
                  <a:pt x="766345" y="157984"/>
                  <a:pt x="762320" y="157662"/>
                  <a:pt x="758548" y="157018"/>
                </a:cubicBezTo>
                <a:cubicBezTo>
                  <a:pt x="756299" y="156660"/>
                  <a:pt x="751639" y="155353"/>
                  <a:pt x="744567" y="153098"/>
                </a:cubicBezTo>
                <a:cubicBezTo>
                  <a:pt x="737494" y="150842"/>
                  <a:pt x="733015" y="149714"/>
                  <a:pt x="731129" y="149714"/>
                </a:cubicBezTo>
                <a:cubicBezTo>
                  <a:pt x="729316" y="149714"/>
                  <a:pt x="727883" y="150252"/>
                  <a:pt x="726831" y="151326"/>
                </a:cubicBezTo>
                <a:cubicBezTo>
                  <a:pt x="725780" y="152401"/>
                  <a:pt x="725000" y="154620"/>
                  <a:pt x="724492" y="157984"/>
                </a:cubicBezTo>
                <a:lnTo>
                  <a:pt x="720466" y="157984"/>
                </a:lnTo>
                <a:lnTo>
                  <a:pt x="720466" y="107498"/>
                </a:lnTo>
                <a:lnTo>
                  <a:pt x="724492" y="107498"/>
                </a:lnTo>
                <a:cubicBezTo>
                  <a:pt x="726378" y="118089"/>
                  <a:pt x="728917" y="126013"/>
                  <a:pt x="732108" y="131272"/>
                </a:cubicBezTo>
                <a:cubicBezTo>
                  <a:pt x="735300" y="136531"/>
                  <a:pt x="740178" y="140901"/>
                  <a:pt x="746743" y="144383"/>
                </a:cubicBezTo>
                <a:cubicBezTo>
                  <a:pt x="753307" y="147865"/>
                  <a:pt x="760506" y="149606"/>
                  <a:pt x="768340" y="149606"/>
                </a:cubicBezTo>
                <a:cubicBezTo>
                  <a:pt x="777407" y="149606"/>
                  <a:pt x="784570" y="147214"/>
                  <a:pt x="789829" y="142431"/>
                </a:cubicBezTo>
                <a:cubicBezTo>
                  <a:pt x="795088" y="137646"/>
                  <a:pt x="797717" y="131992"/>
                  <a:pt x="797717" y="125468"/>
                </a:cubicBezTo>
                <a:cubicBezTo>
                  <a:pt x="797717" y="121844"/>
                  <a:pt x="796720" y="118184"/>
                  <a:pt x="794725" y="114489"/>
                </a:cubicBezTo>
                <a:cubicBezTo>
                  <a:pt x="792730" y="110792"/>
                  <a:pt x="789630" y="107349"/>
                  <a:pt x="785422" y="104159"/>
                </a:cubicBezTo>
                <a:cubicBezTo>
                  <a:pt x="782594" y="101986"/>
                  <a:pt x="774868" y="97365"/>
                  <a:pt x="762247" y="90297"/>
                </a:cubicBezTo>
                <a:cubicBezTo>
                  <a:pt x="749626" y="83229"/>
                  <a:pt x="740650" y="77594"/>
                  <a:pt x="735318" y="73392"/>
                </a:cubicBezTo>
                <a:cubicBezTo>
                  <a:pt x="729987" y="69187"/>
                  <a:pt x="725943" y="64548"/>
                  <a:pt x="723187" y="59475"/>
                </a:cubicBezTo>
                <a:cubicBezTo>
                  <a:pt x="720430" y="54400"/>
                  <a:pt x="719052" y="48818"/>
                  <a:pt x="719052" y="42729"/>
                </a:cubicBezTo>
                <a:cubicBezTo>
                  <a:pt x="719052" y="32148"/>
                  <a:pt x="723114" y="23035"/>
                  <a:pt x="731238" y="15389"/>
                </a:cubicBezTo>
                <a:cubicBezTo>
                  <a:pt x="739362" y="7741"/>
                  <a:pt x="749698" y="3917"/>
                  <a:pt x="762247" y="3917"/>
                </a:cubicBezTo>
                <a:cubicBezTo>
                  <a:pt x="770081" y="3917"/>
                  <a:pt x="778386" y="5839"/>
                  <a:pt x="787163" y="9684"/>
                </a:cubicBezTo>
                <a:cubicBezTo>
                  <a:pt x="791225" y="11497"/>
                  <a:pt x="794091" y="12404"/>
                  <a:pt x="795759" y="12404"/>
                </a:cubicBezTo>
                <a:cubicBezTo>
                  <a:pt x="797645" y="12404"/>
                  <a:pt x="799186" y="11842"/>
                  <a:pt x="800383" y="10717"/>
                </a:cubicBezTo>
                <a:cubicBezTo>
                  <a:pt x="801580" y="9593"/>
                  <a:pt x="802541" y="7326"/>
                  <a:pt x="803266" y="3917"/>
                </a:cubicBezTo>
                <a:lnTo>
                  <a:pt x="807292" y="3917"/>
                </a:lnTo>
                <a:close/>
                <a:moveTo>
                  <a:pt x="851178" y="92701"/>
                </a:moveTo>
                <a:cubicBezTo>
                  <a:pt x="851106" y="107464"/>
                  <a:pt x="854696" y="119044"/>
                  <a:pt x="861950" y="127440"/>
                </a:cubicBezTo>
                <a:cubicBezTo>
                  <a:pt x="869204" y="135834"/>
                  <a:pt x="877727" y="140031"/>
                  <a:pt x="887519" y="140031"/>
                </a:cubicBezTo>
                <a:cubicBezTo>
                  <a:pt x="894047" y="140031"/>
                  <a:pt x="899723" y="138236"/>
                  <a:pt x="904547" y="134645"/>
                </a:cubicBezTo>
                <a:cubicBezTo>
                  <a:pt x="909371" y="131055"/>
                  <a:pt x="913414" y="124907"/>
                  <a:pt x="916679" y="116203"/>
                </a:cubicBezTo>
                <a:lnTo>
                  <a:pt x="920051" y="118379"/>
                </a:lnTo>
                <a:cubicBezTo>
                  <a:pt x="918528" y="128316"/>
                  <a:pt x="914104" y="137365"/>
                  <a:pt x="906777" y="145525"/>
                </a:cubicBezTo>
                <a:cubicBezTo>
                  <a:pt x="899451" y="153686"/>
                  <a:pt x="890275" y="157766"/>
                  <a:pt x="879250" y="157766"/>
                </a:cubicBezTo>
                <a:cubicBezTo>
                  <a:pt x="867281" y="157766"/>
                  <a:pt x="857036" y="153116"/>
                  <a:pt x="848513" y="143815"/>
                </a:cubicBezTo>
                <a:cubicBezTo>
                  <a:pt x="839990" y="134512"/>
                  <a:pt x="835728" y="122007"/>
                  <a:pt x="835728" y="106298"/>
                </a:cubicBezTo>
                <a:cubicBezTo>
                  <a:pt x="835728" y="89288"/>
                  <a:pt x="840099" y="76025"/>
                  <a:pt x="848839" y="66506"/>
                </a:cubicBezTo>
                <a:cubicBezTo>
                  <a:pt x="857580" y="56986"/>
                  <a:pt x="868551" y="52226"/>
                  <a:pt x="881752" y="52226"/>
                </a:cubicBezTo>
                <a:cubicBezTo>
                  <a:pt x="892923" y="52226"/>
                  <a:pt x="902099" y="55898"/>
                  <a:pt x="909280" y="63242"/>
                </a:cubicBezTo>
                <a:cubicBezTo>
                  <a:pt x="916461" y="70584"/>
                  <a:pt x="920051" y="80404"/>
                  <a:pt x="920051" y="92701"/>
                </a:cubicBezTo>
                <a:lnTo>
                  <a:pt x="851178" y="92701"/>
                </a:lnTo>
                <a:moveTo>
                  <a:pt x="851178" y="86390"/>
                </a:moveTo>
                <a:lnTo>
                  <a:pt x="897311" y="86390"/>
                </a:lnTo>
                <a:cubicBezTo>
                  <a:pt x="896949" y="80007"/>
                  <a:pt x="896187" y="75510"/>
                  <a:pt x="895027" y="72899"/>
                </a:cubicBezTo>
                <a:cubicBezTo>
                  <a:pt x="893213" y="68837"/>
                  <a:pt x="890511" y="65645"/>
                  <a:pt x="886921" y="63324"/>
                </a:cubicBezTo>
                <a:cubicBezTo>
                  <a:pt x="883330" y="61003"/>
                  <a:pt x="879576" y="59842"/>
                  <a:pt x="875659" y="59842"/>
                </a:cubicBezTo>
                <a:cubicBezTo>
                  <a:pt x="869639" y="59842"/>
                  <a:pt x="864253" y="62182"/>
                  <a:pt x="859502" y="66860"/>
                </a:cubicBezTo>
                <a:cubicBezTo>
                  <a:pt x="854751" y="71539"/>
                  <a:pt x="851976" y="78049"/>
                  <a:pt x="851178" y="86390"/>
                </a:cubicBezTo>
                <a:close/>
                <a:moveTo>
                  <a:pt x="960851" y="73334"/>
                </a:moveTo>
                <a:cubicBezTo>
                  <a:pt x="972529" y="59262"/>
                  <a:pt x="983663" y="52226"/>
                  <a:pt x="994254" y="52226"/>
                </a:cubicBezTo>
                <a:cubicBezTo>
                  <a:pt x="999694" y="52226"/>
                  <a:pt x="1004372" y="53584"/>
                  <a:pt x="1008289" y="56299"/>
                </a:cubicBezTo>
                <a:cubicBezTo>
                  <a:pt x="1012206" y="59013"/>
                  <a:pt x="1015325" y="63482"/>
                  <a:pt x="1017646" y="69706"/>
                </a:cubicBezTo>
                <a:cubicBezTo>
                  <a:pt x="1019242" y="74047"/>
                  <a:pt x="1020040" y="80705"/>
                  <a:pt x="1020040" y="89682"/>
                </a:cubicBezTo>
                <a:lnTo>
                  <a:pt x="1020040" y="132129"/>
                </a:lnTo>
                <a:cubicBezTo>
                  <a:pt x="1020040" y="138426"/>
                  <a:pt x="1020548" y="142697"/>
                  <a:pt x="1021563" y="144941"/>
                </a:cubicBezTo>
                <a:cubicBezTo>
                  <a:pt x="1022361" y="146749"/>
                  <a:pt x="1023649" y="148161"/>
                  <a:pt x="1025426" y="149174"/>
                </a:cubicBezTo>
                <a:cubicBezTo>
                  <a:pt x="1027203" y="150187"/>
                  <a:pt x="1030485" y="150694"/>
                  <a:pt x="1035273" y="150694"/>
                </a:cubicBezTo>
                <a:lnTo>
                  <a:pt x="1035273" y="154719"/>
                </a:lnTo>
                <a:lnTo>
                  <a:pt x="985984" y="154719"/>
                </a:lnTo>
                <a:lnTo>
                  <a:pt x="985984" y="150694"/>
                </a:lnTo>
                <a:lnTo>
                  <a:pt x="988052" y="150694"/>
                </a:lnTo>
                <a:cubicBezTo>
                  <a:pt x="992694" y="150694"/>
                  <a:pt x="995940" y="149990"/>
                  <a:pt x="997790" y="148582"/>
                </a:cubicBezTo>
                <a:cubicBezTo>
                  <a:pt x="999639" y="147175"/>
                  <a:pt x="1000927" y="145100"/>
                  <a:pt x="1001652" y="142360"/>
                </a:cubicBezTo>
                <a:cubicBezTo>
                  <a:pt x="1001942" y="141276"/>
                  <a:pt x="1002087" y="137884"/>
                  <a:pt x="1002087" y="132183"/>
                </a:cubicBezTo>
                <a:lnTo>
                  <a:pt x="1002087" y="91589"/>
                </a:lnTo>
                <a:cubicBezTo>
                  <a:pt x="1002087" y="82570"/>
                  <a:pt x="1000909" y="76021"/>
                  <a:pt x="998551" y="71943"/>
                </a:cubicBezTo>
                <a:cubicBezTo>
                  <a:pt x="996194" y="67865"/>
                  <a:pt x="992222" y="65826"/>
                  <a:pt x="986637" y="65826"/>
                </a:cubicBezTo>
                <a:cubicBezTo>
                  <a:pt x="978005" y="65826"/>
                  <a:pt x="969410" y="70518"/>
                  <a:pt x="960851" y="79900"/>
                </a:cubicBezTo>
                <a:lnTo>
                  <a:pt x="960851" y="132183"/>
                </a:lnTo>
                <a:cubicBezTo>
                  <a:pt x="960851" y="138895"/>
                  <a:pt x="961250" y="143044"/>
                  <a:pt x="962048" y="144631"/>
                </a:cubicBezTo>
                <a:cubicBezTo>
                  <a:pt x="963063" y="146723"/>
                  <a:pt x="964459" y="148257"/>
                  <a:pt x="966236" y="149232"/>
                </a:cubicBezTo>
                <a:cubicBezTo>
                  <a:pt x="968014" y="150206"/>
                  <a:pt x="971622" y="150694"/>
                  <a:pt x="977062" y="150694"/>
                </a:cubicBezTo>
                <a:lnTo>
                  <a:pt x="977062" y="154719"/>
                </a:lnTo>
                <a:lnTo>
                  <a:pt x="927774" y="154719"/>
                </a:lnTo>
                <a:lnTo>
                  <a:pt x="927774" y="150694"/>
                </a:lnTo>
                <a:lnTo>
                  <a:pt x="929950" y="150694"/>
                </a:lnTo>
                <a:cubicBezTo>
                  <a:pt x="935028" y="150694"/>
                  <a:pt x="938455" y="149410"/>
                  <a:pt x="940232" y="146841"/>
                </a:cubicBezTo>
                <a:cubicBezTo>
                  <a:pt x="942009" y="144271"/>
                  <a:pt x="942898" y="139367"/>
                  <a:pt x="942898" y="132129"/>
                </a:cubicBezTo>
                <a:lnTo>
                  <a:pt x="942898" y="95217"/>
                </a:lnTo>
                <a:cubicBezTo>
                  <a:pt x="942898" y="83276"/>
                  <a:pt x="942626" y="76003"/>
                  <a:pt x="942082" y="73399"/>
                </a:cubicBezTo>
                <a:cubicBezTo>
                  <a:pt x="941538" y="70792"/>
                  <a:pt x="940704" y="69018"/>
                  <a:pt x="939579" y="68077"/>
                </a:cubicBezTo>
                <a:cubicBezTo>
                  <a:pt x="938455" y="67137"/>
                  <a:pt x="936950" y="66666"/>
                  <a:pt x="935064" y="66666"/>
                </a:cubicBezTo>
                <a:cubicBezTo>
                  <a:pt x="933033" y="66666"/>
                  <a:pt x="930603" y="67209"/>
                  <a:pt x="927774" y="68295"/>
                </a:cubicBezTo>
                <a:lnTo>
                  <a:pt x="926142" y="64385"/>
                </a:lnTo>
                <a:lnTo>
                  <a:pt x="956172" y="52226"/>
                </a:lnTo>
                <a:lnTo>
                  <a:pt x="960851" y="52226"/>
                </a:lnTo>
                <a:lnTo>
                  <a:pt x="960851" y="73334"/>
                </a:lnTo>
                <a:close/>
                <a:moveTo>
                  <a:pt x="1106068" y="52226"/>
                </a:moveTo>
                <a:lnTo>
                  <a:pt x="1106068" y="85955"/>
                </a:lnTo>
                <a:lnTo>
                  <a:pt x="1102477" y="85955"/>
                </a:lnTo>
                <a:cubicBezTo>
                  <a:pt x="1099721" y="75376"/>
                  <a:pt x="1096185" y="68180"/>
                  <a:pt x="1091869" y="64368"/>
                </a:cubicBezTo>
                <a:cubicBezTo>
                  <a:pt x="1087553" y="60553"/>
                  <a:pt x="1082059" y="58645"/>
                  <a:pt x="1075385" y="58645"/>
                </a:cubicBezTo>
                <a:cubicBezTo>
                  <a:pt x="1070308" y="58645"/>
                  <a:pt x="1066209" y="59986"/>
                  <a:pt x="1063090" y="62668"/>
                </a:cubicBezTo>
                <a:cubicBezTo>
                  <a:pt x="1059971" y="65347"/>
                  <a:pt x="1058412" y="68318"/>
                  <a:pt x="1058412" y="71579"/>
                </a:cubicBezTo>
                <a:cubicBezTo>
                  <a:pt x="1058412" y="75637"/>
                  <a:pt x="1059572" y="79114"/>
                  <a:pt x="1061894" y="82011"/>
                </a:cubicBezTo>
                <a:cubicBezTo>
                  <a:pt x="1064142" y="84983"/>
                  <a:pt x="1068712" y="88135"/>
                  <a:pt x="1075603" y="91467"/>
                </a:cubicBezTo>
                <a:lnTo>
                  <a:pt x="1091488" y="99185"/>
                </a:lnTo>
                <a:cubicBezTo>
                  <a:pt x="1106213" y="106357"/>
                  <a:pt x="1113575" y="115813"/>
                  <a:pt x="1113575" y="127552"/>
                </a:cubicBezTo>
                <a:cubicBezTo>
                  <a:pt x="1113575" y="136608"/>
                  <a:pt x="1110148" y="143908"/>
                  <a:pt x="1103293" y="149453"/>
                </a:cubicBezTo>
                <a:cubicBezTo>
                  <a:pt x="1096439" y="154995"/>
                  <a:pt x="1088768" y="157766"/>
                  <a:pt x="1080281" y="157766"/>
                </a:cubicBezTo>
                <a:cubicBezTo>
                  <a:pt x="1074188" y="157766"/>
                  <a:pt x="1067225" y="156678"/>
                  <a:pt x="1059391" y="154502"/>
                </a:cubicBezTo>
                <a:cubicBezTo>
                  <a:pt x="1056997" y="153776"/>
                  <a:pt x="1055039" y="153414"/>
                  <a:pt x="1053516" y="153414"/>
                </a:cubicBezTo>
                <a:cubicBezTo>
                  <a:pt x="1051847" y="153414"/>
                  <a:pt x="1050542" y="154357"/>
                  <a:pt x="1049599" y="156243"/>
                </a:cubicBezTo>
                <a:lnTo>
                  <a:pt x="1046008" y="156243"/>
                </a:lnTo>
                <a:lnTo>
                  <a:pt x="1046008" y="120555"/>
                </a:lnTo>
                <a:lnTo>
                  <a:pt x="1049599" y="120555"/>
                </a:lnTo>
                <a:cubicBezTo>
                  <a:pt x="1051630" y="130746"/>
                  <a:pt x="1055510" y="138426"/>
                  <a:pt x="1061241" y="143594"/>
                </a:cubicBezTo>
                <a:cubicBezTo>
                  <a:pt x="1066971" y="148762"/>
                  <a:pt x="1073391" y="151346"/>
                  <a:pt x="1080499" y="151346"/>
                </a:cubicBezTo>
                <a:cubicBezTo>
                  <a:pt x="1085504" y="151346"/>
                  <a:pt x="1089584" y="149880"/>
                  <a:pt x="1092740" y="146947"/>
                </a:cubicBezTo>
                <a:cubicBezTo>
                  <a:pt x="1095895" y="144011"/>
                  <a:pt x="1097472" y="140479"/>
                  <a:pt x="1097472" y="136348"/>
                </a:cubicBezTo>
                <a:cubicBezTo>
                  <a:pt x="1097472" y="131348"/>
                  <a:pt x="1095713" y="127145"/>
                  <a:pt x="1092195" y="123741"/>
                </a:cubicBezTo>
                <a:cubicBezTo>
                  <a:pt x="1088677" y="120336"/>
                  <a:pt x="1081660" y="116026"/>
                  <a:pt x="1071142" y="110810"/>
                </a:cubicBezTo>
                <a:cubicBezTo>
                  <a:pt x="1060624" y="105592"/>
                  <a:pt x="1053733" y="100882"/>
                  <a:pt x="1050469" y="96679"/>
                </a:cubicBezTo>
                <a:cubicBezTo>
                  <a:pt x="1047205" y="92549"/>
                  <a:pt x="1045573" y="87332"/>
                  <a:pt x="1045573" y="81028"/>
                </a:cubicBezTo>
                <a:cubicBezTo>
                  <a:pt x="1045573" y="72841"/>
                  <a:pt x="1048384" y="65994"/>
                  <a:pt x="1054005" y="60488"/>
                </a:cubicBezTo>
                <a:cubicBezTo>
                  <a:pt x="1059627" y="54980"/>
                  <a:pt x="1066899" y="52226"/>
                  <a:pt x="1075820" y="52226"/>
                </a:cubicBezTo>
                <a:cubicBezTo>
                  <a:pt x="1079737" y="52226"/>
                  <a:pt x="1084489" y="53060"/>
                  <a:pt x="1090074" y="54728"/>
                </a:cubicBezTo>
                <a:cubicBezTo>
                  <a:pt x="1093773" y="55816"/>
                  <a:pt x="1096239" y="56361"/>
                  <a:pt x="1097472" y="56361"/>
                </a:cubicBezTo>
                <a:cubicBezTo>
                  <a:pt x="1098633" y="56361"/>
                  <a:pt x="1099540" y="56107"/>
                  <a:pt x="1100193" y="55599"/>
                </a:cubicBezTo>
                <a:cubicBezTo>
                  <a:pt x="1100845" y="55091"/>
                  <a:pt x="1101607" y="53967"/>
                  <a:pt x="1102477" y="52226"/>
                </a:cubicBezTo>
                <a:lnTo>
                  <a:pt x="1106068" y="52226"/>
                </a:lnTo>
                <a:close/>
                <a:moveTo>
                  <a:pt x="1177974" y="52226"/>
                </a:moveTo>
                <a:cubicBezTo>
                  <a:pt x="1193062" y="52226"/>
                  <a:pt x="1205175" y="57951"/>
                  <a:pt x="1214315" y="69400"/>
                </a:cubicBezTo>
                <a:cubicBezTo>
                  <a:pt x="1222076" y="79181"/>
                  <a:pt x="1225957" y="90413"/>
                  <a:pt x="1225957" y="103095"/>
                </a:cubicBezTo>
                <a:cubicBezTo>
                  <a:pt x="1225957" y="112008"/>
                  <a:pt x="1223817" y="121030"/>
                  <a:pt x="1219537" y="130160"/>
                </a:cubicBezTo>
                <a:cubicBezTo>
                  <a:pt x="1215258" y="139288"/>
                  <a:pt x="1209364" y="146171"/>
                  <a:pt x="1201857" y="150809"/>
                </a:cubicBezTo>
                <a:cubicBezTo>
                  <a:pt x="1194349" y="155447"/>
                  <a:pt x="1185989" y="157766"/>
                  <a:pt x="1176777" y="157766"/>
                </a:cubicBezTo>
                <a:cubicBezTo>
                  <a:pt x="1161762" y="157766"/>
                  <a:pt x="1149830" y="151787"/>
                  <a:pt x="1140981" y="139830"/>
                </a:cubicBezTo>
                <a:cubicBezTo>
                  <a:pt x="1133509" y="129759"/>
                  <a:pt x="1129774" y="118456"/>
                  <a:pt x="1129774" y="105921"/>
                </a:cubicBezTo>
                <a:cubicBezTo>
                  <a:pt x="1129774" y="96790"/>
                  <a:pt x="1132041" y="87714"/>
                  <a:pt x="1136574" y="78693"/>
                </a:cubicBezTo>
                <a:cubicBezTo>
                  <a:pt x="1141108" y="69671"/>
                  <a:pt x="1147074" y="63004"/>
                  <a:pt x="1154472" y="58693"/>
                </a:cubicBezTo>
                <a:cubicBezTo>
                  <a:pt x="1161871" y="54382"/>
                  <a:pt x="1169705" y="52226"/>
                  <a:pt x="1177974" y="52226"/>
                </a:cubicBezTo>
                <a:moveTo>
                  <a:pt x="1174601" y="59407"/>
                </a:moveTo>
                <a:cubicBezTo>
                  <a:pt x="1170757" y="59407"/>
                  <a:pt x="1166894" y="60548"/>
                  <a:pt x="1163013" y="62831"/>
                </a:cubicBezTo>
                <a:cubicBezTo>
                  <a:pt x="1159133" y="65114"/>
                  <a:pt x="1155996" y="69117"/>
                  <a:pt x="1153602" y="74840"/>
                </a:cubicBezTo>
                <a:cubicBezTo>
                  <a:pt x="1151208" y="80564"/>
                  <a:pt x="1150011" y="87917"/>
                  <a:pt x="1150011" y="96900"/>
                </a:cubicBezTo>
                <a:cubicBezTo>
                  <a:pt x="1150011" y="111389"/>
                  <a:pt x="1152895" y="123887"/>
                  <a:pt x="1158661" y="134393"/>
                </a:cubicBezTo>
                <a:cubicBezTo>
                  <a:pt x="1164428" y="144898"/>
                  <a:pt x="1172026" y="150150"/>
                  <a:pt x="1181456" y="150150"/>
                </a:cubicBezTo>
                <a:cubicBezTo>
                  <a:pt x="1188492" y="150150"/>
                  <a:pt x="1194295" y="147252"/>
                  <a:pt x="1198864" y="141455"/>
                </a:cubicBezTo>
                <a:cubicBezTo>
                  <a:pt x="1203434" y="135659"/>
                  <a:pt x="1205719" y="125698"/>
                  <a:pt x="1205719" y="111572"/>
                </a:cubicBezTo>
                <a:cubicBezTo>
                  <a:pt x="1205719" y="93893"/>
                  <a:pt x="1201911" y="79982"/>
                  <a:pt x="1194295" y="69839"/>
                </a:cubicBezTo>
                <a:cubicBezTo>
                  <a:pt x="1189145" y="62884"/>
                  <a:pt x="1182580" y="59407"/>
                  <a:pt x="1174601" y="59407"/>
                </a:cubicBezTo>
                <a:close/>
                <a:moveTo>
                  <a:pt x="1268244" y="52226"/>
                </a:moveTo>
                <a:lnTo>
                  <a:pt x="1268244" y="74640"/>
                </a:lnTo>
                <a:cubicBezTo>
                  <a:pt x="1276586" y="59697"/>
                  <a:pt x="1285145" y="52226"/>
                  <a:pt x="1293922" y="52226"/>
                </a:cubicBezTo>
                <a:cubicBezTo>
                  <a:pt x="1297911" y="52226"/>
                  <a:pt x="1301212" y="53441"/>
                  <a:pt x="1303823" y="55871"/>
                </a:cubicBezTo>
                <a:cubicBezTo>
                  <a:pt x="1306434" y="58301"/>
                  <a:pt x="1307740" y="61112"/>
                  <a:pt x="1307740" y="64303"/>
                </a:cubicBezTo>
                <a:cubicBezTo>
                  <a:pt x="1307740" y="67132"/>
                  <a:pt x="1306797" y="69526"/>
                  <a:pt x="1304911" y="71484"/>
                </a:cubicBezTo>
                <a:cubicBezTo>
                  <a:pt x="1303025" y="73443"/>
                  <a:pt x="1300777" y="74422"/>
                  <a:pt x="1298165" y="74422"/>
                </a:cubicBezTo>
                <a:cubicBezTo>
                  <a:pt x="1295627" y="74422"/>
                  <a:pt x="1292779" y="73171"/>
                  <a:pt x="1289624" y="70668"/>
                </a:cubicBezTo>
                <a:cubicBezTo>
                  <a:pt x="1286469" y="68166"/>
                  <a:pt x="1284130" y="66915"/>
                  <a:pt x="1282606" y="66915"/>
                </a:cubicBezTo>
                <a:cubicBezTo>
                  <a:pt x="1281301" y="66915"/>
                  <a:pt x="1279886" y="67638"/>
                  <a:pt x="1278363" y="69084"/>
                </a:cubicBezTo>
                <a:cubicBezTo>
                  <a:pt x="1275099" y="72051"/>
                  <a:pt x="1271726" y="76935"/>
                  <a:pt x="1268244" y="83735"/>
                </a:cubicBezTo>
                <a:lnTo>
                  <a:pt x="1268244" y="131378"/>
                </a:lnTo>
                <a:cubicBezTo>
                  <a:pt x="1268244" y="136874"/>
                  <a:pt x="1268933" y="141034"/>
                  <a:pt x="1270311" y="143856"/>
                </a:cubicBezTo>
                <a:cubicBezTo>
                  <a:pt x="1271254" y="145810"/>
                  <a:pt x="1272923" y="147439"/>
                  <a:pt x="1275316" y="148742"/>
                </a:cubicBezTo>
                <a:cubicBezTo>
                  <a:pt x="1277710" y="150043"/>
                  <a:pt x="1281156" y="150694"/>
                  <a:pt x="1285653" y="150694"/>
                </a:cubicBezTo>
                <a:lnTo>
                  <a:pt x="1285653" y="154719"/>
                </a:lnTo>
                <a:lnTo>
                  <a:pt x="1234624" y="154719"/>
                </a:lnTo>
                <a:lnTo>
                  <a:pt x="1234624" y="150694"/>
                </a:lnTo>
                <a:cubicBezTo>
                  <a:pt x="1239701" y="150694"/>
                  <a:pt x="1243473" y="149898"/>
                  <a:pt x="1245939" y="148307"/>
                </a:cubicBezTo>
                <a:cubicBezTo>
                  <a:pt x="1247753" y="147148"/>
                  <a:pt x="1249022" y="145302"/>
                  <a:pt x="1249747" y="142768"/>
                </a:cubicBezTo>
                <a:cubicBezTo>
                  <a:pt x="1250110" y="141537"/>
                  <a:pt x="1250291" y="138027"/>
                  <a:pt x="1250291" y="132238"/>
                </a:cubicBezTo>
                <a:lnTo>
                  <a:pt x="1250291" y="93697"/>
                </a:lnTo>
                <a:cubicBezTo>
                  <a:pt x="1250291" y="82116"/>
                  <a:pt x="1250056" y="75223"/>
                  <a:pt x="1249584" y="73018"/>
                </a:cubicBezTo>
                <a:cubicBezTo>
                  <a:pt x="1249113" y="70810"/>
                  <a:pt x="1248242" y="69199"/>
                  <a:pt x="1246973" y="68186"/>
                </a:cubicBezTo>
                <a:cubicBezTo>
                  <a:pt x="1245704" y="67173"/>
                  <a:pt x="1244126" y="66666"/>
                  <a:pt x="1242240" y="66666"/>
                </a:cubicBezTo>
                <a:cubicBezTo>
                  <a:pt x="1239991" y="66666"/>
                  <a:pt x="1237453" y="67209"/>
                  <a:pt x="1234624" y="68295"/>
                </a:cubicBezTo>
                <a:lnTo>
                  <a:pt x="1233536" y="64385"/>
                </a:lnTo>
                <a:lnTo>
                  <a:pt x="1263674" y="52226"/>
                </a:lnTo>
                <a:lnTo>
                  <a:pt x="1268244" y="52226"/>
                </a:lnTo>
                <a:close/>
                <a:moveTo>
                  <a:pt x="1378589" y="52226"/>
                </a:moveTo>
                <a:lnTo>
                  <a:pt x="1378589" y="85955"/>
                </a:lnTo>
                <a:lnTo>
                  <a:pt x="1374999" y="85955"/>
                </a:lnTo>
                <a:cubicBezTo>
                  <a:pt x="1372243" y="75376"/>
                  <a:pt x="1368706" y="68180"/>
                  <a:pt x="1364391" y="64368"/>
                </a:cubicBezTo>
                <a:cubicBezTo>
                  <a:pt x="1360075" y="60553"/>
                  <a:pt x="1354580" y="58645"/>
                  <a:pt x="1347907" y="58645"/>
                </a:cubicBezTo>
                <a:cubicBezTo>
                  <a:pt x="1342829" y="58645"/>
                  <a:pt x="1338731" y="59986"/>
                  <a:pt x="1335612" y="62668"/>
                </a:cubicBezTo>
                <a:cubicBezTo>
                  <a:pt x="1332493" y="65347"/>
                  <a:pt x="1330933" y="68318"/>
                  <a:pt x="1330933" y="71579"/>
                </a:cubicBezTo>
                <a:cubicBezTo>
                  <a:pt x="1330933" y="75637"/>
                  <a:pt x="1332094" y="79114"/>
                  <a:pt x="1334415" y="82011"/>
                </a:cubicBezTo>
                <a:cubicBezTo>
                  <a:pt x="1336664" y="84983"/>
                  <a:pt x="1341233" y="88135"/>
                  <a:pt x="1348124" y="91467"/>
                </a:cubicBezTo>
                <a:lnTo>
                  <a:pt x="1364010" y="99185"/>
                </a:lnTo>
                <a:cubicBezTo>
                  <a:pt x="1378735" y="106357"/>
                  <a:pt x="1386097" y="115813"/>
                  <a:pt x="1386097" y="127552"/>
                </a:cubicBezTo>
                <a:cubicBezTo>
                  <a:pt x="1386097" y="136608"/>
                  <a:pt x="1382670" y="143908"/>
                  <a:pt x="1375815" y="149453"/>
                </a:cubicBezTo>
                <a:cubicBezTo>
                  <a:pt x="1368960" y="154995"/>
                  <a:pt x="1361290" y="157766"/>
                  <a:pt x="1352803" y="157766"/>
                </a:cubicBezTo>
                <a:cubicBezTo>
                  <a:pt x="1346710" y="157766"/>
                  <a:pt x="1339746" y="156678"/>
                  <a:pt x="1331913" y="154502"/>
                </a:cubicBezTo>
                <a:cubicBezTo>
                  <a:pt x="1329519" y="153776"/>
                  <a:pt x="1327560" y="153414"/>
                  <a:pt x="1326037" y="153414"/>
                </a:cubicBezTo>
                <a:cubicBezTo>
                  <a:pt x="1324369" y="153414"/>
                  <a:pt x="1323063" y="154357"/>
                  <a:pt x="1322120" y="156243"/>
                </a:cubicBezTo>
                <a:lnTo>
                  <a:pt x="1318530" y="156243"/>
                </a:lnTo>
                <a:lnTo>
                  <a:pt x="1318530" y="120555"/>
                </a:lnTo>
                <a:lnTo>
                  <a:pt x="1322120" y="120555"/>
                </a:lnTo>
                <a:cubicBezTo>
                  <a:pt x="1324151" y="130746"/>
                  <a:pt x="1328032" y="138426"/>
                  <a:pt x="1333762" y="143594"/>
                </a:cubicBezTo>
                <a:cubicBezTo>
                  <a:pt x="1339493" y="148762"/>
                  <a:pt x="1345912" y="151346"/>
                  <a:pt x="1353021" y="151346"/>
                </a:cubicBezTo>
                <a:cubicBezTo>
                  <a:pt x="1358026" y="151346"/>
                  <a:pt x="1362106" y="149880"/>
                  <a:pt x="1365261" y="146947"/>
                </a:cubicBezTo>
                <a:cubicBezTo>
                  <a:pt x="1368416" y="144011"/>
                  <a:pt x="1369994" y="140479"/>
                  <a:pt x="1369994" y="136348"/>
                </a:cubicBezTo>
                <a:cubicBezTo>
                  <a:pt x="1369994" y="131348"/>
                  <a:pt x="1368235" y="127145"/>
                  <a:pt x="1364717" y="123741"/>
                </a:cubicBezTo>
                <a:cubicBezTo>
                  <a:pt x="1361199" y="120336"/>
                  <a:pt x="1354181" y="116026"/>
                  <a:pt x="1343663" y="110810"/>
                </a:cubicBezTo>
                <a:cubicBezTo>
                  <a:pt x="1333146" y="105592"/>
                  <a:pt x="1326255" y="100882"/>
                  <a:pt x="1322991" y="96679"/>
                </a:cubicBezTo>
                <a:cubicBezTo>
                  <a:pt x="1319726" y="92549"/>
                  <a:pt x="1318094" y="87332"/>
                  <a:pt x="1318094" y="81028"/>
                </a:cubicBezTo>
                <a:cubicBezTo>
                  <a:pt x="1318094" y="72841"/>
                  <a:pt x="1320905" y="65994"/>
                  <a:pt x="1326527" y="60488"/>
                </a:cubicBezTo>
                <a:cubicBezTo>
                  <a:pt x="1332148" y="54980"/>
                  <a:pt x="1339420" y="52226"/>
                  <a:pt x="1348342" y="52226"/>
                </a:cubicBezTo>
                <a:cubicBezTo>
                  <a:pt x="1352259" y="52226"/>
                  <a:pt x="1357010" y="53060"/>
                  <a:pt x="1362595" y="54728"/>
                </a:cubicBezTo>
                <a:cubicBezTo>
                  <a:pt x="1366295" y="55816"/>
                  <a:pt x="1368761" y="56361"/>
                  <a:pt x="1369994" y="56361"/>
                </a:cubicBezTo>
                <a:cubicBezTo>
                  <a:pt x="1371155" y="56361"/>
                  <a:pt x="1372061" y="56107"/>
                  <a:pt x="1372714" y="55599"/>
                </a:cubicBezTo>
                <a:cubicBezTo>
                  <a:pt x="1373367" y="55091"/>
                  <a:pt x="1374129" y="53967"/>
                  <a:pt x="1374999" y="52226"/>
                </a:cubicBezTo>
                <a:lnTo>
                  <a:pt x="1378589" y="5222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VitalSign">
            <a:extLst xmlns:a="http://schemas.openxmlformats.org/drawingml/2006/main">
              <a:ext uri="{FF2B5EF4-FFF2-40B4-BE49-F238E27FC236}">
                <a16:creationId xmlns:a16="http://schemas.microsoft.com/office/drawing/2014/main" id="{EE4C1B53-07BF-4BC9-8787-1DBA3B52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02" y="543925"/>
            <a:ext cx="957973" cy="214237"/>
          </a:xfrm>
          <a:custGeom xmlns:a="http://schemas.openxmlformats.org/drawingml/2006/main">
            <a:pathLst>
              <a:path w="957973" h="214237">
                <a:moveTo>
                  <a:pt x="165045" y="7586"/>
                </a:moveTo>
                <a:lnTo>
                  <a:pt x="165045" y="11838"/>
                </a:lnTo>
                <a:cubicBezTo>
                  <a:pt x="159528" y="12834"/>
                  <a:pt x="155352" y="14595"/>
                  <a:pt x="152517" y="17122"/>
                </a:cubicBezTo>
                <a:cubicBezTo>
                  <a:pt x="148456" y="20874"/>
                  <a:pt x="144855" y="26616"/>
                  <a:pt x="141713" y="34347"/>
                </a:cubicBezTo>
                <a:lnTo>
                  <a:pt x="87350" y="166884"/>
                </a:lnTo>
                <a:lnTo>
                  <a:pt x="83097" y="166884"/>
                </a:lnTo>
                <a:lnTo>
                  <a:pt x="24711" y="32627"/>
                </a:lnTo>
                <a:cubicBezTo>
                  <a:pt x="21723" y="25736"/>
                  <a:pt x="19615" y="21524"/>
                  <a:pt x="18389" y="19991"/>
                </a:cubicBezTo>
                <a:cubicBezTo>
                  <a:pt x="16474" y="17618"/>
                  <a:pt x="14118" y="15763"/>
                  <a:pt x="11321" y="14424"/>
                </a:cubicBezTo>
                <a:cubicBezTo>
                  <a:pt x="8524" y="13083"/>
                  <a:pt x="4751" y="12221"/>
                  <a:pt x="0" y="11838"/>
                </a:cubicBezTo>
                <a:lnTo>
                  <a:pt x="0" y="7586"/>
                </a:lnTo>
                <a:lnTo>
                  <a:pt x="63673" y="7586"/>
                </a:lnTo>
                <a:lnTo>
                  <a:pt x="63673" y="11838"/>
                </a:lnTo>
                <a:cubicBezTo>
                  <a:pt x="56471" y="12528"/>
                  <a:pt x="51797" y="13754"/>
                  <a:pt x="49651" y="15516"/>
                </a:cubicBezTo>
                <a:cubicBezTo>
                  <a:pt x="47506" y="17276"/>
                  <a:pt x="46433" y="19534"/>
                  <a:pt x="46433" y="22290"/>
                </a:cubicBezTo>
                <a:cubicBezTo>
                  <a:pt x="46433" y="26119"/>
                  <a:pt x="48196" y="32091"/>
                  <a:pt x="51720" y="40205"/>
                </a:cubicBezTo>
                <a:lnTo>
                  <a:pt x="91372" y="131509"/>
                </a:lnTo>
                <a:lnTo>
                  <a:pt x="128151" y="41355"/>
                </a:lnTo>
                <a:cubicBezTo>
                  <a:pt x="131753" y="32474"/>
                  <a:pt x="133553" y="26310"/>
                  <a:pt x="133553" y="22865"/>
                </a:cubicBezTo>
                <a:cubicBezTo>
                  <a:pt x="133553" y="20643"/>
                  <a:pt x="132442" y="18518"/>
                  <a:pt x="130220" y="16489"/>
                </a:cubicBezTo>
                <a:cubicBezTo>
                  <a:pt x="127998" y="14461"/>
                  <a:pt x="124244" y="13026"/>
                  <a:pt x="118957" y="12183"/>
                </a:cubicBezTo>
                <a:cubicBezTo>
                  <a:pt x="118573" y="12106"/>
                  <a:pt x="117922" y="11991"/>
                  <a:pt x="117003" y="11838"/>
                </a:cubicBezTo>
                <a:lnTo>
                  <a:pt x="117003" y="7586"/>
                </a:lnTo>
                <a:lnTo>
                  <a:pt x="165045" y="7586"/>
                </a:lnTo>
                <a:close/>
                <a:moveTo>
                  <a:pt x="204368" y="0"/>
                </a:moveTo>
                <a:cubicBezTo>
                  <a:pt x="207586" y="0"/>
                  <a:pt x="210326" y="1136"/>
                  <a:pt x="212586" y="3409"/>
                </a:cubicBezTo>
                <a:cubicBezTo>
                  <a:pt x="214846" y="5678"/>
                  <a:pt x="215976" y="8431"/>
                  <a:pt x="215976" y="11666"/>
                </a:cubicBezTo>
                <a:cubicBezTo>
                  <a:pt x="215976" y="14901"/>
                  <a:pt x="214846" y="17673"/>
                  <a:pt x="212586" y="19984"/>
                </a:cubicBezTo>
                <a:cubicBezTo>
                  <a:pt x="210326" y="22292"/>
                  <a:pt x="207586" y="23447"/>
                  <a:pt x="204368" y="23447"/>
                </a:cubicBezTo>
                <a:cubicBezTo>
                  <a:pt x="201150" y="23447"/>
                  <a:pt x="198392" y="22292"/>
                  <a:pt x="196093" y="19984"/>
                </a:cubicBezTo>
                <a:cubicBezTo>
                  <a:pt x="193794" y="17673"/>
                  <a:pt x="192645" y="14901"/>
                  <a:pt x="192645" y="11666"/>
                </a:cubicBezTo>
                <a:cubicBezTo>
                  <a:pt x="192645" y="8431"/>
                  <a:pt x="193775" y="5678"/>
                  <a:pt x="196035" y="3409"/>
                </a:cubicBezTo>
                <a:cubicBezTo>
                  <a:pt x="198296" y="1136"/>
                  <a:pt x="201073" y="0"/>
                  <a:pt x="204368" y="0"/>
                </a:cubicBezTo>
                <a:moveTo>
                  <a:pt x="213908" y="55168"/>
                </a:moveTo>
                <a:lnTo>
                  <a:pt x="213908" y="139573"/>
                </a:lnTo>
                <a:cubicBezTo>
                  <a:pt x="213908" y="146148"/>
                  <a:pt x="214387" y="150525"/>
                  <a:pt x="215344" y="152704"/>
                </a:cubicBezTo>
                <a:cubicBezTo>
                  <a:pt x="216302" y="154883"/>
                  <a:pt x="217720" y="156508"/>
                  <a:pt x="219597" y="157578"/>
                </a:cubicBezTo>
                <a:cubicBezTo>
                  <a:pt x="221474" y="158648"/>
                  <a:pt x="224903" y="159183"/>
                  <a:pt x="229883" y="159183"/>
                </a:cubicBezTo>
                <a:lnTo>
                  <a:pt x="229883" y="163436"/>
                </a:lnTo>
                <a:lnTo>
                  <a:pt x="178738" y="163436"/>
                </a:lnTo>
                <a:lnTo>
                  <a:pt x="178738" y="159183"/>
                </a:lnTo>
                <a:cubicBezTo>
                  <a:pt x="183872" y="159183"/>
                  <a:pt x="187320" y="158687"/>
                  <a:pt x="189082" y="157693"/>
                </a:cubicBezTo>
                <a:cubicBezTo>
                  <a:pt x="190844" y="156699"/>
                  <a:pt x="192243" y="155055"/>
                  <a:pt x="193277" y="152761"/>
                </a:cubicBezTo>
                <a:cubicBezTo>
                  <a:pt x="194311" y="150468"/>
                  <a:pt x="194829" y="146071"/>
                  <a:pt x="194829" y="139573"/>
                </a:cubicBezTo>
                <a:lnTo>
                  <a:pt x="194829" y="99091"/>
                </a:lnTo>
                <a:cubicBezTo>
                  <a:pt x="194829" y="87698"/>
                  <a:pt x="194484" y="80321"/>
                  <a:pt x="193794" y="76959"/>
                </a:cubicBezTo>
                <a:cubicBezTo>
                  <a:pt x="193258" y="74512"/>
                  <a:pt x="192415" y="72811"/>
                  <a:pt x="191266" y="71855"/>
                </a:cubicBezTo>
                <a:cubicBezTo>
                  <a:pt x="190116" y="70900"/>
                  <a:pt x="188546" y="70422"/>
                  <a:pt x="186553" y="70422"/>
                </a:cubicBezTo>
                <a:cubicBezTo>
                  <a:pt x="184408" y="70422"/>
                  <a:pt x="181803" y="70996"/>
                  <a:pt x="178738" y="72143"/>
                </a:cubicBezTo>
                <a:lnTo>
                  <a:pt x="177129" y="68012"/>
                </a:lnTo>
                <a:lnTo>
                  <a:pt x="208851" y="55168"/>
                </a:lnTo>
                <a:lnTo>
                  <a:pt x="213908" y="55168"/>
                </a:lnTo>
                <a:close/>
                <a:moveTo>
                  <a:pt x="273598" y="23447"/>
                </a:moveTo>
                <a:lnTo>
                  <a:pt x="273598" y="58157"/>
                </a:lnTo>
                <a:lnTo>
                  <a:pt x="298194" y="58157"/>
                </a:lnTo>
                <a:lnTo>
                  <a:pt x="298194" y="66202"/>
                </a:lnTo>
                <a:lnTo>
                  <a:pt x="273598" y="66202"/>
                </a:lnTo>
                <a:lnTo>
                  <a:pt x="273598" y="134379"/>
                </a:lnTo>
                <a:cubicBezTo>
                  <a:pt x="273598" y="141191"/>
                  <a:pt x="274575" y="145784"/>
                  <a:pt x="276529" y="148157"/>
                </a:cubicBezTo>
                <a:cubicBezTo>
                  <a:pt x="278482" y="150527"/>
                  <a:pt x="280992" y="151713"/>
                  <a:pt x="284057" y="151713"/>
                </a:cubicBezTo>
                <a:cubicBezTo>
                  <a:pt x="286585" y="151713"/>
                  <a:pt x="289037" y="150927"/>
                  <a:pt x="291413" y="149357"/>
                </a:cubicBezTo>
                <a:cubicBezTo>
                  <a:pt x="293788" y="147786"/>
                  <a:pt x="295627" y="145468"/>
                  <a:pt x="296929" y="142403"/>
                </a:cubicBezTo>
                <a:lnTo>
                  <a:pt x="301412" y="142403"/>
                </a:lnTo>
                <a:cubicBezTo>
                  <a:pt x="298730" y="149934"/>
                  <a:pt x="294937" y="155629"/>
                  <a:pt x="290033" y="159489"/>
                </a:cubicBezTo>
                <a:cubicBezTo>
                  <a:pt x="285129" y="163346"/>
                  <a:pt x="280072" y="165275"/>
                  <a:pt x="274862" y="165275"/>
                </a:cubicBezTo>
                <a:cubicBezTo>
                  <a:pt x="271337" y="165275"/>
                  <a:pt x="267889" y="164297"/>
                  <a:pt x="264518" y="162341"/>
                </a:cubicBezTo>
                <a:cubicBezTo>
                  <a:pt x="261147" y="160384"/>
                  <a:pt x="258656" y="157585"/>
                  <a:pt x="257047" y="153943"/>
                </a:cubicBezTo>
                <a:cubicBezTo>
                  <a:pt x="255438" y="150299"/>
                  <a:pt x="254634" y="144679"/>
                  <a:pt x="254634" y="137084"/>
                </a:cubicBezTo>
                <a:lnTo>
                  <a:pt x="254634" y="66202"/>
                </a:lnTo>
                <a:lnTo>
                  <a:pt x="237968" y="66202"/>
                </a:lnTo>
                <a:lnTo>
                  <a:pt x="237968" y="62409"/>
                </a:lnTo>
                <a:cubicBezTo>
                  <a:pt x="242183" y="60719"/>
                  <a:pt x="246493" y="57856"/>
                  <a:pt x="250898" y="53821"/>
                </a:cubicBezTo>
                <a:cubicBezTo>
                  <a:pt x="255304" y="49787"/>
                  <a:pt x="259231" y="45003"/>
                  <a:pt x="262679" y="39469"/>
                </a:cubicBezTo>
                <a:cubicBezTo>
                  <a:pt x="264441" y="36550"/>
                  <a:pt x="266893" y="31209"/>
                  <a:pt x="270035" y="23447"/>
                </a:cubicBezTo>
                <a:lnTo>
                  <a:pt x="273598" y="23447"/>
                </a:lnTo>
                <a:close/>
                <a:moveTo>
                  <a:pt x="368819" y="148265"/>
                </a:moveTo>
                <a:cubicBezTo>
                  <a:pt x="358016" y="156617"/>
                  <a:pt x="351235" y="161444"/>
                  <a:pt x="348476" y="162746"/>
                </a:cubicBezTo>
                <a:cubicBezTo>
                  <a:pt x="344338" y="164739"/>
                  <a:pt x="339933" y="165735"/>
                  <a:pt x="335259" y="165735"/>
                </a:cubicBezTo>
                <a:cubicBezTo>
                  <a:pt x="327980" y="165735"/>
                  <a:pt x="321984" y="163244"/>
                  <a:pt x="317272" y="158264"/>
                </a:cubicBezTo>
                <a:cubicBezTo>
                  <a:pt x="312559" y="153283"/>
                  <a:pt x="310203" y="146732"/>
                  <a:pt x="310203" y="138610"/>
                </a:cubicBezTo>
                <a:cubicBezTo>
                  <a:pt x="310203" y="133477"/>
                  <a:pt x="311352" y="129032"/>
                  <a:pt x="313651" y="125278"/>
                </a:cubicBezTo>
                <a:cubicBezTo>
                  <a:pt x="316793" y="120068"/>
                  <a:pt x="322252" y="115164"/>
                  <a:pt x="330029" y="110566"/>
                </a:cubicBezTo>
                <a:cubicBezTo>
                  <a:pt x="337806" y="105969"/>
                  <a:pt x="350736" y="100376"/>
                  <a:pt x="368819" y="93786"/>
                </a:cubicBezTo>
                <a:lnTo>
                  <a:pt x="368819" y="89648"/>
                </a:lnTo>
                <a:cubicBezTo>
                  <a:pt x="368819" y="79151"/>
                  <a:pt x="367153" y="71949"/>
                  <a:pt x="363820" y="68041"/>
                </a:cubicBezTo>
                <a:cubicBezTo>
                  <a:pt x="360487" y="64133"/>
                  <a:pt x="355640" y="62179"/>
                  <a:pt x="349281" y="62179"/>
                </a:cubicBezTo>
                <a:cubicBezTo>
                  <a:pt x="344453" y="62179"/>
                  <a:pt x="340622" y="63477"/>
                  <a:pt x="337787" y="66073"/>
                </a:cubicBezTo>
                <a:cubicBezTo>
                  <a:pt x="334876" y="68668"/>
                  <a:pt x="333420" y="71646"/>
                  <a:pt x="333420" y="75005"/>
                </a:cubicBezTo>
                <a:lnTo>
                  <a:pt x="333650" y="81646"/>
                </a:lnTo>
                <a:cubicBezTo>
                  <a:pt x="333650" y="85156"/>
                  <a:pt x="332749" y="87866"/>
                  <a:pt x="330949" y="89774"/>
                </a:cubicBezTo>
                <a:cubicBezTo>
                  <a:pt x="329148" y="91683"/>
                  <a:pt x="326792" y="92637"/>
                  <a:pt x="323880" y="92637"/>
                </a:cubicBezTo>
                <a:cubicBezTo>
                  <a:pt x="321045" y="92637"/>
                  <a:pt x="318727" y="91644"/>
                  <a:pt x="316927" y="89659"/>
                </a:cubicBezTo>
                <a:cubicBezTo>
                  <a:pt x="315126" y="87672"/>
                  <a:pt x="314226" y="84959"/>
                  <a:pt x="314226" y="81520"/>
                </a:cubicBezTo>
                <a:cubicBezTo>
                  <a:pt x="314226" y="74952"/>
                  <a:pt x="317597" y="68918"/>
                  <a:pt x="324340" y="63418"/>
                </a:cubicBezTo>
                <a:cubicBezTo>
                  <a:pt x="331083" y="57918"/>
                  <a:pt x="340546" y="55168"/>
                  <a:pt x="352729" y="55168"/>
                </a:cubicBezTo>
                <a:cubicBezTo>
                  <a:pt x="362077" y="55168"/>
                  <a:pt x="369739" y="56737"/>
                  <a:pt x="375715" y="59873"/>
                </a:cubicBezTo>
                <a:cubicBezTo>
                  <a:pt x="380236" y="62246"/>
                  <a:pt x="383569" y="65959"/>
                  <a:pt x="385715" y="71011"/>
                </a:cubicBezTo>
                <a:cubicBezTo>
                  <a:pt x="387094" y="74301"/>
                  <a:pt x="387783" y="81036"/>
                  <a:pt x="387783" y="91214"/>
                </a:cubicBezTo>
                <a:lnTo>
                  <a:pt x="387783" y="126916"/>
                </a:lnTo>
                <a:cubicBezTo>
                  <a:pt x="387783" y="136941"/>
                  <a:pt x="387975" y="143083"/>
                  <a:pt x="388358" y="145341"/>
                </a:cubicBezTo>
                <a:cubicBezTo>
                  <a:pt x="388741" y="147599"/>
                  <a:pt x="389373" y="149111"/>
                  <a:pt x="390255" y="149877"/>
                </a:cubicBezTo>
                <a:cubicBezTo>
                  <a:pt x="391136" y="150641"/>
                  <a:pt x="392151" y="151023"/>
                  <a:pt x="393300" y="151023"/>
                </a:cubicBezTo>
                <a:cubicBezTo>
                  <a:pt x="394526" y="151023"/>
                  <a:pt x="395599" y="150755"/>
                  <a:pt x="396518" y="150219"/>
                </a:cubicBezTo>
                <a:cubicBezTo>
                  <a:pt x="398128" y="149222"/>
                  <a:pt x="401231" y="146426"/>
                  <a:pt x="405828" y="141828"/>
                </a:cubicBezTo>
                <a:lnTo>
                  <a:pt x="405828" y="148265"/>
                </a:lnTo>
                <a:cubicBezTo>
                  <a:pt x="397246" y="159758"/>
                  <a:pt x="389048" y="165505"/>
                  <a:pt x="381232" y="165505"/>
                </a:cubicBezTo>
                <a:cubicBezTo>
                  <a:pt x="377478" y="165505"/>
                  <a:pt x="374489" y="164202"/>
                  <a:pt x="372267" y="161597"/>
                </a:cubicBezTo>
                <a:cubicBezTo>
                  <a:pt x="370045" y="158992"/>
                  <a:pt x="368896" y="154548"/>
                  <a:pt x="368819" y="148265"/>
                </a:cubicBezTo>
                <a:moveTo>
                  <a:pt x="368819" y="140729"/>
                </a:moveTo>
                <a:lnTo>
                  <a:pt x="368819" y="100797"/>
                </a:lnTo>
                <a:cubicBezTo>
                  <a:pt x="357249" y="105373"/>
                  <a:pt x="349779" y="108615"/>
                  <a:pt x="346407" y="110523"/>
                </a:cubicBezTo>
                <a:cubicBezTo>
                  <a:pt x="340354" y="113880"/>
                  <a:pt x="336025" y="117389"/>
                  <a:pt x="333420" y="121051"/>
                </a:cubicBezTo>
                <a:cubicBezTo>
                  <a:pt x="330815" y="124712"/>
                  <a:pt x="329512" y="128716"/>
                  <a:pt x="329512" y="133065"/>
                </a:cubicBezTo>
                <a:cubicBezTo>
                  <a:pt x="329512" y="138558"/>
                  <a:pt x="331159" y="143115"/>
                  <a:pt x="334454" y="146738"/>
                </a:cubicBezTo>
                <a:cubicBezTo>
                  <a:pt x="337749" y="150361"/>
                  <a:pt x="341542" y="152172"/>
                  <a:pt x="345833" y="152172"/>
                </a:cubicBezTo>
                <a:cubicBezTo>
                  <a:pt x="351656" y="152172"/>
                  <a:pt x="359318" y="148358"/>
                  <a:pt x="368819" y="140729"/>
                </a:cubicBezTo>
                <a:close/>
                <a:moveTo>
                  <a:pt x="448942" y="0"/>
                </a:moveTo>
                <a:lnTo>
                  <a:pt x="448942" y="139544"/>
                </a:lnTo>
                <a:cubicBezTo>
                  <a:pt x="448942" y="146129"/>
                  <a:pt x="449421" y="150494"/>
                  <a:pt x="450379" y="152639"/>
                </a:cubicBezTo>
                <a:cubicBezTo>
                  <a:pt x="451337" y="154782"/>
                  <a:pt x="452812" y="156409"/>
                  <a:pt x="454804" y="157520"/>
                </a:cubicBezTo>
                <a:cubicBezTo>
                  <a:pt x="456796" y="158629"/>
                  <a:pt x="460512" y="159183"/>
                  <a:pt x="465952" y="159183"/>
                </a:cubicBezTo>
                <a:lnTo>
                  <a:pt x="465952" y="163436"/>
                </a:lnTo>
                <a:lnTo>
                  <a:pt x="414347" y="163436"/>
                </a:lnTo>
                <a:lnTo>
                  <a:pt x="414347" y="159183"/>
                </a:lnTo>
                <a:cubicBezTo>
                  <a:pt x="419174" y="159183"/>
                  <a:pt x="422469" y="158687"/>
                  <a:pt x="424231" y="157693"/>
                </a:cubicBezTo>
                <a:cubicBezTo>
                  <a:pt x="425994" y="156697"/>
                  <a:pt x="427373" y="155051"/>
                  <a:pt x="428369" y="152754"/>
                </a:cubicBezTo>
                <a:cubicBezTo>
                  <a:pt x="429365" y="150456"/>
                  <a:pt x="429863" y="146052"/>
                  <a:pt x="429863" y="139544"/>
                </a:cubicBezTo>
                <a:lnTo>
                  <a:pt x="429863" y="43987"/>
                </a:lnTo>
                <a:cubicBezTo>
                  <a:pt x="429863" y="32120"/>
                  <a:pt x="429595" y="24828"/>
                  <a:pt x="429059" y="22110"/>
                </a:cubicBezTo>
                <a:cubicBezTo>
                  <a:pt x="428522" y="19390"/>
                  <a:pt x="427660" y="17533"/>
                  <a:pt x="426473" y="16540"/>
                </a:cubicBezTo>
                <a:cubicBezTo>
                  <a:pt x="425285" y="15544"/>
                  <a:pt x="423772" y="15046"/>
                  <a:pt x="421933" y="15046"/>
                </a:cubicBezTo>
                <a:cubicBezTo>
                  <a:pt x="419941" y="15046"/>
                  <a:pt x="417412" y="15659"/>
                  <a:pt x="414347" y="16885"/>
                </a:cubicBezTo>
                <a:lnTo>
                  <a:pt x="412393" y="12862"/>
                </a:lnTo>
                <a:lnTo>
                  <a:pt x="443770" y="0"/>
                </a:lnTo>
                <a:lnTo>
                  <a:pt x="448942" y="0"/>
                </a:lnTo>
                <a:close/>
                <a:moveTo>
                  <a:pt x="635705" y="4138"/>
                </a:moveTo>
                <a:lnTo>
                  <a:pt x="635705" y="57927"/>
                </a:lnTo>
                <a:lnTo>
                  <a:pt x="631453" y="57927"/>
                </a:lnTo>
                <a:cubicBezTo>
                  <a:pt x="630074" y="47583"/>
                  <a:pt x="627602" y="39346"/>
                  <a:pt x="624040" y="33216"/>
                </a:cubicBezTo>
                <a:cubicBezTo>
                  <a:pt x="620477" y="27086"/>
                  <a:pt x="615400" y="22221"/>
                  <a:pt x="608811" y="18619"/>
                </a:cubicBezTo>
                <a:cubicBezTo>
                  <a:pt x="602221" y="15018"/>
                  <a:pt x="595402" y="13217"/>
                  <a:pt x="588353" y="13217"/>
                </a:cubicBezTo>
                <a:cubicBezTo>
                  <a:pt x="580384" y="13217"/>
                  <a:pt x="573794" y="15649"/>
                  <a:pt x="568584" y="20512"/>
                </a:cubicBezTo>
                <a:cubicBezTo>
                  <a:pt x="563374" y="25373"/>
                  <a:pt x="560768" y="30904"/>
                  <a:pt x="560768" y="37106"/>
                </a:cubicBezTo>
                <a:cubicBezTo>
                  <a:pt x="560768" y="41854"/>
                  <a:pt x="562416" y="46179"/>
                  <a:pt x="565711" y="50082"/>
                </a:cubicBezTo>
                <a:cubicBezTo>
                  <a:pt x="570461" y="55827"/>
                  <a:pt x="581763" y="63484"/>
                  <a:pt x="599616" y="73055"/>
                </a:cubicBezTo>
                <a:cubicBezTo>
                  <a:pt x="614174" y="80863"/>
                  <a:pt x="624116" y="86854"/>
                  <a:pt x="629441" y="91028"/>
                </a:cubicBezTo>
                <a:cubicBezTo>
                  <a:pt x="634767" y="95199"/>
                  <a:pt x="638866" y="100118"/>
                  <a:pt x="641739" y="105786"/>
                </a:cubicBezTo>
                <a:cubicBezTo>
                  <a:pt x="644613" y="111451"/>
                  <a:pt x="646049" y="117385"/>
                  <a:pt x="646049" y="123586"/>
                </a:cubicBezTo>
                <a:cubicBezTo>
                  <a:pt x="646049" y="135377"/>
                  <a:pt x="641471" y="145541"/>
                  <a:pt x="632315" y="154080"/>
                </a:cubicBezTo>
                <a:cubicBezTo>
                  <a:pt x="623158" y="162616"/>
                  <a:pt x="611378" y="166884"/>
                  <a:pt x="596973" y="166884"/>
                </a:cubicBezTo>
                <a:cubicBezTo>
                  <a:pt x="592452" y="166884"/>
                  <a:pt x="588199" y="166544"/>
                  <a:pt x="584215" y="165864"/>
                </a:cubicBezTo>
                <a:cubicBezTo>
                  <a:pt x="581840" y="165486"/>
                  <a:pt x="576917" y="164105"/>
                  <a:pt x="569446" y="161723"/>
                </a:cubicBezTo>
                <a:cubicBezTo>
                  <a:pt x="561975" y="159340"/>
                  <a:pt x="557244" y="158149"/>
                  <a:pt x="555252" y="158149"/>
                </a:cubicBezTo>
                <a:cubicBezTo>
                  <a:pt x="553336" y="158149"/>
                  <a:pt x="551823" y="158716"/>
                  <a:pt x="550712" y="159851"/>
                </a:cubicBezTo>
                <a:cubicBezTo>
                  <a:pt x="549601" y="160986"/>
                  <a:pt x="548777" y="163331"/>
                  <a:pt x="548241" y="166884"/>
                </a:cubicBezTo>
                <a:lnTo>
                  <a:pt x="543988" y="166884"/>
                </a:lnTo>
                <a:lnTo>
                  <a:pt x="543988" y="113555"/>
                </a:lnTo>
                <a:lnTo>
                  <a:pt x="548241" y="113555"/>
                </a:lnTo>
                <a:cubicBezTo>
                  <a:pt x="550233" y="124742"/>
                  <a:pt x="552915" y="133113"/>
                  <a:pt x="556286" y="138668"/>
                </a:cubicBezTo>
                <a:cubicBezTo>
                  <a:pt x="559657" y="144223"/>
                  <a:pt x="564810" y="148839"/>
                  <a:pt x="571745" y="152517"/>
                </a:cubicBezTo>
                <a:cubicBezTo>
                  <a:pt x="578679" y="156195"/>
                  <a:pt x="586284" y="158034"/>
                  <a:pt x="594559" y="158034"/>
                </a:cubicBezTo>
                <a:cubicBezTo>
                  <a:pt x="604137" y="158034"/>
                  <a:pt x="611703" y="155508"/>
                  <a:pt x="617258" y="150456"/>
                </a:cubicBezTo>
                <a:cubicBezTo>
                  <a:pt x="622814" y="145401"/>
                  <a:pt x="625591" y="139428"/>
                  <a:pt x="625591" y="132537"/>
                </a:cubicBezTo>
                <a:cubicBezTo>
                  <a:pt x="625591" y="128708"/>
                  <a:pt x="624538" y="124842"/>
                  <a:pt x="622430" y="120939"/>
                </a:cubicBezTo>
                <a:cubicBezTo>
                  <a:pt x="620323" y="117034"/>
                  <a:pt x="617048" y="113397"/>
                  <a:pt x="612604" y="110028"/>
                </a:cubicBezTo>
                <a:cubicBezTo>
                  <a:pt x="609615" y="107731"/>
                  <a:pt x="601455" y="102850"/>
                  <a:pt x="588123" y="95384"/>
                </a:cubicBezTo>
                <a:cubicBezTo>
                  <a:pt x="574790" y="87918"/>
                  <a:pt x="565308" y="81966"/>
                  <a:pt x="559677" y="77526"/>
                </a:cubicBezTo>
                <a:cubicBezTo>
                  <a:pt x="554045" y="73085"/>
                  <a:pt x="549773" y="68185"/>
                  <a:pt x="546861" y="62826"/>
                </a:cubicBezTo>
                <a:cubicBezTo>
                  <a:pt x="543950" y="57465"/>
                  <a:pt x="542494" y="51568"/>
                  <a:pt x="542494" y="45137"/>
                </a:cubicBezTo>
                <a:cubicBezTo>
                  <a:pt x="542494" y="33959"/>
                  <a:pt x="546785" y="24332"/>
                  <a:pt x="555367" y="16256"/>
                </a:cubicBezTo>
                <a:cubicBezTo>
                  <a:pt x="563948" y="8177"/>
                  <a:pt x="574867" y="4138"/>
                  <a:pt x="588123" y="4138"/>
                </a:cubicBezTo>
                <a:cubicBezTo>
                  <a:pt x="596398" y="4138"/>
                  <a:pt x="605171" y="6168"/>
                  <a:pt x="614443" y="10229"/>
                </a:cubicBezTo>
                <a:cubicBezTo>
                  <a:pt x="618733" y="12145"/>
                  <a:pt x="621760" y="13102"/>
                  <a:pt x="623522" y="13102"/>
                </a:cubicBezTo>
                <a:cubicBezTo>
                  <a:pt x="625515" y="13102"/>
                  <a:pt x="627143" y="12509"/>
                  <a:pt x="628407" y="11321"/>
                </a:cubicBezTo>
                <a:cubicBezTo>
                  <a:pt x="629671" y="10133"/>
                  <a:pt x="630687" y="7739"/>
                  <a:pt x="631453" y="4138"/>
                </a:cubicBezTo>
                <a:lnTo>
                  <a:pt x="635705" y="4138"/>
                </a:lnTo>
                <a:close/>
                <a:moveTo>
                  <a:pt x="693498" y="0"/>
                </a:moveTo>
                <a:cubicBezTo>
                  <a:pt x="696716" y="0"/>
                  <a:pt x="699455" y="1136"/>
                  <a:pt x="701716" y="3409"/>
                </a:cubicBezTo>
                <a:cubicBezTo>
                  <a:pt x="703976" y="5678"/>
                  <a:pt x="705106" y="8431"/>
                  <a:pt x="705106" y="11666"/>
                </a:cubicBezTo>
                <a:cubicBezTo>
                  <a:pt x="705106" y="14901"/>
                  <a:pt x="703976" y="17673"/>
                  <a:pt x="701716" y="19984"/>
                </a:cubicBezTo>
                <a:cubicBezTo>
                  <a:pt x="699455" y="22292"/>
                  <a:pt x="696716" y="23447"/>
                  <a:pt x="693498" y="23447"/>
                </a:cubicBezTo>
                <a:cubicBezTo>
                  <a:pt x="690280" y="23447"/>
                  <a:pt x="687521" y="22292"/>
                  <a:pt x="685223" y="19984"/>
                </a:cubicBezTo>
                <a:cubicBezTo>
                  <a:pt x="682924" y="17673"/>
                  <a:pt x="681775" y="14901"/>
                  <a:pt x="681775" y="11666"/>
                </a:cubicBezTo>
                <a:cubicBezTo>
                  <a:pt x="681775" y="8431"/>
                  <a:pt x="682905" y="5678"/>
                  <a:pt x="685165" y="3409"/>
                </a:cubicBezTo>
                <a:cubicBezTo>
                  <a:pt x="687425" y="1136"/>
                  <a:pt x="690203" y="0"/>
                  <a:pt x="693498" y="0"/>
                </a:cubicBezTo>
                <a:moveTo>
                  <a:pt x="703037" y="55168"/>
                </a:moveTo>
                <a:lnTo>
                  <a:pt x="703037" y="139573"/>
                </a:lnTo>
                <a:cubicBezTo>
                  <a:pt x="703037" y="146148"/>
                  <a:pt x="703516" y="150525"/>
                  <a:pt x="704474" y="152704"/>
                </a:cubicBezTo>
                <a:cubicBezTo>
                  <a:pt x="705432" y="154883"/>
                  <a:pt x="706849" y="156508"/>
                  <a:pt x="708727" y="157578"/>
                </a:cubicBezTo>
                <a:cubicBezTo>
                  <a:pt x="710604" y="158648"/>
                  <a:pt x="714033" y="159183"/>
                  <a:pt x="719013" y="159183"/>
                </a:cubicBezTo>
                <a:lnTo>
                  <a:pt x="719013" y="163436"/>
                </a:lnTo>
                <a:lnTo>
                  <a:pt x="667868" y="163436"/>
                </a:lnTo>
                <a:lnTo>
                  <a:pt x="667868" y="159183"/>
                </a:lnTo>
                <a:cubicBezTo>
                  <a:pt x="673001" y="159183"/>
                  <a:pt x="676449" y="158687"/>
                  <a:pt x="678212" y="157693"/>
                </a:cubicBezTo>
                <a:cubicBezTo>
                  <a:pt x="679974" y="156699"/>
                  <a:pt x="681372" y="155055"/>
                  <a:pt x="682407" y="152761"/>
                </a:cubicBezTo>
                <a:cubicBezTo>
                  <a:pt x="683441" y="150468"/>
                  <a:pt x="683958" y="146071"/>
                  <a:pt x="683958" y="139573"/>
                </a:cubicBezTo>
                <a:lnTo>
                  <a:pt x="683958" y="99091"/>
                </a:lnTo>
                <a:cubicBezTo>
                  <a:pt x="683958" y="87698"/>
                  <a:pt x="683614" y="80321"/>
                  <a:pt x="682924" y="76959"/>
                </a:cubicBezTo>
                <a:cubicBezTo>
                  <a:pt x="682388" y="74512"/>
                  <a:pt x="681545" y="72811"/>
                  <a:pt x="680395" y="71855"/>
                </a:cubicBezTo>
                <a:cubicBezTo>
                  <a:pt x="679246" y="70900"/>
                  <a:pt x="677675" y="70422"/>
                  <a:pt x="675683" y="70422"/>
                </a:cubicBezTo>
                <a:cubicBezTo>
                  <a:pt x="673538" y="70422"/>
                  <a:pt x="670932" y="70996"/>
                  <a:pt x="667868" y="72143"/>
                </a:cubicBezTo>
                <a:lnTo>
                  <a:pt x="666258" y="68012"/>
                </a:lnTo>
                <a:lnTo>
                  <a:pt x="697980" y="55168"/>
                </a:lnTo>
                <a:lnTo>
                  <a:pt x="703037" y="55168"/>
                </a:lnTo>
                <a:close/>
                <a:moveTo>
                  <a:pt x="760314" y="125073"/>
                </a:moveTo>
                <a:cubicBezTo>
                  <a:pt x="753878" y="121936"/>
                  <a:pt x="748935" y="117556"/>
                  <a:pt x="745487" y="111931"/>
                </a:cubicBezTo>
                <a:cubicBezTo>
                  <a:pt x="742039" y="106307"/>
                  <a:pt x="740315" y="100088"/>
                  <a:pt x="740315" y="93276"/>
                </a:cubicBezTo>
                <a:cubicBezTo>
                  <a:pt x="740315" y="82870"/>
                  <a:pt x="744242" y="73917"/>
                  <a:pt x="752096" y="66417"/>
                </a:cubicBezTo>
                <a:cubicBezTo>
                  <a:pt x="759950" y="58918"/>
                  <a:pt x="770007" y="55168"/>
                  <a:pt x="782266" y="55168"/>
                </a:cubicBezTo>
                <a:cubicBezTo>
                  <a:pt x="792304" y="55168"/>
                  <a:pt x="801000" y="57620"/>
                  <a:pt x="808356" y="62524"/>
                </a:cubicBezTo>
                <a:lnTo>
                  <a:pt x="830653" y="62524"/>
                </a:lnTo>
                <a:cubicBezTo>
                  <a:pt x="833948" y="62524"/>
                  <a:pt x="835864" y="62619"/>
                  <a:pt x="836400" y="62808"/>
                </a:cubicBezTo>
                <a:cubicBezTo>
                  <a:pt x="836936" y="62997"/>
                  <a:pt x="837320" y="63319"/>
                  <a:pt x="837549" y="63774"/>
                </a:cubicBezTo>
                <a:cubicBezTo>
                  <a:pt x="838009" y="64456"/>
                  <a:pt x="838239" y="65669"/>
                  <a:pt x="838239" y="67412"/>
                </a:cubicBezTo>
                <a:cubicBezTo>
                  <a:pt x="838239" y="69381"/>
                  <a:pt x="838047" y="70744"/>
                  <a:pt x="837664" y="71503"/>
                </a:cubicBezTo>
                <a:cubicBezTo>
                  <a:pt x="837435" y="71882"/>
                  <a:pt x="837032" y="72184"/>
                  <a:pt x="836458" y="72412"/>
                </a:cubicBezTo>
                <a:cubicBezTo>
                  <a:pt x="835883" y="72639"/>
                  <a:pt x="833948" y="72753"/>
                  <a:pt x="830653" y="72753"/>
                </a:cubicBezTo>
                <a:lnTo>
                  <a:pt x="816976" y="72753"/>
                </a:lnTo>
                <a:cubicBezTo>
                  <a:pt x="821267" y="78282"/>
                  <a:pt x="823413" y="85346"/>
                  <a:pt x="823413" y="93944"/>
                </a:cubicBezTo>
                <a:cubicBezTo>
                  <a:pt x="823413" y="103771"/>
                  <a:pt x="819658" y="112178"/>
                  <a:pt x="812149" y="119165"/>
                </a:cubicBezTo>
                <a:cubicBezTo>
                  <a:pt x="804640" y="126152"/>
                  <a:pt x="794564" y="129645"/>
                  <a:pt x="781921" y="129645"/>
                </a:cubicBezTo>
                <a:cubicBezTo>
                  <a:pt x="776711" y="129645"/>
                  <a:pt x="771386" y="128864"/>
                  <a:pt x="765946" y="127300"/>
                </a:cubicBezTo>
                <a:cubicBezTo>
                  <a:pt x="762574" y="130209"/>
                  <a:pt x="760295" y="132756"/>
                  <a:pt x="759107" y="134940"/>
                </a:cubicBezTo>
                <a:cubicBezTo>
                  <a:pt x="757919" y="137121"/>
                  <a:pt x="757326" y="138977"/>
                  <a:pt x="757326" y="140507"/>
                </a:cubicBezTo>
                <a:cubicBezTo>
                  <a:pt x="757326" y="141809"/>
                  <a:pt x="757958" y="143074"/>
                  <a:pt x="759222" y="144299"/>
                </a:cubicBezTo>
                <a:cubicBezTo>
                  <a:pt x="760486" y="145523"/>
                  <a:pt x="762957" y="146403"/>
                  <a:pt x="766635" y="146939"/>
                </a:cubicBezTo>
                <a:cubicBezTo>
                  <a:pt x="768781" y="147246"/>
                  <a:pt x="774144" y="147514"/>
                  <a:pt x="782726" y="147744"/>
                </a:cubicBezTo>
                <a:cubicBezTo>
                  <a:pt x="798510" y="148125"/>
                  <a:pt x="808739" y="148660"/>
                  <a:pt x="813413" y="149349"/>
                </a:cubicBezTo>
                <a:cubicBezTo>
                  <a:pt x="820539" y="150345"/>
                  <a:pt x="826228" y="152988"/>
                  <a:pt x="830481" y="157276"/>
                </a:cubicBezTo>
                <a:cubicBezTo>
                  <a:pt x="834734" y="161562"/>
                  <a:pt x="836860" y="166844"/>
                  <a:pt x="836860" y="173123"/>
                </a:cubicBezTo>
                <a:cubicBezTo>
                  <a:pt x="836860" y="181774"/>
                  <a:pt x="832799" y="189890"/>
                  <a:pt x="824677" y="197471"/>
                </a:cubicBezTo>
                <a:cubicBezTo>
                  <a:pt x="812724" y="208648"/>
                  <a:pt x="797131" y="214237"/>
                  <a:pt x="777899" y="214237"/>
                </a:cubicBezTo>
                <a:cubicBezTo>
                  <a:pt x="763111" y="214237"/>
                  <a:pt x="750621" y="210908"/>
                  <a:pt x="740430" y="204252"/>
                </a:cubicBezTo>
                <a:cubicBezTo>
                  <a:pt x="734684" y="200426"/>
                  <a:pt x="731810" y="196446"/>
                  <a:pt x="731810" y="192313"/>
                </a:cubicBezTo>
                <a:cubicBezTo>
                  <a:pt x="731810" y="190479"/>
                  <a:pt x="732232" y="188644"/>
                  <a:pt x="733075" y="186807"/>
                </a:cubicBezTo>
                <a:cubicBezTo>
                  <a:pt x="734377" y="183974"/>
                  <a:pt x="737059" y="180033"/>
                  <a:pt x="741120" y="174983"/>
                </a:cubicBezTo>
                <a:cubicBezTo>
                  <a:pt x="741656" y="174296"/>
                  <a:pt x="745564" y="170164"/>
                  <a:pt x="752843" y="162588"/>
                </a:cubicBezTo>
                <a:cubicBezTo>
                  <a:pt x="748859" y="160211"/>
                  <a:pt x="746043" y="158082"/>
                  <a:pt x="744396" y="156202"/>
                </a:cubicBezTo>
                <a:cubicBezTo>
                  <a:pt x="742748" y="154323"/>
                  <a:pt x="741924" y="152194"/>
                  <a:pt x="741924" y="149816"/>
                </a:cubicBezTo>
                <a:cubicBezTo>
                  <a:pt x="741924" y="147130"/>
                  <a:pt x="743016" y="143983"/>
                  <a:pt x="745200" y="140377"/>
                </a:cubicBezTo>
                <a:cubicBezTo>
                  <a:pt x="747384" y="136771"/>
                  <a:pt x="752422" y="131670"/>
                  <a:pt x="760314" y="125073"/>
                </a:cubicBezTo>
                <a:moveTo>
                  <a:pt x="780312" y="60915"/>
                </a:moveTo>
                <a:cubicBezTo>
                  <a:pt x="774642" y="60915"/>
                  <a:pt x="769892" y="63163"/>
                  <a:pt x="766061" y="67660"/>
                </a:cubicBezTo>
                <a:cubicBezTo>
                  <a:pt x="762229" y="72155"/>
                  <a:pt x="760314" y="79051"/>
                  <a:pt x="760314" y="88348"/>
                </a:cubicBezTo>
                <a:cubicBezTo>
                  <a:pt x="760314" y="100390"/>
                  <a:pt x="762919" y="109725"/>
                  <a:pt x="768129" y="116353"/>
                </a:cubicBezTo>
                <a:cubicBezTo>
                  <a:pt x="772114" y="121383"/>
                  <a:pt x="777171" y="123899"/>
                  <a:pt x="783301" y="123899"/>
                </a:cubicBezTo>
                <a:cubicBezTo>
                  <a:pt x="789124" y="123899"/>
                  <a:pt x="793913" y="121727"/>
                  <a:pt x="797667" y="117383"/>
                </a:cubicBezTo>
                <a:cubicBezTo>
                  <a:pt x="801422" y="113040"/>
                  <a:pt x="803299" y="106219"/>
                  <a:pt x="803299" y="96922"/>
                </a:cubicBezTo>
                <a:cubicBezTo>
                  <a:pt x="803299" y="84806"/>
                  <a:pt x="800656" y="75318"/>
                  <a:pt x="795369" y="68457"/>
                </a:cubicBezTo>
                <a:cubicBezTo>
                  <a:pt x="791461" y="63429"/>
                  <a:pt x="786442" y="60915"/>
                  <a:pt x="780312" y="60915"/>
                </a:cubicBezTo>
                <a:moveTo>
                  <a:pt x="759165" y="163504"/>
                </a:moveTo>
                <a:cubicBezTo>
                  <a:pt x="755563" y="167405"/>
                  <a:pt x="752843" y="171037"/>
                  <a:pt x="751004" y="174401"/>
                </a:cubicBezTo>
                <a:cubicBezTo>
                  <a:pt x="749165" y="177768"/>
                  <a:pt x="748246" y="180866"/>
                  <a:pt x="748246" y="183697"/>
                </a:cubicBezTo>
                <a:cubicBezTo>
                  <a:pt x="748246" y="187367"/>
                  <a:pt x="750468" y="190580"/>
                  <a:pt x="754912" y="193333"/>
                </a:cubicBezTo>
                <a:cubicBezTo>
                  <a:pt x="762574" y="198074"/>
                  <a:pt x="773646" y="200445"/>
                  <a:pt x="788128" y="200445"/>
                </a:cubicBezTo>
                <a:cubicBezTo>
                  <a:pt x="801920" y="200445"/>
                  <a:pt x="812092" y="198015"/>
                  <a:pt x="818643" y="193157"/>
                </a:cubicBezTo>
                <a:cubicBezTo>
                  <a:pt x="825194" y="188301"/>
                  <a:pt x="828470" y="183121"/>
                  <a:pt x="828470" y="177616"/>
                </a:cubicBezTo>
                <a:cubicBezTo>
                  <a:pt x="828470" y="173639"/>
                  <a:pt x="826516" y="170808"/>
                  <a:pt x="822608" y="169125"/>
                </a:cubicBezTo>
                <a:cubicBezTo>
                  <a:pt x="818624" y="167442"/>
                  <a:pt x="810732" y="166448"/>
                  <a:pt x="798932" y="166144"/>
                </a:cubicBezTo>
                <a:cubicBezTo>
                  <a:pt x="781692" y="165684"/>
                  <a:pt x="768436" y="164804"/>
                  <a:pt x="759165" y="163504"/>
                </a:cubicBezTo>
                <a:close/>
                <a:moveTo>
                  <a:pt x="879358" y="77465"/>
                </a:moveTo>
                <a:cubicBezTo>
                  <a:pt x="891694" y="62601"/>
                  <a:pt x="903456" y="55168"/>
                  <a:pt x="914643" y="55168"/>
                </a:cubicBezTo>
                <a:cubicBezTo>
                  <a:pt x="920389" y="55168"/>
                  <a:pt x="925331" y="56603"/>
                  <a:pt x="929469" y="59471"/>
                </a:cubicBezTo>
                <a:cubicBezTo>
                  <a:pt x="933607" y="62337"/>
                  <a:pt x="936901" y="67058"/>
                  <a:pt x="939353" y="73633"/>
                </a:cubicBezTo>
                <a:cubicBezTo>
                  <a:pt x="941039" y="78218"/>
                  <a:pt x="941882" y="85252"/>
                  <a:pt x="941882" y="94734"/>
                </a:cubicBezTo>
                <a:lnTo>
                  <a:pt x="941882" y="139573"/>
                </a:lnTo>
                <a:cubicBezTo>
                  <a:pt x="941882" y="146225"/>
                  <a:pt x="942418" y="150736"/>
                  <a:pt x="943491" y="153106"/>
                </a:cubicBezTo>
                <a:cubicBezTo>
                  <a:pt x="944334" y="155017"/>
                  <a:pt x="945694" y="156508"/>
                  <a:pt x="947571" y="157578"/>
                </a:cubicBezTo>
                <a:cubicBezTo>
                  <a:pt x="949448" y="158648"/>
                  <a:pt x="952916" y="159183"/>
                  <a:pt x="957973" y="159183"/>
                </a:cubicBezTo>
                <a:lnTo>
                  <a:pt x="957973" y="163436"/>
                </a:lnTo>
                <a:lnTo>
                  <a:pt x="905908" y="163436"/>
                </a:lnTo>
                <a:lnTo>
                  <a:pt x="905908" y="159183"/>
                </a:lnTo>
                <a:lnTo>
                  <a:pt x="908091" y="159183"/>
                </a:lnTo>
                <a:cubicBezTo>
                  <a:pt x="912995" y="159183"/>
                  <a:pt x="916424" y="158440"/>
                  <a:pt x="918378" y="156953"/>
                </a:cubicBezTo>
                <a:cubicBezTo>
                  <a:pt x="920332" y="155466"/>
                  <a:pt x="921692" y="153275"/>
                  <a:pt x="922458" y="150380"/>
                </a:cubicBezTo>
                <a:cubicBezTo>
                  <a:pt x="922765" y="149236"/>
                  <a:pt x="922918" y="145652"/>
                  <a:pt x="922918" y="139630"/>
                </a:cubicBezTo>
                <a:lnTo>
                  <a:pt x="922918" y="96749"/>
                </a:lnTo>
                <a:cubicBezTo>
                  <a:pt x="922918" y="87222"/>
                  <a:pt x="921673" y="80304"/>
                  <a:pt x="919182" y="75996"/>
                </a:cubicBezTo>
                <a:cubicBezTo>
                  <a:pt x="916692" y="71689"/>
                  <a:pt x="912497" y="69535"/>
                  <a:pt x="906597" y="69535"/>
                </a:cubicBezTo>
                <a:cubicBezTo>
                  <a:pt x="897479" y="69535"/>
                  <a:pt x="888399" y="74490"/>
                  <a:pt x="879358" y="84401"/>
                </a:cubicBezTo>
                <a:lnTo>
                  <a:pt x="879358" y="139630"/>
                </a:lnTo>
                <a:cubicBezTo>
                  <a:pt x="879358" y="146720"/>
                  <a:pt x="879779" y="151103"/>
                  <a:pt x="880622" y="152779"/>
                </a:cubicBezTo>
                <a:cubicBezTo>
                  <a:pt x="881695" y="154990"/>
                  <a:pt x="883170" y="156609"/>
                  <a:pt x="885047" y="157639"/>
                </a:cubicBezTo>
                <a:cubicBezTo>
                  <a:pt x="886924" y="158669"/>
                  <a:pt x="890736" y="159183"/>
                  <a:pt x="896483" y="159183"/>
                </a:cubicBezTo>
                <a:lnTo>
                  <a:pt x="896483" y="163436"/>
                </a:lnTo>
                <a:lnTo>
                  <a:pt x="844418" y="163436"/>
                </a:lnTo>
                <a:lnTo>
                  <a:pt x="844418" y="159183"/>
                </a:lnTo>
                <a:lnTo>
                  <a:pt x="846717" y="159183"/>
                </a:lnTo>
                <a:cubicBezTo>
                  <a:pt x="852080" y="159183"/>
                  <a:pt x="855701" y="157827"/>
                  <a:pt x="857578" y="155114"/>
                </a:cubicBezTo>
                <a:cubicBezTo>
                  <a:pt x="859455" y="152399"/>
                  <a:pt x="860394" y="147218"/>
                  <a:pt x="860394" y="139573"/>
                </a:cubicBezTo>
                <a:lnTo>
                  <a:pt x="860394" y="100582"/>
                </a:lnTo>
                <a:cubicBezTo>
                  <a:pt x="860394" y="87968"/>
                  <a:pt x="860106" y="80285"/>
                  <a:pt x="859532" y="77534"/>
                </a:cubicBezTo>
                <a:cubicBezTo>
                  <a:pt x="858957" y="74780"/>
                  <a:pt x="858076" y="72906"/>
                  <a:pt x="856888" y="71913"/>
                </a:cubicBezTo>
                <a:cubicBezTo>
                  <a:pt x="855701" y="70919"/>
                  <a:pt x="854111" y="70422"/>
                  <a:pt x="852119" y="70422"/>
                </a:cubicBezTo>
                <a:cubicBezTo>
                  <a:pt x="849973" y="70422"/>
                  <a:pt x="847406" y="70996"/>
                  <a:pt x="844418" y="72143"/>
                </a:cubicBezTo>
                <a:lnTo>
                  <a:pt x="842694" y="68012"/>
                </a:lnTo>
                <a:lnTo>
                  <a:pt x="874416" y="55168"/>
                </a:lnTo>
                <a:lnTo>
                  <a:pt x="879358" y="55168"/>
                </a:lnTo>
                <a:lnTo>
                  <a:pt x="879358" y="7746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Vibrations">
            <a:extLst xmlns:a="http://schemas.openxmlformats.org/drawingml/2006/main">
              <a:ext uri="{FF2B5EF4-FFF2-40B4-BE49-F238E27FC236}">
                <a16:creationId xmlns:a16="http://schemas.microsoft.com/office/drawing/2014/main" id="{34E15240-B831-4D73-9508-A012B2DB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73" y="826386"/>
            <a:ext cx="990313" cy="166884"/>
          </a:xfrm>
          <a:custGeom xmlns:a="http://schemas.openxmlformats.org/drawingml/2006/main">
            <a:pathLst>
              <a:path w="990313" h="166884">
                <a:moveTo>
                  <a:pt x="165045" y="7586"/>
                </a:moveTo>
                <a:lnTo>
                  <a:pt x="165045" y="11838"/>
                </a:lnTo>
                <a:cubicBezTo>
                  <a:pt x="159528" y="12834"/>
                  <a:pt x="155352" y="14595"/>
                  <a:pt x="152517" y="17122"/>
                </a:cubicBezTo>
                <a:cubicBezTo>
                  <a:pt x="148456" y="20874"/>
                  <a:pt x="144855" y="26616"/>
                  <a:pt x="141713" y="34347"/>
                </a:cubicBezTo>
                <a:lnTo>
                  <a:pt x="87350" y="166884"/>
                </a:lnTo>
                <a:lnTo>
                  <a:pt x="83097" y="166884"/>
                </a:lnTo>
                <a:lnTo>
                  <a:pt x="24711" y="32627"/>
                </a:lnTo>
                <a:cubicBezTo>
                  <a:pt x="21723" y="25736"/>
                  <a:pt x="19615" y="21524"/>
                  <a:pt x="18389" y="19991"/>
                </a:cubicBezTo>
                <a:cubicBezTo>
                  <a:pt x="16474" y="17618"/>
                  <a:pt x="14118" y="15763"/>
                  <a:pt x="11321" y="14424"/>
                </a:cubicBezTo>
                <a:cubicBezTo>
                  <a:pt x="8524" y="13083"/>
                  <a:pt x="4751" y="12221"/>
                  <a:pt x="0" y="11838"/>
                </a:cubicBezTo>
                <a:lnTo>
                  <a:pt x="0" y="7586"/>
                </a:lnTo>
                <a:lnTo>
                  <a:pt x="63673" y="7586"/>
                </a:lnTo>
                <a:lnTo>
                  <a:pt x="63673" y="11838"/>
                </a:lnTo>
                <a:cubicBezTo>
                  <a:pt x="56471" y="12528"/>
                  <a:pt x="51797" y="13754"/>
                  <a:pt x="49651" y="15516"/>
                </a:cubicBezTo>
                <a:cubicBezTo>
                  <a:pt x="47506" y="17276"/>
                  <a:pt x="46433" y="19534"/>
                  <a:pt x="46433" y="22290"/>
                </a:cubicBezTo>
                <a:cubicBezTo>
                  <a:pt x="46433" y="26119"/>
                  <a:pt x="48196" y="32091"/>
                  <a:pt x="51720" y="40205"/>
                </a:cubicBezTo>
                <a:lnTo>
                  <a:pt x="91372" y="131509"/>
                </a:lnTo>
                <a:lnTo>
                  <a:pt x="128151" y="41355"/>
                </a:lnTo>
                <a:cubicBezTo>
                  <a:pt x="131753" y="32474"/>
                  <a:pt x="133553" y="26310"/>
                  <a:pt x="133553" y="22865"/>
                </a:cubicBezTo>
                <a:cubicBezTo>
                  <a:pt x="133553" y="20643"/>
                  <a:pt x="132442" y="18518"/>
                  <a:pt x="130220" y="16489"/>
                </a:cubicBezTo>
                <a:cubicBezTo>
                  <a:pt x="127998" y="14461"/>
                  <a:pt x="124244" y="13026"/>
                  <a:pt x="118957" y="12183"/>
                </a:cubicBezTo>
                <a:cubicBezTo>
                  <a:pt x="118573" y="12106"/>
                  <a:pt x="117922" y="11991"/>
                  <a:pt x="117003" y="11838"/>
                </a:cubicBezTo>
                <a:lnTo>
                  <a:pt x="117003" y="7586"/>
                </a:lnTo>
                <a:lnTo>
                  <a:pt x="165045" y="7586"/>
                </a:lnTo>
                <a:close/>
                <a:moveTo>
                  <a:pt x="204368" y="0"/>
                </a:moveTo>
                <a:cubicBezTo>
                  <a:pt x="207586" y="0"/>
                  <a:pt x="210326" y="1136"/>
                  <a:pt x="212586" y="3409"/>
                </a:cubicBezTo>
                <a:cubicBezTo>
                  <a:pt x="214846" y="5678"/>
                  <a:pt x="215976" y="8431"/>
                  <a:pt x="215976" y="11666"/>
                </a:cubicBezTo>
                <a:cubicBezTo>
                  <a:pt x="215976" y="14901"/>
                  <a:pt x="214846" y="17673"/>
                  <a:pt x="212586" y="19984"/>
                </a:cubicBezTo>
                <a:cubicBezTo>
                  <a:pt x="210326" y="22292"/>
                  <a:pt x="207586" y="23447"/>
                  <a:pt x="204368" y="23447"/>
                </a:cubicBezTo>
                <a:cubicBezTo>
                  <a:pt x="201150" y="23447"/>
                  <a:pt x="198392" y="22292"/>
                  <a:pt x="196093" y="19984"/>
                </a:cubicBezTo>
                <a:cubicBezTo>
                  <a:pt x="193794" y="17673"/>
                  <a:pt x="192645" y="14901"/>
                  <a:pt x="192645" y="11666"/>
                </a:cubicBezTo>
                <a:cubicBezTo>
                  <a:pt x="192645" y="8431"/>
                  <a:pt x="193775" y="5678"/>
                  <a:pt x="196035" y="3409"/>
                </a:cubicBezTo>
                <a:cubicBezTo>
                  <a:pt x="198296" y="1136"/>
                  <a:pt x="201073" y="0"/>
                  <a:pt x="204368" y="0"/>
                </a:cubicBezTo>
                <a:moveTo>
                  <a:pt x="213908" y="55168"/>
                </a:moveTo>
                <a:lnTo>
                  <a:pt x="213908" y="139573"/>
                </a:lnTo>
                <a:cubicBezTo>
                  <a:pt x="213908" y="146148"/>
                  <a:pt x="214387" y="150525"/>
                  <a:pt x="215344" y="152704"/>
                </a:cubicBezTo>
                <a:cubicBezTo>
                  <a:pt x="216302" y="154883"/>
                  <a:pt x="217720" y="156508"/>
                  <a:pt x="219597" y="157578"/>
                </a:cubicBezTo>
                <a:cubicBezTo>
                  <a:pt x="221474" y="158648"/>
                  <a:pt x="224903" y="159183"/>
                  <a:pt x="229883" y="159183"/>
                </a:cubicBezTo>
                <a:lnTo>
                  <a:pt x="229883" y="163436"/>
                </a:lnTo>
                <a:lnTo>
                  <a:pt x="178738" y="163436"/>
                </a:lnTo>
                <a:lnTo>
                  <a:pt x="178738" y="159183"/>
                </a:lnTo>
                <a:cubicBezTo>
                  <a:pt x="183872" y="159183"/>
                  <a:pt x="187320" y="158687"/>
                  <a:pt x="189082" y="157693"/>
                </a:cubicBezTo>
                <a:cubicBezTo>
                  <a:pt x="190844" y="156699"/>
                  <a:pt x="192243" y="155055"/>
                  <a:pt x="193277" y="152761"/>
                </a:cubicBezTo>
                <a:cubicBezTo>
                  <a:pt x="194311" y="150468"/>
                  <a:pt x="194829" y="146071"/>
                  <a:pt x="194829" y="139573"/>
                </a:cubicBezTo>
                <a:lnTo>
                  <a:pt x="194829" y="99091"/>
                </a:lnTo>
                <a:cubicBezTo>
                  <a:pt x="194829" y="87698"/>
                  <a:pt x="194484" y="80321"/>
                  <a:pt x="193794" y="76959"/>
                </a:cubicBezTo>
                <a:cubicBezTo>
                  <a:pt x="193258" y="74512"/>
                  <a:pt x="192415" y="72811"/>
                  <a:pt x="191266" y="71855"/>
                </a:cubicBezTo>
                <a:cubicBezTo>
                  <a:pt x="190116" y="70900"/>
                  <a:pt x="188546" y="70422"/>
                  <a:pt x="186553" y="70422"/>
                </a:cubicBezTo>
                <a:cubicBezTo>
                  <a:pt x="184408" y="70422"/>
                  <a:pt x="181803" y="70996"/>
                  <a:pt x="178738" y="72143"/>
                </a:cubicBezTo>
                <a:lnTo>
                  <a:pt x="177129" y="68012"/>
                </a:lnTo>
                <a:lnTo>
                  <a:pt x="208851" y="55168"/>
                </a:lnTo>
                <a:lnTo>
                  <a:pt x="213908" y="55168"/>
                </a:lnTo>
                <a:close/>
                <a:moveTo>
                  <a:pt x="271759" y="76431"/>
                </a:moveTo>
                <a:cubicBezTo>
                  <a:pt x="281950" y="62256"/>
                  <a:pt x="292945" y="55168"/>
                  <a:pt x="304745" y="55168"/>
                </a:cubicBezTo>
                <a:cubicBezTo>
                  <a:pt x="315549" y="55168"/>
                  <a:pt x="324973" y="59780"/>
                  <a:pt x="333019" y="69003"/>
                </a:cubicBezTo>
                <a:cubicBezTo>
                  <a:pt x="341064" y="78227"/>
                  <a:pt x="345087" y="90837"/>
                  <a:pt x="345087" y="106835"/>
                </a:cubicBezTo>
                <a:cubicBezTo>
                  <a:pt x="345087" y="125511"/>
                  <a:pt x="338880" y="140552"/>
                  <a:pt x="326467" y="151957"/>
                </a:cubicBezTo>
                <a:cubicBezTo>
                  <a:pt x="315817" y="161755"/>
                  <a:pt x="303940" y="166654"/>
                  <a:pt x="290838" y="166654"/>
                </a:cubicBezTo>
                <a:cubicBezTo>
                  <a:pt x="284708" y="166654"/>
                  <a:pt x="278483" y="165543"/>
                  <a:pt x="272161" y="163321"/>
                </a:cubicBezTo>
                <a:cubicBezTo>
                  <a:pt x="265840" y="161099"/>
                  <a:pt x="259384" y="157766"/>
                  <a:pt x="252795" y="153322"/>
                </a:cubicBezTo>
                <a:lnTo>
                  <a:pt x="252795" y="44250"/>
                </a:lnTo>
                <a:cubicBezTo>
                  <a:pt x="252795" y="32296"/>
                  <a:pt x="252507" y="24941"/>
                  <a:pt x="251933" y="22182"/>
                </a:cubicBezTo>
                <a:cubicBezTo>
                  <a:pt x="251358" y="19424"/>
                  <a:pt x="250458" y="17547"/>
                  <a:pt x="249232" y="16550"/>
                </a:cubicBezTo>
                <a:cubicBezTo>
                  <a:pt x="248006" y="15554"/>
                  <a:pt x="246473" y="15056"/>
                  <a:pt x="244635" y="15056"/>
                </a:cubicBezTo>
                <a:cubicBezTo>
                  <a:pt x="242489" y="15056"/>
                  <a:pt x="239807" y="15669"/>
                  <a:pt x="236589" y="16895"/>
                </a:cubicBezTo>
                <a:lnTo>
                  <a:pt x="234980" y="12873"/>
                </a:lnTo>
                <a:lnTo>
                  <a:pt x="266587" y="0"/>
                </a:lnTo>
                <a:lnTo>
                  <a:pt x="271759" y="0"/>
                </a:lnTo>
                <a:lnTo>
                  <a:pt x="271759" y="76431"/>
                </a:lnTo>
                <a:moveTo>
                  <a:pt x="271759" y="83754"/>
                </a:moveTo>
                <a:lnTo>
                  <a:pt x="271759" y="146573"/>
                </a:lnTo>
                <a:cubicBezTo>
                  <a:pt x="275667" y="150392"/>
                  <a:pt x="279709" y="153276"/>
                  <a:pt x="283884" y="155225"/>
                </a:cubicBezTo>
                <a:cubicBezTo>
                  <a:pt x="288060" y="157174"/>
                  <a:pt x="292332" y="158149"/>
                  <a:pt x="296700" y="158149"/>
                </a:cubicBezTo>
                <a:cubicBezTo>
                  <a:pt x="303672" y="158149"/>
                  <a:pt x="310166" y="154329"/>
                  <a:pt x="316181" y="146688"/>
                </a:cubicBezTo>
                <a:cubicBezTo>
                  <a:pt x="322196" y="139045"/>
                  <a:pt x="325203" y="127925"/>
                  <a:pt x="325203" y="113328"/>
                </a:cubicBezTo>
                <a:cubicBezTo>
                  <a:pt x="325203" y="99879"/>
                  <a:pt x="322196" y="89543"/>
                  <a:pt x="316181" y="82321"/>
                </a:cubicBezTo>
                <a:cubicBezTo>
                  <a:pt x="310166" y="75100"/>
                  <a:pt x="303327" y="71489"/>
                  <a:pt x="295665" y="71489"/>
                </a:cubicBezTo>
                <a:cubicBezTo>
                  <a:pt x="291604" y="71489"/>
                  <a:pt x="287543" y="72521"/>
                  <a:pt x="283482" y="74585"/>
                </a:cubicBezTo>
                <a:cubicBezTo>
                  <a:pt x="280417" y="76113"/>
                  <a:pt x="276510" y="79169"/>
                  <a:pt x="271759" y="83754"/>
                </a:cubicBezTo>
                <a:close/>
                <a:moveTo>
                  <a:pt x="393403" y="55168"/>
                </a:moveTo>
                <a:lnTo>
                  <a:pt x="393403" y="78845"/>
                </a:lnTo>
                <a:cubicBezTo>
                  <a:pt x="402215" y="63060"/>
                  <a:pt x="411256" y="55168"/>
                  <a:pt x="420528" y="55168"/>
                </a:cubicBezTo>
                <a:cubicBezTo>
                  <a:pt x="424742" y="55168"/>
                  <a:pt x="428228" y="56452"/>
                  <a:pt x="430987" y="59019"/>
                </a:cubicBezTo>
                <a:cubicBezTo>
                  <a:pt x="433745" y="61585"/>
                  <a:pt x="435124" y="64555"/>
                  <a:pt x="435124" y="67926"/>
                </a:cubicBezTo>
                <a:cubicBezTo>
                  <a:pt x="435124" y="70914"/>
                  <a:pt x="434128" y="73443"/>
                  <a:pt x="432136" y="75512"/>
                </a:cubicBezTo>
                <a:cubicBezTo>
                  <a:pt x="430144" y="77580"/>
                  <a:pt x="427768" y="78615"/>
                  <a:pt x="425010" y="78615"/>
                </a:cubicBezTo>
                <a:cubicBezTo>
                  <a:pt x="422328" y="78615"/>
                  <a:pt x="419321" y="77293"/>
                  <a:pt x="415988" y="74650"/>
                </a:cubicBezTo>
                <a:cubicBezTo>
                  <a:pt x="412655" y="72006"/>
                  <a:pt x="410184" y="70684"/>
                  <a:pt x="408575" y="70684"/>
                </a:cubicBezTo>
                <a:cubicBezTo>
                  <a:pt x="407195" y="70684"/>
                  <a:pt x="405701" y="71448"/>
                  <a:pt x="404092" y="72976"/>
                </a:cubicBezTo>
                <a:cubicBezTo>
                  <a:pt x="400644" y="76110"/>
                  <a:pt x="397081" y="81269"/>
                  <a:pt x="393403" y="88452"/>
                </a:cubicBezTo>
                <a:lnTo>
                  <a:pt x="393403" y="138779"/>
                </a:lnTo>
                <a:cubicBezTo>
                  <a:pt x="393403" y="144586"/>
                  <a:pt x="394131" y="148979"/>
                  <a:pt x="395587" y="151961"/>
                </a:cubicBezTo>
                <a:cubicBezTo>
                  <a:pt x="396583" y="154025"/>
                  <a:pt x="398345" y="155745"/>
                  <a:pt x="400874" y="157122"/>
                </a:cubicBezTo>
                <a:cubicBezTo>
                  <a:pt x="403402" y="158496"/>
                  <a:pt x="407042" y="159183"/>
                  <a:pt x="411793" y="159183"/>
                </a:cubicBezTo>
                <a:lnTo>
                  <a:pt x="411793" y="163436"/>
                </a:lnTo>
                <a:lnTo>
                  <a:pt x="357889" y="163436"/>
                </a:lnTo>
                <a:lnTo>
                  <a:pt x="357889" y="159183"/>
                </a:lnTo>
                <a:cubicBezTo>
                  <a:pt x="363252" y="159183"/>
                  <a:pt x="367237" y="158343"/>
                  <a:pt x="369842" y="156662"/>
                </a:cubicBezTo>
                <a:cubicBezTo>
                  <a:pt x="371757" y="155438"/>
                  <a:pt x="373098" y="153488"/>
                  <a:pt x="373864" y="150811"/>
                </a:cubicBezTo>
                <a:cubicBezTo>
                  <a:pt x="374248" y="149511"/>
                  <a:pt x="374439" y="145803"/>
                  <a:pt x="374439" y="139688"/>
                </a:cubicBezTo>
                <a:lnTo>
                  <a:pt x="374439" y="98976"/>
                </a:lnTo>
                <a:cubicBezTo>
                  <a:pt x="374439" y="86743"/>
                  <a:pt x="374190" y="79461"/>
                  <a:pt x="373692" y="77131"/>
                </a:cubicBezTo>
                <a:cubicBezTo>
                  <a:pt x="373194" y="74799"/>
                  <a:pt x="372275" y="73098"/>
                  <a:pt x="370934" y="72028"/>
                </a:cubicBezTo>
                <a:cubicBezTo>
                  <a:pt x="369593" y="70957"/>
                  <a:pt x="367926" y="70422"/>
                  <a:pt x="365934" y="70422"/>
                </a:cubicBezTo>
                <a:cubicBezTo>
                  <a:pt x="363559" y="70422"/>
                  <a:pt x="360877" y="70996"/>
                  <a:pt x="357889" y="72143"/>
                </a:cubicBezTo>
                <a:lnTo>
                  <a:pt x="356739" y="68012"/>
                </a:lnTo>
                <a:lnTo>
                  <a:pt x="388576" y="55168"/>
                </a:lnTo>
                <a:lnTo>
                  <a:pt x="393403" y="55168"/>
                </a:lnTo>
                <a:close/>
                <a:moveTo>
                  <a:pt x="500635" y="148265"/>
                </a:moveTo>
                <a:cubicBezTo>
                  <a:pt x="489831" y="156617"/>
                  <a:pt x="483050" y="161444"/>
                  <a:pt x="480292" y="162746"/>
                </a:cubicBezTo>
                <a:cubicBezTo>
                  <a:pt x="476154" y="164739"/>
                  <a:pt x="471748" y="165735"/>
                  <a:pt x="467074" y="165735"/>
                </a:cubicBezTo>
                <a:cubicBezTo>
                  <a:pt x="459795" y="165735"/>
                  <a:pt x="453799" y="163244"/>
                  <a:pt x="449087" y="158264"/>
                </a:cubicBezTo>
                <a:cubicBezTo>
                  <a:pt x="444375" y="153283"/>
                  <a:pt x="442019" y="146732"/>
                  <a:pt x="442019" y="138610"/>
                </a:cubicBezTo>
                <a:cubicBezTo>
                  <a:pt x="442019" y="133477"/>
                  <a:pt x="443168" y="129032"/>
                  <a:pt x="445467" y="125278"/>
                </a:cubicBezTo>
                <a:cubicBezTo>
                  <a:pt x="448608" y="120068"/>
                  <a:pt x="454067" y="115164"/>
                  <a:pt x="461845" y="110566"/>
                </a:cubicBezTo>
                <a:cubicBezTo>
                  <a:pt x="469622" y="105969"/>
                  <a:pt x="482552" y="100376"/>
                  <a:pt x="500635" y="93786"/>
                </a:cubicBezTo>
                <a:lnTo>
                  <a:pt x="500635" y="89648"/>
                </a:lnTo>
                <a:cubicBezTo>
                  <a:pt x="500635" y="79151"/>
                  <a:pt x="498968" y="71949"/>
                  <a:pt x="495635" y="68041"/>
                </a:cubicBezTo>
                <a:cubicBezTo>
                  <a:pt x="492302" y="64133"/>
                  <a:pt x="487456" y="62179"/>
                  <a:pt x="481096" y="62179"/>
                </a:cubicBezTo>
                <a:cubicBezTo>
                  <a:pt x="476269" y="62179"/>
                  <a:pt x="472438" y="63477"/>
                  <a:pt x="469603" y="66073"/>
                </a:cubicBezTo>
                <a:cubicBezTo>
                  <a:pt x="466691" y="68668"/>
                  <a:pt x="465235" y="71646"/>
                  <a:pt x="465235" y="75005"/>
                </a:cubicBezTo>
                <a:lnTo>
                  <a:pt x="465465" y="81646"/>
                </a:lnTo>
                <a:cubicBezTo>
                  <a:pt x="465465" y="85156"/>
                  <a:pt x="464565" y="87866"/>
                  <a:pt x="462764" y="89774"/>
                </a:cubicBezTo>
                <a:cubicBezTo>
                  <a:pt x="460963" y="91683"/>
                  <a:pt x="458607" y="92637"/>
                  <a:pt x="455696" y="92637"/>
                </a:cubicBezTo>
                <a:cubicBezTo>
                  <a:pt x="452861" y="92637"/>
                  <a:pt x="450543" y="91644"/>
                  <a:pt x="448742" y="89659"/>
                </a:cubicBezTo>
                <a:cubicBezTo>
                  <a:pt x="446942" y="87672"/>
                  <a:pt x="446041" y="84959"/>
                  <a:pt x="446041" y="81520"/>
                </a:cubicBezTo>
                <a:cubicBezTo>
                  <a:pt x="446041" y="74952"/>
                  <a:pt x="449413" y="68918"/>
                  <a:pt x="456155" y="63418"/>
                </a:cubicBezTo>
                <a:cubicBezTo>
                  <a:pt x="462898" y="57918"/>
                  <a:pt x="472361" y="55168"/>
                  <a:pt x="484544" y="55168"/>
                </a:cubicBezTo>
                <a:cubicBezTo>
                  <a:pt x="493892" y="55168"/>
                  <a:pt x="501554" y="56737"/>
                  <a:pt x="507531" y="59873"/>
                </a:cubicBezTo>
                <a:cubicBezTo>
                  <a:pt x="512052" y="62246"/>
                  <a:pt x="515385" y="65959"/>
                  <a:pt x="517530" y="71011"/>
                </a:cubicBezTo>
                <a:cubicBezTo>
                  <a:pt x="518909" y="74301"/>
                  <a:pt x="519599" y="81036"/>
                  <a:pt x="519599" y="91214"/>
                </a:cubicBezTo>
                <a:lnTo>
                  <a:pt x="519599" y="126916"/>
                </a:lnTo>
                <a:cubicBezTo>
                  <a:pt x="519599" y="136941"/>
                  <a:pt x="519790" y="143083"/>
                  <a:pt x="520174" y="145341"/>
                </a:cubicBezTo>
                <a:cubicBezTo>
                  <a:pt x="520557" y="147599"/>
                  <a:pt x="521189" y="149111"/>
                  <a:pt x="522070" y="149877"/>
                </a:cubicBezTo>
                <a:cubicBezTo>
                  <a:pt x="522951" y="150641"/>
                  <a:pt x="523966" y="151023"/>
                  <a:pt x="525116" y="151023"/>
                </a:cubicBezTo>
                <a:cubicBezTo>
                  <a:pt x="526342" y="151023"/>
                  <a:pt x="527414" y="150755"/>
                  <a:pt x="528334" y="150219"/>
                </a:cubicBezTo>
                <a:cubicBezTo>
                  <a:pt x="529943" y="149222"/>
                  <a:pt x="533046" y="146426"/>
                  <a:pt x="537644" y="141828"/>
                </a:cubicBezTo>
                <a:lnTo>
                  <a:pt x="537644" y="148265"/>
                </a:lnTo>
                <a:cubicBezTo>
                  <a:pt x="529062" y="159758"/>
                  <a:pt x="520863" y="165505"/>
                  <a:pt x="513048" y="165505"/>
                </a:cubicBezTo>
                <a:cubicBezTo>
                  <a:pt x="509293" y="165505"/>
                  <a:pt x="506305" y="164202"/>
                  <a:pt x="504083" y="161597"/>
                </a:cubicBezTo>
                <a:cubicBezTo>
                  <a:pt x="501861" y="158992"/>
                  <a:pt x="500711" y="154548"/>
                  <a:pt x="500635" y="148265"/>
                </a:cubicBezTo>
                <a:moveTo>
                  <a:pt x="500635" y="140729"/>
                </a:moveTo>
                <a:lnTo>
                  <a:pt x="500635" y="100797"/>
                </a:lnTo>
                <a:cubicBezTo>
                  <a:pt x="489065" y="105373"/>
                  <a:pt x="481594" y="108615"/>
                  <a:pt x="478223" y="110523"/>
                </a:cubicBezTo>
                <a:cubicBezTo>
                  <a:pt x="472170" y="113880"/>
                  <a:pt x="467840" y="117389"/>
                  <a:pt x="465235" y="121051"/>
                </a:cubicBezTo>
                <a:cubicBezTo>
                  <a:pt x="462630" y="124712"/>
                  <a:pt x="461327" y="128716"/>
                  <a:pt x="461327" y="133065"/>
                </a:cubicBezTo>
                <a:cubicBezTo>
                  <a:pt x="461327" y="138558"/>
                  <a:pt x="462975" y="143115"/>
                  <a:pt x="466270" y="146738"/>
                </a:cubicBezTo>
                <a:cubicBezTo>
                  <a:pt x="469564" y="150361"/>
                  <a:pt x="473357" y="152172"/>
                  <a:pt x="477648" y="152172"/>
                </a:cubicBezTo>
                <a:cubicBezTo>
                  <a:pt x="483471" y="152172"/>
                  <a:pt x="491134" y="148358"/>
                  <a:pt x="500635" y="140729"/>
                </a:cubicBezTo>
                <a:close/>
                <a:moveTo>
                  <a:pt x="575125" y="23447"/>
                </a:moveTo>
                <a:lnTo>
                  <a:pt x="575125" y="58157"/>
                </a:lnTo>
                <a:lnTo>
                  <a:pt x="599721" y="58157"/>
                </a:lnTo>
                <a:lnTo>
                  <a:pt x="599721" y="66202"/>
                </a:lnTo>
                <a:lnTo>
                  <a:pt x="575125" y="66202"/>
                </a:lnTo>
                <a:lnTo>
                  <a:pt x="575125" y="134379"/>
                </a:lnTo>
                <a:cubicBezTo>
                  <a:pt x="575125" y="141191"/>
                  <a:pt x="576102" y="145784"/>
                  <a:pt x="578056" y="148157"/>
                </a:cubicBezTo>
                <a:cubicBezTo>
                  <a:pt x="580010" y="150527"/>
                  <a:pt x="582520" y="151713"/>
                  <a:pt x="585584" y="151713"/>
                </a:cubicBezTo>
                <a:cubicBezTo>
                  <a:pt x="588113" y="151713"/>
                  <a:pt x="590565" y="150927"/>
                  <a:pt x="592940" y="149357"/>
                </a:cubicBezTo>
                <a:cubicBezTo>
                  <a:pt x="595315" y="147786"/>
                  <a:pt x="597154" y="145468"/>
                  <a:pt x="598457" y="142403"/>
                </a:cubicBezTo>
                <a:lnTo>
                  <a:pt x="602939" y="142403"/>
                </a:lnTo>
                <a:cubicBezTo>
                  <a:pt x="600258" y="149934"/>
                  <a:pt x="596465" y="155629"/>
                  <a:pt x="591561" y="159489"/>
                </a:cubicBezTo>
                <a:cubicBezTo>
                  <a:pt x="586657" y="163346"/>
                  <a:pt x="581600" y="165275"/>
                  <a:pt x="576390" y="165275"/>
                </a:cubicBezTo>
                <a:cubicBezTo>
                  <a:pt x="572865" y="165275"/>
                  <a:pt x="569417" y="164297"/>
                  <a:pt x="566046" y="162341"/>
                </a:cubicBezTo>
                <a:cubicBezTo>
                  <a:pt x="562674" y="160384"/>
                  <a:pt x="560184" y="157585"/>
                  <a:pt x="558575" y="153943"/>
                </a:cubicBezTo>
                <a:cubicBezTo>
                  <a:pt x="556966" y="150299"/>
                  <a:pt x="556161" y="144679"/>
                  <a:pt x="556161" y="137084"/>
                </a:cubicBezTo>
                <a:lnTo>
                  <a:pt x="556161" y="66202"/>
                </a:lnTo>
                <a:lnTo>
                  <a:pt x="539496" y="66202"/>
                </a:lnTo>
                <a:lnTo>
                  <a:pt x="539496" y="62409"/>
                </a:lnTo>
                <a:cubicBezTo>
                  <a:pt x="543710" y="60719"/>
                  <a:pt x="548020" y="57856"/>
                  <a:pt x="552426" y="53821"/>
                </a:cubicBezTo>
                <a:cubicBezTo>
                  <a:pt x="556832" y="49787"/>
                  <a:pt x="560759" y="45003"/>
                  <a:pt x="564207" y="39469"/>
                </a:cubicBezTo>
                <a:cubicBezTo>
                  <a:pt x="565969" y="36550"/>
                  <a:pt x="568421" y="31209"/>
                  <a:pt x="571562" y="23447"/>
                </a:cubicBezTo>
                <a:lnTo>
                  <a:pt x="575125" y="23447"/>
                </a:lnTo>
                <a:close/>
                <a:moveTo>
                  <a:pt x="636769" y="0"/>
                </a:moveTo>
                <a:cubicBezTo>
                  <a:pt x="639988" y="0"/>
                  <a:pt x="642727" y="1136"/>
                  <a:pt x="644987" y="3409"/>
                </a:cubicBezTo>
                <a:cubicBezTo>
                  <a:pt x="647248" y="5678"/>
                  <a:pt x="648378" y="8431"/>
                  <a:pt x="648378" y="11666"/>
                </a:cubicBezTo>
                <a:cubicBezTo>
                  <a:pt x="648378" y="14901"/>
                  <a:pt x="647248" y="17673"/>
                  <a:pt x="644987" y="19984"/>
                </a:cubicBezTo>
                <a:cubicBezTo>
                  <a:pt x="642727" y="22292"/>
                  <a:pt x="639988" y="23447"/>
                  <a:pt x="636769" y="23447"/>
                </a:cubicBezTo>
                <a:cubicBezTo>
                  <a:pt x="633551" y="23447"/>
                  <a:pt x="630793" y="22292"/>
                  <a:pt x="628494" y="19984"/>
                </a:cubicBezTo>
                <a:cubicBezTo>
                  <a:pt x="626196" y="17673"/>
                  <a:pt x="625046" y="14901"/>
                  <a:pt x="625046" y="11666"/>
                </a:cubicBezTo>
                <a:cubicBezTo>
                  <a:pt x="625046" y="8431"/>
                  <a:pt x="626176" y="5678"/>
                  <a:pt x="628437" y="3409"/>
                </a:cubicBezTo>
                <a:cubicBezTo>
                  <a:pt x="630697" y="1136"/>
                  <a:pt x="633475" y="0"/>
                  <a:pt x="636769" y="0"/>
                </a:cubicBezTo>
                <a:moveTo>
                  <a:pt x="646309" y="55168"/>
                </a:moveTo>
                <a:lnTo>
                  <a:pt x="646309" y="139573"/>
                </a:lnTo>
                <a:cubicBezTo>
                  <a:pt x="646309" y="146148"/>
                  <a:pt x="646788" y="150525"/>
                  <a:pt x="647746" y="152704"/>
                </a:cubicBezTo>
                <a:cubicBezTo>
                  <a:pt x="648703" y="154883"/>
                  <a:pt x="650121" y="156508"/>
                  <a:pt x="651998" y="157578"/>
                </a:cubicBezTo>
                <a:cubicBezTo>
                  <a:pt x="653875" y="158648"/>
                  <a:pt x="657304" y="159183"/>
                  <a:pt x="662285" y="159183"/>
                </a:cubicBezTo>
                <a:lnTo>
                  <a:pt x="662285" y="163436"/>
                </a:lnTo>
                <a:lnTo>
                  <a:pt x="611139" y="163436"/>
                </a:lnTo>
                <a:lnTo>
                  <a:pt x="611139" y="159183"/>
                </a:lnTo>
                <a:cubicBezTo>
                  <a:pt x="616273" y="159183"/>
                  <a:pt x="619721" y="158687"/>
                  <a:pt x="621483" y="157693"/>
                </a:cubicBezTo>
                <a:cubicBezTo>
                  <a:pt x="623246" y="156699"/>
                  <a:pt x="624644" y="155055"/>
                  <a:pt x="625678" y="152761"/>
                </a:cubicBezTo>
                <a:cubicBezTo>
                  <a:pt x="626713" y="150468"/>
                  <a:pt x="627230" y="146071"/>
                  <a:pt x="627230" y="139573"/>
                </a:cubicBezTo>
                <a:lnTo>
                  <a:pt x="627230" y="99091"/>
                </a:lnTo>
                <a:cubicBezTo>
                  <a:pt x="627230" y="87698"/>
                  <a:pt x="626885" y="80321"/>
                  <a:pt x="626196" y="76959"/>
                </a:cubicBezTo>
                <a:cubicBezTo>
                  <a:pt x="625659" y="74512"/>
                  <a:pt x="624816" y="72811"/>
                  <a:pt x="623667" y="71855"/>
                </a:cubicBezTo>
                <a:cubicBezTo>
                  <a:pt x="622518" y="70900"/>
                  <a:pt x="620947" y="70422"/>
                  <a:pt x="618955" y="70422"/>
                </a:cubicBezTo>
                <a:cubicBezTo>
                  <a:pt x="616809" y="70422"/>
                  <a:pt x="614204" y="70996"/>
                  <a:pt x="611139" y="72143"/>
                </a:cubicBezTo>
                <a:lnTo>
                  <a:pt x="609530" y="68012"/>
                </a:lnTo>
                <a:lnTo>
                  <a:pt x="641252" y="55168"/>
                </a:lnTo>
                <a:lnTo>
                  <a:pt x="646309" y="55168"/>
                </a:lnTo>
                <a:close/>
                <a:moveTo>
                  <a:pt x="727623" y="55168"/>
                </a:moveTo>
                <a:cubicBezTo>
                  <a:pt x="743560" y="55168"/>
                  <a:pt x="756356" y="61215"/>
                  <a:pt x="766011" y="73310"/>
                </a:cubicBezTo>
                <a:cubicBezTo>
                  <a:pt x="774210" y="83642"/>
                  <a:pt x="778309" y="95506"/>
                  <a:pt x="778309" y="108903"/>
                </a:cubicBezTo>
                <a:cubicBezTo>
                  <a:pt x="778309" y="118318"/>
                  <a:pt x="776048" y="127848"/>
                  <a:pt x="771528" y="137493"/>
                </a:cubicBezTo>
                <a:cubicBezTo>
                  <a:pt x="767007" y="147136"/>
                  <a:pt x="760781" y="154406"/>
                  <a:pt x="752851" y="159306"/>
                </a:cubicBezTo>
                <a:cubicBezTo>
                  <a:pt x="744921" y="164205"/>
                  <a:pt x="736090" y="166654"/>
                  <a:pt x="726359" y="166654"/>
                </a:cubicBezTo>
                <a:cubicBezTo>
                  <a:pt x="710498" y="166654"/>
                  <a:pt x="697893" y="160339"/>
                  <a:pt x="688545" y="147708"/>
                </a:cubicBezTo>
                <a:cubicBezTo>
                  <a:pt x="680653" y="137069"/>
                  <a:pt x="676707" y="125129"/>
                  <a:pt x="676707" y="111888"/>
                </a:cubicBezTo>
                <a:cubicBezTo>
                  <a:pt x="676707" y="102243"/>
                  <a:pt x="679102" y="92656"/>
                  <a:pt x="683891" y="83126"/>
                </a:cubicBezTo>
                <a:cubicBezTo>
                  <a:pt x="688680" y="73596"/>
                  <a:pt x="694982" y="66554"/>
                  <a:pt x="702797" y="62000"/>
                </a:cubicBezTo>
                <a:cubicBezTo>
                  <a:pt x="710613" y="57445"/>
                  <a:pt x="718888" y="55168"/>
                  <a:pt x="727623" y="55168"/>
                </a:cubicBezTo>
                <a:moveTo>
                  <a:pt x="724060" y="62754"/>
                </a:moveTo>
                <a:cubicBezTo>
                  <a:pt x="719999" y="62754"/>
                  <a:pt x="715919" y="63960"/>
                  <a:pt x="711820" y="66371"/>
                </a:cubicBezTo>
                <a:cubicBezTo>
                  <a:pt x="707720" y="68782"/>
                  <a:pt x="704406" y="73011"/>
                  <a:pt x="701878" y="79057"/>
                </a:cubicBezTo>
                <a:cubicBezTo>
                  <a:pt x="699349" y="85103"/>
                  <a:pt x="698085" y="92870"/>
                  <a:pt x="698085" y="102359"/>
                </a:cubicBezTo>
                <a:cubicBezTo>
                  <a:pt x="698085" y="117665"/>
                  <a:pt x="701131" y="130867"/>
                  <a:pt x="707222" y="141965"/>
                </a:cubicBezTo>
                <a:cubicBezTo>
                  <a:pt x="713314" y="153061"/>
                  <a:pt x="721340" y="158609"/>
                  <a:pt x="731301" y="158609"/>
                </a:cubicBezTo>
                <a:cubicBezTo>
                  <a:pt x="738733" y="158609"/>
                  <a:pt x="744863" y="155547"/>
                  <a:pt x="749690" y="149425"/>
                </a:cubicBezTo>
                <a:cubicBezTo>
                  <a:pt x="754517" y="143302"/>
                  <a:pt x="756931" y="132780"/>
                  <a:pt x="756931" y="117858"/>
                </a:cubicBezTo>
                <a:cubicBezTo>
                  <a:pt x="756931" y="99183"/>
                  <a:pt x="752908" y="84488"/>
                  <a:pt x="744863" y="73773"/>
                </a:cubicBezTo>
                <a:cubicBezTo>
                  <a:pt x="739423" y="66427"/>
                  <a:pt x="732489" y="62754"/>
                  <a:pt x="724060" y="62754"/>
                </a:cubicBezTo>
                <a:close/>
                <a:moveTo>
                  <a:pt x="825925" y="77465"/>
                </a:moveTo>
                <a:cubicBezTo>
                  <a:pt x="838261" y="62601"/>
                  <a:pt x="850022" y="55168"/>
                  <a:pt x="861209" y="55168"/>
                </a:cubicBezTo>
                <a:cubicBezTo>
                  <a:pt x="866956" y="55168"/>
                  <a:pt x="871898" y="56603"/>
                  <a:pt x="876036" y="59471"/>
                </a:cubicBezTo>
                <a:cubicBezTo>
                  <a:pt x="880173" y="62337"/>
                  <a:pt x="883468" y="67058"/>
                  <a:pt x="885920" y="73633"/>
                </a:cubicBezTo>
                <a:cubicBezTo>
                  <a:pt x="887606" y="78218"/>
                  <a:pt x="888449" y="85252"/>
                  <a:pt x="888449" y="94734"/>
                </a:cubicBezTo>
                <a:lnTo>
                  <a:pt x="888449" y="139573"/>
                </a:lnTo>
                <a:cubicBezTo>
                  <a:pt x="888449" y="146225"/>
                  <a:pt x="888985" y="150736"/>
                  <a:pt x="890058" y="153106"/>
                </a:cubicBezTo>
                <a:cubicBezTo>
                  <a:pt x="890900" y="155017"/>
                  <a:pt x="892261" y="156508"/>
                  <a:pt x="894138" y="157578"/>
                </a:cubicBezTo>
                <a:cubicBezTo>
                  <a:pt x="896015" y="158648"/>
                  <a:pt x="899482" y="159183"/>
                  <a:pt x="904539" y="159183"/>
                </a:cubicBezTo>
                <a:lnTo>
                  <a:pt x="904539" y="163436"/>
                </a:lnTo>
                <a:lnTo>
                  <a:pt x="852474" y="163436"/>
                </a:lnTo>
                <a:lnTo>
                  <a:pt x="852474" y="159183"/>
                </a:lnTo>
                <a:lnTo>
                  <a:pt x="854658" y="159183"/>
                </a:lnTo>
                <a:cubicBezTo>
                  <a:pt x="859562" y="159183"/>
                  <a:pt x="862991" y="158440"/>
                  <a:pt x="864945" y="156953"/>
                </a:cubicBezTo>
                <a:cubicBezTo>
                  <a:pt x="866898" y="155466"/>
                  <a:pt x="868259" y="153275"/>
                  <a:pt x="869025" y="150380"/>
                </a:cubicBezTo>
                <a:cubicBezTo>
                  <a:pt x="869331" y="149236"/>
                  <a:pt x="869484" y="145652"/>
                  <a:pt x="869484" y="139630"/>
                </a:cubicBezTo>
                <a:lnTo>
                  <a:pt x="869484" y="96749"/>
                </a:lnTo>
                <a:cubicBezTo>
                  <a:pt x="869484" y="87222"/>
                  <a:pt x="868239" y="80304"/>
                  <a:pt x="865749" y="75996"/>
                </a:cubicBezTo>
                <a:cubicBezTo>
                  <a:pt x="863259" y="71689"/>
                  <a:pt x="859064" y="69535"/>
                  <a:pt x="853164" y="69535"/>
                </a:cubicBezTo>
                <a:cubicBezTo>
                  <a:pt x="844046" y="69535"/>
                  <a:pt x="834966" y="74490"/>
                  <a:pt x="825925" y="84401"/>
                </a:cubicBezTo>
                <a:lnTo>
                  <a:pt x="825925" y="139630"/>
                </a:lnTo>
                <a:cubicBezTo>
                  <a:pt x="825925" y="146720"/>
                  <a:pt x="826346" y="151103"/>
                  <a:pt x="827189" y="152779"/>
                </a:cubicBezTo>
                <a:cubicBezTo>
                  <a:pt x="828262" y="154990"/>
                  <a:pt x="829737" y="156609"/>
                  <a:pt x="831614" y="157639"/>
                </a:cubicBezTo>
                <a:cubicBezTo>
                  <a:pt x="833491" y="158669"/>
                  <a:pt x="837303" y="159183"/>
                  <a:pt x="843050" y="159183"/>
                </a:cubicBezTo>
                <a:lnTo>
                  <a:pt x="843050" y="163436"/>
                </a:lnTo>
                <a:lnTo>
                  <a:pt x="790985" y="163436"/>
                </a:lnTo>
                <a:lnTo>
                  <a:pt x="790985" y="159183"/>
                </a:lnTo>
                <a:lnTo>
                  <a:pt x="793283" y="159183"/>
                </a:lnTo>
                <a:cubicBezTo>
                  <a:pt x="798647" y="159183"/>
                  <a:pt x="802267" y="157827"/>
                  <a:pt x="804145" y="155114"/>
                </a:cubicBezTo>
                <a:cubicBezTo>
                  <a:pt x="806022" y="152399"/>
                  <a:pt x="806960" y="147218"/>
                  <a:pt x="806960" y="139573"/>
                </a:cubicBezTo>
                <a:lnTo>
                  <a:pt x="806960" y="100582"/>
                </a:lnTo>
                <a:cubicBezTo>
                  <a:pt x="806960" y="87968"/>
                  <a:pt x="806673" y="80285"/>
                  <a:pt x="806098" y="77534"/>
                </a:cubicBezTo>
                <a:cubicBezTo>
                  <a:pt x="805524" y="74780"/>
                  <a:pt x="804643" y="72906"/>
                  <a:pt x="803455" y="71913"/>
                </a:cubicBezTo>
                <a:cubicBezTo>
                  <a:pt x="802267" y="70919"/>
                  <a:pt x="800677" y="70422"/>
                  <a:pt x="798685" y="70422"/>
                </a:cubicBezTo>
                <a:cubicBezTo>
                  <a:pt x="796540" y="70422"/>
                  <a:pt x="793973" y="70996"/>
                  <a:pt x="790985" y="72143"/>
                </a:cubicBezTo>
                <a:lnTo>
                  <a:pt x="789261" y="68012"/>
                </a:lnTo>
                <a:lnTo>
                  <a:pt x="820982" y="55168"/>
                </a:lnTo>
                <a:lnTo>
                  <a:pt x="825925" y="55168"/>
                </a:lnTo>
                <a:lnTo>
                  <a:pt x="825925" y="77465"/>
                </a:lnTo>
                <a:close/>
                <a:moveTo>
                  <a:pt x="982383" y="55168"/>
                </a:moveTo>
                <a:lnTo>
                  <a:pt x="982383" y="90798"/>
                </a:lnTo>
                <a:lnTo>
                  <a:pt x="978590" y="90798"/>
                </a:lnTo>
                <a:cubicBezTo>
                  <a:pt x="975678" y="79623"/>
                  <a:pt x="971943" y="72022"/>
                  <a:pt x="967384" y="67994"/>
                </a:cubicBezTo>
                <a:cubicBezTo>
                  <a:pt x="962825" y="63964"/>
                  <a:pt x="957021" y="61949"/>
                  <a:pt x="949971" y="61949"/>
                </a:cubicBezTo>
                <a:cubicBezTo>
                  <a:pt x="944608" y="61949"/>
                  <a:pt x="940279" y="63366"/>
                  <a:pt x="936984" y="66198"/>
                </a:cubicBezTo>
                <a:cubicBezTo>
                  <a:pt x="933689" y="69029"/>
                  <a:pt x="932042" y="72166"/>
                  <a:pt x="932042" y="75612"/>
                </a:cubicBezTo>
                <a:cubicBezTo>
                  <a:pt x="932042" y="79898"/>
                  <a:pt x="933268" y="83571"/>
                  <a:pt x="935720" y="86631"/>
                </a:cubicBezTo>
                <a:cubicBezTo>
                  <a:pt x="938095" y="89771"/>
                  <a:pt x="942922" y="93100"/>
                  <a:pt x="950201" y="96620"/>
                </a:cubicBezTo>
                <a:lnTo>
                  <a:pt x="966982" y="104773"/>
                </a:lnTo>
                <a:cubicBezTo>
                  <a:pt x="982536" y="112349"/>
                  <a:pt x="990313" y="122338"/>
                  <a:pt x="990313" y="134738"/>
                </a:cubicBezTo>
                <a:cubicBezTo>
                  <a:pt x="990313" y="144304"/>
                  <a:pt x="986693" y="152016"/>
                  <a:pt x="979452" y="157872"/>
                </a:cubicBezTo>
                <a:cubicBezTo>
                  <a:pt x="972211" y="163727"/>
                  <a:pt x="964108" y="166654"/>
                  <a:pt x="955143" y="166654"/>
                </a:cubicBezTo>
                <a:cubicBezTo>
                  <a:pt x="948707" y="166654"/>
                  <a:pt x="941351" y="165505"/>
                  <a:pt x="933076" y="163206"/>
                </a:cubicBezTo>
                <a:cubicBezTo>
                  <a:pt x="930548" y="162440"/>
                  <a:pt x="928479" y="162057"/>
                  <a:pt x="926870" y="162057"/>
                </a:cubicBezTo>
                <a:cubicBezTo>
                  <a:pt x="925107" y="162057"/>
                  <a:pt x="923728" y="163053"/>
                  <a:pt x="922732" y="165045"/>
                </a:cubicBezTo>
                <a:lnTo>
                  <a:pt x="918939" y="165045"/>
                </a:lnTo>
                <a:lnTo>
                  <a:pt x="918939" y="127347"/>
                </a:lnTo>
                <a:lnTo>
                  <a:pt x="922732" y="127347"/>
                </a:lnTo>
                <a:cubicBezTo>
                  <a:pt x="924878" y="138112"/>
                  <a:pt x="928977" y="146225"/>
                  <a:pt x="935030" y="151684"/>
                </a:cubicBezTo>
                <a:cubicBezTo>
                  <a:pt x="941083" y="157143"/>
                  <a:pt x="947864" y="159873"/>
                  <a:pt x="955373" y="159873"/>
                </a:cubicBezTo>
                <a:cubicBezTo>
                  <a:pt x="960660" y="159873"/>
                  <a:pt x="964970" y="158324"/>
                  <a:pt x="968303" y="155225"/>
                </a:cubicBezTo>
                <a:cubicBezTo>
                  <a:pt x="971636" y="152125"/>
                  <a:pt x="973303" y="148393"/>
                  <a:pt x="973303" y="144030"/>
                </a:cubicBezTo>
                <a:cubicBezTo>
                  <a:pt x="973303" y="138748"/>
                  <a:pt x="971445" y="134309"/>
                  <a:pt x="967729" y="130712"/>
                </a:cubicBezTo>
                <a:cubicBezTo>
                  <a:pt x="964013" y="127116"/>
                  <a:pt x="956599" y="122563"/>
                  <a:pt x="945489" y="117053"/>
                </a:cubicBezTo>
                <a:cubicBezTo>
                  <a:pt x="934379" y="111541"/>
                  <a:pt x="927100" y="106565"/>
                  <a:pt x="923652" y="102126"/>
                </a:cubicBezTo>
                <a:cubicBezTo>
                  <a:pt x="920204" y="97763"/>
                  <a:pt x="918480" y="92252"/>
                  <a:pt x="918480" y="85593"/>
                </a:cubicBezTo>
                <a:cubicBezTo>
                  <a:pt x="918480" y="76945"/>
                  <a:pt x="921449" y="69712"/>
                  <a:pt x="927387" y="63896"/>
                </a:cubicBezTo>
                <a:cubicBezTo>
                  <a:pt x="933325" y="58078"/>
                  <a:pt x="941007" y="55168"/>
                  <a:pt x="950431" y="55168"/>
                </a:cubicBezTo>
                <a:cubicBezTo>
                  <a:pt x="954569" y="55168"/>
                  <a:pt x="959588" y="56049"/>
                  <a:pt x="965487" y="57812"/>
                </a:cubicBezTo>
                <a:cubicBezTo>
                  <a:pt x="969395" y="58961"/>
                  <a:pt x="972000" y="59536"/>
                  <a:pt x="973303" y="59536"/>
                </a:cubicBezTo>
                <a:cubicBezTo>
                  <a:pt x="974529" y="59536"/>
                  <a:pt x="975487" y="59268"/>
                  <a:pt x="976176" y="58731"/>
                </a:cubicBezTo>
                <a:cubicBezTo>
                  <a:pt x="976866" y="58195"/>
                  <a:pt x="977670" y="57007"/>
                  <a:pt x="978590" y="55168"/>
                </a:cubicBezTo>
                <a:lnTo>
                  <a:pt x="982383" y="5516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806C2-B474-4F96-8AF3-732D6A56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38" y="1372452"/>
            <a:ext cx="5625694" cy="1576815"/>
          </a:xfrm>
          <a:custGeom xmlns:a="http://schemas.openxmlformats.org/drawingml/2006/main">
            <a:pathLst>
              <a:path w="5625694" h="1576815">
                <a:moveTo>
                  <a:pt x="0" y="149338"/>
                </a:moveTo>
                <a:cubicBezTo>
                  <a:pt x="0" y="66954"/>
                  <a:pt x="66946" y="0"/>
                  <a:pt x="149331" y="0"/>
                </a:cubicBezTo>
                <a:lnTo>
                  <a:pt x="5476355" y="0"/>
                </a:lnTo>
                <a:cubicBezTo>
                  <a:pt x="5558740" y="0"/>
                  <a:pt x="5625694" y="66954"/>
                  <a:pt x="5625694" y="149338"/>
                </a:cubicBezTo>
                <a:lnTo>
                  <a:pt x="5625694" y="1427477"/>
                </a:lnTo>
                <a:cubicBezTo>
                  <a:pt x="5625694" y="1510123"/>
                  <a:pt x="5558740" y="1576815"/>
                  <a:pt x="5476355" y="1576815"/>
                </a:cubicBezTo>
                <a:lnTo>
                  <a:pt x="149331" y="1576815"/>
                </a:lnTo>
                <a:cubicBezTo>
                  <a:pt x="66946" y="1576815"/>
                  <a:pt x="0" y="1510123"/>
                  <a:pt x="0" y="1427477"/>
                </a:cubicBezTo>
              </a:path>
            </a:pathLst>
          </a:custGeom>
          <a:solidFill xmlns:a="http://schemas.openxmlformats.org/drawingml/2006/main">
            <a:srgbClr val="D9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DF02D-3919-4BC4-9D9F-5B0BBE47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38" y="1372452"/>
            <a:ext cx="5625694" cy="1576815"/>
          </a:xfrm>
          <a:custGeom xmlns:a="http://schemas.openxmlformats.org/drawingml/2006/main">
            <a:pathLst>
              <a:path w="5625694" h="1576815" fill="none">
                <a:moveTo>
                  <a:pt x="0" y="149338"/>
                </a:moveTo>
                <a:cubicBezTo>
                  <a:pt x="0" y="66954"/>
                  <a:pt x="66946" y="0"/>
                  <a:pt x="149331" y="0"/>
                </a:cubicBezTo>
                <a:lnTo>
                  <a:pt x="5476355" y="0"/>
                </a:lnTo>
                <a:cubicBezTo>
                  <a:pt x="5558740" y="0"/>
                  <a:pt x="5625694" y="66954"/>
                  <a:pt x="5625694" y="149338"/>
                </a:cubicBezTo>
                <a:lnTo>
                  <a:pt x="5625694" y="1427477"/>
                </a:lnTo>
                <a:cubicBezTo>
                  <a:pt x="5625694" y="1510123"/>
                  <a:pt x="5558740" y="1576815"/>
                  <a:pt x="5476355" y="1576815"/>
                </a:cubicBezTo>
                <a:lnTo>
                  <a:pt x="149331" y="1576815"/>
                </a:lnTo>
                <a:cubicBezTo>
                  <a:pt x="66946" y="1576815"/>
                  <a:pt x="0" y="1510123"/>
                  <a:pt x="0" y="1427477"/>
                </a:cubicBezTo>
                <a:lnTo>
                  <a:pt x="0" y="1493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231" cap="flat">
            <a:solidFill>
              <a:srgbClr val="2C5597"/>
            </a:solidFill>
            <a:custDash>
              <a:ds d="300000" sp="100000"/>
            </a:custDash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97230-80AF-47FE-B167-3503BE78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51" y="1781344"/>
            <a:ext cx="3572615" cy="387231"/>
          </a:xfrm>
          <a:custGeom xmlns:a="http://schemas.openxmlformats.org/drawingml/2006/main">
            <a:pathLst>
              <a:path w="3572615" h="387231">
                <a:moveTo>
                  <a:pt x="0" y="387231"/>
                </a:moveTo>
                <a:lnTo>
                  <a:pt x="0" y="0"/>
                </a:lnTo>
                <a:lnTo>
                  <a:pt x="3572615" y="0"/>
                </a:lnTo>
                <a:lnTo>
                  <a:pt x="3572615" y="387231"/>
                </a:lnTo>
                <a:lnTo>
                  <a:pt x="0" y="387231"/>
                </a:lnTo>
                <a:close/>
              </a:path>
            </a:pathLst>
          </a:custGeom>
          <a:solidFill xmlns:a="http://schemas.openxmlformats.org/drawingml/2006/main">
            <a:srgbClr val="8FAA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7FEC7-9EC0-46D2-A2DC-2B3E1322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51" y="1781344"/>
            <a:ext cx="3572615" cy="387231"/>
          </a:xfrm>
          <a:custGeom xmlns:a="http://schemas.openxmlformats.org/drawingml/2006/main">
            <a:pathLst>
              <a:path w="3572615" h="387231" fill="none">
                <a:moveTo>
                  <a:pt x="0" y="387231"/>
                </a:moveTo>
                <a:lnTo>
                  <a:pt x="3572615" y="387231"/>
                </a:lnTo>
                <a:lnTo>
                  <a:pt x="3572615" y="0"/>
                </a:lnTo>
                <a:lnTo>
                  <a:pt x="0" y="0"/>
                </a:lnTo>
                <a:lnTo>
                  <a:pt x="0" y="3872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54" cap="flat">
            <a:solidFill>
              <a:srgbClr val="2C5597"/>
            </a:solidFill>
            <a:custDash>
              <a:ds d="300000" sp="100000"/>
            </a:custDash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386BC5-049E-47B3-93FD-0B202FBB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102" y="1194083"/>
            <a:ext cx="156923" cy="587154"/>
          </a:xfrm>
          <a:custGeom xmlns:a="http://schemas.openxmlformats.org/drawingml/2006/main">
            <a:pathLst>
              <a:path w="156923" h="587154">
                <a:moveTo>
                  <a:pt x="104615" y="0"/>
                </a:moveTo>
                <a:lnTo>
                  <a:pt x="52308" y="0"/>
                </a:lnTo>
                <a:lnTo>
                  <a:pt x="52308" y="482538"/>
                </a:lnTo>
                <a:lnTo>
                  <a:pt x="0" y="482538"/>
                </a:lnTo>
                <a:lnTo>
                  <a:pt x="78462" y="587154"/>
                </a:lnTo>
                <a:lnTo>
                  <a:pt x="156923" y="482538"/>
                </a:lnTo>
                <a:lnTo>
                  <a:pt x="104615" y="482538"/>
                </a:lnTo>
                <a:lnTo>
                  <a:pt x="10461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2BB05-BD96-42E2-A95F-B03B31E5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51" y="2393605"/>
            <a:ext cx="3572615" cy="387232"/>
          </a:xfrm>
          <a:custGeom xmlns:a="http://schemas.openxmlformats.org/drawingml/2006/main">
            <a:pathLst>
              <a:path w="3572615" h="387232">
                <a:moveTo>
                  <a:pt x="0" y="387232"/>
                </a:moveTo>
                <a:lnTo>
                  <a:pt x="0" y="0"/>
                </a:lnTo>
                <a:lnTo>
                  <a:pt x="3572615" y="0"/>
                </a:lnTo>
                <a:lnTo>
                  <a:pt x="3572615" y="387232"/>
                </a:lnTo>
                <a:lnTo>
                  <a:pt x="0" y="387232"/>
                </a:lnTo>
                <a:close/>
              </a:path>
            </a:pathLst>
          </a:custGeom>
          <a:solidFill xmlns:a="http://schemas.openxmlformats.org/drawingml/2006/main">
            <a:srgbClr val="8FAA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9F124-F0A2-4776-A964-8690AAB6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251" y="2393605"/>
            <a:ext cx="3572615" cy="387232"/>
          </a:xfrm>
          <a:custGeom xmlns:a="http://schemas.openxmlformats.org/drawingml/2006/main">
            <a:pathLst>
              <a:path w="3572615" h="387232" fill="none">
                <a:moveTo>
                  <a:pt x="0" y="387232"/>
                </a:moveTo>
                <a:lnTo>
                  <a:pt x="3572615" y="387232"/>
                </a:lnTo>
                <a:lnTo>
                  <a:pt x="3572615" y="0"/>
                </a:lnTo>
                <a:lnTo>
                  <a:pt x="0" y="0"/>
                </a:lnTo>
                <a:lnTo>
                  <a:pt x="0" y="3872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54" cap="flat">
            <a:solidFill>
              <a:srgbClr val="2C5597"/>
            </a:solidFill>
            <a:custDash>
              <a:ds d="300000" sp="100000"/>
            </a:custDash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F4DE0-9D67-451A-82BB-A11BD1E3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102" y="2168575"/>
            <a:ext cx="156923" cy="224923"/>
          </a:xfrm>
          <a:custGeom xmlns:a="http://schemas.openxmlformats.org/drawingml/2006/main">
            <a:pathLst>
              <a:path w="156923" h="224923">
                <a:moveTo>
                  <a:pt x="104615" y="0"/>
                </a:moveTo>
                <a:lnTo>
                  <a:pt x="52308" y="0"/>
                </a:lnTo>
                <a:lnTo>
                  <a:pt x="52308" y="120308"/>
                </a:lnTo>
                <a:lnTo>
                  <a:pt x="0" y="120308"/>
                </a:lnTo>
                <a:lnTo>
                  <a:pt x="78462" y="224923"/>
                </a:lnTo>
                <a:lnTo>
                  <a:pt x="156923" y="120308"/>
                </a:lnTo>
                <a:lnTo>
                  <a:pt x="104615" y="120308"/>
                </a:lnTo>
                <a:lnTo>
                  <a:pt x="10461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CDC11-09A9-4870-85DA-25F3FBD9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46" y="2178252"/>
            <a:ext cx="156923" cy="197461"/>
          </a:xfrm>
          <a:custGeom xmlns:a="http://schemas.openxmlformats.org/drawingml/2006/main">
            <a:pathLst>
              <a:path w="156923" h="197461">
                <a:moveTo>
                  <a:pt x="104616" y="0"/>
                </a:moveTo>
                <a:lnTo>
                  <a:pt x="52308" y="0"/>
                </a:lnTo>
                <a:lnTo>
                  <a:pt x="52308" y="92846"/>
                </a:lnTo>
                <a:lnTo>
                  <a:pt x="0" y="92846"/>
                </a:lnTo>
                <a:lnTo>
                  <a:pt x="78462" y="197461"/>
                </a:lnTo>
                <a:lnTo>
                  <a:pt x="156923" y="92846"/>
                </a:lnTo>
                <a:lnTo>
                  <a:pt x="104616" y="92846"/>
                </a:lnTo>
                <a:lnTo>
                  <a:pt x="104616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08644-0777-4A9D-A3F6-1D276551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5" y="3128421"/>
            <a:ext cx="6010156" cy="1692153"/>
          </a:xfrm>
          <a:custGeom xmlns:a="http://schemas.openxmlformats.org/drawingml/2006/main">
            <a:pathLst>
              <a:path w="6010156" h="1692153">
                <a:moveTo>
                  <a:pt x="0" y="166862"/>
                </a:moveTo>
                <a:cubicBezTo>
                  <a:pt x="0" y="74800"/>
                  <a:pt x="74793" y="0"/>
                  <a:pt x="166854" y="0"/>
                </a:cubicBezTo>
                <a:lnTo>
                  <a:pt x="5843294" y="0"/>
                </a:lnTo>
                <a:cubicBezTo>
                  <a:pt x="5935356" y="0"/>
                  <a:pt x="6010156" y="74800"/>
                  <a:pt x="6010156" y="166862"/>
                </a:cubicBezTo>
                <a:lnTo>
                  <a:pt x="6010156" y="1525292"/>
                </a:lnTo>
                <a:cubicBezTo>
                  <a:pt x="6010156" y="1617353"/>
                  <a:pt x="5935356" y="1692153"/>
                  <a:pt x="5843294" y="1692153"/>
                </a:cubicBezTo>
                <a:lnTo>
                  <a:pt x="166854" y="1692153"/>
                </a:lnTo>
                <a:cubicBezTo>
                  <a:pt x="74793" y="1692153"/>
                  <a:pt x="0" y="1617353"/>
                  <a:pt x="0" y="1525292"/>
                </a:cubicBez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E7093-DEB0-41BD-8039-C8C97A5A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5" y="3128421"/>
            <a:ext cx="6010156" cy="1692153"/>
          </a:xfrm>
          <a:custGeom xmlns:a="http://schemas.openxmlformats.org/drawingml/2006/main">
            <a:pathLst>
              <a:path w="6010156" h="1692153" fill="none">
                <a:moveTo>
                  <a:pt x="0" y="166862"/>
                </a:moveTo>
                <a:cubicBezTo>
                  <a:pt x="0" y="74800"/>
                  <a:pt x="74793" y="0"/>
                  <a:pt x="166854" y="0"/>
                </a:cubicBezTo>
                <a:lnTo>
                  <a:pt x="5843294" y="0"/>
                </a:lnTo>
                <a:cubicBezTo>
                  <a:pt x="5935356" y="0"/>
                  <a:pt x="6010156" y="74800"/>
                  <a:pt x="6010156" y="166862"/>
                </a:cubicBezTo>
                <a:lnTo>
                  <a:pt x="6010156" y="1525292"/>
                </a:lnTo>
                <a:cubicBezTo>
                  <a:pt x="6010156" y="1617353"/>
                  <a:pt x="5935356" y="1692153"/>
                  <a:pt x="5843294" y="1692153"/>
                </a:cubicBezTo>
                <a:lnTo>
                  <a:pt x="166854" y="1692153"/>
                </a:lnTo>
                <a:cubicBezTo>
                  <a:pt x="74793" y="1692153"/>
                  <a:pt x="0" y="1617353"/>
                  <a:pt x="0" y="1525292"/>
                </a:cubicBezTo>
                <a:lnTo>
                  <a:pt x="0" y="1668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231" cap="flat">
            <a:solidFill>
              <a:srgbClr val="54823B"/>
            </a:solidFill>
            <a:custDash>
              <a:ds d="300000" sp="100000"/>
            </a:custDash>
            <a:miter/>
          </a:ln>
        </p:spPr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4e1dfd4e84e84"/>
          <a:stretch xmlns:a="http://schemas.openxmlformats.org/drawingml/2006/main"/>
        </p:blipFill>
        <p:spPr>
          <a:xfrm xmlns:a="http://schemas.openxmlformats.org/drawingml/2006/main">
            <a:off x="322192" y="6596277"/>
            <a:ext cx="858019" cy="529111"/>
          </a:xfrm>
          <a:prstGeom xmlns:a="http://schemas.openxmlformats.org/drawingml/2006/main" prst="rect">
            <a:avLst/>
          </a:prstGeom>
        </p:spPr>
      </p:pic>
      <p:sp>
        <p:nvSpPr>
          <p:cNvPr id="23" name="Text Structural">
            <a:extLst xmlns:a="http://schemas.openxmlformats.org/drawingml/2006/main">
              <a:ext uri="{FF2B5EF4-FFF2-40B4-BE49-F238E27FC236}">
                <a16:creationId xmlns:a16="http://schemas.microsoft.com/office/drawing/2014/main" id="{8761FFC2-AAF7-40DC-BB9B-BDF1B534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18" y="7206787"/>
            <a:ext cx="700420" cy="129057"/>
          </a:xfrm>
          <a:custGeom xmlns:a="http://schemas.openxmlformats.org/drawingml/2006/main">
            <a:pathLst>
              <a:path w="700420" h="129057">
                <a:moveTo>
                  <a:pt x="199032" y="46400"/>
                </a:moveTo>
                <a:lnTo>
                  <a:pt x="198793" y="46144"/>
                </a:lnTo>
                <a:lnTo>
                  <a:pt x="198543" y="45891"/>
                </a:lnTo>
                <a:lnTo>
                  <a:pt x="198282" y="45641"/>
                </a:lnTo>
                <a:lnTo>
                  <a:pt x="198012" y="45398"/>
                </a:lnTo>
                <a:lnTo>
                  <a:pt x="197737" y="45165"/>
                </a:lnTo>
                <a:lnTo>
                  <a:pt x="197456" y="44943"/>
                </a:lnTo>
                <a:lnTo>
                  <a:pt x="197168" y="44731"/>
                </a:lnTo>
                <a:lnTo>
                  <a:pt x="196875" y="44530"/>
                </a:lnTo>
                <a:lnTo>
                  <a:pt x="196577" y="44338"/>
                </a:lnTo>
                <a:lnTo>
                  <a:pt x="196272" y="44157"/>
                </a:lnTo>
                <a:lnTo>
                  <a:pt x="195961" y="43987"/>
                </a:lnTo>
                <a:lnTo>
                  <a:pt x="195645" y="43827"/>
                </a:lnTo>
                <a:lnTo>
                  <a:pt x="195322" y="43677"/>
                </a:lnTo>
                <a:lnTo>
                  <a:pt x="194994" y="43537"/>
                </a:lnTo>
                <a:lnTo>
                  <a:pt x="194660" y="43408"/>
                </a:lnTo>
                <a:lnTo>
                  <a:pt x="194320" y="43289"/>
                </a:lnTo>
                <a:lnTo>
                  <a:pt x="193974" y="43180"/>
                </a:lnTo>
                <a:lnTo>
                  <a:pt x="193623" y="43082"/>
                </a:lnTo>
                <a:lnTo>
                  <a:pt x="193265" y="42994"/>
                </a:lnTo>
                <a:lnTo>
                  <a:pt x="192902" y="42917"/>
                </a:lnTo>
                <a:lnTo>
                  <a:pt x="192532" y="42850"/>
                </a:lnTo>
                <a:lnTo>
                  <a:pt x="192157" y="42793"/>
                </a:lnTo>
                <a:lnTo>
                  <a:pt x="191776" y="42746"/>
                </a:lnTo>
                <a:lnTo>
                  <a:pt x="191389" y="42710"/>
                </a:lnTo>
                <a:lnTo>
                  <a:pt x="190997" y="42684"/>
                </a:lnTo>
                <a:lnTo>
                  <a:pt x="190598" y="42669"/>
                </a:lnTo>
                <a:lnTo>
                  <a:pt x="190194" y="42663"/>
                </a:lnTo>
                <a:lnTo>
                  <a:pt x="189298" y="42695"/>
                </a:lnTo>
                <a:lnTo>
                  <a:pt x="188405" y="42791"/>
                </a:lnTo>
                <a:lnTo>
                  <a:pt x="187513" y="42950"/>
                </a:lnTo>
                <a:lnTo>
                  <a:pt x="186624" y="43172"/>
                </a:lnTo>
                <a:lnTo>
                  <a:pt x="185736" y="43458"/>
                </a:lnTo>
                <a:lnTo>
                  <a:pt x="184850" y="43808"/>
                </a:lnTo>
                <a:lnTo>
                  <a:pt x="183965" y="44221"/>
                </a:lnTo>
                <a:lnTo>
                  <a:pt x="183083" y="44698"/>
                </a:lnTo>
                <a:lnTo>
                  <a:pt x="182203" y="45238"/>
                </a:lnTo>
                <a:lnTo>
                  <a:pt x="181324" y="45842"/>
                </a:lnTo>
                <a:lnTo>
                  <a:pt x="180447" y="46510"/>
                </a:lnTo>
                <a:lnTo>
                  <a:pt x="179572" y="47241"/>
                </a:lnTo>
                <a:lnTo>
                  <a:pt x="178699" y="48036"/>
                </a:lnTo>
                <a:lnTo>
                  <a:pt x="177828" y="48894"/>
                </a:lnTo>
                <a:lnTo>
                  <a:pt x="176959" y="49816"/>
                </a:lnTo>
                <a:lnTo>
                  <a:pt x="176091" y="50801"/>
                </a:lnTo>
                <a:lnTo>
                  <a:pt x="175225" y="51850"/>
                </a:lnTo>
                <a:lnTo>
                  <a:pt x="174362" y="52963"/>
                </a:lnTo>
                <a:lnTo>
                  <a:pt x="173500" y="54139"/>
                </a:lnTo>
                <a:lnTo>
                  <a:pt x="172639" y="55379"/>
                </a:lnTo>
                <a:lnTo>
                  <a:pt x="171781" y="56682"/>
                </a:lnTo>
                <a:lnTo>
                  <a:pt x="170925" y="58049"/>
                </a:lnTo>
                <a:lnTo>
                  <a:pt x="170070" y="59479"/>
                </a:lnTo>
                <a:lnTo>
                  <a:pt x="169218" y="60973"/>
                </a:lnTo>
                <a:lnTo>
                  <a:pt x="169218" y="42663"/>
                </a:lnTo>
                <a:lnTo>
                  <a:pt x="165484" y="42663"/>
                </a:lnTo>
                <a:lnTo>
                  <a:pt x="140864" y="52596"/>
                </a:lnTo>
                <a:lnTo>
                  <a:pt x="141753" y="55790"/>
                </a:lnTo>
                <a:lnTo>
                  <a:pt x="142041" y="55682"/>
                </a:lnTo>
                <a:lnTo>
                  <a:pt x="142326" y="55578"/>
                </a:lnTo>
                <a:lnTo>
                  <a:pt x="142608" y="55478"/>
                </a:lnTo>
                <a:lnTo>
                  <a:pt x="142889" y="55384"/>
                </a:lnTo>
                <a:lnTo>
                  <a:pt x="143166" y="55294"/>
                </a:lnTo>
                <a:lnTo>
                  <a:pt x="143442" y="55208"/>
                </a:lnTo>
                <a:lnTo>
                  <a:pt x="143714" y="55127"/>
                </a:lnTo>
                <a:lnTo>
                  <a:pt x="143985" y="55051"/>
                </a:lnTo>
                <a:lnTo>
                  <a:pt x="144253" y="54979"/>
                </a:lnTo>
                <a:lnTo>
                  <a:pt x="144518" y="54913"/>
                </a:lnTo>
                <a:lnTo>
                  <a:pt x="144781" y="54850"/>
                </a:lnTo>
                <a:lnTo>
                  <a:pt x="145042" y="54792"/>
                </a:lnTo>
                <a:lnTo>
                  <a:pt x="145300" y="54739"/>
                </a:lnTo>
                <a:lnTo>
                  <a:pt x="145555" y="54691"/>
                </a:lnTo>
                <a:lnTo>
                  <a:pt x="145808" y="54647"/>
                </a:lnTo>
                <a:lnTo>
                  <a:pt x="146059" y="54608"/>
                </a:lnTo>
                <a:lnTo>
                  <a:pt x="146307" y="54573"/>
                </a:lnTo>
                <a:lnTo>
                  <a:pt x="146553" y="54543"/>
                </a:lnTo>
                <a:lnTo>
                  <a:pt x="146796" y="54518"/>
                </a:lnTo>
                <a:lnTo>
                  <a:pt x="147036" y="54497"/>
                </a:lnTo>
                <a:lnTo>
                  <a:pt x="147275" y="54481"/>
                </a:lnTo>
                <a:lnTo>
                  <a:pt x="147511" y="54469"/>
                </a:lnTo>
                <a:lnTo>
                  <a:pt x="147744" y="54462"/>
                </a:lnTo>
                <a:lnTo>
                  <a:pt x="147975" y="54460"/>
                </a:lnTo>
                <a:lnTo>
                  <a:pt x="148166" y="54462"/>
                </a:lnTo>
                <a:lnTo>
                  <a:pt x="148355" y="54468"/>
                </a:lnTo>
                <a:lnTo>
                  <a:pt x="148541" y="54479"/>
                </a:lnTo>
                <a:lnTo>
                  <a:pt x="148724" y="54494"/>
                </a:lnTo>
                <a:lnTo>
                  <a:pt x="148905" y="54514"/>
                </a:lnTo>
                <a:lnTo>
                  <a:pt x="149083" y="54537"/>
                </a:lnTo>
                <a:lnTo>
                  <a:pt x="149258" y="54565"/>
                </a:lnTo>
                <a:lnTo>
                  <a:pt x="149431" y="54598"/>
                </a:lnTo>
                <a:lnTo>
                  <a:pt x="149602" y="54634"/>
                </a:lnTo>
                <a:lnTo>
                  <a:pt x="149769" y="54675"/>
                </a:lnTo>
                <a:lnTo>
                  <a:pt x="149934" y="54721"/>
                </a:lnTo>
                <a:lnTo>
                  <a:pt x="150097" y="54770"/>
                </a:lnTo>
                <a:lnTo>
                  <a:pt x="150257" y="54824"/>
                </a:lnTo>
                <a:lnTo>
                  <a:pt x="150414" y="54882"/>
                </a:lnTo>
                <a:lnTo>
                  <a:pt x="150568" y="54945"/>
                </a:lnTo>
                <a:lnTo>
                  <a:pt x="150720" y="55012"/>
                </a:lnTo>
                <a:lnTo>
                  <a:pt x="150869" y="55083"/>
                </a:lnTo>
                <a:lnTo>
                  <a:pt x="151016" y="55158"/>
                </a:lnTo>
                <a:lnTo>
                  <a:pt x="151160" y="55238"/>
                </a:lnTo>
                <a:lnTo>
                  <a:pt x="151302" y="55322"/>
                </a:lnTo>
                <a:lnTo>
                  <a:pt x="151440" y="55410"/>
                </a:lnTo>
                <a:lnTo>
                  <a:pt x="151577" y="55503"/>
                </a:lnTo>
                <a:lnTo>
                  <a:pt x="151710" y="55600"/>
                </a:lnTo>
                <a:lnTo>
                  <a:pt x="151841" y="55701"/>
                </a:lnTo>
                <a:lnTo>
                  <a:pt x="151969" y="55807"/>
                </a:lnTo>
                <a:lnTo>
                  <a:pt x="152093" y="55918"/>
                </a:lnTo>
                <a:lnTo>
                  <a:pt x="152215" y="56035"/>
                </a:lnTo>
                <a:lnTo>
                  <a:pt x="152332" y="56156"/>
                </a:lnTo>
                <a:lnTo>
                  <a:pt x="152447" y="56282"/>
                </a:lnTo>
                <a:lnTo>
                  <a:pt x="152558" y="56414"/>
                </a:lnTo>
                <a:lnTo>
                  <a:pt x="152665" y="56550"/>
                </a:lnTo>
                <a:lnTo>
                  <a:pt x="152769" y="56692"/>
                </a:lnTo>
                <a:lnTo>
                  <a:pt x="152870" y="56838"/>
                </a:lnTo>
                <a:lnTo>
                  <a:pt x="152967" y="56990"/>
                </a:lnTo>
                <a:lnTo>
                  <a:pt x="153061" y="57147"/>
                </a:lnTo>
                <a:lnTo>
                  <a:pt x="153152" y="57309"/>
                </a:lnTo>
                <a:lnTo>
                  <a:pt x="153239" y="57476"/>
                </a:lnTo>
                <a:lnTo>
                  <a:pt x="153323" y="57648"/>
                </a:lnTo>
                <a:lnTo>
                  <a:pt x="153403" y="57825"/>
                </a:lnTo>
                <a:lnTo>
                  <a:pt x="153480" y="58007"/>
                </a:lnTo>
                <a:lnTo>
                  <a:pt x="153554" y="58195"/>
                </a:lnTo>
                <a:lnTo>
                  <a:pt x="153624" y="58387"/>
                </a:lnTo>
                <a:lnTo>
                  <a:pt x="153691" y="58585"/>
                </a:lnTo>
                <a:lnTo>
                  <a:pt x="153754" y="58787"/>
                </a:lnTo>
                <a:lnTo>
                  <a:pt x="153815" y="58995"/>
                </a:lnTo>
                <a:lnTo>
                  <a:pt x="153871" y="59208"/>
                </a:lnTo>
                <a:lnTo>
                  <a:pt x="153924" y="59425"/>
                </a:lnTo>
                <a:lnTo>
                  <a:pt x="153974" y="59648"/>
                </a:lnTo>
                <a:lnTo>
                  <a:pt x="154021" y="59893"/>
                </a:lnTo>
                <a:lnTo>
                  <a:pt x="154066" y="60178"/>
                </a:lnTo>
                <a:lnTo>
                  <a:pt x="154110" y="60503"/>
                </a:lnTo>
                <a:lnTo>
                  <a:pt x="154151" y="60868"/>
                </a:lnTo>
                <a:lnTo>
                  <a:pt x="154190" y="61273"/>
                </a:lnTo>
                <a:lnTo>
                  <a:pt x="154227" y="61718"/>
                </a:lnTo>
                <a:lnTo>
                  <a:pt x="154262" y="62202"/>
                </a:lnTo>
                <a:lnTo>
                  <a:pt x="154295" y="62726"/>
                </a:lnTo>
                <a:lnTo>
                  <a:pt x="154326" y="63291"/>
                </a:lnTo>
                <a:lnTo>
                  <a:pt x="154355" y="63895"/>
                </a:lnTo>
                <a:lnTo>
                  <a:pt x="154382" y="64539"/>
                </a:lnTo>
                <a:lnTo>
                  <a:pt x="154408" y="65223"/>
                </a:lnTo>
                <a:lnTo>
                  <a:pt x="154431" y="65947"/>
                </a:lnTo>
                <a:lnTo>
                  <a:pt x="154452" y="66710"/>
                </a:lnTo>
                <a:lnTo>
                  <a:pt x="154471" y="67514"/>
                </a:lnTo>
                <a:lnTo>
                  <a:pt x="154488" y="68358"/>
                </a:lnTo>
                <a:lnTo>
                  <a:pt x="154503" y="69241"/>
                </a:lnTo>
                <a:lnTo>
                  <a:pt x="154516" y="70164"/>
                </a:lnTo>
                <a:lnTo>
                  <a:pt x="154527" y="71127"/>
                </a:lnTo>
                <a:lnTo>
                  <a:pt x="154536" y="72130"/>
                </a:lnTo>
                <a:lnTo>
                  <a:pt x="154543" y="73173"/>
                </a:lnTo>
                <a:lnTo>
                  <a:pt x="154548" y="74256"/>
                </a:lnTo>
                <a:lnTo>
                  <a:pt x="154551" y="75379"/>
                </a:lnTo>
                <a:lnTo>
                  <a:pt x="154552" y="76541"/>
                </a:lnTo>
                <a:lnTo>
                  <a:pt x="154552" y="108025"/>
                </a:lnTo>
                <a:lnTo>
                  <a:pt x="154551" y="108607"/>
                </a:lnTo>
                <a:lnTo>
                  <a:pt x="154549" y="109169"/>
                </a:lnTo>
                <a:lnTo>
                  <a:pt x="154545" y="109711"/>
                </a:lnTo>
                <a:lnTo>
                  <a:pt x="154540" y="110235"/>
                </a:lnTo>
                <a:lnTo>
                  <a:pt x="154533" y="110739"/>
                </a:lnTo>
                <a:lnTo>
                  <a:pt x="154524" y="111223"/>
                </a:lnTo>
                <a:lnTo>
                  <a:pt x="154514" y="111688"/>
                </a:lnTo>
                <a:lnTo>
                  <a:pt x="154503" y="112134"/>
                </a:lnTo>
                <a:lnTo>
                  <a:pt x="154489" y="112560"/>
                </a:lnTo>
                <a:lnTo>
                  <a:pt x="154475" y="112967"/>
                </a:lnTo>
                <a:lnTo>
                  <a:pt x="154459" y="113355"/>
                </a:lnTo>
                <a:lnTo>
                  <a:pt x="154441" y="113723"/>
                </a:lnTo>
                <a:lnTo>
                  <a:pt x="154422" y="114071"/>
                </a:lnTo>
                <a:lnTo>
                  <a:pt x="154401" y="114401"/>
                </a:lnTo>
                <a:lnTo>
                  <a:pt x="154378" y="114711"/>
                </a:lnTo>
                <a:lnTo>
                  <a:pt x="154354" y="115001"/>
                </a:lnTo>
                <a:lnTo>
                  <a:pt x="154329" y="115272"/>
                </a:lnTo>
                <a:lnTo>
                  <a:pt x="154302" y="115524"/>
                </a:lnTo>
                <a:lnTo>
                  <a:pt x="154273" y="115756"/>
                </a:lnTo>
                <a:lnTo>
                  <a:pt x="154243" y="115969"/>
                </a:lnTo>
                <a:lnTo>
                  <a:pt x="154212" y="116163"/>
                </a:lnTo>
                <a:lnTo>
                  <a:pt x="154179" y="116337"/>
                </a:lnTo>
                <a:lnTo>
                  <a:pt x="154144" y="116492"/>
                </a:lnTo>
                <a:lnTo>
                  <a:pt x="154108" y="116627"/>
                </a:lnTo>
                <a:lnTo>
                  <a:pt x="154031" y="116883"/>
                </a:lnTo>
                <a:lnTo>
                  <a:pt x="153950" y="117133"/>
                </a:lnTo>
                <a:lnTo>
                  <a:pt x="153864" y="117377"/>
                </a:lnTo>
                <a:lnTo>
                  <a:pt x="153774" y="117616"/>
                </a:lnTo>
                <a:lnTo>
                  <a:pt x="153679" y="117848"/>
                </a:lnTo>
                <a:lnTo>
                  <a:pt x="153580" y="118075"/>
                </a:lnTo>
                <a:lnTo>
                  <a:pt x="153476" y="118295"/>
                </a:lnTo>
                <a:lnTo>
                  <a:pt x="153367" y="118510"/>
                </a:lnTo>
                <a:lnTo>
                  <a:pt x="153253" y="118719"/>
                </a:lnTo>
                <a:lnTo>
                  <a:pt x="153135" y="118922"/>
                </a:lnTo>
                <a:lnTo>
                  <a:pt x="153013" y="119120"/>
                </a:lnTo>
                <a:lnTo>
                  <a:pt x="152885" y="119311"/>
                </a:lnTo>
                <a:lnTo>
                  <a:pt x="152753" y="119497"/>
                </a:lnTo>
                <a:lnTo>
                  <a:pt x="152617" y="119676"/>
                </a:lnTo>
                <a:lnTo>
                  <a:pt x="152476" y="119850"/>
                </a:lnTo>
                <a:lnTo>
                  <a:pt x="152330" y="120018"/>
                </a:lnTo>
                <a:lnTo>
                  <a:pt x="152179" y="120181"/>
                </a:lnTo>
                <a:lnTo>
                  <a:pt x="152024" y="120337"/>
                </a:lnTo>
                <a:lnTo>
                  <a:pt x="151865" y="120487"/>
                </a:lnTo>
                <a:lnTo>
                  <a:pt x="151700" y="120632"/>
                </a:lnTo>
                <a:lnTo>
                  <a:pt x="151531" y="120771"/>
                </a:lnTo>
                <a:lnTo>
                  <a:pt x="151358" y="120904"/>
                </a:lnTo>
                <a:lnTo>
                  <a:pt x="151180" y="121031"/>
                </a:lnTo>
                <a:lnTo>
                  <a:pt x="150997" y="121152"/>
                </a:lnTo>
                <a:lnTo>
                  <a:pt x="150739" y="121311"/>
                </a:lnTo>
                <a:lnTo>
                  <a:pt x="150471" y="121463"/>
                </a:lnTo>
                <a:lnTo>
                  <a:pt x="150191" y="121609"/>
                </a:lnTo>
                <a:lnTo>
                  <a:pt x="149900" y="121748"/>
                </a:lnTo>
                <a:lnTo>
                  <a:pt x="149599" y="121880"/>
                </a:lnTo>
                <a:lnTo>
                  <a:pt x="149286" y="122005"/>
                </a:lnTo>
                <a:lnTo>
                  <a:pt x="148962" y="122124"/>
                </a:lnTo>
                <a:lnTo>
                  <a:pt x="148626" y="122235"/>
                </a:lnTo>
                <a:lnTo>
                  <a:pt x="148280" y="122340"/>
                </a:lnTo>
                <a:lnTo>
                  <a:pt x="147923" y="122438"/>
                </a:lnTo>
                <a:lnTo>
                  <a:pt x="147554" y="122530"/>
                </a:lnTo>
                <a:lnTo>
                  <a:pt x="147175" y="122614"/>
                </a:lnTo>
                <a:lnTo>
                  <a:pt x="146784" y="122692"/>
                </a:lnTo>
                <a:lnTo>
                  <a:pt x="146382" y="122763"/>
                </a:lnTo>
                <a:lnTo>
                  <a:pt x="145969" y="122828"/>
                </a:lnTo>
                <a:lnTo>
                  <a:pt x="145545" y="122885"/>
                </a:lnTo>
                <a:lnTo>
                  <a:pt x="145110" y="122936"/>
                </a:lnTo>
                <a:lnTo>
                  <a:pt x="144664" y="122980"/>
                </a:lnTo>
                <a:lnTo>
                  <a:pt x="144206" y="123017"/>
                </a:lnTo>
                <a:lnTo>
                  <a:pt x="143738" y="123048"/>
                </a:lnTo>
                <a:lnTo>
                  <a:pt x="143258" y="123071"/>
                </a:lnTo>
                <a:lnTo>
                  <a:pt x="142768" y="123088"/>
                </a:lnTo>
                <a:lnTo>
                  <a:pt x="142266" y="123098"/>
                </a:lnTo>
                <a:lnTo>
                  <a:pt x="141753" y="123102"/>
                </a:lnTo>
                <a:lnTo>
                  <a:pt x="141753" y="126390"/>
                </a:lnTo>
                <a:lnTo>
                  <a:pt x="183439" y="126390"/>
                </a:lnTo>
                <a:lnTo>
                  <a:pt x="183439" y="123102"/>
                </a:lnTo>
                <a:lnTo>
                  <a:pt x="182984" y="123099"/>
                </a:lnTo>
                <a:lnTo>
                  <a:pt x="182538" y="123091"/>
                </a:lnTo>
                <a:lnTo>
                  <a:pt x="182101" y="123077"/>
                </a:lnTo>
                <a:lnTo>
                  <a:pt x="181673" y="123058"/>
                </a:lnTo>
                <a:lnTo>
                  <a:pt x="181254" y="123033"/>
                </a:lnTo>
                <a:lnTo>
                  <a:pt x="180844" y="123002"/>
                </a:lnTo>
                <a:lnTo>
                  <a:pt x="180443" y="122966"/>
                </a:lnTo>
                <a:lnTo>
                  <a:pt x="180051" y="122925"/>
                </a:lnTo>
                <a:lnTo>
                  <a:pt x="179668" y="122878"/>
                </a:lnTo>
                <a:lnTo>
                  <a:pt x="179294" y="122825"/>
                </a:lnTo>
                <a:lnTo>
                  <a:pt x="178929" y="122767"/>
                </a:lnTo>
                <a:lnTo>
                  <a:pt x="178572" y="122703"/>
                </a:lnTo>
                <a:lnTo>
                  <a:pt x="178225" y="122634"/>
                </a:lnTo>
                <a:lnTo>
                  <a:pt x="177887" y="122559"/>
                </a:lnTo>
                <a:lnTo>
                  <a:pt x="177557" y="122479"/>
                </a:lnTo>
                <a:lnTo>
                  <a:pt x="177237" y="122393"/>
                </a:lnTo>
                <a:lnTo>
                  <a:pt x="176925" y="122302"/>
                </a:lnTo>
                <a:lnTo>
                  <a:pt x="176623" y="122205"/>
                </a:lnTo>
                <a:lnTo>
                  <a:pt x="176329" y="122103"/>
                </a:lnTo>
                <a:lnTo>
                  <a:pt x="176044" y="121995"/>
                </a:lnTo>
                <a:lnTo>
                  <a:pt x="175768" y="121881"/>
                </a:lnTo>
                <a:lnTo>
                  <a:pt x="175502" y="121762"/>
                </a:lnTo>
                <a:lnTo>
                  <a:pt x="175244" y="121638"/>
                </a:lnTo>
                <a:lnTo>
                  <a:pt x="174995" y="121508"/>
                </a:lnTo>
                <a:lnTo>
                  <a:pt x="174754" y="121373"/>
                </a:lnTo>
                <a:lnTo>
                  <a:pt x="174518" y="121236"/>
                </a:lnTo>
                <a:lnTo>
                  <a:pt x="174289" y="121096"/>
                </a:lnTo>
                <a:lnTo>
                  <a:pt x="174067" y="120953"/>
                </a:lnTo>
                <a:lnTo>
                  <a:pt x="173850" y="120807"/>
                </a:lnTo>
                <a:lnTo>
                  <a:pt x="173639" y="120659"/>
                </a:lnTo>
                <a:lnTo>
                  <a:pt x="173435" y="120508"/>
                </a:lnTo>
                <a:lnTo>
                  <a:pt x="173237" y="120354"/>
                </a:lnTo>
                <a:lnTo>
                  <a:pt x="173045" y="120198"/>
                </a:lnTo>
                <a:lnTo>
                  <a:pt x="172859" y="120038"/>
                </a:lnTo>
                <a:lnTo>
                  <a:pt x="172680" y="119876"/>
                </a:lnTo>
                <a:lnTo>
                  <a:pt x="172506" y="119711"/>
                </a:lnTo>
                <a:lnTo>
                  <a:pt x="172339" y="119543"/>
                </a:lnTo>
                <a:lnTo>
                  <a:pt x="172178" y="119373"/>
                </a:lnTo>
                <a:lnTo>
                  <a:pt x="172023" y="119200"/>
                </a:lnTo>
                <a:lnTo>
                  <a:pt x="171874" y="119024"/>
                </a:lnTo>
                <a:lnTo>
                  <a:pt x="171732" y="118845"/>
                </a:lnTo>
                <a:lnTo>
                  <a:pt x="171595" y="118663"/>
                </a:lnTo>
                <a:lnTo>
                  <a:pt x="171465" y="118479"/>
                </a:lnTo>
                <a:lnTo>
                  <a:pt x="171341" y="118292"/>
                </a:lnTo>
                <a:lnTo>
                  <a:pt x="171223" y="118102"/>
                </a:lnTo>
                <a:lnTo>
                  <a:pt x="171111" y="117910"/>
                </a:lnTo>
                <a:lnTo>
                  <a:pt x="171006" y="117714"/>
                </a:lnTo>
                <a:lnTo>
                  <a:pt x="170906" y="117516"/>
                </a:lnTo>
                <a:lnTo>
                  <a:pt x="170768" y="117222"/>
                </a:lnTo>
                <a:lnTo>
                  <a:pt x="170637" y="116917"/>
                </a:lnTo>
                <a:lnTo>
                  <a:pt x="170510" y="116600"/>
                </a:lnTo>
                <a:lnTo>
                  <a:pt x="170390" y="116272"/>
                </a:lnTo>
                <a:lnTo>
                  <a:pt x="170276" y="115933"/>
                </a:lnTo>
                <a:lnTo>
                  <a:pt x="170167" y="115582"/>
                </a:lnTo>
                <a:lnTo>
                  <a:pt x="170065" y="115220"/>
                </a:lnTo>
                <a:lnTo>
                  <a:pt x="169968" y="114847"/>
                </a:lnTo>
                <a:lnTo>
                  <a:pt x="169877" y="114462"/>
                </a:lnTo>
                <a:lnTo>
                  <a:pt x="169792" y="114065"/>
                </a:lnTo>
                <a:lnTo>
                  <a:pt x="169713" y="113658"/>
                </a:lnTo>
                <a:lnTo>
                  <a:pt x="169640" y="113239"/>
                </a:lnTo>
                <a:lnTo>
                  <a:pt x="169572" y="112808"/>
                </a:lnTo>
                <a:lnTo>
                  <a:pt x="169511" y="112366"/>
                </a:lnTo>
                <a:lnTo>
                  <a:pt x="169455" y="111913"/>
                </a:lnTo>
                <a:lnTo>
                  <a:pt x="169405" y="111449"/>
                </a:lnTo>
                <a:lnTo>
                  <a:pt x="169361" y="110973"/>
                </a:lnTo>
                <a:lnTo>
                  <a:pt x="169323" y="110485"/>
                </a:lnTo>
                <a:lnTo>
                  <a:pt x="169291" y="109987"/>
                </a:lnTo>
                <a:lnTo>
                  <a:pt x="169264" y="109477"/>
                </a:lnTo>
                <a:lnTo>
                  <a:pt x="169244" y="108955"/>
                </a:lnTo>
                <a:lnTo>
                  <a:pt x="169229" y="108422"/>
                </a:lnTo>
                <a:lnTo>
                  <a:pt x="169220" y="107878"/>
                </a:lnTo>
                <a:lnTo>
                  <a:pt x="169218" y="107322"/>
                </a:lnTo>
                <a:lnTo>
                  <a:pt x="169218" y="68403"/>
                </a:lnTo>
                <a:lnTo>
                  <a:pt x="169573" y="67717"/>
                </a:lnTo>
                <a:lnTo>
                  <a:pt x="169927" y="67047"/>
                </a:lnTo>
                <a:lnTo>
                  <a:pt x="170280" y="66393"/>
                </a:lnTo>
                <a:lnTo>
                  <a:pt x="170632" y="65756"/>
                </a:lnTo>
                <a:lnTo>
                  <a:pt x="170984" y="65135"/>
                </a:lnTo>
                <a:lnTo>
                  <a:pt x="171334" y="64530"/>
                </a:lnTo>
                <a:lnTo>
                  <a:pt x="171684" y="63942"/>
                </a:lnTo>
                <a:lnTo>
                  <a:pt x="172032" y="63370"/>
                </a:lnTo>
                <a:lnTo>
                  <a:pt x="172380" y="62814"/>
                </a:lnTo>
                <a:lnTo>
                  <a:pt x="172727" y="62275"/>
                </a:lnTo>
                <a:lnTo>
                  <a:pt x="173072" y="61752"/>
                </a:lnTo>
                <a:lnTo>
                  <a:pt x="173417" y="61245"/>
                </a:lnTo>
                <a:lnTo>
                  <a:pt x="173761" y="60754"/>
                </a:lnTo>
                <a:lnTo>
                  <a:pt x="174104" y="60280"/>
                </a:lnTo>
                <a:lnTo>
                  <a:pt x="174446" y="59822"/>
                </a:lnTo>
                <a:lnTo>
                  <a:pt x="174787" y="59380"/>
                </a:lnTo>
                <a:lnTo>
                  <a:pt x="175128" y="58955"/>
                </a:lnTo>
                <a:lnTo>
                  <a:pt x="175467" y="58546"/>
                </a:lnTo>
                <a:lnTo>
                  <a:pt x="175805" y="58153"/>
                </a:lnTo>
                <a:lnTo>
                  <a:pt x="176143" y="57777"/>
                </a:lnTo>
                <a:lnTo>
                  <a:pt x="176479" y="57417"/>
                </a:lnTo>
                <a:lnTo>
                  <a:pt x="176815" y="57073"/>
                </a:lnTo>
                <a:lnTo>
                  <a:pt x="177150" y="56746"/>
                </a:lnTo>
                <a:lnTo>
                  <a:pt x="177484" y="56435"/>
                </a:lnTo>
                <a:lnTo>
                  <a:pt x="177639" y="56290"/>
                </a:lnTo>
                <a:lnTo>
                  <a:pt x="177793" y="56152"/>
                </a:lnTo>
                <a:lnTo>
                  <a:pt x="177946" y="56019"/>
                </a:lnTo>
                <a:lnTo>
                  <a:pt x="178098" y="55893"/>
                </a:lnTo>
                <a:lnTo>
                  <a:pt x="178250" y="55773"/>
                </a:lnTo>
                <a:lnTo>
                  <a:pt x="178400" y="55659"/>
                </a:lnTo>
                <a:lnTo>
                  <a:pt x="178550" y="55552"/>
                </a:lnTo>
                <a:lnTo>
                  <a:pt x="178698" y="55450"/>
                </a:lnTo>
                <a:lnTo>
                  <a:pt x="178846" y="55355"/>
                </a:lnTo>
                <a:lnTo>
                  <a:pt x="178993" y="55266"/>
                </a:lnTo>
                <a:lnTo>
                  <a:pt x="179139" y="55182"/>
                </a:lnTo>
                <a:lnTo>
                  <a:pt x="179283" y="55106"/>
                </a:lnTo>
                <a:lnTo>
                  <a:pt x="179427" y="55035"/>
                </a:lnTo>
                <a:lnTo>
                  <a:pt x="179570" y="54970"/>
                </a:lnTo>
                <a:lnTo>
                  <a:pt x="179713" y="54912"/>
                </a:lnTo>
                <a:lnTo>
                  <a:pt x="179854" y="54859"/>
                </a:lnTo>
                <a:lnTo>
                  <a:pt x="179994" y="54813"/>
                </a:lnTo>
                <a:lnTo>
                  <a:pt x="180133" y="54773"/>
                </a:lnTo>
                <a:lnTo>
                  <a:pt x="180272" y="54739"/>
                </a:lnTo>
                <a:lnTo>
                  <a:pt x="180409" y="54712"/>
                </a:lnTo>
                <a:lnTo>
                  <a:pt x="180546" y="54690"/>
                </a:lnTo>
                <a:lnTo>
                  <a:pt x="180681" y="54675"/>
                </a:lnTo>
                <a:lnTo>
                  <a:pt x="180816" y="54666"/>
                </a:lnTo>
                <a:lnTo>
                  <a:pt x="180950" y="54663"/>
                </a:lnTo>
                <a:lnTo>
                  <a:pt x="181109" y="54668"/>
                </a:lnTo>
                <a:lnTo>
                  <a:pt x="181275" y="54684"/>
                </a:lnTo>
                <a:lnTo>
                  <a:pt x="181448" y="54710"/>
                </a:lnTo>
                <a:lnTo>
                  <a:pt x="181628" y="54748"/>
                </a:lnTo>
                <a:lnTo>
                  <a:pt x="181814" y="54796"/>
                </a:lnTo>
                <a:lnTo>
                  <a:pt x="182008" y="54854"/>
                </a:lnTo>
                <a:lnTo>
                  <a:pt x="182209" y="54923"/>
                </a:lnTo>
                <a:lnTo>
                  <a:pt x="182417" y="55003"/>
                </a:lnTo>
                <a:lnTo>
                  <a:pt x="182631" y="55094"/>
                </a:lnTo>
                <a:lnTo>
                  <a:pt x="182853" y="55195"/>
                </a:lnTo>
                <a:lnTo>
                  <a:pt x="183081" y="55307"/>
                </a:lnTo>
                <a:lnTo>
                  <a:pt x="183316" y="55429"/>
                </a:lnTo>
                <a:lnTo>
                  <a:pt x="183559" y="55562"/>
                </a:lnTo>
                <a:lnTo>
                  <a:pt x="183808" y="55706"/>
                </a:lnTo>
                <a:lnTo>
                  <a:pt x="184064" y="55860"/>
                </a:lnTo>
                <a:lnTo>
                  <a:pt x="184327" y="56025"/>
                </a:lnTo>
                <a:lnTo>
                  <a:pt x="184598" y="56201"/>
                </a:lnTo>
                <a:lnTo>
                  <a:pt x="184875" y="56387"/>
                </a:lnTo>
                <a:lnTo>
                  <a:pt x="185159" y="56584"/>
                </a:lnTo>
                <a:lnTo>
                  <a:pt x="185450" y="56792"/>
                </a:lnTo>
                <a:lnTo>
                  <a:pt x="185748" y="57010"/>
                </a:lnTo>
                <a:lnTo>
                  <a:pt x="186052" y="57239"/>
                </a:lnTo>
                <a:lnTo>
                  <a:pt x="186364" y="57479"/>
                </a:lnTo>
                <a:lnTo>
                  <a:pt x="186683" y="57729"/>
                </a:lnTo>
                <a:lnTo>
                  <a:pt x="187004" y="57979"/>
                </a:lnTo>
                <a:lnTo>
                  <a:pt x="187322" y="58219"/>
                </a:lnTo>
                <a:lnTo>
                  <a:pt x="187638" y="58448"/>
                </a:lnTo>
                <a:lnTo>
                  <a:pt x="187951" y="58666"/>
                </a:lnTo>
                <a:lnTo>
                  <a:pt x="188261" y="58874"/>
                </a:lnTo>
                <a:lnTo>
                  <a:pt x="188569" y="59071"/>
                </a:lnTo>
                <a:lnTo>
                  <a:pt x="188874" y="59257"/>
                </a:lnTo>
                <a:lnTo>
                  <a:pt x="189176" y="59433"/>
                </a:lnTo>
                <a:lnTo>
                  <a:pt x="189476" y="59598"/>
                </a:lnTo>
                <a:lnTo>
                  <a:pt x="189774" y="59752"/>
                </a:lnTo>
                <a:lnTo>
                  <a:pt x="190068" y="59896"/>
                </a:lnTo>
                <a:lnTo>
                  <a:pt x="190360" y="60029"/>
                </a:lnTo>
                <a:lnTo>
                  <a:pt x="190650" y="60151"/>
                </a:lnTo>
                <a:lnTo>
                  <a:pt x="190937" y="60263"/>
                </a:lnTo>
                <a:lnTo>
                  <a:pt x="191221" y="60364"/>
                </a:lnTo>
                <a:lnTo>
                  <a:pt x="191502" y="60455"/>
                </a:lnTo>
                <a:lnTo>
                  <a:pt x="191781" y="60535"/>
                </a:lnTo>
                <a:lnTo>
                  <a:pt x="192057" y="60604"/>
                </a:lnTo>
                <a:lnTo>
                  <a:pt x="192331" y="60662"/>
                </a:lnTo>
                <a:lnTo>
                  <a:pt x="192602" y="60710"/>
                </a:lnTo>
                <a:lnTo>
                  <a:pt x="192871" y="60748"/>
                </a:lnTo>
                <a:lnTo>
                  <a:pt x="193136" y="60774"/>
                </a:lnTo>
                <a:lnTo>
                  <a:pt x="193400" y="60790"/>
                </a:lnTo>
                <a:lnTo>
                  <a:pt x="193660" y="60795"/>
                </a:lnTo>
                <a:lnTo>
                  <a:pt x="193925" y="60791"/>
                </a:lnTo>
                <a:lnTo>
                  <a:pt x="194187" y="60779"/>
                </a:lnTo>
                <a:lnTo>
                  <a:pt x="194446" y="60758"/>
                </a:lnTo>
                <a:lnTo>
                  <a:pt x="194702" y="60729"/>
                </a:lnTo>
                <a:lnTo>
                  <a:pt x="194955" y="60691"/>
                </a:lnTo>
                <a:lnTo>
                  <a:pt x="195204" y="60645"/>
                </a:lnTo>
                <a:lnTo>
                  <a:pt x="195451" y="60591"/>
                </a:lnTo>
                <a:lnTo>
                  <a:pt x="195695" y="60529"/>
                </a:lnTo>
                <a:lnTo>
                  <a:pt x="195935" y="60458"/>
                </a:lnTo>
                <a:lnTo>
                  <a:pt x="196172" y="60379"/>
                </a:lnTo>
                <a:lnTo>
                  <a:pt x="196407" y="60291"/>
                </a:lnTo>
                <a:lnTo>
                  <a:pt x="196638" y="60195"/>
                </a:lnTo>
                <a:lnTo>
                  <a:pt x="196866" y="60091"/>
                </a:lnTo>
                <a:lnTo>
                  <a:pt x="197091" y="59979"/>
                </a:lnTo>
                <a:lnTo>
                  <a:pt x="197313" y="59858"/>
                </a:lnTo>
                <a:lnTo>
                  <a:pt x="197531" y="59729"/>
                </a:lnTo>
                <a:lnTo>
                  <a:pt x="197747" y="59591"/>
                </a:lnTo>
                <a:lnTo>
                  <a:pt x="197960" y="59446"/>
                </a:lnTo>
                <a:lnTo>
                  <a:pt x="198169" y="59291"/>
                </a:lnTo>
                <a:lnTo>
                  <a:pt x="198376" y="59129"/>
                </a:lnTo>
                <a:lnTo>
                  <a:pt x="198579" y="58958"/>
                </a:lnTo>
                <a:lnTo>
                  <a:pt x="198779" y="58779"/>
                </a:lnTo>
                <a:lnTo>
                  <a:pt x="198977" y="58591"/>
                </a:lnTo>
                <a:lnTo>
                  <a:pt x="199171" y="58396"/>
                </a:lnTo>
                <a:lnTo>
                  <a:pt x="199359" y="58194"/>
                </a:lnTo>
                <a:lnTo>
                  <a:pt x="199540" y="57988"/>
                </a:lnTo>
                <a:lnTo>
                  <a:pt x="199712" y="57779"/>
                </a:lnTo>
                <a:lnTo>
                  <a:pt x="199877" y="57566"/>
                </a:lnTo>
                <a:lnTo>
                  <a:pt x="200033" y="57349"/>
                </a:lnTo>
                <a:lnTo>
                  <a:pt x="200182" y="57129"/>
                </a:lnTo>
                <a:lnTo>
                  <a:pt x="200322" y="56905"/>
                </a:lnTo>
                <a:lnTo>
                  <a:pt x="200455" y="56677"/>
                </a:lnTo>
                <a:lnTo>
                  <a:pt x="200579" y="56446"/>
                </a:lnTo>
                <a:lnTo>
                  <a:pt x="200695" y="56211"/>
                </a:lnTo>
                <a:lnTo>
                  <a:pt x="200804" y="55972"/>
                </a:lnTo>
                <a:lnTo>
                  <a:pt x="200904" y="55729"/>
                </a:lnTo>
                <a:lnTo>
                  <a:pt x="200996" y="55483"/>
                </a:lnTo>
                <a:lnTo>
                  <a:pt x="201081" y="55233"/>
                </a:lnTo>
                <a:lnTo>
                  <a:pt x="201157" y="54979"/>
                </a:lnTo>
                <a:lnTo>
                  <a:pt x="201225" y="54722"/>
                </a:lnTo>
                <a:lnTo>
                  <a:pt x="201285" y="54461"/>
                </a:lnTo>
                <a:lnTo>
                  <a:pt x="201337" y="54196"/>
                </a:lnTo>
                <a:lnTo>
                  <a:pt x="201381" y="53927"/>
                </a:lnTo>
                <a:lnTo>
                  <a:pt x="201418" y="53655"/>
                </a:lnTo>
                <a:lnTo>
                  <a:pt x="201446" y="53379"/>
                </a:lnTo>
                <a:lnTo>
                  <a:pt x="201466" y="53100"/>
                </a:lnTo>
                <a:lnTo>
                  <a:pt x="201478" y="52816"/>
                </a:lnTo>
                <a:lnTo>
                  <a:pt x="201482" y="52529"/>
                </a:lnTo>
                <a:lnTo>
                  <a:pt x="201476" y="52205"/>
                </a:lnTo>
                <a:lnTo>
                  <a:pt x="201460" y="51884"/>
                </a:lnTo>
                <a:lnTo>
                  <a:pt x="201432" y="51566"/>
                </a:lnTo>
                <a:lnTo>
                  <a:pt x="201393" y="51252"/>
                </a:lnTo>
                <a:lnTo>
                  <a:pt x="201343" y="50940"/>
                </a:lnTo>
                <a:lnTo>
                  <a:pt x="201282" y="50632"/>
                </a:lnTo>
                <a:lnTo>
                  <a:pt x="201210" y="50327"/>
                </a:lnTo>
                <a:lnTo>
                  <a:pt x="201126" y="50026"/>
                </a:lnTo>
                <a:lnTo>
                  <a:pt x="201032" y="49728"/>
                </a:lnTo>
                <a:lnTo>
                  <a:pt x="200926" y="49432"/>
                </a:lnTo>
                <a:lnTo>
                  <a:pt x="200810" y="49141"/>
                </a:lnTo>
                <a:lnTo>
                  <a:pt x="200682" y="48852"/>
                </a:lnTo>
                <a:lnTo>
                  <a:pt x="200543" y="48566"/>
                </a:lnTo>
                <a:lnTo>
                  <a:pt x="200393" y="48284"/>
                </a:lnTo>
                <a:lnTo>
                  <a:pt x="200379" y="48259"/>
                </a:lnTo>
                <a:lnTo>
                  <a:pt x="200583" y="48261"/>
                </a:lnTo>
                <a:lnTo>
                  <a:pt x="201068" y="48269"/>
                </a:lnTo>
                <a:lnTo>
                  <a:pt x="201540" y="48282"/>
                </a:lnTo>
                <a:lnTo>
                  <a:pt x="201998" y="48299"/>
                </a:lnTo>
                <a:lnTo>
                  <a:pt x="202442" y="48321"/>
                </a:lnTo>
                <a:lnTo>
                  <a:pt x="202872" y="48347"/>
                </a:lnTo>
                <a:lnTo>
                  <a:pt x="203288" y="48378"/>
                </a:lnTo>
                <a:lnTo>
                  <a:pt x="203691" y="48413"/>
                </a:lnTo>
                <a:lnTo>
                  <a:pt x="204080" y="48452"/>
                </a:lnTo>
                <a:lnTo>
                  <a:pt x="204456" y="48496"/>
                </a:lnTo>
                <a:lnTo>
                  <a:pt x="204817" y="48545"/>
                </a:lnTo>
                <a:lnTo>
                  <a:pt x="205165" y="48598"/>
                </a:lnTo>
                <a:lnTo>
                  <a:pt x="205499" y="48655"/>
                </a:lnTo>
                <a:lnTo>
                  <a:pt x="205820" y="48717"/>
                </a:lnTo>
                <a:lnTo>
                  <a:pt x="206126" y="48784"/>
                </a:lnTo>
                <a:lnTo>
                  <a:pt x="206419" y="48855"/>
                </a:lnTo>
                <a:lnTo>
                  <a:pt x="206699" y="48930"/>
                </a:lnTo>
                <a:lnTo>
                  <a:pt x="206964" y="49010"/>
                </a:lnTo>
                <a:lnTo>
                  <a:pt x="207216" y="49094"/>
                </a:lnTo>
                <a:lnTo>
                  <a:pt x="207454" y="49183"/>
                </a:lnTo>
                <a:lnTo>
                  <a:pt x="207678" y="49276"/>
                </a:lnTo>
                <a:lnTo>
                  <a:pt x="207889" y="49374"/>
                </a:lnTo>
                <a:lnTo>
                  <a:pt x="208090" y="49476"/>
                </a:lnTo>
                <a:lnTo>
                  <a:pt x="208288" y="49581"/>
                </a:lnTo>
                <a:lnTo>
                  <a:pt x="208481" y="49690"/>
                </a:lnTo>
                <a:lnTo>
                  <a:pt x="208670" y="49802"/>
                </a:lnTo>
                <a:lnTo>
                  <a:pt x="208855" y="49918"/>
                </a:lnTo>
                <a:lnTo>
                  <a:pt x="209036" y="50038"/>
                </a:lnTo>
                <a:lnTo>
                  <a:pt x="209213" y="50161"/>
                </a:lnTo>
                <a:lnTo>
                  <a:pt x="209385" y="50288"/>
                </a:lnTo>
                <a:lnTo>
                  <a:pt x="209553" y="50418"/>
                </a:lnTo>
                <a:lnTo>
                  <a:pt x="209717" y="50551"/>
                </a:lnTo>
                <a:lnTo>
                  <a:pt x="209877" y="50689"/>
                </a:lnTo>
                <a:lnTo>
                  <a:pt x="210033" y="50830"/>
                </a:lnTo>
                <a:lnTo>
                  <a:pt x="210185" y="50974"/>
                </a:lnTo>
                <a:lnTo>
                  <a:pt x="210332" y="51122"/>
                </a:lnTo>
                <a:lnTo>
                  <a:pt x="210475" y="51273"/>
                </a:lnTo>
                <a:lnTo>
                  <a:pt x="210615" y="51428"/>
                </a:lnTo>
                <a:lnTo>
                  <a:pt x="210749" y="51587"/>
                </a:lnTo>
                <a:lnTo>
                  <a:pt x="210880" y="51749"/>
                </a:lnTo>
                <a:lnTo>
                  <a:pt x="211007" y="51915"/>
                </a:lnTo>
                <a:lnTo>
                  <a:pt x="211129" y="52084"/>
                </a:lnTo>
                <a:lnTo>
                  <a:pt x="211248" y="52256"/>
                </a:lnTo>
                <a:lnTo>
                  <a:pt x="211362" y="52433"/>
                </a:lnTo>
                <a:lnTo>
                  <a:pt x="211472" y="52613"/>
                </a:lnTo>
                <a:lnTo>
                  <a:pt x="211577" y="52796"/>
                </a:lnTo>
                <a:lnTo>
                  <a:pt x="211679" y="52987"/>
                </a:lnTo>
                <a:lnTo>
                  <a:pt x="211776" y="53191"/>
                </a:lnTo>
                <a:lnTo>
                  <a:pt x="211869" y="53407"/>
                </a:lnTo>
                <a:lnTo>
                  <a:pt x="211958" y="53635"/>
                </a:lnTo>
                <a:lnTo>
                  <a:pt x="212042" y="53876"/>
                </a:lnTo>
                <a:lnTo>
                  <a:pt x="212122" y="54129"/>
                </a:lnTo>
                <a:lnTo>
                  <a:pt x="212197" y="54395"/>
                </a:lnTo>
                <a:lnTo>
                  <a:pt x="212269" y="54672"/>
                </a:lnTo>
                <a:lnTo>
                  <a:pt x="212336" y="54963"/>
                </a:lnTo>
                <a:lnTo>
                  <a:pt x="212398" y="55265"/>
                </a:lnTo>
                <a:lnTo>
                  <a:pt x="212457" y="55580"/>
                </a:lnTo>
                <a:lnTo>
                  <a:pt x="212511" y="55907"/>
                </a:lnTo>
                <a:lnTo>
                  <a:pt x="212560" y="56246"/>
                </a:lnTo>
                <a:lnTo>
                  <a:pt x="212606" y="56598"/>
                </a:lnTo>
                <a:lnTo>
                  <a:pt x="212647" y="56962"/>
                </a:lnTo>
                <a:lnTo>
                  <a:pt x="212683" y="57339"/>
                </a:lnTo>
                <a:lnTo>
                  <a:pt x="212716" y="57728"/>
                </a:lnTo>
                <a:lnTo>
                  <a:pt x="212744" y="58129"/>
                </a:lnTo>
                <a:lnTo>
                  <a:pt x="212768" y="58543"/>
                </a:lnTo>
                <a:lnTo>
                  <a:pt x="212787" y="58968"/>
                </a:lnTo>
                <a:lnTo>
                  <a:pt x="212802" y="59407"/>
                </a:lnTo>
                <a:lnTo>
                  <a:pt x="212813" y="59857"/>
                </a:lnTo>
                <a:lnTo>
                  <a:pt x="212820" y="60320"/>
                </a:lnTo>
                <a:lnTo>
                  <a:pt x="212822" y="60795"/>
                </a:lnTo>
                <a:lnTo>
                  <a:pt x="212822" y="97148"/>
                </a:lnTo>
                <a:lnTo>
                  <a:pt x="212825" y="98087"/>
                </a:lnTo>
                <a:lnTo>
                  <a:pt x="212835" y="99009"/>
                </a:lnTo>
                <a:lnTo>
                  <a:pt x="212852" y="99912"/>
                </a:lnTo>
                <a:lnTo>
                  <a:pt x="212876" y="100797"/>
                </a:lnTo>
                <a:lnTo>
                  <a:pt x="212907" y="101665"/>
                </a:lnTo>
                <a:lnTo>
                  <a:pt x="212944" y="102514"/>
                </a:lnTo>
                <a:lnTo>
                  <a:pt x="212988" y="103346"/>
                </a:lnTo>
                <a:lnTo>
                  <a:pt x="213039" y="104160"/>
                </a:lnTo>
                <a:lnTo>
                  <a:pt x="213097" y="104956"/>
                </a:lnTo>
                <a:lnTo>
                  <a:pt x="213161" y="105734"/>
                </a:lnTo>
                <a:lnTo>
                  <a:pt x="213233" y="106494"/>
                </a:lnTo>
                <a:lnTo>
                  <a:pt x="213311" y="107236"/>
                </a:lnTo>
                <a:lnTo>
                  <a:pt x="213395" y="107961"/>
                </a:lnTo>
                <a:lnTo>
                  <a:pt x="213487" y="108667"/>
                </a:lnTo>
                <a:lnTo>
                  <a:pt x="213586" y="109356"/>
                </a:lnTo>
                <a:lnTo>
                  <a:pt x="213691" y="110026"/>
                </a:lnTo>
                <a:lnTo>
                  <a:pt x="213803" y="110679"/>
                </a:lnTo>
                <a:lnTo>
                  <a:pt x="213922" y="111314"/>
                </a:lnTo>
                <a:lnTo>
                  <a:pt x="214047" y="111931"/>
                </a:lnTo>
                <a:lnTo>
                  <a:pt x="214180" y="112530"/>
                </a:lnTo>
                <a:lnTo>
                  <a:pt x="214319" y="113111"/>
                </a:lnTo>
                <a:lnTo>
                  <a:pt x="214465" y="113674"/>
                </a:lnTo>
                <a:lnTo>
                  <a:pt x="214618" y="114219"/>
                </a:lnTo>
                <a:lnTo>
                  <a:pt x="214777" y="114747"/>
                </a:lnTo>
                <a:lnTo>
                  <a:pt x="214945" y="115261"/>
                </a:lnTo>
                <a:lnTo>
                  <a:pt x="215124" y="115768"/>
                </a:lnTo>
                <a:lnTo>
                  <a:pt x="215314" y="116267"/>
                </a:lnTo>
                <a:lnTo>
                  <a:pt x="215514" y="116758"/>
                </a:lnTo>
                <a:lnTo>
                  <a:pt x="215725" y="117241"/>
                </a:lnTo>
                <a:lnTo>
                  <a:pt x="215947" y="117716"/>
                </a:lnTo>
                <a:lnTo>
                  <a:pt x="216179" y="118183"/>
                </a:lnTo>
                <a:lnTo>
                  <a:pt x="216421" y="118643"/>
                </a:lnTo>
                <a:lnTo>
                  <a:pt x="216675" y="119094"/>
                </a:lnTo>
                <a:lnTo>
                  <a:pt x="216939" y="119538"/>
                </a:lnTo>
                <a:lnTo>
                  <a:pt x="217214" y="119974"/>
                </a:lnTo>
                <a:lnTo>
                  <a:pt x="217499" y="120402"/>
                </a:lnTo>
                <a:lnTo>
                  <a:pt x="217795" y="120822"/>
                </a:lnTo>
                <a:lnTo>
                  <a:pt x="218102" y="121234"/>
                </a:lnTo>
                <a:lnTo>
                  <a:pt x="218419" y="121639"/>
                </a:lnTo>
                <a:lnTo>
                  <a:pt x="218747" y="122035"/>
                </a:lnTo>
                <a:lnTo>
                  <a:pt x="219086" y="122424"/>
                </a:lnTo>
                <a:lnTo>
                  <a:pt x="219435" y="122805"/>
                </a:lnTo>
                <a:lnTo>
                  <a:pt x="219795" y="123178"/>
                </a:lnTo>
                <a:lnTo>
                  <a:pt x="220166" y="123543"/>
                </a:lnTo>
                <a:lnTo>
                  <a:pt x="220547" y="123900"/>
                </a:lnTo>
                <a:lnTo>
                  <a:pt x="220939" y="124249"/>
                </a:lnTo>
                <a:lnTo>
                  <a:pt x="221341" y="124590"/>
                </a:lnTo>
                <a:lnTo>
                  <a:pt x="221754" y="124924"/>
                </a:lnTo>
                <a:lnTo>
                  <a:pt x="222176" y="125247"/>
                </a:lnTo>
                <a:lnTo>
                  <a:pt x="222604" y="125556"/>
                </a:lnTo>
                <a:lnTo>
                  <a:pt x="223038" y="125851"/>
                </a:lnTo>
                <a:lnTo>
                  <a:pt x="223479" y="126132"/>
                </a:lnTo>
                <a:lnTo>
                  <a:pt x="223926" y="126400"/>
                </a:lnTo>
                <a:lnTo>
                  <a:pt x="224379" y="126654"/>
                </a:lnTo>
                <a:lnTo>
                  <a:pt x="224839" y="126895"/>
                </a:lnTo>
                <a:lnTo>
                  <a:pt x="225305" y="127121"/>
                </a:lnTo>
                <a:lnTo>
                  <a:pt x="225777" y="127334"/>
                </a:lnTo>
                <a:lnTo>
                  <a:pt x="226256" y="127533"/>
                </a:lnTo>
                <a:lnTo>
                  <a:pt x="226741" y="127719"/>
                </a:lnTo>
                <a:lnTo>
                  <a:pt x="227232" y="127890"/>
                </a:lnTo>
                <a:lnTo>
                  <a:pt x="227729" y="128048"/>
                </a:lnTo>
                <a:lnTo>
                  <a:pt x="228233" y="128193"/>
                </a:lnTo>
                <a:lnTo>
                  <a:pt x="228743" y="128323"/>
                </a:lnTo>
                <a:lnTo>
                  <a:pt x="229260" y="128440"/>
                </a:lnTo>
                <a:lnTo>
                  <a:pt x="229783" y="128543"/>
                </a:lnTo>
                <a:lnTo>
                  <a:pt x="230312" y="128632"/>
                </a:lnTo>
                <a:lnTo>
                  <a:pt x="230848" y="128708"/>
                </a:lnTo>
                <a:lnTo>
                  <a:pt x="231389" y="128769"/>
                </a:lnTo>
                <a:lnTo>
                  <a:pt x="231938" y="128817"/>
                </a:lnTo>
                <a:lnTo>
                  <a:pt x="232492" y="128852"/>
                </a:lnTo>
                <a:lnTo>
                  <a:pt x="233053" y="128872"/>
                </a:lnTo>
                <a:lnTo>
                  <a:pt x="233620" y="128879"/>
                </a:lnTo>
                <a:lnTo>
                  <a:pt x="234130" y="128874"/>
                </a:lnTo>
                <a:lnTo>
                  <a:pt x="234638" y="128859"/>
                </a:lnTo>
                <a:lnTo>
                  <a:pt x="235144" y="128833"/>
                </a:lnTo>
                <a:lnTo>
                  <a:pt x="235647" y="128798"/>
                </a:lnTo>
                <a:lnTo>
                  <a:pt x="236149" y="128752"/>
                </a:lnTo>
                <a:lnTo>
                  <a:pt x="236648" y="128696"/>
                </a:lnTo>
                <a:lnTo>
                  <a:pt x="237145" y="128630"/>
                </a:lnTo>
                <a:lnTo>
                  <a:pt x="237640" y="128553"/>
                </a:lnTo>
                <a:lnTo>
                  <a:pt x="238132" y="128467"/>
                </a:lnTo>
                <a:lnTo>
                  <a:pt x="238623" y="128370"/>
                </a:lnTo>
                <a:lnTo>
                  <a:pt x="239111" y="128263"/>
                </a:lnTo>
                <a:lnTo>
                  <a:pt x="239598" y="128146"/>
                </a:lnTo>
                <a:lnTo>
                  <a:pt x="240082" y="128019"/>
                </a:lnTo>
                <a:lnTo>
                  <a:pt x="240563" y="127881"/>
                </a:lnTo>
                <a:lnTo>
                  <a:pt x="241043" y="127733"/>
                </a:lnTo>
                <a:lnTo>
                  <a:pt x="241521" y="127576"/>
                </a:lnTo>
                <a:lnTo>
                  <a:pt x="241996" y="127408"/>
                </a:lnTo>
                <a:lnTo>
                  <a:pt x="242470" y="127229"/>
                </a:lnTo>
                <a:lnTo>
                  <a:pt x="242941" y="127041"/>
                </a:lnTo>
                <a:lnTo>
                  <a:pt x="243410" y="126842"/>
                </a:lnTo>
                <a:lnTo>
                  <a:pt x="243876" y="126634"/>
                </a:lnTo>
                <a:lnTo>
                  <a:pt x="244341" y="126415"/>
                </a:lnTo>
                <a:lnTo>
                  <a:pt x="244803" y="126185"/>
                </a:lnTo>
                <a:lnTo>
                  <a:pt x="245264" y="125946"/>
                </a:lnTo>
                <a:lnTo>
                  <a:pt x="245732" y="125687"/>
                </a:lnTo>
                <a:lnTo>
                  <a:pt x="246217" y="125399"/>
                </a:lnTo>
                <a:lnTo>
                  <a:pt x="246719" y="125081"/>
                </a:lnTo>
                <a:lnTo>
                  <a:pt x="247239" y="124734"/>
                </a:lnTo>
                <a:lnTo>
                  <a:pt x="247776" y="124357"/>
                </a:lnTo>
                <a:lnTo>
                  <a:pt x="248330" y="123952"/>
                </a:lnTo>
                <a:lnTo>
                  <a:pt x="248902" y="123517"/>
                </a:lnTo>
                <a:lnTo>
                  <a:pt x="249491" y="123052"/>
                </a:lnTo>
                <a:lnTo>
                  <a:pt x="250097" y="122559"/>
                </a:lnTo>
                <a:lnTo>
                  <a:pt x="250720" y="122036"/>
                </a:lnTo>
                <a:lnTo>
                  <a:pt x="251361" y="121484"/>
                </a:lnTo>
                <a:lnTo>
                  <a:pt x="252019" y="120902"/>
                </a:lnTo>
                <a:lnTo>
                  <a:pt x="252694" y="120291"/>
                </a:lnTo>
                <a:lnTo>
                  <a:pt x="253387" y="119651"/>
                </a:lnTo>
                <a:lnTo>
                  <a:pt x="254096" y="118981"/>
                </a:lnTo>
                <a:lnTo>
                  <a:pt x="254824" y="118282"/>
                </a:lnTo>
                <a:lnTo>
                  <a:pt x="255568" y="117554"/>
                </a:lnTo>
                <a:lnTo>
                  <a:pt x="256330" y="116797"/>
                </a:lnTo>
                <a:lnTo>
                  <a:pt x="257109" y="116010"/>
                </a:lnTo>
                <a:lnTo>
                  <a:pt x="257905" y="115194"/>
                </a:lnTo>
                <a:lnTo>
                  <a:pt x="258718" y="114348"/>
                </a:lnTo>
                <a:lnTo>
                  <a:pt x="259549" y="113474"/>
                </a:lnTo>
                <a:lnTo>
                  <a:pt x="260397" y="112569"/>
                </a:lnTo>
                <a:lnTo>
                  <a:pt x="261263" y="111636"/>
                </a:lnTo>
                <a:lnTo>
                  <a:pt x="261263" y="128879"/>
                </a:lnTo>
                <a:lnTo>
                  <a:pt x="265262" y="128879"/>
                </a:lnTo>
                <a:lnTo>
                  <a:pt x="289616" y="118835"/>
                </a:lnTo>
                <a:lnTo>
                  <a:pt x="288372" y="115725"/>
                </a:lnTo>
                <a:lnTo>
                  <a:pt x="288084" y="115848"/>
                </a:lnTo>
                <a:lnTo>
                  <a:pt x="287799" y="115966"/>
                </a:lnTo>
                <a:lnTo>
                  <a:pt x="287516" y="116079"/>
                </a:lnTo>
                <a:lnTo>
                  <a:pt x="287236" y="116186"/>
                </a:lnTo>
                <a:lnTo>
                  <a:pt x="286958" y="116289"/>
                </a:lnTo>
                <a:lnTo>
                  <a:pt x="286683" y="116386"/>
                </a:lnTo>
                <a:lnTo>
                  <a:pt x="286410" y="116477"/>
                </a:lnTo>
                <a:lnTo>
                  <a:pt x="286140" y="116564"/>
                </a:lnTo>
                <a:lnTo>
                  <a:pt x="285872" y="116645"/>
                </a:lnTo>
                <a:lnTo>
                  <a:pt x="285606" y="116721"/>
                </a:lnTo>
                <a:lnTo>
                  <a:pt x="285343" y="116792"/>
                </a:lnTo>
                <a:lnTo>
                  <a:pt x="285083" y="116858"/>
                </a:lnTo>
                <a:lnTo>
                  <a:pt x="284825" y="116918"/>
                </a:lnTo>
                <a:lnTo>
                  <a:pt x="284569" y="116973"/>
                </a:lnTo>
                <a:lnTo>
                  <a:pt x="284316" y="117023"/>
                </a:lnTo>
                <a:lnTo>
                  <a:pt x="284066" y="117068"/>
                </a:lnTo>
                <a:lnTo>
                  <a:pt x="283818" y="117107"/>
                </a:lnTo>
                <a:lnTo>
                  <a:pt x="283572" y="117141"/>
                </a:lnTo>
                <a:lnTo>
                  <a:pt x="283329" y="117170"/>
                </a:lnTo>
                <a:lnTo>
                  <a:pt x="283088" y="117194"/>
                </a:lnTo>
                <a:lnTo>
                  <a:pt x="282850" y="117212"/>
                </a:lnTo>
                <a:lnTo>
                  <a:pt x="282614" y="117225"/>
                </a:lnTo>
                <a:lnTo>
                  <a:pt x="282381" y="117233"/>
                </a:lnTo>
                <a:lnTo>
                  <a:pt x="282150" y="117236"/>
                </a:lnTo>
                <a:lnTo>
                  <a:pt x="281988" y="117233"/>
                </a:lnTo>
                <a:lnTo>
                  <a:pt x="281827" y="117227"/>
                </a:lnTo>
                <a:lnTo>
                  <a:pt x="281669" y="117216"/>
                </a:lnTo>
                <a:lnTo>
                  <a:pt x="281512" y="117201"/>
                </a:lnTo>
                <a:lnTo>
                  <a:pt x="281356" y="117182"/>
                </a:lnTo>
                <a:lnTo>
                  <a:pt x="281203" y="117158"/>
                </a:lnTo>
                <a:lnTo>
                  <a:pt x="281051" y="117130"/>
                </a:lnTo>
                <a:lnTo>
                  <a:pt x="280901" y="117097"/>
                </a:lnTo>
                <a:lnTo>
                  <a:pt x="280752" y="117061"/>
                </a:lnTo>
                <a:lnTo>
                  <a:pt x="280605" y="117020"/>
                </a:lnTo>
                <a:lnTo>
                  <a:pt x="280460" y="116974"/>
                </a:lnTo>
                <a:lnTo>
                  <a:pt x="280317" y="116925"/>
                </a:lnTo>
                <a:lnTo>
                  <a:pt x="280175" y="116871"/>
                </a:lnTo>
                <a:lnTo>
                  <a:pt x="280035" y="116812"/>
                </a:lnTo>
                <a:lnTo>
                  <a:pt x="279897" y="116750"/>
                </a:lnTo>
                <a:lnTo>
                  <a:pt x="279760" y="116683"/>
                </a:lnTo>
                <a:lnTo>
                  <a:pt x="279625" y="116611"/>
                </a:lnTo>
                <a:lnTo>
                  <a:pt x="279492" y="116536"/>
                </a:lnTo>
                <a:lnTo>
                  <a:pt x="279360" y="116456"/>
                </a:lnTo>
                <a:lnTo>
                  <a:pt x="279230" y="116371"/>
                </a:lnTo>
                <a:lnTo>
                  <a:pt x="279102" y="116283"/>
                </a:lnTo>
                <a:lnTo>
                  <a:pt x="278976" y="116190"/>
                </a:lnTo>
                <a:lnTo>
                  <a:pt x="278851" y="116093"/>
                </a:lnTo>
                <a:lnTo>
                  <a:pt x="278728" y="115991"/>
                </a:lnTo>
                <a:lnTo>
                  <a:pt x="278607" y="115884"/>
                </a:lnTo>
                <a:lnTo>
                  <a:pt x="278489" y="115771"/>
                </a:lnTo>
                <a:lnTo>
                  <a:pt x="278374" y="115650"/>
                </a:lnTo>
                <a:lnTo>
                  <a:pt x="278261" y="115523"/>
                </a:lnTo>
                <a:lnTo>
                  <a:pt x="278152" y="115390"/>
                </a:lnTo>
                <a:lnTo>
                  <a:pt x="278045" y="115250"/>
                </a:lnTo>
                <a:lnTo>
                  <a:pt x="277940" y="115103"/>
                </a:lnTo>
                <a:lnTo>
                  <a:pt x="277839" y="114949"/>
                </a:lnTo>
                <a:lnTo>
                  <a:pt x="277740" y="114789"/>
                </a:lnTo>
                <a:lnTo>
                  <a:pt x="277645" y="114623"/>
                </a:lnTo>
                <a:lnTo>
                  <a:pt x="277552" y="114449"/>
                </a:lnTo>
                <a:lnTo>
                  <a:pt x="277461" y="114269"/>
                </a:lnTo>
                <a:lnTo>
                  <a:pt x="277374" y="114083"/>
                </a:lnTo>
                <a:lnTo>
                  <a:pt x="277289" y="113889"/>
                </a:lnTo>
                <a:lnTo>
                  <a:pt x="277207" y="113689"/>
                </a:lnTo>
                <a:lnTo>
                  <a:pt x="277128" y="113483"/>
                </a:lnTo>
                <a:lnTo>
                  <a:pt x="277052" y="113270"/>
                </a:lnTo>
                <a:lnTo>
                  <a:pt x="276978" y="113050"/>
                </a:lnTo>
                <a:lnTo>
                  <a:pt x="276907" y="112823"/>
                </a:lnTo>
                <a:lnTo>
                  <a:pt x="276839" y="112590"/>
                </a:lnTo>
                <a:lnTo>
                  <a:pt x="276774" y="112351"/>
                </a:lnTo>
                <a:lnTo>
                  <a:pt x="276711" y="112104"/>
                </a:lnTo>
                <a:lnTo>
                  <a:pt x="276652" y="111851"/>
                </a:lnTo>
                <a:lnTo>
                  <a:pt x="276595" y="111592"/>
                </a:lnTo>
                <a:lnTo>
                  <a:pt x="276540" y="111310"/>
                </a:lnTo>
                <a:lnTo>
                  <a:pt x="276488" y="110989"/>
                </a:lnTo>
                <a:lnTo>
                  <a:pt x="276438" y="110631"/>
                </a:lnTo>
                <a:lnTo>
                  <a:pt x="276391" y="110235"/>
                </a:lnTo>
                <a:lnTo>
                  <a:pt x="276346" y="109800"/>
                </a:lnTo>
                <a:lnTo>
                  <a:pt x="276303" y="109328"/>
                </a:lnTo>
                <a:lnTo>
                  <a:pt x="276263" y="108817"/>
                </a:lnTo>
                <a:lnTo>
                  <a:pt x="276224" y="108268"/>
                </a:lnTo>
                <a:lnTo>
                  <a:pt x="276188" y="107681"/>
                </a:lnTo>
                <a:lnTo>
                  <a:pt x="276155" y="107056"/>
                </a:lnTo>
                <a:lnTo>
                  <a:pt x="276124" y="106393"/>
                </a:lnTo>
                <a:lnTo>
                  <a:pt x="276095" y="105692"/>
                </a:lnTo>
                <a:lnTo>
                  <a:pt x="276068" y="104953"/>
                </a:lnTo>
                <a:lnTo>
                  <a:pt x="276044" y="104175"/>
                </a:lnTo>
                <a:lnTo>
                  <a:pt x="276022" y="103360"/>
                </a:lnTo>
                <a:lnTo>
                  <a:pt x="276002" y="102506"/>
                </a:lnTo>
                <a:lnTo>
                  <a:pt x="275985" y="101614"/>
                </a:lnTo>
                <a:lnTo>
                  <a:pt x="275970" y="100684"/>
                </a:lnTo>
                <a:lnTo>
                  <a:pt x="275957" y="99716"/>
                </a:lnTo>
                <a:lnTo>
                  <a:pt x="275947" y="98710"/>
                </a:lnTo>
                <a:lnTo>
                  <a:pt x="275939" y="97666"/>
                </a:lnTo>
                <a:lnTo>
                  <a:pt x="275933" y="96583"/>
                </a:lnTo>
                <a:lnTo>
                  <a:pt x="275929" y="95463"/>
                </a:lnTo>
                <a:lnTo>
                  <a:pt x="275928" y="94304"/>
                </a:lnTo>
                <a:lnTo>
                  <a:pt x="275928" y="44974"/>
                </a:lnTo>
                <a:lnTo>
                  <a:pt x="248197" y="44974"/>
                </a:lnTo>
                <a:lnTo>
                  <a:pt x="248197" y="48263"/>
                </a:lnTo>
                <a:lnTo>
                  <a:pt x="248854" y="48282"/>
                </a:lnTo>
                <a:lnTo>
                  <a:pt x="249492" y="48308"/>
                </a:lnTo>
                <a:lnTo>
                  <a:pt x="250111" y="48343"/>
                </a:lnTo>
                <a:lnTo>
                  <a:pt x="250711" y="48385"/>
                </a:lnTo>
                <a:lnTo>
                  <a:pt x="251293" y="48435"/>
                </a:lnTo>
                <a:lnTo>
                  <a:pt x="251855" y="48493"/>
                </a:lnTo>
                <a:lnTo>
                  <a:pt x="252398" y="48559"/>
                </a:lnTo>
                <a:lnTo>
                  <a:pt x="252922" y="48633"/>
                </a:lnTo>
                <a:lnTo>
                  <a:pt x="253428" y="48714"/>
                </a:lnTo>
                <a:lnTo>
                  <a:pt x="253914" y="48804"/>
                </a:lnTo>
                <a:lnTo>
                  <a:pt x="254381" y="48901"/>
                </a:lnTo>
                <a:lnTo>
                  <a:pt x="254830" y="49006"/>
                </a:lnTo>
                <a:lnTo>
                  <a:pt x="255259" y="49119"/>
                </a:lnTo>
                <a:lnTo>
                  <a:pt x="255669" y="49240"/>
                </a:lnTo>
                <a:lnTo>
                  <a:pt x="256061" y="49368"/>
                </a:lnTo>
                <a:lnTo>
                  <a:pt x="256433" y="49505"/>
                </a:lnTo>
                <a:lnTo>
                  <a:pt x="256787" y="49649"/>
                </a:lnTo>
                <a:lnTo>
                  <a:pt x="257121" y="49801"/>
                </a:lnTo>
                <a:lnTo>
                  <a:pt x="257437" y="49962"/>
                </a:lnTo>
                <a:lnTo>
                  <a:pt x="257733" y="50129"/>
                </a:lnTo>
                <a:lnTo>
                  <a:pt x="258011" y="50305"/>
                </a:lnTo>
                <a:lnTo>
                  <a:pt x="258269" y="50489"/>
                </a:lnTo>
                <a:lnTo>
                  <a:pt x="258509" y="50680"/>
                </a:lnTo>
                <a:lnTo>
                  <a:pt x="258729" y="50880"/>
                </a:lnTo>
                <a:lnTo>
                  <a:pt x="258936" y="51090"/>
                </a:lnTo>
                <a:lnTo>
                  <a:pt x="259134" y="51317"/>
                </a:lnTo>
                <a:lnTo>
                  <a:pt x="259323" y="51558"/>
                </a:lnTo>
                <a:lnTo>
                  <a:pt x="259503" y="51816"/>
                </a:lnTo>
                <a:lnTo>
                  <a:pt x="259675" y="52089"/>
                </a:lnTo>
                <a:lnTo>
                  <a:pt x="259838" y="52377"/>
                </a:lnTo>
                <a:lnTo>
                  <a:pt x="259992" y="52682"/>
                </a:lnTo>
                <a:lnTo>
                  <a:pt x="260137" y="53001"/>
                </a:lnTo>
                <a:lnTo>
                  <a:pt x="260273" y="53336"/>
                </a:lnTo>
                <a:lnTo>
                  <a:pt x="260401" y="53687"/>
                </a:lnTo>
                <a:lnTo>
                  <a:pt x="260519" y="54054"/>
                </a:lnTo>
                <a:lnTo>
                  <a:pt x="260629" y="54435"/>
                </a:lnTo>
                <a:lnTo>
                  <a:pt x="260730" y="54833"/>
                </a:lnTo>
                <a:lnTo>
                  <a:pt x="260823" y="55246"/>
                </a:lnTo>
                <a:lnTo>
                  <a:pt x="260906" y="55674"/>
                </a:lnTo>
                <a:lnTo>
                  <a:pt x="260981" y="56119"/>
                </a:lnTo>
                <a:lnTo>
                  <a:pt x="261047" y="56578"/>
                </a:lnTo>
                <a:lnTo>
                  <a:pt x="261104" y="57054"/>
                </a:lnTo>
                <a:lnTo>
                  <a:pt x="261153" y="57544"/>
                </a:lnTo>
                <a:lnTo>
                  <a:pt x="261192" y="58051"/>
                </a:lnTo>
                <a:lnTo>
                  <a:pt x="261223" y="58573"/>
                </a:lnTo>
                <a:lnTo>
                  <a:pt x="261245" y="59110"/>
                </a:lnTo>
                <a:lnTo>
                  <a:pt x="261258" y="59663"/>
                </a:lnTo>
                <a:lnTo>
                  <a:pt x="261263" y="60232"/>
                </a:lnTo>
                <a:lnTo>
                  <a:pt x="261263" y="106245"/>
                </a:lnTo>
                <a:lnTo>
                  <a:pt x="260710" y="106799"/>
                </a:lnTo>
                <a:lnTo>
                  <a:pt x="260164" y="107337"/>
                </a:lnTo>
                <a:lnTo>
                  <a:pt x="259624" y="107861"/>
                </a:lnTo>
                <a:lnTo>
                  <a:pt x="259091" y="108369"/>
                </a:lnTo>
                <a:lnTo>
                  <a:pt x="258564" y="108863"/>
                </a:lnTo>
                <a:lnTo>
                  <a:pt x="258043" y="109341"/>
                </a:lnTo>
                <a:lnTo>
                  <a:pt x="257529" y="109805"/>
                </a:lnTo>
                <a:lnTo>
                  <a:pt x="257021" y="110253"/>
                </a:lnTo>
                <a:lnTo>
                  <a:pt x="256519" y="110686"/>
                </a:lnTo>
                <a:lnTo>
                  <a:pt x="256024" y="111104"/>
                </a:lnTo>
                <a:lnTo>
                  <a:pt x="255535" y="111507"/>
                </a:lnTo>
                <a:lnTo>
                  <a:pt x="255052" y="111895"/>
                </a:lnTo>
                <a:lnTo>
                  <a:pt x="254575" y="112268"/>
                </a:lnTo>
                <a:lnTo>
                  <a:pt x="254105" y="112626"/>
                </a:lnTo>
                <a:lnTo>
                  <a:pt x="253642" y="112968"/>
                </a:lnTo>
                <a:lnTo>
                  <a:pt x="253184" y="113296"/>
                </a:lnTo>
                <a:lnTo>
                  <a:pt x="252733" y="113609"/>
                </a:lnTo>
                <a:lnTo>
                  <a:pt x="252288" y="113906"/>
                </a:lnTo>
                <a:lnTo>
                  <a:pt x="251850" y="114189"/>
                </a:lnTo>
                <a:lnTo>
                  <a:pt x="251418" y="114456"/>
                </a:lnTo>
                <a:lnTo>
                  <a:pt x="250992" y="114708"/>
                </a:lnTo>
                <a:lnTo>
                  <a:pt x="250572" y="114945"/>
                </a:lnTo>
                <a:lnTo>
                  <a:pt x="250159" y="115168"/>
                </a:lnTo>
                <a:lnTo>
                  <a:pt x="249752" y="115375"/>
                </a:lnTo>
                <a:lnTo>
                  <a:pt x="249350" y="115570"/>
                </a:lnTo>
                <a:lnTo>
                  <a:pt x="248952" y="115757"/>
                </a:lnTo>
                <a:lnTo>
                  <a:pt x="248557" y="115936"/>
                </a:lnTo>
                <a:lnTo>
                  <a:pt x="248166" y="116106"/>
                </a:lnTo>
                <a:lnTo>
                  <a:pt x="247778" y="116268"/>
                </a:lnTo>
                <a:lnTo>
                  <a:pt x="247394" y="116422"/>
                </a:lnTo>
                <a:lnTo>
                  <a:pt x="247014" y="116568"/>
                </a:lnTo>
                <a:lnTo>
                  <a:pt x="246636" y="116705"/>
                </a:lnTo>
                <a:lnTo>
                  <a:pt x="246263" y="116834"/>
                </a:lnTo>
                <a:lnTo>
                  <a:pt x="245893" y="116954"/>
                </a:lnTo>
                <a:lnTo>
                  <a:pt x="245527" y="117066"/>
                </a:lnTo>
                <a:lnTo>
                  <a:pt x="245164" y="117170"/>
                </a:lnTo>
                <a:lnTo>
                  <a:pt x="244804" y="117266"/>
                </a:lnTo>
                <a:lnTo>
                  <a:pt x="244449" y="117353"/>
                </a:lnTo>
                <a:lnTo>
                  <a:pt x="244096" y="117432"/>
                </a:lnTo>
                <a:lnTo>
                  <a:pt x="243748" y="117503"/>
                </a:lnTo>
                <a:lnTo>
                  <a:pt x="243403" y="117565"/>
                </a:lnTo>
                <a:lnTo>
                  <a:pt x="243061" y="117619"/>
                </a:lnTo>
                <a:lnTo>
                  <a:pt x="242723" y="117665"/>
                </a:lnTo>
                <a:lnTo>
                  <a:pt x="242389" y="117702"/>
                </a:lnTo>
                <a:lnTo>
                  <a:pt x="242058" y="117731"/>
                </a:lnTo>
                <a:lnTo>
                  <a:pt x="241730" y="117752"/>
                </a:lnTo>
                <a:lnTo>
                  <a:pt x="241407" y="117765"/>
                </a:lnTo>
                <a:lnTo>
                  <a:pt x="241086" y="117769"/>
                </a:lnTo>
                <a:lnTo>
                  <a:pt x="240623" y="117763"/>
                </a:lnTo>
                <a:lnTo>
                  <a:pt x="240164" y="117744"/>
                </a:lnTo>
                <a:lnTo>
                  <a:pt x="239712" y="117713"/>
                </a:lnTo>
                <a:lnTo>
                  <a:pt x="239265" y="117670"/>
                </a:lnTo>
                <a:lnTo>
                  <a:pt x="238824" y="117615"/>
                </a:lnTo>
                <a:lnTo>
                  <a:pt x="238389" y="117547"/>
                </a:lnTo>
                <a:lnTo>
                  <a:pt x="237960" y="117467"/>
                </a:lnTo>
                <a:lnTo>
                  <a:pt x="237536" y="117375"/>
                </a:lnTo>
                <a:lnTo>
                  <a:pt x="237118" y="117270"/>
                </a:lnTo>
                <a:lnTo>
                  <a:pt x="236705" y="117153"/>
                </a:lnTo>
                <a:lnTo>
                  <a:pt x="236299" y="117024"/>
                </a:lnTo>
                <a:lnTo>
                  <a:pt x="235898" y="116882"/>
                </a:lnTo>
                <a:lnTo>
                  <a:pt x="235503" y="116728"/>
                </a:lnTo>
                <a:lnTo>
                  <a:pt x="235113" y="116562"/>
                </a:lnTo>
                <a:lnTo>
                  <a:pt x="234729" y="116383"/>
                </a:lnTo>
                <a:lnTo>
                  <a:pt x="234351" y="116192"/>
                </a:lnTo>
                <a:lnTo>
                  <a:pt x="233979" y="115989"/>
                </a:lnTo>
                <a:lnTo>
                  <a:pt x="233612" y="115774"/>
                </a:lnTo>
                <a:lnTo>
                  <a:pt x="233251" y="115546"/>
                </a:lnTo>
                <a:lnTo>
                  <a:pt x="232896" y="115306"/>
                </a:lnTo>
                <a:lnTo>
                  <a:pt x="232546" y="115053"/>
                </a:lnTo>
                <a:lnTo>
                  <a:pt x="232202" y="114788"/>
                </a:lnTo>
                <a:lnTo>
                  <a:pt x="231864" y="114511"/>
                </a:lnTo>
                <a:lnTo>
                  <a:pt x="231531" y="114222"/>
                </a:lnTo>
                <a:lnTo>
                  <a:pt x="231209" y="113913"/>
                </a:lnTo>
                <a:lnTo>
                  <a:pt x="230900" y="113577"/>
                </a:lnTo>
                <a:lnTo>
                  <a:pt x="230604" y="113213"/>
                </a:lnTo>
                <a:lnTo>
                  <a:pt x="230323" y="112823"/>
                </a:lnTo>
                <a:lnTo>
                  <a:pt x="230055" y="112405"/>
                </a:lnTo>
                <a:lnTo>
                  <a:pt x="229801" y="111961"/>
                </a:lnTo>
                <a:lnTo>
                  <a:pt x="229561" y="111489"/>
                </a:lnTo>
                <a:lnTo>
                  <a:pt x="229334" y="110990"/>
                </a:lnTo>
                <a:lnTo>
                  <a:pt x="229121" y="110465"/>
                </a:lnTo>
                <a:lnTo>
                  <a:pt x="228922" y="109912"/>
                </a:lnTo>
                <a:lnTo>
                  <a:pt x="228737" y="109332"/>
                </a:lnTo>
                <a:lnTo>
                  <a:pt x="228565" y="108724"/>
                </a:lnTo>
                <a:lnTo>
                  <a:pt x="228407" y="108090"/>
                </a:lnTo>
                <a:lnTo>
                  <a:pt x="228263" y="107429"/>
                </a:lnTo>
                <a:lnTo>
                  <a:pt x="228132" y="106741"/>
                </a:lnTo>
                <a:lnTo>
                  <a:pt x="228016" y="106025"/>
                </a:lnTo>
                <a:lnTo>
                  <a:pt x="227913" y="105282"/>
                </a:lnTo>
                <a:lnTo>
                  <a:pt x="227823" y="104513"/>
                </a:lnTo>
                <a:lnTo>
                  <a:pt x="227748" y="103716"/>
                </a:lnTo>
                <a:lnTo>
                  <a:pt x="227686" y="102892"/>
                </a:lnTo>
                <a:lnTo>
                  <a:pt x="227638" y="102041"/>
                </a:lnTo>
                <a:lnTo>
                  <a:pt x="227604" y="101163"/>
                </a:lnTo>
                <a:lnTo>
                  <a:pt x="227583" y="100258"/>
                </a:lnTo>
                <a:lnTo>
                  <a:pt x="227576" y="99326"/>
                </a:lnTo>
                <a:lnTo>
                  <a:pt x="227576" y="44974"/>
                </a:lnTo>
                <a:lnTo>
                  <a:pt x="199045" y="44974"/>
                </a:lnTo>
                <a:lnTo>
                  <a:pt x="199045" y="46415"/>
                </a:lnTo>
                <a:lnTo>
                  <a:pt x="199032" y="46400"/>
                </a:lnTo>
                <a:close/>
                <a:moveTo>
                  <a:pt x="68643" y="3877"/>
                </a:moveTo>
                <a:lnTo>
                  <a:pt x="68564" y="4200"/>
                </a:lnTo>
                <a:lnTo>
                  <a:pt x="68482" y="4514"/>
                </a:lnTo>
                <a:lnTo>
                  <a:pt x="68399" y="4819"/>
                </a:lnTo>
                <a:lnTo>
                  <a:pt x="68314" y="5114"/>
                </a:lnTo>
                <a:lnTo>
                  <a:pt x="68227" y="5398"/>
                </a:lnTo>
                <a:lnTo>
                  <a:pt x="68138" y="5674"/>
                </a:lnTo>
                <a:lnTo>
                  <a:pt x="68047" y="5939"/>
                </a:lnTo>
                <a:lnTo>
                  <a:pt x="67954" y="6195"/>
                </a:lnTo>
                <a:lnTo>
                  <a:pt x="67859" y="6441"/>
                </a:lnTo>
                <a:lnTo>
                  <a:pt x="67762" y="6677"/>
                </a:lnTo>
                <a:lnTo>
                  <a:pt x="67662" y="6904"/>
                </a:lnTo>
                <a:lnTo>
                  <a:pt x="67561" y="7121"/>
                </a:lnTo>
                <a:lnTo>
                  <a:pt x="67458" y="7328"/>
                </a:lnTo>
                <a:lnTo>
                  <a:pt x="67353" y="7525"/>
                </a:lnTo>
                <a:lnTo>
                  <a:pt x="67246" y="7713"/>
                </a:lnTo>
                <a:lnTo>
                  <a:pt x="67137" y="7891"/>
                </a:lnTo>
                <a:lnTo>
                  <a:pt x="67025" y="8059"/>
                </a:lnTo>
                <a:lnTo>
                  <a:pt x="66912" y="8218"/>
                </a:lnTo>
                <a:lnTo>
                  <a:pt x="66797" y="8367"/>
                </a:lnTo>
                <a:lnTo>
                  <a:pt x="66680" y="8506"/>
                </a:lnTo>
                <a:lnTo>
                  <a:pt x="66561" y="8635"/>
                </a:lnTo>
                <a:lnTo>
                  <a:pt x="66439" y="8755"/>
                </a:lnTo>
                <a:lnTo>
                  <a:pt x="66316" y="8867"/>
                </a:lnTo>
                <a:lnTo>
                  <a:pt x="66189" y="8975"/>
                </a:lnTo>
                <a:lnTo>
                  <a:pt x="66060" y="9078"/>
                </a:lnTo>
                <a:lnTo>
                  <a:pt x="65927" y="9176"/>
                </a:lnTo>
                <a:lnTo>
                  <a:pt x="65792" y="9269"/>
                </a:lnTo>
                <a:lnTo>
                  <a:pt x="65653" y="9358"/>
                </a:lnTo>
                <a:lnTo>
                  <a:pt x="65512" y="9441"/>
                </a:lnTo>
                <a:lnTo>
                  <a:pt x="65368" y="9520"/>
                </a:lnTo>
                <a:lnTo>
                  <a:pt x="65221" y="9594"/>
                </a:lnTo>
                <a:lnTo>
                  <a:pt x="65071" y="9664"/>
                </a:lnTo>
                <a:lnTo>
                  <a:pt x="64918" y="9728"/>
                </a:lnTo>
                <a:lnTo>
                  <a:pt x="64762" y="9788"/>
                </a:lnTo>
                <a:lnTo>
                  <a:pt x="64603" y="9843"/>
                </a:lnTo>
                <a:lnTo>
                  <a:pt x="64441" y="9893"/>
                </a:lnTo>
                <a:lnTo>
                  <a:pt x="64276" y="9939"/>
                </a:lnTo>
                <a:lnTo>
                  <a:pt x="64109" y="9979"/>
                </a:lnTo>
                <a:lnTo>
                  <a:pt x="63938" y="10015"/>
                </a:lnTo>
                <a:lnTo>
                  <a:pt x="63765" y="10046"/>
                </a:lnTo>
                <a:lnTo>
                  <a:pt x="63588" y="10073"/>
                </a:lnTo>
                <a:lnTo>
                  <a:pt x="63409" y="10094"/>
                </a:lnTo>
                <a:lnTo>
                  <a:pt x="63226" y="10111"/>
                </a:lnTo>
                <a:lnTo>
                  <a:pt x="63041" y="10123"/>
                </a:lnTo>
                <a:lnTo>
                  <a:pt x="62853" y="10130"/>
                </a:lnTo>
                <a:lnTo>
                  <a:pt x="62662" y="10133"/>
                </a:lnTo>
                <a:lnTo>
                  <a:pt x="62486" y="10129"/>
                </a:lnTo>
                <a:lnTo>
                  <a:pt x="62301" y="10117"/>
                </a:lnTo>
                <a:lnTo>
                  <a:pt x="62105" y="10098"/>
                </a:lnTo>
                <a:lnTo>
                  <a:pt x="61899" y="10071"/>
                </a:lnTo>
                <a:lnTo>
                  <a:pt x="61683" y="10036"/>
                </a:lnTo>
                <a:lnTo>
                  <a:pt x="61456" y="9994"/>
                </a:lnTo>
                <a:lnTo>
                  <a:pt x="61220" y="9944"/>
                </a:lnTo>
                <a:lnTo>
                  <a:pt x="60973" y="9886"/>
                </a:lnTo>
                <a:lnTo>
                  <a:pt x="60716" y="9820"/>
                </a:lnTo>
                <a:lnTo>
                  <a:pt x="60449" y="9747"/>
                </a:lnTo>
                <a:lnTo>
                  <a:pt x="60172" y="9666"/>
                </a:lnTo>
                <a:lnTo>
                  <a:pt x="59884" y="9577"/>
                </a:lnTo>
                <a:lnTo>
                  <a:pt x="59587" y="9481"/>
                </a:lnTo>
                <a:lnTo>
                  <a:pt x="59279" y="9376"/>
                </a:lnTo>
                <a:lnTo>
                  <a:pt x="58961" y="9265"/>
                </a:lnTo>
                <a:lnTo>
                  <a:pt x="58633" y="9145"/>
                </a:lnTo>
                <a:lnTo>
                  <a:pt x="58294" y="9018"/>
                </a:lnTo>
                <a:lnTo>
                  <a:pt x="57946" y="8883"/>
                </a:lnTo>
                <a:lnTo>
                  <a:pt x="57587" y="8740"/>
                </a:lnTo>
                <a:lnTo>
                  <a:pt x="57218" y="8589"/>
                </a:lnTo>
                <a:lnTo>
                  <a:pt x="56839" y="8431"/>
                </a:lnTo>
                <a:lnTo>
                  <a:pt x="56449" y="8265"/>
                </a:lnTo>
                <a:lnTo>
                  <a:pt x="56050" y="8092"/>
                </a:lnTo>
                <a:lnTo>
                  <a:pt x="55640" y="7911"/>
                </a:lnTo>
                <a:lnTo>
                  <a:pt x="54746" y="7526"/>
                </a:lnTo>
                <a:lnTo>
                  <a:pt x="53856" y="7158"/>
                </a:lnTo>
                <a:lnTo>
                  <a:pt x="52970" y="6806"/>
                </a:lnTo>
                <a:lnTo>
                  <a:pt x="52087" y="6471"/>
                </a:lnTo>
                <a:lnTo>
                  <a:pt x="51209" y="6152"/>
                </a:lnTo>
                <a:lnTo>
                  <a:pt x="50335" y="5850"/>
                </a:lnTo>
                <a:lnTo>
                  <a:pt x="49465" y="5563"/>
                </a:lnTo>
                <a:lnTo>
                  <a:pt x="48599" y="5293"/>
                </a:lnTo>
                <a:lnTo>
                  <a:pt x="47737" y="5040"/>
                </a:lnTo>
                <a:lnTo>
                  <a:pt x="46879" y="4803"/>
                </a:lnTo>
                <a:lnTo>
                  <a:pt x="46024" y="4582"/>
                </a:lnTo>
                <a:lnTo>
                  <a:pt x="45174" y="4377"/>
                </a:lnTo>
                <a:lnTo>
                  <a:pt x="44328" y="4189"/>
                </a:lnTo>
                <a:lnTo>
                  <a:pt x="43486" y="4018"/>
                </a:lnTo>
                <a:lnTo>
                  <a:pt x="42648" y="3862"/>
                </a:lnTo>
                <a:lnTo>
                  <a:pt x="41814" y="3723"/>
                </a:lnTo>
                <a:lnTo>
                  <a:pt x="40984" y="3601"/>
                </a:lnTo>
                <a:lnTo>
                  <a:pt x="40158" y="3494"/>
                </a:lnTo>
                <a:lnTo>
                  <a:pt x="39336" y="3404"/>
                </a:lnTo>
                <a:lnTo>
                  <a:pt x="38518" y="3331"/>
                </a:lnTo>
                <a:lnTo>
                  <a:pt x="37704" y="3273"/>
                </a:lnTo>
                <a:lnTo>
                  <a:pt x="36894" y="3232"/>
                </a:lnTo>
                <a:lnTo>
                  <a:pt x="36088" y="3208"/>
                </a:lnTo>
                <a:lnTo>
                  <a:pt x="35286" y="3200"/>
                </a:lnTo>
                <a:lnTo>
                  <a:pt x="34014" y="3216"/>
                </a:lnTo>
                <a:lnTo>
                  <a:pt x="32761" y="3265"/>
                </a:lnTo>
                <a:lnTo>
                  <a:pt x="31527" y="3346"/>
                </a:lnTo>
                <a:lnTo>
                  <a:pt x="30311" y="3460"/>
                </a:lnTo>
                <a:lnTo>
                  <a:pt x="29115" y="3607"/>
                </a:lnTo>
                <a:lnTo>
                  <a:pt x="27937" y="3785"/>
                </a:lnTo>
                <a:lnTo>
                  <a:pt x="26778" y="3997"/>
                </a:lnTo>
                <a:lnTo>
                  <a:pt x="25638" y="4241"/>
                </a:lnTo>
                <a:lnTo>
                  <a:pt x="24516" y="4518"/>
                </a:lnTo>
                <a:lnTo>
                  <a:pt x="23414" y="4827"/>
                </a:lnTo>
                <a:lnTo>
                  <a:pt x="22330" y="5168"/>
                </a:lnTo>
                <a:lnTo>
                  <a:pt x="21265" y="5543"/>
                </a:lnTo>
                <a:lnTo>
                  <a:pt x="20219" y="5949"/>
                </a:lnTo>
                <a:lnTo>
                  <a:pt x="19192" y="6389"/>
                </a:lnTo>
                <a:lnTo>
                  <a:pt x="18183" y="6861"/>
                </a:lnTo>
                <a:lnTo>
                  <a:pt x="17194" y="7365"/>
                </a:lnTo>
                <a:lnTo>
                  <a:pt x="16223" y="7902"/>
                </a:lnTo>
                <a:lnTo>
                  <a:pt x="15271" y="8471"/>
                </a:lnTo>
                <a:lnTo>
                  <a:pt x="14338" y="9073"/>
                </a:lnTo>
                <a:lnTo>
                  <a:pt x="13424" y="9708"/>
                </a:lnTo>
                <a:lnTo>
                  <a:pt x="12528" y="10375"/>
                </a:lnTo>
                <a:lnTo>
                  <a:pt x="11652" y="11074"/>
                </a:lnTo>
                <a:lnTo>
                  <a:pt x="10794" y="11807"/>
                </a:lnTo>
                <a:lnTo>
                  <a:pt x="9955" y="12571"/>
                </a:lnTo>
                <a:lnTo>
                  <a:pt x="9143" y="13358"/>
                </a:lnTo>
                <a:lnTo>
                  <a:pt x="8365" y="14158"/>
                </a:lnTo>
                <a:lnTo>
                  <a:pt x="7622" y="14970"/>
                </a:lnTo>
                <a:lnTo>
                  <a:pt x="6913" y="15794"/>
                </a:lnTo>
                <a:lnTo>
                  <a:pt x="6239" y="16631"/>
                </a:lnTo>
                <a:lnTo>
                  <a:pt x="5600" y="17480"/>
                </a:lnTo>
                <a:lnTo>
                  <a:pt x="4995" y="18342"/>
                </a:lnTo>
                <a:lnTo>
                  <a:pt x="4424" y="19217"/>
                </a:lnTo>
                <a:lnTo>
                  <a:pt x="3889" y="20104"/>
                </a:lnTo>
                <a:lnTo>
                  <a:pt x="3387" y="21003"/>
                </a:lnTo>
                <a:lnTo>
                  <a:pt x="2921" y="21915"/>
                </a:lnTo>
                <a:lnTo>
                  <a:pt x="2489" y="22839"/>
                </a:lnTo>
                <a:lnTo>
                  <a:pt x="2091" y="23776"/>
                </a:lnTo>
                <a:lnTo>
                  <a:pt x="1728" y="24725"/>
                </a:lnTo>
                <a:lnTo>
                  <a:pt x="1400" y="25687"/>
                </a:lnTo>
                <a:lnTo>
                  <a:pt x="1106" y="26662"/>
                </a:lnTo>
                <a:lnTo>
                  <a:pt x="847" y="27648"/>
                </a:lnTo>
                <a:lnTo>
                  <a:pt x="622" y="28648"/>
                </a:lnTo>
                <a:lnTo>
                  <a:pt x="432" y="29659"/>
                </a:lnTo>
                <a:lnTo>
                  <a:pt x="277" y="30684"/>
                </a:lnTo>
                <a:lnTo>
                  <a:pt x="156" y="31720"/>
                </a:lnTo>
                <a:lnTo>
                  <a:pt x="69" y="32770"/>
                </a:lnTo>
                <a:lnTo>
                  <a:pt x="17" y="33831"/>
                </a:lnTo>
                <a:lnTo>
                  <a:pt x="0" y="34906"/>
                </a:lnTo>
                <a:lnTo>
                  <a:pt x="6" y="35525"/>
                </a:lnTo>
                <a:lnTo>
                  <a:pt x="23" y="36141"/>
                </a:lnTo>
                <a:lnTo>
                  <a:pt x="53" y="36751"/>
                </a:lnTo>
                <a:lnTo>
                  <a:pt x="94" y="37358"/>
                </a:lnTo>
                <a:lnTo>
                  <a:pt x="147" y="37960"/>
                </a:lnTo>
                <a:lnTo>
                  <a:pt x="211" y="38558"/>
                </a:lnTo>
                <a:lnTo>
                  <a:pt x="287" y="39152"/>
                </a:lnTo>
                <a:lnTo>
                  <a:pt x="375" y="39741"/>
                </a:lnTo>
                <a:lnTo>
                  <a:pt x="475" y="40327"/>
                </a:lnTo>
                <a:lnTo>
                  <a:pt x="586" y="40907"/>
                </a:lnTo>
                <a:lnTo>
                  <a:pt x="710" y="41484"/>
                </a:lnTo>
                <a:lnTo>
                  <a:pt x="844" y="42056"/>
                </a:lnTo>
                <a:lnTo>
                  <a:pt x="991" y="42624"/>
                </a:lnTo>
                <a:lnTo>
                  <a:pt x="1149" y="43187"/>
                </a:lnTo>
                <a:lnTo>
                  <a:pt x="1319" y="43746"/>
                </a:lnTo>
                <a:lnTo>
                  <a:pt x="1501" y="44301"/>
                </a:lnTo>
                <a:lnTo>
                  <a:pt x="1695" y="44852"/>
                </a:lnTo>
                <a:lnTo>
                  <a:pt x="1900" y="45398"/>
                </a:lnTo>
                <a:lnTo>
                  <a:pt x="2117" y="45940"/>
                </a:lnTo>
                <a:lnTo>
                  <a:pt x="2346" y="46478"/>
                </a:lnTo>
                <a:lnTo>
                  <a:pt x="2586" y="47011"/>
                </a:lnTo>
                <a:lnTo>
                  <a:pt x="2838" y="47540"/>
                </a:lnTo>
                <a:lnTo>
                  <a:pt x="3102" y="48065"/>
                </a:lnTo>
                <a:lnTo>
                  <a:pt x="3378" y="48585"/>
                </a:lnTo>
                <a:lnTo>
                  <a:pt x="3664" y="49101"/>
                </a:lnTo>
                <a:lnTo>
                  <a:pt x="3962" y="49614"/>
                </a:lnTo>
                <a:lnTo>
                  <a:pt x="4271" y="50123"/>
                </a:lnTo>
                <a:lnTo>
                  <a:pt x="4591" y="50628"/>
                </a:lnTo>
                <a:lnTo>
                  <a:pt x="4922" y="51129"/>
                </a:lnTo>
                <a:lnTo>
                  <a:pt x="5263" y="51627"/>
                </a:lnTo>
                <a:lnTo>
                  <a:pt x="5616" y="52121"/>
                </a:lnTo>
                <a:lnTo>
                  <a:pt x="5980" y="52611"/>
                </a:lnTo>
                <a:lnTo>
                  <a:pt x="6354" y="53098"/>
                </a:lnTo>
                <a:lnTo>
                  <a:pt x="6740" y="53581"/>
                </a:lnTo>
                <a:lnTo>
                  <a:pt x="7136" y="54060"/>
                </a:lnTo>
                <a:lnTo>
                  <a:pt x="7544" y="54535"/>
                </a:lnTo>
                <a:lnTo>
                  <a:pt x="7962" y="55007"/>
                </a:lnTo>
                <a:lnTo>
                  <a:pt x="8392" y="55475"/>
                </a:lnTo>
                <a:lnTo>
                  <a:pt x="8832" y="55940"/>
                </a:lnTo>
                <a:lnTo>
                  <a:pt x="9283" y="56401"/>
                </a:lnTo>
                <a:lnTo>
                  <a:pt x="9745" y="56858"/>
                </a:lnTo>
                <a:lnTo>
                  <a:pt x="10219" y="57311"/>
                </a:lnTo>
                <a:lnTo>
                  <a:pt x="10703" y="57761"/>
                </a:lnTo>
                <a:lnTo>
                  <a:pt x="11198" y="58207"/>
                </a:lnTo>
                <a:lnTo>
                  <a:pt x="11704" y="58649"/>
                </a:lnTo>
                <a:lnTo>
                  <a:pt x="12221" y="59088"/>
                </a:lnTo>
                <a:lnTo>
                  <a:pt x="12749" y="59523"/>
                </a:lnTo>
                <a:lnTo>
                  <a:pt x="13288" y="59954"/>
                </a:lnTo>
                <a:lnTo>
                  <a:pt x="13848" y="60389"/>
                </a:lnTo>
                <a:lnTo>
                  <a:pt x="14439" y="60836"/>
                </a:lnTo>
                <a:lnTo>
                  <a:pt x="15061" y="61296"/>
                </a:lnTo>
                <a:lnTo>
                  <a:pt x="15714" y="61768"/>
                </a:lnTo>
                <a:lnTo>
                  <a:pt x="16398" y="62252"/>
                </a:lnTo>
                <a:lnTo>
                  <a:pt x="17113" y="62748"/>
                </a:lnTo>
                <a:lnTo>
                  <a:pt x="17859" y="63256"/>
                </a:lnTo>
                <a:lnTo>
                  <a:pt x="18636" y="63777"/>
                </a:lnTo>
                <a:lnTo>
                  <a:pt x="19444" y="64310"/>
                </a:lnTo>
                <a:lnTo>
                  <a:pt x="20283" y="64855"/>
                </a:lnTo>
                <a:lnTo>
                  <a:pt x="21153" y="65412"/>
                </a:lnTo>
                <a:lnTo>
                  <a:pt x="22054" y="65981"/>
                </a:lnTo>
                <a:lnTo>
                  <a:pt x="22986" y="66563"/>
                </a:lnTo>
                <a:lnTo>
                  <a:pt x="23949" y="67156"/>
                </a:lnTo>
                <a:lnTo>
                  <a:pt x="24943" y="67762"/>
                </a:lnTo>
                <a:lnTo>
                  <a:pt x="25968" y="68380"/>
                </a:lnTo>
                <a:lnTo>
                  <a:pt x="27025" y="69011"/>
                </a:lnTo>
                <a:lnTo>
                  <a:pt x="28112" y="69653"/>
                </a:lnTo>
                <a:lnTo>
                  <a:pt x="29230" y="70308"/>
                </a:lnTo>
                <a:lnTo>
                  <a:pt x="30379" y="70975"/>
                </a:lnTo>
                <a:lnTo>
                  <a:pt x="31559" y="71654"/>
                </a:lnTo>
                <a:lnTo>
                  <a:pt x="32771" y="72345"/>
                </a:lnTo>
                <a:lnTo>
                  <a:pt x="34013" y="73048"/>
                </a:lnTo>
                <a:lnTo>
                  <a:pt x="35286" y="73764"/>
                </a:lnTo>
                <a:lnTo>
                  <a:pt x="36554" y="74475"/>
                </a:lnTo>
                <a:lnTo>
                  <a:pt x="37780" y="75166"/>
                </a:lnTo>
                <a:lnTo>
                  <a:pt x="38965" y="75835"/>
                </a:lnTo>
                <a:lnTo>
                  <a:pt x="40108" y="76484"/>
                </a:lnTo>
                <a:lnTo>
                  <a:pt x="41209" y="77112"/>
                </a:lnTo>
                <a:lnTo>
                  <a:pt x="42269" y="77719"/>
                </a:lnTo>
                <a:lnTo>
                  <a:pt x="43287" y="78306"/>
                </a:lnTo>
                <a:lnTo>
                  <a:pt x="44263" y="78871"/>
                </a:lnTo>
                <a:lnTo>
                  <a:pt x="45198" y="79416"/>
                </a:lnTo>
                <a:lnTo>
                  <a:pt x="46091" y="79940"/>
                </a:lnTo>
                <a:lnTo>
                  <a:pt x="46942" y="80443"/>
                </a:lnTo>
                <a:lnTo>
                  <a:pt x="47752" y="80925"/>
                </a:lnTo>
                <a:lnTo>
                  <a:pt x="48520" y="81387"/>
                </a:lnTo>
                <a:lnTo>
                  <a:pt x="49246" y="81827"/>
                </a:lnTo>
                <a:lnTo>
                  <a:pt x="49931" y="82247"/>
                </a:lnTo>
                <a:lnTo>
                  <a:pt x="50574" y="82646"/>
                </a:lnTo>
                <a:lnTo>
                  <a:pt x="51175" y="83024"/>
                </a:lnTo>
                <a:lnTo>
                  <a:pt x="51735" y="83381"/>
                </a:lnTo>
                <a:lnTo>
                  <a:pt x="52253" y="83718"/>
                </a:lnTo>
                <a:lnTo>
                  <a:pt x="52729" y="84034"/>
                </a:lnTo>
                <a:lnTo>
                  <a:pt x="53164" y="84328"/>
                </a:lnTo>
                <a:lnTo>
                  <a:pt x="53557" y="84602"/>
                </a:lnTo>
                <a:lnTo>
                  <a:pt x="53908" y="84856"/>
                </a:lnTo>
                <a:lnTo>
                  <a:pt x="54218" y="85088"/>
                </a:lnTo>
                <a:lnTo>
                  <a:pt x="54643" y="85415"/>
                </a:lnTo>
                <a:lnTo>
                  <a:pt x="55059" y="85744"/>
                </a:lnTo>
                <a:lnTo>
                  <a:pt x="55465" y="86075"/>
                </a:lnTo>
                <a:lnTo>
                  <a:pt x="55861" y="86408"/>
                </a:lnTo>
                <a:lnTo>
                  <a:pt x="56248" y="86743"/>
                </a:lnTo>
                <a:lnTo>
                  <a:pt x="56626" y="87081"/>
                </a:lnTo>
                <a:lnTo>
                  <a:pt x="56995" y="87421"/>
                </a:lnTo>
                <a:lnTo>
                  <a:pt x="57354" y="87763"/>
                </a:lnTo>
                <a:lnTo>
                  <a:pt x="57703" y="88107"/>
                </a:lnTo>
                <a:lnTo>
                  <a:pt x="58043" y="88453"/>
                </a:lnTo>
                <a:lnTo>
                  <a:pt x="58374" y="88801"/>
                </a:lnTo>
                <a:lnTo>
                  <a:pt x="58696" y="89152"/>
                </a:lnTo>
                <a:lnTo>
                  <a:pt x="59008" y="89504"/>
                </a:lnTo>
                <a:lnTo>
                  <a:pt x="59310" y="89859"/>
                </a:lnTo>
                <a:lnTo>
                  <a:pt x="59603" y="90216"/>
                </a:lnTo>
                <a:lnTo>
                  <a:pt x="59887" y="90575"/>
                </a:lnTo>
                <a:lnTo>
                  <a:pt x="60161" y="90937"/>
                </a:lnTo>
                <a:lnTo>
                  <a:pt x="60426" y="91300"/>
                </a:lnTo>
                <a:lnTo>
                  <a:pt x="60681" y="91666"/>
                </a:lnTo>
                <a:lnTo>
                  <a:pt x="60928" y="92033"/>
                </a:lnTo>
                <a:lnTo>
                  <a:pt x="61164" y="92403"/>
                </a:lnTo>
                <a:lnTo>
                  <a:pt x="61391" y="92776"/>
                </a:lnTo>
                <a:lnTo>
                  <a:pt x="61609" y="93150"/>
                </a:lnTo>
                <a:lnTo>
                  <a:pt x="61818" y="93526"/>
                </a:lnTo>
                <a:lnTo>
                  <a:pt x="62017" y="93903"/>
                </a:lnTo>
                <a:lnTo>
                  <a:pt x="62208" y="94280"/>
                </a:lnTo>
                <a:lnTo>
                  <a:pt x="62390" y="94657"/>
                </a:lnTo>
                <a:lnTo>
                  <a:pt x="62564" y="95033"/>
                </a:lnTo>
                <a:lnTo>
                  <a:pt x="62730" y="95409"/>
                </a:lnTo>
                <a:lnTo>
                  <a:pt x="62887" y="95785"/>
                </a:lnTo>
                <a:lnTo>
                  <a:pt x="63035" y="96160"/>
                </a:lnTo>
                <a:lnTo>
                  <a:pt x="63175" y="96535"/>
                </a:lnTo>
                <a:lnTo>
                  <a:pt x="63307" y="96910"/>
                </a:lnTo>
                <a:lnTo>
                  <a:pt x="63430" y="97284"/>
                </a:lnTo>
                <a:lnTo>
                  <a:pt x="63545" y="97658"/>
                </a:lnTo>
                <a:lnTo>
                  <a:pt x="63651" y="98032"/>
                </a:lnTo>
                <a:lnTo>
                  <a:pt x="63748" y="98406"/>
                </a:lnTo>
                <a:lnTo>
                  <a:pt x="63837" y="98779"/>
                </a:lnTo>
                <a:lnTo>
                  <a:pt x="63918" y="99152"/>
                </a:lnTo>
                <a:lnTo>
                  <a:pt x="63990" y="99525"/>
                </a:lnTo>
                <a:lnTo>
                  <a:pt x="64054" y="99897"/>
                </a:lnTo>
                <a:lnTo>
                  <a:pt x="64109" y="100269"/>
                </a:lnTo>
                <a:lnTo>
                  <a:pt x="64156" y="100641"/>
                </a:lnTo>
                <a:lnTo>
                  <a:pt x="64194" y="101012"/>
                </a:lnTo>
                <a:lnTo>
                  <a:pt x="64224" y="101383"/>
                </a:lnTo>
                <a:lnTo>
                  <a:pt x="64245" y="101754"/>
                </a:lnTo>
                <a:lnTo>
                  <a:pt x="64258" y="102125"/>
                </a:lnTo>
                <a:lnTo>
                  <a:pt x="64262" y="102495"/>
                </a:lnTo>
                <a:lnTo>
                  <a:pt x="64251" y="103158"/>
                </a:lnTo>
                <a:lnTo>
                  <a:pt x="64217" y="103813"/>
                </a:lnTo>
                <a:lnTo>
                  <a:pt x="64161" y="104460"/>
                </a:lnTo>
                <a:lnTo>
                  <a:pt x="64083" y="105100"/>
                </a:lnTo>
                <a:lnTo>
                  <a:pt x="63982" y="105733"/>
                </a:lnTo>
                <a:lnTo>
                  <a:pt x="63859" y="106359"/>
                </a:lnTo>
                <a:lnTo>
                  <a:pt x="63714" y="106977"/>
                </a:lnTo>
                <a:lnTo>
                  <a:pt x="63546" y="107588"/>
                </a:lnTo>
                <a:lnTo>
                  <a:pt x="63356" y="108191"/>
                </a:lnTo>
                <a:lnTo>
                  <a:pt x="63143" y="108787"/>
                </a:lnTo>
                <a:lnTo>
                  <a:pt x="62908" y="109375"/>
                </a:lnTo>
                <a:lnTo>
                  <a:pt x="62651" y="109956"/>
                </a:lnTo>
                <a:lnTo>
                  <a:pt x="62371" y="110530"/>
                </a:lnTo>
                <a:lnTo>
                  <a:pt x="62069" y="111096"/>
                </a:lnTo>
                <a:lnTo>
                  <a:pt x="61745" y="111655"/>
                </a:lnTo>
                <a:lnTo>
                  <a:pt x="61398" y="112207"/>
                </a:lnTo>
                <a:lnTo>
                  <a:pt x="61029" y="112751"/>
                </a:lnTo>
                <a:lnTo>
                  <a:pt x="60637" y="113287"/>
                </a:lnTo>
                <a:lnTo>
                  <a:pt x="60223" y="113817"/>
                </a:lnTo>
                <a:lnTo>
                  <a:pt x="59787" y="114339"/>
                </a:lnTo>
                <a:lnTo>
                  <a:pt x="59328" y="114853"/>
                </a:lnTo>
                <a:lnTo>
                  <a:pt x="58847" y="115360"/>
                </a:lnTo>
                <a:lnTo>
                  <a:pt x="58344" y="115860"/>
                </a:lnTo>
                <a:lnTo>
                  <a:pt x="57818" y="116352"/>
                </a:lnTo>
                <a:lnTo>
                  <a:pt x="57273" y="116831"/>
                </a:lnTo>
                <a:lnTo>
                  <a:pt x="56711" y="117288"/>
                </a:lnTo>
                <a:lnTo>
                  <a:pt x="56134" y="117726"/>
                </a:lnTo>
                <a:lnTo>
                  <a:pt x="55540" y="118143"/>
                </a:lnTo>
                <a:lnTo>
                  <a:pt x="54930" y="118540"/>
                </a:lnTo>
                <a:lnTo>
                  <a:pt x="54304" y="118916"/>
                </a:lnTo>
                <a:lnTo>
                  <a:pt x="53662" y="119273"/>
                </a:lnTo>
                <a:lnTo>
                  <a:pt x="53003" y="119608"/>
                </a:lnTo>
                <a:lnTo>
                  <a:pt x="52329" y="119924"/>
                </a:lnTo>
                <a:lnTo>
                  <a:pt x="51638" y="120219"/>
                </a:lnTo>
                <a:lnTo>
                  <a:pt x="50931" y="120493"/>
                </a:lnTo>
                <a:lnTo>
                  <a:pt x="50207" y="120748"/>
                </a:lnTo>
                <a:lnTo>
                  <a:pt x="49468" y="120982"/>
                </a:lnTo>
                <a:lnTo>
                  <a:pt x="48712" y="121196"/>
                </a:lnTo>
                <a:lnTo>
                  <a:pt x="47940" y="121389"/>
                </a:lnTo>
                <a:lnTo>
                  <a:pt x="47152" y="121562"/>
                </a:lnTo>
                <a:lnTo>
                  <a:pt x="46348" y="121714"/>
                </a:lnTo>
                <a:lnTo>
                  <a:pt x="45527" y="121847"/>
                </a:lnTo>
                <a:lnTo>
                  <a:pt x="44690" y="121959"/>
                </a:lnTo>
                <a:lnTo>
                  <a:pt x="43837" y="122050"/>
                </a:lnTo>
                <a:lnTo>
                  <a:pt x="42968" y="122121"/>
                </a:lnTo>
                <a:lnTo>
                  <a:pt x="42083" y="122172"/>
                </a:lnTo>
                <a:lnTo>
                  <a:pt x="41181" y="122203"/>
                </a:lnTo>
                <a:lnTo>
                  <a:pt x="40264" y="122213"/>
                </a:lnTo>
                <a:lnTo>
                  <a:pt x="39466" y="122206"/>
                </a:lnTo>
                <a:lnTo>
                  <a:pt x="38675" y="122183"/>
                </a:lnTo>
                <a:lnTo>
                  <a:pt x="37888" y="122146"/>
                </a:lnTo>
                <a:lnTo>
                  <a:pt x="37107" y="122095"/>
                </a:lnTo>
                <a:lnTo>
                  <a:pt x="36331" y="122028"/>
                </a:lnTo>
                <a:lnTo>
                  <a:pt x="35561" y="121946"/>
                </a:lnTo>
                <a:lnTo>
                  <a:pt x="34796" y="121850"/>
                </a:lnTo>
                <a:lnTo>
                  <a:pt x="34037" y="121739"/>
                </a:lnTo>
                <a:lnTo>
                  <a:pt x="33283" y="121613"/>
                </a:lnTo>
                <a:lnTo>
                  <a:pt x="32534" y="121472"/>
                </a:lnTo>
                <a:lnTo>
                  <a:pt x="31791" y="121317"/>
                </a:lnTo>
                <a:lnTo>
                  <a:pt x="31053" y="121146"/>
                </a:lnTo>
                <a:lnTo>
                  <a:pt x="30321" y="120961"/>
                </a:lnTo>
                <a:lnTo>
                  <a:pt x="29594" y="120761"/>
                </a:lnTo>
                <a:lnTo>
                  <a:pt x="28872" y="120546"/>
                </a:lnTo>
                <a:lnTo>
                  <a:pt x="28156" y="120317"/>
                </a:lnTo>
                <a:lnTo>
                  <a:pt x="27445" y="120072"/>
                </a:lnTo>
                <a:lnTo>
                  <a:pt x="26740" y="119813"/>
                </a:lnTo>
                <a:lnTo>
                  <a:pt x="26040" y="119539"/>
                </a:lnTo>
                <a:lnTo>
                  <a:pt x="25345" y="119250"/>
                </a:lnTo>
                <a:lnTo>
                  <a:pt x="24656" y="118947"/>
                </a:lnTo>
                <a:lnTo>
                  <a:pt x="23972" y="118628"/>
                </a:lnTo>
                <a:lnTo>
                  <a:pt x="23294" y="118295"/>
                </a:lnTo>
                <a:lnTo>
                  <a:pt x="22621" y="117947"/>
                </a:lnTo>
                <a:lnTo>
                  <a:pt x="21957" y="117587"/>
                </a:lnTo>
                <a:lnTo>
                  <a:pt x="21309" y="117220"/>
                </a:lnTo>
                <a:lnTo>
                  <a:pt x="20674" y="116846"/>
                </a:lnTo>
                <a:lnTo>
                  <a:pt x="20054" y="116464"/>
                </a:lnTo>
                <a:lnTo>
                  <a:pt x="19448" y="116075"/>
                </a:lnTo>
                <a:lnTo>
                  <a:pt x="18857" y="115677"/>
                </a:lnTo>
                <a:lnTo>
                  <a:pt x="18280" y="115273"/>
                </a:lnTo>
                <a:lnTo>
                  <a:pt x="17717" y="114860"/>
                </a:lnTo>
                <a:lnTo>
                  <a:pt x="17169" y="114441"/>
                </a:lnTo>
                <a:lnTo>
                  <a:pt x="16635" y="114013"/>
                </a:lnTo>
                <a:lnTo>
                  <a:pt x="16115" y="113578"/>
                </a:lnTo>
                <a:lnTo>
                  <a:pt x="15610" y="113136"/>
                </a:lnTo>
                <a:lnTo>
                  <a:pt x="15119" y="112686"/>
                </a:lnTo>
                <a:lnTo>
                  <a:pt x="14642" y="112228"/>
                </a:lnTo>
                <a:lnTo>
                  <a:pt x="14180" y="111763"/>
                </a:lnTo>
                <a:lnTo>
                  <a:pt x="13732" y="111290"/>
                </a:lnTo>
                <a:lnTo>
                  <a:pt x="13299" y="110810"/>
                </a:lnTo>
                <a:lnTo>
                  <a:pt x="12880" y="110322"/>
                </a:lnTo>
                <a:lnTo>
                  <a:pt x="12475" y="109827"/>
                </a:lnTo>
                <a:lnTo>
                  <a:pt x="12084" y="109324"/>
                </a:lnTo>
                <a:lnTo>
                  <a:pt x="11708" y="108813"/>
                </a:lnTo>
                <a:lnTo>
                  <a:pt x="11346" y="108295"/>
                </a:lnTo>
                <a:lnTo>
                  <a:pt x="10999" y="107770"/>
                </a:lnTo>
                <a:lnTo>
                  <a:pt x="10666" y="107236"/>
                </a:lnTo>
                <a:lnTo>
                  <a:pt x="10343" y="106688"/>
                </a:lnTo>
                <a:lnTo>
                  <a:pt x="10025" y="106117"/>
                </a:lnTo>
                <a:lnTo>
                  <a:pt x="9713" y="105523"/>
                </a:lnTo>
                <a:lnTo>
                  <a:pt x="9407" y="104907"/>
                </a:lnTo>
                <a:lnTo>
                  <a:pt x="9106" y="104268"/>
                </a:lnTo>
                <a:lnTo>
                  <a:pt x="8810" y="103606"/>
                </a:lnTo>
                <a:lnTo>
                  <a:pt x="8521" y="102922"/>
                </a:lnTo>
                <a:lnTo>
                  <a:pt x="8236" y="102215"/>
                </a:lnTo>
                <a:lnTo>
                  <a:pt x="7958" y="101485"/>
                </a:lnTo>
                <a:lnTo>
                  <a:pt x="7685" y="100732"/>
                </a:lnTo>
                <a:lnTo>
                  <a:pt x="7417" y="99957"/>
                </a:lnTo>
                <a:lnTo>
                  <a:pt x="7155" y="99159"/>
                </a:lnTo>
                <a:lnTo>
                  <a:pt x="6899" y="98339"/>
                </a:lnTo>
                <a:lnTo>
                  <a:pt x="6648" y="97495"/>
                </a:lnTo>
                <a:lnTo>
                  <a:pt x="6402" y="96630"/>
                </a:lnTo>
                <a:lnTo>
                  <a:pt x="6162" y="95741"/>
                </a:lnTo>
                <a:lnTo>
                  <a:pt x="5928" y="94830"/>
                </a:lnTo>
                <a:lnTo>
                  <a:pt x="5700" y="93896"/>
                </a:lnTo>
                <a:lnTo>
                  <a:pt x="5476" y="92939"/>
                </a:lnTo>
                <a:lnTo>
                  <a:pt x="5259" y="91960"/>
                </a:lnTo>
                <a:lnTo>
                  <a:pt x="5047" y="90958"/>
                </a:lnTo>
                <a:lnTo>
                  <a:pt x="4840" y="89933"/>
                </a:lnTo>
                <a:lnTo>
                  <a:pt x="4639" y="88886"/>
                </a:lnTo>
                <a:lnTo>
                  <a:pt x="4444" y="87816"/>
                </a:lnTo>
                <a:lnTo>
                  <a:pt x="1155" y="87816"/>
                </a:lnTo>
                <a:lnTo>
                  <a:pt x="1155" y="129057"/>
                </a:lnTo>
                <a:lnTo>
                  <a:pt x="4444" y="129057"/>
                </a:lnTo>
                <a:lnTo>
                  <a:pt x="4497" y="128718"/>
                </a:lnTo>
                <a:lnTo>
                  <a:pt x="4552" y="128389"/>
                </a:lnTo>
                <a:lnTo>
                  <a:pt x="4610" y="128070"/>
                </a:lnTo>
                <a:lnTo>
                  <a:pt x="4670" y="127761"/>
                </a:lnTo>
                <a:lnTo>
                  <a:pt x="4732" y="127461"/>
                </a:lnTo>
                <a:lnTo>
                  <a:pt x="4797" y="127171"/>
                </a:lnTo>
                <a:lnTo>
                  <a:pt x="4864" y="126891"/>
                </a:lnTo>
                <a:lnTo>
                  <a:pt x="4933" y="126621"/>
                </a:lnTo>
                <a:lnTo>
                  <a:pt x="5004" y="126360"/>
                </a:lnTo>
                <a:lnTo>
                  <a:pt x="5078" y="126109"/>
                </a:lnTo>
                <a:lnTo>
                  <a:pt x="5154" y="125868"/>
                </a:lnTo>
                <a:lnTo>
                  <a:pt x="5233" y="125636"/>
                </a:lnTo>
                <a:lnTo>
                  <a:pt x="5314" y="125415"/>
                </a:lnTo>
                <a:lnTo>
                  <a:pt x="5397" y="125203"/>
                </a:lnTo>
                <a:lnTo>
                  <a:pt x="5482" y="125000"/>
                </a:lnTo>
                <a:lnTo>
                  <a:pt x="5570" y="124808"/>
                </a:lnTo>
                <a:lnTo>
                  <a:pt x="5660" y="124625"/>
                </a:lnTo>
                <a:lnTo>
                  <a:pt x="5752" y="124452"/>
                </a:lnTo>
                <a:lnTo>
                  <a:pt x="5847" y="124289"/>
                </a:lnTo>
                <a:lnTo>
                  <a:pt x="5944" y="124135"/>
                </a:lnTo>
                <a:lnTo>
                  <a:pt x="6043" y="123991"/>
                </a:lnTo>
                <a:lnTo>
                  <a:pt x="6145" y="123857"/>
                </a:lnTo>
                <a:lnTo>
                  <a:pt x="6249" y="123733"/>
                </a:lnTo>
                <a:lnTo>
                  <a:pt x="6355" y="123618"/>
                </a:lnTo>
                <a:lnTo>
                  <a:pt x="6464" y="123511"/>
                </a:lnTo>
                <a:lnTo>
                  <a:pt x="6576" y="123408"/>
                </a:lnTo>
                <a:lnTo>
                  <a:pt x="6692" y="123310"/>
                </a:lnTo>
                <a:lnTo>
                  <a:pt x="6811" y="123216"/>
                </a:lnTo>
                <a:lnTo>
                  <a:pt x="6933" y="123127"/>
                </a:lnTo>
                <a:lnTo>
                  <a:pt x="7058" y="123042"/>
                </a:lnTo>
                <a:lnTo>
                  <a:pt x="7186" y="122962"/>
                </a:lnTo>
                <a:lnTo>
                  <a:pt x="7318" y="122887"/>
                </a:lnTo>
                <a:lnTo>
                  <a:pt x="7453" y="122816"/>
                </a:lnTo>
                <a:lnTo>
                  <a:pt x="7591" y="122750"/>
                </a:lnTo>
                <a:lnTo>
                  <a:pt x="7733" y="122688"/>
                </a:lnTo>
                <a:lnTo>
                  <a:pt x="7877" y="122631"/>
                </a:lnTo>
                <a:lnTo>
                  <a:pt x="8025" y="122578"/>
                </a:lnTo>
                <a:lnTo>
                  <a:pt x="8176" y="122530"/>
                </a:lnTo>
                <a:lnTo>
                  <a:pt x="8331" y="122487"/>
                </a:lnTo>
                <a:lnTo>
                  <a:pt x="8488" y="122448"/>
                </a:lnTo>
                <a:lnTo>
                  <a:pt x="8649" y="122414"/>
                </a:lnTo>
                <a:lnTo>
                  <a:pt x="8813" y="122384"/>
                </a:lnTo>
                <a:lnTo>
                  <a:pt x="8981" y="122359"/>
                </a:lnTo>
                <a:lnTo>
                  <a:pt x="9151" y="122338"/>
                </a:lnTo>
                <a:lnTo>
                  <a:pt x="9325" y="122322"/>
                </a:lnTo>
                <a:lnTo>
                  <a:pt x="9502" y="122311"/>
                </a:lnTo>
                <a:lnTo>
                  <a:pt x="9682" y="122304"/>
                </a:lnTo>
                <a:lnTo>
                  <a:pt x="9866" y="122302"/>
                </a:lnTo>
                <a:lnTo>
                  <a:pt x="10070" y="122307"/>
                </a:lnTo>
                <a:lnTo>
                  <a:pt x="10295" y="122321"/>
                </a:lnTo>
                <a:lnTo>
                  <a:pt x="10543" y="122345"/>
                </a:lnTo>
                <a:lnTo>
                  <a:pt x="10813" y="122379"/>
                </a:lnTo>
                <a:lnTo>
                  <a:pt x="11105" y="122422"/>
                </a:lnTo>
                <a:lnTo>
                  <a:pt x="11419" y="122475"/>
                </a:lnTo>
                <a:lnTo>
                  <a:pt x="11755" y="122537"/>
                </a:lnTo>
                <a:lnTo>
                  <a:pt x="12113" y="122609"/>
                </a:lnTo>
                <a:lnTo>
                  <a:pt x="12493" y="122691"/>
                </a:lnTo>
                <a:lnTo>
                  <a:pt x="12895" y="122782"/>
                </a:lnTo>
                <a:lnTo>
                  <a:pt x="13319" y="122882"/>
                </a:lnTo>
                <a:lnTo>
                  <a:pt x="13766" y="122993"/>
                </a:lnTo>
                <a:lnTo>
                  <a:pt x="14234" y="123113"/>
                </a:lnTo>
                <a:lnTo>
                  <a:pt x="14725" y="123242"/>
                </a:lnTo>
                <a:lnTo>
                  <a:pt x="15237" y="123381"/>
                </a:lnTo>
                <a:lnTo>
                  <a:pt x="15772" y="123530"/>
                </a:lnTo>
                <a:lnTo>
                  <a:pt x="16328" y="123689"/>
                </a:lnTo>
                <a:lnTo>
                  <a:pt x="16907" y="123856"/>
                </a:lnTo>
                <a:lnTo>
                  <a:pt x="17508" y="124034"/>
                </a:lnTo>
                <a:lnTo>
                  <a:pt x="18131" y="124221"/>
                </a:lnTo>
                <a:lnTo>
                  <a:pt x="18776" y="124418"/>
                </a:lnTo>
                <a:lnTo>
                  <a:pt x="19443" y="124624"/>
                </a:lnTo>
                <a:lnTo>
                  <a:pt x="20132" y="124840"/>
                </a:lnTo>
                <a:lnTo>
                  <a:pt x="20843" y="125066"/>
                </a:lnTo>
                <a:lnTo>
                  <a:pt x="21555" y="125292"/>
                </a:lnTo>
                <a:lnTo>
                  <a:pt x="22246" y="125510"/>
                </a:lnTo>
                <a:lnTo>
                  <a:pt x="22917" y="125720"/>
                </a:lnTo>
                <a:lnTo>
                  <a:pt x="23567" y="125922"/>
                </a:lnTo>
                <a:lnTo>
                  <a:pt x="24197" y="126116"/>
                </a:lnTo>
                <a:lnTo>
                  <a:pt x="24806" y="126302"/>
                </a:lnTo>
                <a:lnTo>
                  <a:pt x="25395" y="126480"/>
                </a:lnTo>
                <a:lnTo>
                  <a:pt x="25963" y="126650"/>
                </a:lnTo>
                <a:lnTo>
                  <a:pt x="26511" y="126811"/>
                </a:lnTo>
                <a:lnTo>
                  <a:pt x="27038" y="126965"/>
                </a:lnTo>
                <a:lnTo>
                  <a:pt x="27545" y="127111"/>
                </a:lnTo>
                <a:lnTo>
                  <a:pt x="28031" y="127248"/>
                </a:lnTo>
                <a:lnTo>
                  <a:pt x="28497" y="127377"/>
                </a:lnTo>
                <a:lnTo>
                  <a:pt x="28942" y="127499"/>
                </a:lnTo>
                <a:lnTo>
                  <a:pt x="29367" y="127612"/>
                </a:lnTo>
                <a:lnTo>
                  <a:pt x="29771" y="127717"/>
                </a:lnTo>
                <a:lnTo>
                  <a:pt x="30154" y="127814"/>
                </a:lnTo>
                <a:lnTo>
                  <a:pt x="30517" y="127903"/>
                </a:lnTo>
                <a:lnTo>
                  <a:pt x="30860" y="127984"/>
                </a:lnTo>
                <a:lnTo>
                  <a:pt x="31182" y="128057"/>
                </a:lnTo>
                <a:lnTo>
                  <a:pt x="31483" y="128122"/>
                </a:lnTo>
                <a:lnTo>
                  <a:pt x="31764" y="128179"/>
                </a:lnTo>
                <a:lnTo>
                  <a:pt x="32024" y="128228"/>
                </a:lnTo>
                <a:lnTo>
                  <a:pt x="32264" y="128268"/>
                </a:lnTo>
                <a:lnTo>
                  <a:pt x="32650" y="128332"/>
                </a:lnTo>
                <a:lnTo>
                  <a:pt x="33039" y="128394"/>
                </a:lnTo>
                <a:lnTo>
                  <a:pt x="33429" y="128453"/>
                </a:lnTo>
                <a:lnTo>
                  <a:pt x="33822" y="128509"/>
                </a:lnTo>
                <a:lnTo>
                  <a:pt x="34217" y="128563"/>
                </a:lnTo>
                <a:lnTo>
                  <a:pt x="34614" y="128613"/>
                </a:lnTo>
                <a:lnTo>
                  <a:pt x="35013" y="128661"/>
                </a:lnTo>
                <a:lnTo>
                  <a:pt x="35415" y="128706"/>
                </a:lnTo>
                <a:lnTo>
                  <a:pt x="35818" y="128749"/>
                </a:lnTo>
                <a:lnTo>
                  <a:pt x="36224" y="128789"/>
                </a:lnTo>
                <a:lnTo>
                  <a:pt x="36632" y="128825"/>
                </a:lnTo>
                <a:lnTo>
                  <a:pt x="37042" y="128860"/>
                </a:lnTo>
                <a:lnTo>
                  <a:pt x="37454" y="128891"/>
                </a:lnTo>
                <a:lnTo>
                  <a:pt x="37868" y="128920"/>
                </a:lnTo>
                <a:lnTo>
                  <a:pt x="38285" y="128946"/>
                </a:lnTo>
                <a:lnTo>
                  <a:pt x="38703" y="128969"/>
                </a:lnTo>
                <a:lnTo>
                  <a:pt x="39124" y="128990"/>
                </a:lnTo>
                <a:lnTo>
                  <a:pt x="39547" y="129008"/>
                </a:lnTo>
                <a:lnTo>
                  <a:pt x="39972" y="129023"/>
                </a:lnTo>
                <a:lnTo>
                  <a:pt x="40399" y="129035"/>
                </a:lnTo>
                <a:lnTo>
                  <a:pt x="40829" y="129045"/>
                </a:lnTo>
                <a:lnTo>
                  <a:pt x="41260" y="129051"/>
                </a:lnTo>
                <a:lnTo>
                  <a:pt x="41694" y="129056"/>
                </a:lnTo>
                <a:lnTo>
                  <a:pt x="42130" y="129057"/>
                </a:lnTo>
                <a:lnTo>
                  <a:pt x="43512" y="129040"/>
                </a:lnTo>
                <a:lnTo>
                  <a:pt x="44873" y="128988"/>
                </a:lnTo>
                <a:lnTo>
                  <a:pt x="46212" y="128902"/>
                </a:lnTo>
                <a:lnTo>
                  <a:pt x="47531" y="128782"/>
                </a:lnTo>
                <a:lnTo>
                  <a:pt x="48828" y="128627"/>
                </a:lnTo>
                <a:lnTo>
                  <a:pt x="50105" y="128438"/>
                </a:lnTo>
                <a:lnTo>
                  <a:pt x="51360" y="128215"/>
                </a:lnTo>
                <a:lnTo>
                  <a:pt x="52594" y="127957"/>
                </a:lnTo>
                <a:lnTo>
                  <a:pt x="53806" y="127664"/>
                </a:lnTo>
                <a:lnTo>
                  <a:pt x="54998" y="127338"/>
                </a:lnTo>
                <a:lnTo>
                  <a:pt x="56169" y="126977"/>
                </a:lnTo>
                <a:lnTo>
                  <a:pt x="57318" y="126581"/>
                </a:lnTo>
                <a:lnTo>
                  <a:pt x="58446" y="126152"/>
                </a:lnTo>
                <a:lnTo>
                  <a:pt x="59553" y="125688"/>
                </a:lnTo>
                <a:lnTo>
                  <a:pt x="60639" y="125189"/>
                </a:lnTo>
                <a:lnTo>
                  <a:pt x="61704" y="124656"/>
                </a:lnTo>
                <a:lnTo>
                  <a:pt x="62748" y="124089"/>
                </a:lnTo>
                <a:lnTo>
                  <a:pt x="63770" y="123487"/>
                </a:lnTo>
                <a:lnTo>
                  <a:pt x="64772" y="122851"/>
                </a:lnTo>
                <a:lnTo>
                  <a:pt x="65752" y="122181"/>
                </a:lnTo>
                <a:lnTo>
                  <a:pt x="66711" y="121476"/>
                </a:lnTo>
                <a:lnTo>
                  <a:pt x="67649" y="120736"/>
                </a:lnTo>
                <a:lnTo>
                  <a:pt x="68566" y="119963"/>
                </a:lnTo>
                <a:lnTo>
                  <a:pt x="69461" y="119155"/>
                </a:lnTo>
                <a:lnTo>
                  <a:pt x="70328" y="118323"/>
                </a:lnTo>
                <a:lnTo>
                  <a:pt x="71158" y="117478"/>
                </a:lnTo>
                <a:lnTo>
                  <a:pt x="71951" y="116620"/>
                </a:lnTo>
                <a:lnTo>
                  <a:pt x="72707" y="115749"/>
                </a:lnTo>
                <a:lnTo>
                  <a:pt x="73426" y="114864"/>
                </a:lnTo>
                <a:lnTo>
                  <a:pt x="74108" y="113967"/>
                </a:lnTo>
                <a:lnTo>
                  <a:pt x="74754" y="113056"/>
                </a:lnTo>
                <a:lnTo>
                  <a:pt x="75362" y="112133"/>
                </a:lnTo>
                <a:lnTo>
                  <a:pt x="75934" y="111196"/>
                </a:lnTo>
                <a:lnTo>
                  <a:pt x="76469" y="110246"/>
                </a:lnTo>
                <a:lnTo>
                  <a:pt x="76966" y="109283"/>
                </a:lnTo>
                <a:lnTo>
                  <a:pt x="77427" y="108307"/>
                </a:lnTo>
                <a:lnTo>
                  <a:pt x="77852" y="107318"/>
                </a:lnTo>
                <a:lnTo>
                  <a:pt x="78239" y="106316"/>
                </a:lnTo>
                <a:lnTo>
                  <a:pt x="78589" y="105300"/>
                </a:lnTo>
                <a:lnTo>
                  <a:pt x="78903" y="104272"/>
                </a:lnTo>
                <a:lnTo>
                  <a:pt x="79179" y="103231"/>
                </a:lnTo>
                <a:lnTo>
                  <a:pt x="79419" y="102176"/>
                </a:lnTo>
                <a:lnTo>
                  <a:pt x="79622" y="101108"/>
                </a:lnTo>
                <a:lnTo>
                  <a:pt x="79788" y="100027"/>
                </a:lnTo>
                <a:lnTo>
                  <a:pt x="79917" y="98934"/>
                </a:lnTo>
                <a:lnTo>
                  <a:pt x="80009" y="97827"/>
                </a:lnTo>
                <a:lnTo>
                  <a:pt x="80064" y="96707"/>
                </a:lnTo>
                <a:lnTo>
                  <a:pt x="80083" y="95573"/>
                </a:lnTo>
                <a:lnTo>
                  <a:pt x="80077" y="94975"/>
                </a:lnTo>
                <a:lnTo>
                  <a:pt x="80060" y="94379"/>
                </a:lnTo>
                <a:lnTo>
                  <a:pt x="80031" y="93785"/>
                </a:lnTo>
                <a:lnTo>
                  <a:pt x="79990" y="93193"/>
                </a:lnTo>
                <a:lnTo>
                  <a:pt x="79938" y="92603"/>
                </a:lnTo>
                <a:lnTo>
                  <a:pt x="79875" y="92015"/>
                </a:lnTo>
                <a:lnTo>
                  <a:pt x="79799" y="91430"/>
                </a:lnTo>
                <a:lnTo>
                  <a:pt x="79713" y="90847"/>
                </a:lnTo>
                <a:lnTo>
                  <a:pt x="79614" y="90265"/>
                </a:lnTo>
                <a:lnTo>
                  <a:pt x="79504" y="89686"/>
                </a:lnTo>
                <a:lnTo>
                  <a:pt x="79383" y="89110"/>
                </a:lnTo>
                <a:lnTo>
                  <a:pt x="79250" y="88535"/>
                </a:lnTo>
                <a:lnTo>
                  <a:pt x="79105" y="87963"/>
                </a:lnTo>
                <a:lnTo>
                  <a:pt x="78949" y="87392"/>
                </a:lnTo>
                <a:lnTo>
                  <a:pt x="78781" y="86824"/>
                </a:lnTo>
                <a:lnTo>
                  <a:pt x="78601" y="86258"/>
                </a:lnTo>
                <a:lnTo>
                  <a:pt x="78411" y="85694"/>
                </a:lnTo>
                <a:lnTo>
                  <a:pt x="78208" y="85132"/>
                </a:lnTo>
                <a:lnTo>
                  <a:pt x="77994" y="84573"/>
                </a:lnTo>
                <a:lnTo>
                  <a:pt x="77768" y="84016"/>
                </a:lnTo>
                <a:lnTo>
                  <a:pt x="77531" y="83460"/>
                </a:lnTo>
                <a:lnTo>
                  <a:pt x="77282" y="82907"/>
                </a:lnTo>
                <a:lnTo>
                  <a:pt x="77022" y="82356"/>
                </a:lnTo>
                <a:lnTo>
                  <a:pt x="76750" y="81808"/>
                </a:lnTo>
                <a:lnTo>
                  <a:pt x="76467" y="81263"/>
                </a:lnTo>
                <a:lnTo>
                  <a:pt x="76175" y="80724"/>
                </a:lnTo>
                <a:lnTo>
                  <a:pt x="75872" y="80191"/>
                </a:lnTo>
                <a:lnTo>
                  <a:pt x="75560" y="79664"/>
                </a:lnTo>
                <a:lnTo>
                  <a:pt x="75238" y="79144"/>
                </a:lnTo>
                <a:lnTo>
                  <a:pt x="74905" y="78629"/>
                </a:lnTo>
                <a:lnTo>
                  <a:pt x="74564" y="78120"/>
                </a:lnTo>
                <a:lnTo>
                  <a:pt x="74212" y="77618"/>
                </a:lnTo>
                <a:lnTo>
                  <a:pt x="73850" y="77121"/>
                </a:lnTo>
                <a:lnTo>
                  <a:pt x="73478" y="76630"/>
                </a:lnTo>
                <a:lnTo>
                  <a:pt x="73097" y="76146"/>
                </a:lnTo>
                <a:lnTo>
                  <a:pt x="72706" y="75667"/>
                </a:lnTo>
                <a:lnTo>
                  <a:pt x="72304" y="75195"/>
                </a:lnTo>
                <a:lnTo>
                  <a:pt x="71893" y="74728"/>
                </a:lnTo>
                <a:lnTo>
                  <a:pt x="71472" y="74268"/>
                </a:lnTo>
                <a:lnTo>
                  <a:pt x="71042" y="73813"/>
                </a:lnTo>
                <a:lnTo>
                  <a:pt x="70601" y="73365"/>
                </a:lnTo>
                <a:lnTo>
                  <a:pt x="70150" y="72922"/>
                </a:lnTo>
                <a:lnTo>
                  <a:pt x="69690" y="72486"/>
                </a:lnTo>
                <a:lnTo>
                  <a:pt x="69219" y="72056"/>
                </a:lnTo>
                <a:lnTo>
                  <a:pt x="68739" y="71631"/>
                </a:lnTo>
                <a:lnTo>
                  <a:pt x="68249" y="71213"/>
                </a:lnTo>
                <a:lnTo>
                  <a:pt x="67749" y="70801"/>
                </a:lnTo>
                <a:lnTo>
                  <a:pt x="67239" y="70395"/>
                </a:lnTo>
                <a:lnTo>
                  <a:pt x="66706" y="69984"/>
                </a:lnTo>
                <a:lnTo>
                  <a:pt x="66135" y="69559"/>
                </a:lnTo>
                <a:lnTo>
                  <a:pt x="65528" y="69118"/>
                </a:lnTo>
                <a:lnTo>
                  <a:pt x="64883" y="68664"/>
                </a:lnTo>
                <a:lnTo>
                  <a:pt x="64201" y="68194"/>
                </a:lnTo>
                <a:lnTo>
                  <a:pt x="63481" y="67711"/>
                </a:lnTo>
                <a:lnTo>
                  <a:pt x="62725" y="67212"/>
                </a:lnTo>
                <a:lnTo>
                  <a:pt x="61931" y="66699"/>
                </a:lnTo>
                <a:lnTo>
                  <a:pt x="61100" y="66171"/>
                </a:lnTo>
                <a:lnTo>
                  <a:pt x="60232" y="65628"/>
                </a:lnTo>
                <a:lnTo>
                  <a:pt x="59327" y="65071"/>
                </a:lnTo>
                <a:lnTo>
                  <a:pt x="58384" y="64499"/>
                </a:lnTo>
                <a:lnTo>
                  <a:pt x="57405" y="63913"/>
                </a:lnTo>
                <a:lnTo>
                  <a:pt x="56388" y="63312"/>
                </a:lnTo>
                <a:lnTo>
                  <a:pt x="55334" y="62696"/>
                </a:lnTo>
                <a:lnTo>
                  <a:pt x="54243" y="62066"/>
                </a:lnTo>
                <a:lnTo>
                  <a:pt x="53114" y="61421"/>
                </a:lnTo>
                <a:lnTo>
                  <a:pt x="51949" y="60761"/>
                </a:lnTo>
                <a:lnTo>
                  <a:pt x="50746" y="60087"/>
                </a:lnTo>
                <a:lnTo>
                  <a:pt x="49506" y="59398"/>
                </a:lnTo>
                <a:lnTo>
                  <a:pt x="48229" y="58694"/>
                </a:lnTo>
                <a:lnTo>
                  <a:pt x="46915" y="57976"/>
                </a:lnTo>
                <a:lnTo>
                  <a:pt x="45563" y="57243"/>
                </a:lnTo>
                <a:lnTo>
                  <a:pt x="44174" y="56496"/>
                </a:lnTo>
                <a:lnTo>
                  <a:pt x="42475" y="55578"/>
                </a:lnTo>
                <a:lnTo>
                  <a:pt x="40828" y="54676"/>
                </a:lnTo>
                <a:lnTo>
                  <a:pt x="39235" y="53790"/>
                </a:lnTo>
                <a:lnTo>
                  <a:pt x="37693" y="52918"/>
                </a:lnTo>
                <a:lnTo>
                  <a:pt x="36205" y="52063"/>
                </a:lnTo>
                <a:lnTo>
                  <a:pt x="34770" y="51222"/>
                </a:lnTo>
                <a:lnTo>
                  <a:pt x="33387" y="50397"/>
                </a:lnTo>
                <a:lnTo>
                  <a:pt x="32057" y="49588"/>
                </a:lnTo>
                <a:lnTo>
                  <a:pt x="30780" y="48793"/>
                </a:lnTo>
                <a:lnTo>
                  <a:pt x="29555" y="48015"/>
                </a:lnTo>
                <a:lnTo>
                  <a:pt x="28384" y="47251"/>
                </a:lnTo>
                <a:lnTo>
                  <a:pt x="27265" y="46503"/>
                </a:lnTo>
                <a:lnTo>
                  <a:pt x="26198" y="45771"/>
                </a:lnTo>
                <a:lnTo>
                  <a:pt x="25185" y="45054"/>
                </a:lnTo>
                <a:lnTo>
                  <a:pt x="24225" y="44352"/>
                </a:lnTo>
                <a:lnTo>
                  <a:pt x="23317" y="43666"/>
                </a:lnTo>
                <a:lnTo>
                  <a:pt x="22462" y="42995"/>
                </a:lnTo>
                <a:lnTo>
                  <a:pt x="21659" y="42340"/>
                </a:lnTo>
                <a:lnTo>
                  <a:pt x="20910" y="41699"/>
                </a:lnTo>
                <a:lnTo>
                  <a:pt x="20213" y="41075"/>
                </a:lnTo>
                <a:lnTo>
                  <a:pt x="19569" y="40466"/>
                </a:lnTo>
                <a:lnTo>
                  <a:pt x="18978" y="39872"/>
                </a:lnTo>
                <a:lnTo>
                  <a:pt x="18440" y="39293"/>
                </a:lnTo>
                <a:lnTo>
                  <a:pt x="17954" y="38730"/>
                </a:lnTo>
                <a:lnTo>
                  <a:pt x="17642" y="38351"/>
                </a:lnTo>
                <a:lnTo>
                  <a:pt x="17344" y="37969"/>
                </a:lnTo>
                <a:lnTo>
                  <a:pt x="17058" y="37583"/>
                </a:lnTo>
                <a:lnTo>
                  <a:pt x="16786" y="37194"/>
                </a:lnTo>
                <a:lnTo>
                  <a:pt x="16528" y="36801"/>
                </a:lnTo>
                <a:lnTo>
                  <a:pt x="16282" y="36405"/>
                </a:lnTo>
                <a:lnTo>
                  <a:pt x="16050" y="36006"/>
                </a:lnTo>
                <a:lnTo>
                  <a:pt x="15831" y="35603"/>
                </a:lnTo>
                <a:lnTo>
                  <a:pt x="15625" y="35197"/>
                </a:lnTo>
                <a:lnTo>
                  <a:pt x="15433" y="34787"/>
                </a:lnTo>
                <a:lnTo>
                  <a:pt x="15254" y="34374"/>
                </a:lnTo>
                <a:lnTo>
                  <a:pt x="15088" y="33958"/>
                </a:lnTo>
                <a:lnTo>
                  <a:pt x="14935" y="33538"/>
                </a:lnTo>
                <a:lnTo>
                  <a:pt x="14796" y="33115"/>
                </a:lnTo>
                <a:lnTo>
                  <a:pt x="14670" y="32688"/>
                </a:lnTo>
                <a:lnTo>
                  <a:pt x="14557" y="32258"/>
                </a:lnTo>
                <a:lnTo>
                  <a:pt x="14457" y="31825"/>
                </a:lnTo>
                <a:lnTo>
                  <a:pt x="14371" y="31388"/>
                </a:lnTo>
                <a:lnTo>
                  <a:pt x="14298" y="30947"/>
                </a:lnTo>
                <a:lnTo>
                  <a:pt x="14238" y="30504"/>
                </a:lnTo>
                <a:lnTo>
                  <a:pt x="14192" y="30057"/>
                </a:lnTo>
                <a:lnTo>
                  <a:pt x="14159" y="29606"/>
                </a:lnTo>
                <a:lnTo>
                  <a:pt x="14139" y="29152"/>
                </a:lnTo>
                <a:lnTo>
                  <a:pt x="14132" y="28695"/>
                </a:lnTo>
                <a:lnTo>
                  <a:pt x="14143" y="28098"/>
                </a:lnTo>
                <a:lnTo>
                  <a:pt x="14174" y="27507"/>
                </a:lnTo>
                <a:lnTo>
                  <a:pt x="14227" y="26921"/>
                </a:lnTo>
                <a:lnTo>
                  <a:pt x="14300" y="26340"/>
                </a:lnTo>
                <a:lnTo>
                  <a:pt x="14395" y="25765"/>
                </a:lnTo>
                <a:lnTo>
                  <a:pt x="14510" y="25195"/>
                </a:lnTo>
                <a:lnTo>
                  <a:pt x="14646" y="24631"/>
                </a:lnTo>
                <a:lnTo>
                  <a:pt x="14804" y="24072"/>
                </a:lnTo>
                <a:lnTo>
                  <a:pt x="14982" y="23518"/>
                </a:lnTo>
                <a:lnTo>
                  <a:pt x="15182" y="22970"/>
                </a:lnTo>
                <a:lnTo>
                  <a:pt x="15402" y="22427"/>
                </a:lnTo>
                <a:lnTo>
                  <a:pt x="15643" y="21890"/>
                </a:lnTo>
                <a:lnTo>
                  <a:pt x="15906" y="21358"/>
                </a:lnTo>
                <a:lnTo>
                  <a:pt x="16189" y="20831"/>
                </a:lnTo>
                <a:lnTo>
                  <a:pt x="16493" y="20310"/>
                </a:lnTo>
                <a:lnTo>
                  <a:pt x="16818" y="19794"/>
                </a:lnTo>
                <a:lnTo>
                  <a:pt x="17165" y="19284"/>
                </a:lnTo>
                <a:lnTo>
                  <a:pt x="17532" y="18779"/>
                </a:lnTo>
                <a:lnTo>
                  <a:pt x="17920" y="18280"/>
                </a:lnTo>
                <a:lnTo>
                  <a:pt x="18329" y="17785"/>
                </a:lnTo>
                <a:lnTo>
                  <a:pt x="18760" y="17297"/>
                </a:lnTo>
                <a:lnTo>
                  <a:pt x="19211" y="16813"/>
                </a:lnTo>
                <a:lnTo>
                  <a:pt x="19683" y="16335"/>
                </a:lnTo>
                <a:lnTo>
                  <a:pt x="20176" y="15863"/>
                </a:lnTo>
                <a:lnTo>
                  <a:pt x="20685" y="15402"/>
                </a:lnTo>
                <a:lnTo>
                  <a:pt x="21206" y="14962"/>
                </a:lnTo>
                <a:lnTo>
                  <a:pt x="21737" y="14541"/>
                </a:lnTo>
                <a:lnTo>
                  <a:pt x="22280" y="14139"/>
                </a:lnTo>
                <a:lnTo>
                  <a:pt x="22833" y="13757"/>
                </a:lnTo>
                <a:lnTo>
                  <a:pt x="23398" y="13395"/>
                </a:lnTo>
                <a:lnTo>
                  <a:pt x="23974" y="13052"/>
                </a:lnTo>
                <a:lnTo>
                  <a:pt x="24561" y="12729"/>
                </a:lnTo>
                <a:lnTo>
                  <a:pt x="25159" y="12425"/>
                </a:lnTo>
                <a:lnTo>
                  <a:pt x="25768" y="12141"/>
                </a:lnTo>
                <a:lnTo>
                  <a:pt x="26389" y="11877"/>
                </a:lnTo>
                <a:lnTo>
                  <a:pt x="27020" y="11632"/>
                </a:lnTo>
                <a:lnTo>
                  <a:pt x="27663" y="11407"/>
                </a:lnTo>
                <a:lnTo>
                  <a:pt x="28316" y="11201"/>
                </a:lnTo>
                <a:lnTo>
                  <a:pt x="28981" y="11015"/>
                </a:lnTo>
                <a:lnTo>
                  <a:pt x="29657" y="10848"/>
                </a:lnTo>
                <a:lnTo>
                  <a:pt x="30344" y="10701"/>
                </a:lnTo>
                <a:lnTo>
                  <a:pt x="31042" y="10574"/>
                </a:lnTo>
                <a:lnTo>
                  <a:pt x="31751" y="10466"/>
                </a:lnTo>
                <a:lnTo>
                  <a:pt x="32472" y="10378"/>
                </a:lnTo>
                <a:lnTo>
                  <a:pt x="33203" y="10310"/>
                </a:lnTo>
                <a:lnTo>
                  <a:pt x="33946" y="10261"/>
                </a:lnTo>
                <a:lnTo>
                  <a:pt x="34699" y="10231"/>
                </a:lnTo>
                <a:lnTo>
                  <a:pt x="35464" y="10221"/>
                </a:lnTo>
                <a:lnTo>
                  <a:pt x="36144" y="10229"/>
                </a:lnTo>
                <a:lnTo>
                  <a:pt x="36823" y="10250"/>
                </a:lnTo>
                <a:lnTo>
                  <a:pt x="37500" y="10287"/>
                </a:lnTo>
                <a:lnTo>
                  <a:pt x="38175" y="10337"/>
                </a:lnTo>
                <a:lnTo>
                  <a:pt x="38848" y="10403"/>
                </a:lnTo>
                <a:lnTo>
                  <a:pt x="39519" y="10483"/>
                </a:lnTo>
                <a:lnTo>
                  <a:pt x="40189" y="10577"/>
                </a:lnTo>
                <a:lnTo>
                  <a:pt x="40856" y="10686"/>
                </a:lnTo>
                <a:lnTo>
                  <a:pt x="41522" y="10809"/>
                </a:lnTo>
                <a:lnTo>
                  <a:pt x="42186" y="10947"/>
                </a:lnTo>
                <a:lnTo>
                  <a:pt x="42848" y="11099"/>
                </a:lnTo>
                <a:lnTo>
                  <a:pt x="43508" y="11266"/>
                </a:lnTo>
                <a:lnTo>
                  <a:pt x="44166" y="11447"/>
                </a:lnTo>
                <a:lnTo>
                  <a:pt x="44823" y="11643"/>
                </a:lnTo>
                <a:lnTo>
                  <a:pt x="45477" y="11853"/>
                </a:lnTo>
                <a:lnTo>
                  <a:pt x="46130" y="12078"/>
                </a:lnTo>
                <a:lnTo>
                  <a:pt x="46781" y="12317"/>
                </a:lnTo>
                <a:lnTo>
                  <a:pt x="47430" y="12571"/>
                </a:lnTo>
                <a:lnTo>
                  <a:pt x="48077" y="12840"/>
                </a:lnTo>
                <a:lnTo>
                  <a:pt x="48722" y="13122"/>
                </a:lnTo>
                <a:lnTo>
                  <a:pt x="49366" y="13420"/>
                </a:lnTo>
                <a:lnTo>
                  <a:pt x="50007" y="13732"/>
                </a:lnTo>
                <a:lnTo>
                  <a:pt x="50647" y="14058"/>
                </a:lnTo>
                <a:lnTo>
                  <a:pt x="51285" y="14399"/>
                </a:lnTo>
                <a:lnTo>
                  <a:pt x="51916" y="14752"/>
                </a:lnTo>
                <a:lnTo>
                  <a:pt x="52535" y="15116"/>
                </a:lnTo>
                <a:lnTo>
                  <a:pt x="53141" y="15489"/>
                </a:lnTo>
                <a:lnTo>
                  <a:pt x="53735" y="15873"/>
                </a:lnTo>
                <a:lnTo>
                  <a:pt x="54318" y="16267"/>
                </a:lnTo>
                <a:lnTo>
                  <a:pt x="54888" y="16671"/>
                </a:lnTo>
                <a:lnTo>
                  <a:pt x="55445" y="17085"/>
                </a:lnTo>
                <a:lnTo>
                  <a:pt x="55991" y="17510"/>
                </a:lnTo>
                <a:lnTo>
                  <a:pt x="56524" y="17944"/>
                </a:lnTo>
                <a:lnTo>
                  <a:pt x="57045" y="18389"/>
                </a:lnTo>
                <a:lnTo>
                  <a:pt x="57554" y="18844"/>
                </a:lnTo>
                <a:lnTo>
                  <a:pt x="58051" y="19310"/>
                </a:lnTo>
                <a:lnTo>
                  <a:pt x="58536" y="19785"/>
                </a:lnTo>
                <a:lnTo>
                  <a:pt x="59008" y="20271"/>
                </a:lnTo>
                <a:lnTo>
                  <a:pt x="59468" y="20766"/>
                </a:lnTo>
                <a:lnTo>
                  <a:pt x="59916" y="21272"/>
                </a:lnTo>
                <a:lnTo>
                  <a:pt x="60352" y="21789"/>
                </a:lnTo>
                <a:lnTo>
                  <a:pt x="60776" y="22315"/>
                </a:lnTo>
                <a:lnTo>
                  <a:pt x="61187" y="22852"/>
                </a:lnTo>
                <a:lnTo>
                  <a:pt x="61587" y="23398"/>
                </a:lnTo>
                <a:lnTo>
                  <a:pt x="61974" y="23955"/>
                </a:lnTo>
                <a:lnTo>
                  <a:pt x="62349" y="24522"/>
                </a:lnTo>
                <a:lnTo>
                  <a:pt x="62711" y="25099"/>
                </a:lnTo>
                <a:lnTo>
                  <a:pt x="63062" y="25687"/>
                </a:lnTo>
                <a:lnTo>
                  <a:pt x="63402" y="26288"/>
                </a:lnTo>
                <a:lnTo>
                  <a:pt x="63733" y="26906"/>
                </a:lnTo>
                <a:lnTo>
                  <a:pt x="64056" y="27541"/>
                </a:lnTo>
                <a:lnTo>
                  <a:pt x="64369" y="28193"/>
                </a:lnTo>
                <a:lnTo>
                  <a:pt x="64674" y="28862"/>
                </a:lnTo>
                <a:lnTo>
                  <a:pt x="64970" y="29548"/>
                </a:lnTo>
                <a:lnTo>
                  <a:pt x="65257" y="30251"/>
                </a:lnTo>
                <a:lnTo>
                  <a:pt x="65536" y="30971"/>
                </a:lnTo>
                <a:lnTo>
                  <a:pt x="65805" y="31707"/>
                </a:lnTo>
                <a:lnTo>
                  <a:pt x="66066" y="32461"/>
                </a:lnTo>
                <a:lnTo>
                  <a:pt x="66318" y="33232"/>
                </a:lnTo>
                <a:lnTo>
                  <a:pt x="66562" y="34020"/>
                </a:lnTo>
                <a:lnTo>
                  <a:pt x="66796" y="34824"/>
                </a:lnTo>
                <a:lnTo>
                  <a:pt x="67022" y="35646"/>
                </a:lnTo>
                <a:lnTo>
                  <a:pt x="67239" y="36485"/>
                </a:lnTo>
                <a:lnTo>
                  <a:pt x="67447" y="37340"/>
                </a:lnTo>
                <a:lnTo>
                  <a:pt x="67646" y="38213"/>
                </a:lnTo>
                <a:lnTo>
                  <a:pt x="67837" y="39103"/>
                </a:lnTo>
                <a:lnTo>
                  <a:pt x="68018" y="40009"/>
                </a:lnTo>
                <a:lnTo>
                  <a:pt x="68191" y="40933"/>
                </a:lnTo>
                <a:lnTo>
                  <a:pt x="68355" y="41873"/>
                </a:lnTo>
                <a:lnTo>
                  <a:pt x="68511" y="42831"/>
                </a:lnTo>
                <a:lnTo>
                  <a:pt x="68657" y="43805"/>
                </a:lnTo>
                <a:lnTo>
                  <a:pt x="68795" y="44797"/>
                </a:lnTo>
                <a:lnTo>
                  <a:pt x="72083" y="44797"/>
                </a:lnTo>
                <a:lnTo>
                  <a:pt x="72083" y="3200"/>
                </a:lnTo>
                <a:lnTo>
                  <a:pt x="68795" y="3200"/>
                </a:lnTo>
                <a:lnTo>
                  <a:pt x="68720" y="3543"/>
                </a:lnTo>
                <a:lnTo>
                  <a:pt x="68643" y="3877"/>
                </a:lnTo>
                <a:close/>
                <a:moveTo>
                  <a:pt x="115084" y="19594"/>
                </a:moveTo>
                <a:lnTo>
                  <a:pt x="114794" y="20295"/>
                </a:lnTo>
                <a:lnTo>
                  <a:pt x="114510" y="20978"/>
                </a:lnTo>
                <a:lnTo>
                  <a:pt x="114231" y="21640"/>
                </a:lnTo>
                <a:lnTo>
                  <a:pt x="113958" y="22283"/>
                </a:lnTo>
                <a:lnTo>
                  <a:pt x="113690" y="22907"/>
                </a:lnTo>
                <a:lnTo>
                  <a:pt x="113428" y="23511"/>
                </a:lnTo>
                <a:lnTo>
                  <a:pt x="113172" y="24095"/>
                </a:lnTo>
                <a:lnTo>
                  <a:pt x="112921" y="24661"/>
                </a:lnTo>
                <a:lnTo>
                  <a:pt x="112675" y="25206"/>
                </a:lnTo>
                <a:lnTo>
                  <a:pt x="112436" y="25732"/>
                </a:lnTo>
                <a:lnTo>
                  <a:pt x="112201" y="26239"/>
                </a:lnTo>
                <a:lnTo>
                  <a:pt x="111973" y="26726"/>
                </a:lnTo>
                <a:lnTo>
                  <a:pt x="111750" y="27193"/>
                </a:lnTo>
                <a:lnTo>
                  <a:pt x="111532" y="27641"/>
                </a:lnTo>
                <a:lnTo>
                  <a:pt x="111320" y="28070"/>
                </a:lnTo>
                <a:lnTo>
                  <a:pt x="111114" y="28479"/>
                </a:lnTo>
                <a:lnTo>
                  <a:pt x="110913" y="28868"/>
                </a:lnTo>
                <a:lnTo>
                  <a:pt x="110717" y="29238"/>
                </a:lnTo>
                <a:lnTo>
                  <a:pt x="110527" y="29588"/>
                </a:lnTo>
                <a:lnTo>
                  <a:pt x="110343" y="29919"/>
                </a:lnTo>
                <a:lnTo>
                  <a:pt x="110165" y="30231"/>
                </a:lnTo>
                <a:lnTo>
                  <a:pt x="109991" y="30523"/>
                </a:lnTo>
                <a:lnTo>
                  <a:pt x="109656" y="31055"/>
                </a:lnTo>
                <a:lnTo>
                  <a:pt x="109317" y="31580"/>
                </a:lnTo>
                <a:lnTo>
                  <a:pt x="108974" y="32100"/>
                </a:lnTo>
                <a:lnTo>
                  <a:pt x="108627" y="32614"/>
                </a:lnTo>
                <a:lnTo>
                  <a:pt x="108277" y="33122"/>
                </a:lnTo>
                <a:lnTo>
                  <a:pt x="107922" y="33624"/>
                </a:lnTo>
                <a:lnTo>
                  <a:pt x="107564" y="34119"/>
                </a:lnTo>
                <a:lnTo>
                  <a:pt x="107201" y="34609"/>
                </a:lnTo>
                <a:lnTo>
                  <a:pt x="106835" y="35092"/>
                </a:lnTo>
                <a:lnTo>
                  <a:pt x="106465" y="35570"/>
                </a:lnTo>
                <a:lnTo>
                  <a:pt x="106092" y="36041"/>
                </a:lnTo>
                <a:lnTo>
                  <a:pt x="105714" y="36507"/>
                </a:lnTo>
                <a:lnTo>
                  <a:pt x="105332" y="36966"/>
                </a:lnTo>
                <a:lnTo>
                  <a:pt x="104947" y="37420"/>
                </a:lnTo>
                <a:lnTo>
                  <a:pt x="104558" y="37867"/>
                </a:lnTo>
                <a:lnTo>
                  <a:pt x="104165" y="38309"/>
                </a:lnTo>
                <a:lnTo>
                  <a:pt x="103768" y="38744"/>
                </a:lnTo>
                <a:lnTo>
                  <a:pt x="103367" y="39173"/>
                </a:lnTo>
                <a:lnTo>
                  <a:pt x="102962" y="39596"/>
                </a:lnTo>
                <a:lnTo>
                  <a:pt x="102554" y="40013"/>
                </a:lnTo>
                <a:lnTo>
                  <a:pt x="102141" y="40425"/>
                </a:lnTo>
                <a:lnTo>
                  <a:pt x="101725" y="40830"/>
                </a:lnTo>
                <a:lnTo>
                  <a:pt x="101305" y="41229"/>
                </a:lnTo>
                <a:lnTo>
                  <a:pt x="100881" y="41622"/>
                </a:lnTo>
                <a:lnTo>
                  <a:pt x="100455" y="42007"/>
                </a:lnTo>
                <a:lnTo>
                  <a:pt x="100031" y="42383"/>
                </a:lnTo>
                <a:lnTo>
                  <a:pt x="99607" y="42749"/>
                </a:lnTo>
                <a:lnTo>
                  <a:pt x="99184" y="43106"/>
                </a:lnTo>
                <a:lnTo>
                  <a:pt x="98761" y="43454"/>
                </a:lnTo>
                <a:lnTo>
                  <a:pt x="98340" y="43792"/>
                </a:lnTo>
                <a:lnTo>
                  <a:pt x="97919" y="44121"/>
                </a:lnTo>
                <a:lnTo>
                  <a:pt x="97499" y="44440"/>
                </a:lnTo>
                <a:lnTo>
                  <a:pt x="97079" y="44750"/>
                </a:lnTo>
                <a:lnTo>
                  <a:pt x="96661" y="45050"/>
                </a:lnTo>
                <a:lnTo>
                  <a:pt x="96243" y="45341"/>
                </a:lnTo>
                <a:lnTo>
                  <a:pt x="95826" y="45622"/>
                </a:lnTo>
                <a:lnTo>
                  <a:pt x="95410" y="45894"/>
                </a:lnTo>
                <a:lnTo>
                  <a:pt x="94994" y="46157"/>
                </a:lnTo>
                <a:lnTo>
                  <a:pt x="94579" y="46410"/>
                </a:lnTo>
                <a:lnTo>
                  <a:pt x="94165" y="46654"/>
                </a:lnTo>
                <a:lnTo>
                  <a:pt x="93752" y="46888"/>
                </a:lnTo>
                <a:lnTo>
                  <a:pt x="93340" y="47113"/>
                </a:lnTo>
                <a:lnTo>
                  <a:pt x="92928" y="47328"/>
                </a:lnTo>
                <a:lnTo>
                  <a:pt x="92517" y="47534"/>
                </a:lnTo>
                <a:lnTo>
                  <a:pt x="92107" y="47730"/>
                </a:lnTo>
                <a:lnTo>
                  <a:pt x="91698" y="47917"/>
                </a:lnTo>
                <a:lnTo>
                  <a:pt x="91290" y="48095"/>
                </a:lnTo>
                <a:lnTo>
                  <a:pt x="90882" y="48263"/>
                </a:lnTo>
                <a:lnTo>
                  <a:pt x="90882" y="51196"/>
                </a:lnTo>
                <a:lnTo>
                  <a:pt x="103770" y="51196"/>
                </a:lnTo>
                <a:lnTo>
                  <a:pt x="103770" y="106011"/>
                </a:lnTo>
                <a:lnTo>
                  <a:pt x="103773" y="106738"/>
                </a:lnTo>
                <a:lnTo>
                  <a:pt x="103783" y="107448"/>
                </a:lnTo>
                <a:lnTo>
                  <a:pt x="103799" y="108142"/>
                </a:lnTo>
                <a:lnTo>
                  <a:pt x="103822" y="108821"/>
                </a:lnTo>
                <a:lnTo>
                  <a:pt x="103851" y="109484"/>
                </a:lnTo>
                <a:lnTo>
                  <a:pt x="103886" y="110130"/>
                </a:lnTo>
                <a:lnTo>
                  <a:pt x="103928" y="110761"/>
                </a:lnTo>
                <a:lnTo>
                  <a:pt x="103977" y="111376"/>
                </a:lnTo>
                <a:lnTo>
                  <a:pt x="104032" y="111975"/>
                </a:lnTo>
                <a:lnTo>
                  <a:pt x="104094" y="112558"/>
                </a:lnTo>
                <a:lnTo>
                  <a:pt x="104162" y="113125"/>
                </a:lnTo>
                <a:lnTo>
                  <a:pt x="104236" y="113676"/>
                </a:lnTo>
                <a:lnTo>
                  <a:pt x="104317" y="114211"/>
                </a:lnTo>
                <a:lnTo>
                  <a:pt x="104405" y="114731"/>
                </a:lnTo>
                <a:lnTo>
                  <a:pt x="104499" y="115234"/>
                </a:lnTo>
                <a:lnTo>
                  <a:pt x="104599" y="115722"/>
                </a:lnTo>
                <a:lnTo>
                  <a:pt x="104706" y="116193"/>
                </a:lnTo>
                <a:lnTo>
                  <a:pt x="104820" y="116649"/>
                </a:lnTo>
                <a:lnTo>
                  <a:pt x="104939" y="117089"/>
                </a:lnTo>
                <a:lnTo>
                  <a:pt x="105066" y="117513"/>
                </a:lnTo>
                <a:lnTo>
                  <a:pt x="105199" y="117921"/>
                </a:lnTo>
                <a:lnTo>
                  <a:pt x="105338" y="118313"/>
                </a:lnTo>
                <a:lnTo>
                  <a:pt x="105484" y="118689"/>
                </a:lnTo>
                <a:lnTo>
                  <a:pt x="105636" y="119049"/>
                </a:lnTo>
                <a:lnTo>
                  <a:pt x="105795" y="119398"/>
                </a:lnTo>
                <a:lnTo>
                  <a:pt x="105961" y="119740"/>
                </a:lnTo>
                <a:lnTo>
                  <a:pt x="106135" y="120075"/>
                </a:lnTo>
                <a:lnTo>
                  <a:pt x="106315" y="120403"/>
                </a:lnTo>
                <a:lnTo>
                  <a:pt x="106503" y="120725"/>
                </a:lnTo>
                <a:lnTo>
                  <a:pt x="106697" y="121039"/>
                </a:lnTo>
                <a:lnTo>
                  <a:pt x="106899" y="121347"/>
                </a:lnTo>
                <a:lnTo>
                  <a:pt x="107108" y="121649"/>
                </a:lnTo>
                <a:lnTo>
                  <a:pt x="107324" y="121943"/>
                </a:lnTo>
                <a:lnTo>
                  <a:pt x="107547" y="122230"/>
                </a:lnTo>
                <a:lnTo>
                  <a:pt x="107777" y="122511"/>
                </a:lnTo>
                <a:lnTo>
                  <a:pt x="108014" y="122785"/>
                </a:lnTo>
                <a:lnTo>
                  <a:pt x="108258" y="123052"/>
                </a:lnTo>
                <a:lnTo>
                  <a:pt x="108509" y="123313"/>
                </a:lnTo>
                <a:lnTo>
                  <a:pt x="108768" y="123566"/>
                </a:lnTo>
                <a:lnTo>
                  <a:pt x="109033" y="123813"/>
                </a:lnTo>
                <a:lnTo>
                  <a:pt x="109306" y="124053"/>
                </a:lnTo>
                <a:lnTo>
                  <a:pt x="109586" y="124286"/>
                </a:lnTo>
                <a:lnTo>
                  <a:pt x="109873" y="124513"/>
                </a:lnTo>
                <a:lnTo>
                  <a:pt x="110167" y="124733"/>
                </a:lnTo>
                <a:lnTo>
                  <a:pt x="110468" y="124945"/>
                </a:lnTo>
                <a:lnTo>
                  <a:pt x="110776" y="125152"/>
                </a:lnTo>
                <a:lnTo>
                  <a:pt x="111091" y="125351"/>
                </a:lnTo>
                <a:lnTo>
                  <a:pt x="111414" y="125543"/>
                </a:lnTo>
                <a:lnTo>
                  <a:pt x="111740" y="125728"/>
                </a:lnTo>
                <a:lnTo>
                  <a:pt x="112067" y="125906"/>
                </a:lnTo>
                <a:lnTo>
                  <a:pt x="112394" y="126075"/>
                </a:lnTo>
                <a:lnTo>
                  <a:pt x="112722" y="126237"/>
                </a:lnTo>
                <a:lnTo>
                  <a:pt x="113051" y="126390"/>
                </a:lnTo>
                <a:lnTo>
                  <a:pt x="113380" y="126536"/>
                </a:lnTo>
                <a:lnTo>
                  <a:pt x="113710" y="126674"/>
                </a:lnTo>
                <a:lnTo>
                  <a:pt x="114040" y="126804"/>
                </a:lnTo>
                <a:lnTo>
                  <a:pt x="114372" y="126926"/>
                </a:lnTo>
                <a:lnTo>
                  <a:pt x="114703" y="127040"/>
                </a:lnTo>
                <a:lnTo>
                  <a:pt x="115036" y="127147"/>
                </a:lnTo>
                <a:lnTo>
                  <a:pt x="115369" y="127245"/>
                </a:lnTo>
                <a:lnTo>
                  <a:pt x="115702" y="127336"/>
                </a:lnTo>
                <a:lnTo>
                  <a:pt x="116037" y="127419"/>
                </a:lnTo>
                <a:lnTo>
                  <a:pt x="116371" y="127493"/>
                </a:lnTo>
                <a:lnTo>
                  <a:pt x="116707" y="127560"/>
                </a:lnTo>
                <a:lnTo>
                  <a:pt x="117043" y="127620"/>
                </a:lnTo>
                <a:lnTo>
                  <a:pt x="117380" y="127671"/>
                </a:lnTo>
                <a:lnTo>
                  <a:pt x="117717" y="127714"/>
                </a:lnTo>
                <a:lnTo>
                  <a:pt x="118055" y="127750"/>
                </a:lnTo>
                <a:lnTo>
                  <a:pt x="118394" y="127777"/>
                </a:lnTo>
                <a:lnTo>
                  <a:pt x="118733" y="127797"/>
                </a:lnTo>
                <a:lnTo>
                  <a:pt x="119073" y="127809"/>
                </a:lnTo>
                <a:lnTo>
                  <a:pt x="119413" y="127813"/>
                </a:lnTo>
                <a:lnTo>
                  <a:pt x="119916" y="127805"/>
                </a:lnTo>
                <a:lnTo>
                  <a:pt x="120418" y="127782"/>
                </a:lnTo>
                <a:lnTo>
                  <a:pt x="120918" y="127743"/>
                </a:lnTo>
                <a:lnTo>
                  <a:pt x="121418" y="127688"/>
                </a:lnTo>
                <a:lnTo>
                  <a:pt x="121916" y="127618"/>
                </a:lnTo>
                <a:lnTo>
                  <a:pt x="122413" y="127533"/>
                </a:lnTo>
                <a:lnTo>
                  <a:pt x="122908" y="127432"/>
                </a:lnTo>
                <a:lnTo>
                  <a:pt x="123403" y="127315"/>
                </a:lnTo>
                <a:lnTo>
                  <a:pt x="123896" y="127183"/>
                </a:lnTo>
                <a:lnTo>
                  <a:pt x="124388" y="127036"/>
                </a:lnTo>
                <a:lnTo>
                  <a:pt x="124879" y="126873"/>
                </a:lnTo>
                <a:lnTo>
                  <a:pt x="125368" y="126694"/>
                </a:lnTo>
                <a:lnTo>
                  <a:pt x="125856" y="126500"/>
                </a:lnTo>
                <a:lnTo>
                  <a:pt x="126343" y="126290"/>
                </a:lnTo>
                <a:lnTo>
                  <a:pt x="126829" y="126065"/>
                </a:lnTo>
                <a:lnTo>
                  <a:pt x="127314" y="125824"/>
                </a:lnTo>
                <a:lnTo>
                  <a:pt x="127797" y="125567"/>
                </a:lnTo>
                <a:lnTo>
                  <a:pt x="128279" y="125296"/>
                </a:lnTo>
                <a:lnTo>
                  <a:pt x="128760" y="125008"/>
                </a:lnTo>
                <a:lnTo>
                  <a:pt x="129239" y="124705"/>
                </a:lnTo>
                <a:lnTo>
                  <a:pt x="129718" y="124387"/>
                </a:lnTo>
                <a:lnTo>
                  <a:pt x="130195" y="124053"/>
                </a:lnTo>
                <a:lnTo>
                  <a:pt x="130671" y="123703"/>
                </a:lnTo>
                <a:lnTo>
                  <a:pt x="131145" y="123338"/>
                </a:lnTo>
                <a:lnTo>
                  <a:pt x="131615" y="122957"/>
                </a:lnTo>
                <a:lnTo>
                  <a:pt x="132076" y="122562"/>
                </a:lnTo>
                <a:lnTo>
                  <a:pt x="132527" y="122152"/>
                </a:lnTo>
                <a:lnTo>
                  <a:pt x="132970" y="121727"/>
                </a:lnTo>
                <a:lnTo>
                  <a:pt x="133404" y="121288"/>
                </a:lnTo>
                <a:lnTo>
                  <a:pt x="133829" y="120833"/>
                </a:lnTo>
                <a:lnTo>
                  <a:pt x="134244" y="120364"/>
                </a:lnTo>
                <a:lnTo>
                  <a:pt x="134651" y="119880"/>
                </a:lnTo>
                <a:lnTo>
                  <a:pt x="135049" y="119381"/>
                </a:lnTo>
                <a:lnTo>
                  <a:pt x="135438" y="118867"/>
                </a:lnTo>
                <a:lnTo>
                  <a:pt x="135818" y="118339"/>
                </a:lnTo>
                <a:lnTo>
                  <a:pt x="136189" y="117796"/>
                </a:lnTo>
                <a:lnTo>
                  <a:pt x="136552" y="117238"/>
                </a:lnTo>
                <a:lnTo>
                  <a:pt x="136905" y="116665"/>
                </a:lnTo>
                <a:lnTo>
                  <a:pt x="137249" y="116078"/>
                </a:lnTo>
                <a:lnTo>
                  <a:pt x="137584" y="115476"/>
                </a:lnTo>
                <a:lnTo>
                  <a:pt x="137911" y="114858"/>
                </a:lnTo>
                <a:lnTo>
                  <a:pt x="138228" y="114227"/>
                </a:lnTo>
                <a:lnTo>
                  <a:pt x="138537" y="113580"/>
                </a:lnTo>
                <a:lnTo>
                  <a:pt x="138836" y="112919"/>
                </a:lnTo>
                <a:lnTo>
                  <a:pt x="139127" y="112242"/>
                </a:lnTo>
                <a:lnTo>
                  <a:pt x="139408" y="111551"/>
                </a:lnTo>
                <a:lnTo>
                  <a:pt x="139681" y="110846"/>
                </a:lnTo>
                <a:lnTo>
                  <a:pt x="139945" y="110125"/>
                </a:lnTo>
                <a:lnTo>
                  <a:pt x="136478" y="110125"/>
                </a:lnTo>
                <a:lnTo>
                  <a:pt x="136350" y="110418"/>
                </a:lnTo>
                <a:lnTo>
                  <a:pt x="136218" y="110706"/>
                </a:lnTo>
                <a:lnTo>
                  <a:pt x="136081" y="110987"/>
                </a:lnTo>
                <a:lnTo>
                  <a:pt x="135940" y="111262"/>
                </a:lnTo>
                <a:lnTo>
                  <a:pt x="135795" y="111531"/>
                </a:lnTo>
                <a:lnTo>
                  <a:pt x="135645" y="111794"/>
                </a:lnTo>
                <a:lnTo>
                  <a:pt x="135491" y="112052"/>
                </a:lnTo>
                <a:lnTo>
                  <a:pt x="135333" y="112303"/>
                </a:lnTo>
                <a:lnTo>
                  <a:pt x="135170" y="112548"/>
                </a:lnTo>
                <a:lnTo>
                  <a:pt x="135003" y="112787"/>
                </a:lnTo>
                <a:lnTo>
                  <a:pt x="134832" y="113020"/>
                </a:lnTo>
                <a:lnTo>
                  <a:pt x="134656" y="113247"/>
                </a:lnTo>
                <a:lnTo>
                  <a:pt x="134476" y="113468"/>
                </a:lnTo>
                <a:lnTo>
                  <a:pt x="134292" y="113683"/>
                </a:lnTo>
                <a:lnTo>
                  <a:pt x="134103" y="113892"/>
                </a:lnTo>
                <a:lnTo>
                  <a:pt x="133911" y="114095"/>
                </a:lnTo>
                <a:lnTo>
                  <a:pt x="133713" y="114292"/>
                </a:lnTo>
                <a:lnTo>
                  <a:pt x="133512" y="114483"/>
                </a:lnTo>
                <a:lnTo>
                  <a:pt x="133306" y="114668"/>
                </a:lnTo>
                <a:lnTo>
                  <a:pt x="133096" y="114847"/>
                </a:lnTo>
                <a:lnTo>
                  <a:pt x="132881" y="115020"/>
                </a:lnTo>
                <a:lnTo>
                  <a:pt x="132663" y="115187"/>
                </a:lnTo>
                <a:lnTo>
                  <a:pt x="132439" y="115348"/>
                </a:lnTo>
                <a:lnTo>
                  <a:pt x="132212" y="115502"/>
                </a:lnTo>
                <a:lnTo>
                  <a:pt x="131982" y="115651"/>
                </a:lnTo>
                <a:lnTo>
                  <a:pt x="131751" y="115793"/>
                </a:lnTo>
                <a:lnTo>
                  <a:pt x="131520" y="115929"/>
                </a:lnTo>
                <a:lnTo>
                  <a:pt x="131289" y="116059"/>
                </a:lnTo>
                <a:lnTo>
                  <a:pt x="131056" y="116183"/>
                </a:lnTo>
                <a:lnTo>
                  <a:pt x="130823" y="116300"/>
                </a:lnTo>
                <a:lnTo>
                  <a:pt x="130590" y="116410"/>
                </a:lnTo>
                <a:lnTo>
                  <a:pt x="130355" y="116515"/>
                </a:lnTo>
                <a:lnTo>
                  <a:pt x="130120" y="116613"/>
                </a:lnTo>
                <a:lnTo>
                  <a:pt x="129885" y="116704"/>
                </a:lnTo>
                <a:lnTo>
                  <a:pt x="129649" y="116790"/>
                </a:lnTo>
                <a:lnTo>
                  <a:pt x="129412" y="116869"/>
                </a:lnTo>
                <a:lnTo>
                  <a:pt x="129175" y="116942"/>
                </a:lnTo>
                <a:lnTo>
                  <a:pt x="128937" y="117008"/>
                </a:lnTo>
                <a:lnTo>
                  <a:pt x="128698" y="117068"/>
                </a:lnTo>
                <a:lnTo>
                  <a:pt x="128459" y="117122"/>
                </a:lnTo>
                <a:lnTo>
                  <a:pt x="128219" y="117169"/>
                </a:lnTo>
                <a:lnTo>
                  <a:pt x="127979" y="117211"/>
                </a:lnTo>
                <a:lnTo>
                  <a:pt x="127738" y="117245"/>
                </a:lnTo>
                <a:lnTo>
                  <a:pt x="127496" y="117274"/>
                </a:lnTo>
                <a:lnTo>
                  <a:pt x="127254" y="117296"/>
                </a:lnTo>
                <a:lnTo>
                  <a:pt x="127011" y="117312"/>
                </a:lnTo>
                <a:lnTo>
                  <a:pt x="126768" y="117321"/>
                </a:lnTo>
                <a:lnTo>
                  <a:pt x="126523" y="117324"/>
                </a:lnTo>
                <a:lnTo>
                  <a:pt x="126229" y="117320"/>
                </a:lnTo>
                <a:lnTo>
                  <a:pt x="125940" y="117305"/>
                </a:lnTo>
                <a:lnTo>
                  <a:pt x="125655" y="117282"/>
                </a:lnTo>
                <a:lnTo>
                  <a:pt x="125374" y="117248"/>
                </a:lnTo>
                <a:lnTo>
                  <a:pt x="125098" y="117205"/>
                </a:lnTo>
                <a:lnTo>
                  <a:pt x="124826" y="117153"/>
                </a:lnTo>
                <a:lnTo>
                  <a:pt x="124559" y="117091"/>
                </a:lnTo>
                <a:lnTo>
                  <a:pt x="124297" y="117019"/>
                </a:lnTo>
                <a:lnTo>
                  <a:pt x="124038" y="116938"/>
                </a:lnTo>
                <a:lnTo>
                  <a:pt x="123785" y="116847"/>
                </a:lnTo>
                <a:lnTo>
                  <a:pt x="123535" y="116747"/>
                </a:lnTo>
                <a:lnTo>
                  <a:pt x="123290" y="116637"/>
                </a:lnTo>
                <a:lnTo>
                  <a:pt x="123050" y="116518"/>
                </a:lnTo>
                <a:lnTo>
                  <a:pt x="122814" y="116389"/>
                </a:lnTo>
                <a:lnTo>
                  <a:pt x="122583" y="116250"/>
                </a:lnTo>
                <a:lnTo>
                  <a:pt x="122356" y="116102"/>
                </a:lnTo>
                <a:lnTo>
                  <a:pt x="122133" y="115945"/>
                </a:lnTo>
                <a:lnTo>
                  <a:pt x="121916" y="115778"/>
                </a:lnTo>
                <a:lnTo>
                  <a:pt x="121702" y="115601"/>
                </a:lnTo>
                <a:lnTo>
                  <a:pt x="121493" y="115415"/>
                </a:lnTo>
                <a:lnTo>
                  <a:pt x="121288" y="115219"/>
                </a:lnTo>
                <a:lnTo>
                  <a:pt x="121088" y="115014"/>
                </a:lnTo>
                <a:lnTo>
                  <a:pt x="120893" y="114799"/>
                </a:lnTo>
                <a:lnTo>
                  <a:pt x="120702" y="114575"/>
                </a:lnTo>
                <a:lnTo>
                  <a:pt x="120517" y="114336"/>
                </a:lnTo>
                <a:lnTo>
                  <a:pt x="120340" y="114080"/>
                </a:lnTo>
                <a:lnTo>
                  <a:pt x="120171" y="113806"/>
                </a:lnTo>
                <a:lnTo>
                  <a:pt x="120009" y="113514"/>
                </a:lnTo>
                <a:lnTo>
                  <a:pt x="119856" y="113204"/>
                </a:lnTo>
                <a:lnTo>
                  <a:pt x="119710" y="112877"/>
                </a:lnTo>
                <a:lnTo>
                  <a:pt x="119572" y="112531"/>
                </a:lnTo>
                <a:lnTo>
                  <a:pt x="119443" y="112167"/>
                </a:lnTo>
                <a:lnTo>
                  <a:pt x="119321" y="111786"/>
                </a:lnTo>
                <a:lnTo>
                  <a:pt x="119206" y="111387"/>
                </a:lnTo>
                <a:lnTo>
                  <a:pt x="119100" y="110970"/>
                </a:lnTo>
                <a:lnTo>
                  <a:pt x="119002" y="110535"/>
                </a:lnTo>
                <a:lnTo>
                  <a:pt x="118911" y="110082"/>
                </a:lnTo>
                <a:lnTo>
                  <a:pt x="118829" y="109611"/>
                </a:lnTo>
                <a:lnTo>
                  <a:pt x="118754" y="109122"/>
                </a:lnTo>
                <a:lnTo>
                  <a:pt x="118687" y="108616"/>
                </a:lnTo>
                <a:lnTo>
                  <a:pt x="118628" y="108091"/>
                </a:lnTo>
                <a:lnTo>
                  <a:pt x="118577" y="107549"/>
                </a:lnTo>
                <a:lnTo>
                  <a:pt x="118534" y="106989"/>
                </a:lnTo>
                <a:lnTo>
                  <a:pt x="118498" y="106411"/>
                </a:lnTo>
                <a:lnTo>
                  <a:pt x="118471" y="105815"/>
                </a:lnTo>
                <a:lnTo>
                  <a:pt x="118451" y="105201"/>
                </a:lnTo>
                <a:lnTo>
                  <a:pt x="118439" y="104570"/>
                </a:lnTo>
                <a:lnTo>
                  <a:pt x="118435" y="103920"/>
                </a:lnTo>
                <a:lnTo>
                  <a:pt x="118435" y="51196"/>
                </a:lnTo>
                <a:lnTo>
                  <a:pt x="137456" y="51196"/>
                </a:lnTo>
                <a:lnTo>
                  <a:pt x="137456" y="44974"/>
                </a:lnTo>
                <a:lnTo>
                  <a:pt x="118435" y="44974"/>
                </a:lnTo>
                <a:lnTo>
                  <a:pt x="118435" y="18132"/>
                </a:lnTo>
                <a:lnTo>
                  <a:pt x="115680" y="18132"/>
                </a:lnTo>
                <a:lnTo>
                  <a:pt x="115379" y="18873"/>
                </a:lnTo>
                <a:lnTo>
                  <a:pt x="115084" y="19594"/>
                </a:lnTo>
                <a:close/>
                <a:moveTo>
                  <a:pt x="357890" y="96800"/>
                </a:moveTo>
                <a:lnTo>
                  <a:pt x="357501" y="97615"/>
                </a:lnTo>
                <a:lnTo>
                  <a:pt x="357112" y="98407"/>
                </a:lnTo>
                <a:lnTo>
                  <a:pt x="356722" y="99176"/>
                </a:lnTo>
                <a:lnTo>
                  <a:pt x="356331" y="99922"/>
                </a:lnTo>
                <a:lnTo>
                  <a:pt x="355938" y="100644"/>
                </a:lnTo>
                <a:lnTo>
                  <a:pt x="355545" y="101344"/>
                </a:lnTo>
                <a:lnTo>
                  <a:pt x="355151" y="102020"/>
                </a:lnTo>
                <a:lnTo>
                  <a:pt x="354757" y="102673"/>
                </a:lnTo>
                <a:lnTo>
                  <a:pt x="354361" y="103303"/>
                </a:lnTo>
                <a:lnTo>
                  <a:pt x="353964" y="103910"/>
                </a:lnTo>
                <a:lnTo>
                  <a:pt x="353566" y="104494"/>
                </a:lnTo>
                <a:lnTo>
                  <a:pt x="353168" y="105055"/>
                </a:lnTo>
                <a:lnTo>
                  <a:pt x="352768" y="105592"/>
                </a:lnTo>
                <a:lnTo>
                  <a:pt x="352368" y="106106"/>
                </a:lnTo>
                <a:lnTo>
                  <a:pt x="351967" y="106598"/>
                </a:lnTo>
                <a:lnTo>
                  <a:pt x="351564" y="107066"/>
                </a:lnTo>
                <a:lnTo>
                  <a:pt x="351161" y="107510"/>
                </a:lnTo>
                <a:lnTo>
                  <a:pt x="350757" y="107932"/>
                </a:lnTo>
                <a:lnTo>
                  <a:pt x="350352" y="108331"/>
                </a:lnTo>
                <a:lnTo>
                  <a:pt x="349946" y="108706"/>
                </a:lnTo>
                <a:lnTo>
                  <a:pt x="349539" y="109058"/>
                </a:lnTo>
                <a:lnTo>
                  <a:pt x="348958" y="109544"/>
                </a:lnTo>
                <a:lnTo>
                  <a:pt x="348371" y="110010"/>
                </a:lnTo>
                <a:lnTo>
                  <a:pt x="347778" y="110454"/>
                </a:lnTo>
                <a:lnTo>
                  <a:pt x="347179" y="110878"/>
                </a:lnTo>
                <a:lnTo>
                  <a:pt x="346573" y="111281"/>
                </a:lnTo>
                <a:lnTo>
                  <a:pt x="345961" y="111664"/>
                </a:lnTo>
                <a:lnTo>
                  <a:pt x="345344" y="112026"/>
                </a:lnTo>
                <a:lnTo>
                  <a:pt x="344720" y="112367"/>
                </a:lnTo>
                <a:lnTo>
                  <a:pt x="344089" y="112687"/>
                </a:lnTo>
                <a:lnTo>
                  <a:pt x="343453" y="112987"/>
                </a:lnTo>
                <a:lnTo>
                  <a:pt x="342810" y="113266"/>
                </a:lnTo>
                <a:lnTo>
                  <a:pt x="342162" y="113525"/>
                </a:lnTo>
                <a:lnTo>
                  <a:pt x="341507" y="113763"/>
                </a:lnTo>
                <a:lnTo>
                  <a:pt x="340846" y="113980"/>
                </a:lnTo>
                <a:lnTo>
                  <a:pt x="340179" y="114176"/>
                </a:lnTo>
                <a:lnTo>
                  <a:pt x="339505" y="114352"/>
                </a:lnTo>
                <a:lnTo>
                  <a:pt x="338826" y="114507"/>
                </a:lnTo>
                <a:lnTo>
                  <a:pt x="338140" y="114641"/>
                </a:lnTo>
                <a:lnTo>
                  <a:pt x="337448" y="114755"/>
                </a:lnTo>
                <a:lnTo>
                  <a:pt x="336750" y="114848"/>
                </a:lnTo>
                <a:lnTo>
                  <a:pt x="336046" y="114921"/>
                </a:lnTo>
                <a:lnTo>
                  <a:pt x="335335" y="114972"/>
                </a:lnTo>
                <a:lnTo>
                  <a:pt x="334618" y="115003"/>
                </a:lnTo>
                <a:lnTo>
                  <a:pt x="333896" y="115014"/>
                </a:lnTo>
                <a:lnTo>
                  <a:pt x="332890" y="114994"/>
                </a:lnTo>
                <a:lnTo>
                  <a:pt x="331901" y="114936"/>
                </a:lnTo>
                <a:lnTo>
                  <a:pt x="330930" y="114839"/>
                </a:lnTo>
                <a:lnTo>
                  <a:pt x="329976" y="114704"/>
                </a:lnTo>
                <a:lnTo>
                  <a:pt x="329040" y="114529"/>
                </a:lnTo>
                <a:lnTo>
                  <a:pt x="328121" y="114316"/>
                </a:lnTo>
                <a:lnTo>
                  <a:pt x="327220" y="114065"/>
                </a:lnTo>
                <a:lnTo>
                  <a:pt x="326336" y="113774"/>
                </a:lnTo>
                <a:lnTo>
                  <a:pt x="325469" y="113445"/>
                </a:lnTo>
                <a:lnTo>
                  <a:pt x="324620" y="113077"/>
                </a:lnTo>
                <a:lnTo>
                  <a:pt x="323788" y="112670"/>
                </a:lnTo>
                <a:lnTo>
                  <a:pt x="322974" y="112225"/>
                </a:lnTo>
                <a:lnTo>
                  <a:pt x="322178" y="111741"/>
                </a:lnTo>
                <a:lnTo>
                  <a:pt x="321398" y="111218"/>
                </a:lnTo>
                <a:lnTo>
                  <a:pt x="320636" y="110656"/>
                </a:lnTo>
                <a:lnTo>
                  <a:pt x="319892" y="110056"/>
                </a:lnTo>
                <a:lnTo>
                  <a:pt x="319165" y="109417"/>
                </a:lnTo>
                <a:lnTo>
                  <a:pt x="318455" y="108739"/>
                </a:lnTo>
                <a:lnTo>
                  <a:pt x="317763" y="108022"/>
                </a:lnTo>
                <a:lnTo>
                  <a:pt x="317088" y="107267"/>
                </a:lnTo>
                <a:lnTo>
                  <a:pt x="316431" y="106473"/>
                </a:lnTo>
                <a:lnTo>
                  <a:pt x="315791" y="105640"/>
                </a:lnTo>
                <a:lnTo>
                  <a:pt x="315169" y="104769"/>
                </a:lnTo>
                <a:lnTo>
                  <a:pt x="314564" y="103859"/>
                </a:lnTo>
                <a:lnTo>
                  <a:pt x="313980" y="102923"/>
                </a:lnTo>
                <a:lnTo>
                  <a:pt x="313421" y="101976"/>
                </a:lnTo>
                <a:lnTo>
                  <a:pt x="312887" y="101017"/>
                </a:lnTo>
                <a:lnTo>
                  <a:pt x="312378" y="100046"/>
                </a:lnTo>
                <a:lnTo>
                  <a:pt x="311893" y="99063"/>
                </a:lnTo>
                <a:lnTo>
                  <a:pt x="311433" y="98068"/>
                </a:lnTo>
                <a:lnTo>
                  <a:pt x="310999" y="97061"/>
                </a:lnTo>
                <a:lnTo>
                  <a:pt x="310589" y="96042"/>
                </a:lnTo>
                <a:lnTo>
                  <a:pt x="310204" y="95012"/>
                </a:lnTo>
                <a:lnTo>
                  <a:pt x="309843" y="93969"/>
                </a:lnTo>
                <a:lnTo>
                  <a:pt x="309508" y="92915"/>
                </a:lnTo>
                <a:lnTo>
                  <a:pt x="309198" y="91849"/>
                </a:lnTo>
                <a:lnTo>
                  <a:pt x="308912" y="90771"/>
                </a:lnTo>
                <a:lnTo>
                  <a:pt x="308651" y="89681"/>
                </a:lnTo>
                <a:lnTo>
                  <a:pt x="308415" y="88579"/>
                </a:lnTo>
                <a:lnTo>
                  <a:pt x="308204" y="87465"/>
                </a:lnTo>
                <a:lnTo>
                  <a:pt x="308017" y="86339"/>
                </a:lnTo>
                <a:lnTo>
                  <a:pt x="307856" y="85202"/>
                </a:lnTo>
                <a:lnTo>
                  <a:pt x="307719" y="84053"/>
                </a:lnTo>
                <a:lnTo>
                  <a:pt x="307608" y="82891"/>
                </a:lnTo>
                <a:lnTo>
                  <a:pt x="307521" y="81718"/>
                </a:lnTo>
                <a:lnTo>
                  <a:pt x="307458" y="80533"/>
                </a:lnTo>
                <a:lnTo>
                  <a:pt x="307421" y="79336"/>
                </a:lnTo>
                <a:lnTo>
                  <a:pt x="307409" y="78127"/>
                </a:lnTo>
                <a:lnTo>
                  <a:pt x="307421" y="76945"/>
                </a:lnTo>
                <a:lnTo>
                  <a:pt x="307459" y="75781"/>
                </a:lnTo>
                <a:lnTo>
                  <a:pt x="307521" y="74637"/>
                </a:lnTo>
                <a:lnTo>
                  <a:pt x="307609" y="73513"/>
                </a:lnTo>
                <a:lnTo>
                  <a:pt x="307721" y="72408"/>
                </a:lnTo>
                <a:lnTo>
                  <a:pt x="307859" y="71322"/>
                </a:lnTo>
                <a:lnTo>
                  <a:pt x="308021" y="70256"/>
                </a:lnTo>
                <a:lnTo>
                  <a:pt x="308209" y="69210"/>
                </a:lnTo>
                <a:lnTo>
                  <a:pt x="308421" y="68182"/>
                </a:lnTo>
                <a:lnTo>
                  <a:pt x="308659" y="67175"/>
                </a:lnTo>
                <a:lnTo>
                  <a:pt x="308921" y="66186"/>
                </a:lnTo>
                <a:lnTo>
                  <a:pt x="309209" y="65217"/>
                </a:lnTo>
                <a:lnTo>
                  <a:pt x="309521" y="64268"/>
                </a:lnTo>
                <a:lnTo>
                  <a:pt x="309859" y="63338"/>
                </a:lnTo>
                <a:lnTo>
                  <a:pt x="310221" y="62427"/>
                </a:lnTo>
                <a:lnTo>
                  <a:pt x="310609" y="61536"/>
                </a:lnTo>
                <a:lnTo>
                  <a:pt x="311021" y="60664"/>
                </a:lnTo>
                <a:lnTo>
                  <a:pt x="311458" y="59812"/>
                </a:lnTo>
                <a:lnTo>
                  <a:pt x="311921" y="58979"/>
                </a:lnTo>
                <a:lnTo>
                  <a:pt x="312408" y="58166"/>
                </a:lnTo>
                <a:lnTo>
                  <a:pt x="312921" y="57372"/>
                </a:lnTo>
                <a:lnTo>
                  <a:pt x="313458" y="56598"/>
                </a:lnTo>
                <a:lnTo>
                  <a:pt x="314021" y="55843"/>
                </a:lnTo>
                <a:lnTo>
                  <a:pt x="314608" y="55107"/>
                </a:lnTo>
                <a:lnTo>
                  <a:pt x="315066" y="54570"/>
                </a:lnTo>
                <a:lnTo>
                  <a:pt x="315536" y="54056"/>
                </a:lnTo>
                <a:lnTo>
                  <a:pt x="316018" y="53565"/>
                </a:lnTo>
                <a:lnTo>
                  <a:pt x="316512" y="53097"/>
                </a:lnTo>
                <a:lnTo>
                  <a:pt x="317018" y="52652"/>
                </a:lnTo>
                <a:lnTo>
                  <a:pt x="317536" y="52229"/>
                </a:lnTo>
                <a:lnTo>
                  <a:pt x="318066" y="51830"/>
                </a:lnTo>
                <a:lnTo>
                  <a:pt x="318608" y="51453"/>
                </a:lnTo>
                <a:lnTo>
                  <a:pt x="319162" y="51099"/>
                </a:lnTo>
                <a:lnTo>
                  <a:pt x="319728" y="50768"/>
                </a:lnTo>
                <a:lnTo>
                  <a:pt x="320306" y="50459"/>
                </a:lnTo>
                <a:lnTo>
                  <a:pt x="320897" y="50174"/>
                </a:lnTo>
                <a:lnTo>
                  <a:pt x="321499" y="49911"/>
                </a:lnTo>
                <a:lnTo>
                  <a:pt x="322113" y="49672"/>
                </a:lnTo>
                <a:lnTo>
                  <a:pt x="322740" y="49455"/>
                </a:lnTo>
                <a:lnTo>
                  <a:pt x="323378" y="49260"/>
                </a:lnTo>
                <a:lnTo>
                  <a:pt x="324028" y="49089"/>
                </a:lnTo>
                <a:lnTo>
                  <a:pt x="324691" y="48941"/>
                </a:lnTo>
                <a:lnTo>
                  <a:pt x="325365" y="48815"/>
                </a:lnTo>
                <a:lnTo>
                  <a:pt x="326052" y="48712"/>
                </a:lnTo>
                <a:lnTo>
                  <a:pt x="326750" y="48632"/>
                </a:lnTo>
                <a:lnTo>
                  <a:pt x="327461" y="48575"/>
                </a:lnTo>
                <a:lnTo>
                  <a:pt x="328184" y="48541"/>
                </a:lnTo>
                <a:lnTo>
                  <a:pt x="328918" y="48530"/>
                </a:lnTo>
                <a:lnTo>
                  <a:pt x="329373" y="48534"/>
                </a:lnTo>
                <a:lnTo>
                  <a:pt x="329820" y="48548"/>
                </a:lnTo>
                <a:lnTo>
                  <a:pt x="330258" y="48571"/>
                </a:lnTo>
                <a:lnTo>
                  <a:pt x="330689" y="48604"/>
                </a:lnTo>
                <a:lnTo>
                  <a:pt x="331110" y="48645"/>
                </a:lnTo>
                <a:lnTo>
                  <a:pt x="331524" y="48696"/>
                </a:lnTo>
                <a:lnTo>
                  <a:pt x="331929" y="48757"/>
                </a:lnTo>
                <a:lnTo>
                  <a:pt x="332325" y="48826"/>
                </a:lnTo>
                <a:lnTo>
                  <a:pt x="332714" y="48905"/>
                </a:lnTo>
                <a:lnTo>
                  <a:pt x="333094" y="48993"/>
                </a:lnTo>
                <a:lnTo>
                  <a:pt x="333466" y="49090"/>
                </a:lnTo>
                <a:lnTo>
                  <a:pt x="333829" y="49196"/>
                </a:lnTo>
                <a:lnTo>
                  <a:pt x="334184" y="49312"/>
                </a:lnTo>
                <a:lnTo>
                  <a:pt x="334531" y="49437"/>
                </a:lnTo>
                <a:lnTo>
                  <a:pt x="334869" y="49571"/>
                </a:lnTo>
                <a:lnTo>
                  <a:pt x="335199" y="49715"/>
                </a:lnTo>
                <a:lnTo>
                  <a:pt x="335521" y="49868"/>
                </a:lnTo>
                <a:lnTo>
                  <a:pt x="335834" y="50030"/>
                </a:lnTo>
                <a:lnTo>
                  <a:pt x="336139" y="50201"/>
                </a:lnTo>
                <a:lnTo>
                  <a:pt x="336436" y="50381"/>
                </a:lnTo>
                <a:lnTo>
                  <a:pt x="336725" y="50571"/>
                </a:lnTo>
                <a:lnTo>
                  <a:pt x="337005" y="50770"/>
                </a:lnTo>
                <a:lnTo>
                  <a:pt x="337276" y="50979"/>
                </a:lnTo>
                <a:lnTo>
                  <a:pt x="337540" y="51196"/>
                </a:lnTo>
                <a:lnTo>
                  <a:pt x="337795" y="51430"/>
                </a:lnTo>
                <a:lnTo>
                  <a:pt x="338040" y="51673"/>
                </a:lnTo>
                <a:lnTo>
                  <a:pt x="338277" y="51924"/>
                </a:lnTo>
                <a:lnTo>
                  <a:pt x="338504" y="52184"/>
                </a:lnTo>
                <a:lnTo>
                  <a:pt x="338722" y="52452"/>
                </a:lnTo>
                <a:lnTo>
                  <a:pt x="338931" y="52729"/>
                </a:lnTo>
                <a:lnTo>
                  <a:pt x="339131" y="53015"/>
                </a:lnTo>
                <a:lnTo>
                  <a:pt x="339322" y="53310"/>
                </a:lnTo>
                <a:lnTo>
                  <a:pt x="339504" y="53613"/>
                </a:lnTo>
                <a:lnTo>
                  <a:pt x="339677" y="53924"/>
                </a:lnTo>
                <a:lnTo>
                  <a:pt x="339841" y="54245"/>
                </a:lnTo>
                <a:lnTo>
                  <a:pt x="339995" y="54574"/>
                </a:lnTo>
                <a:lnTo>
                  <a:pt x="340141" y="54911"/>
                </a:lnTo>
                <a:lnTo>
                  <a:pt x="340277" y="55258"/>
                </a:lnTo>
                <a:lnTo>
                  <a:pt x="340404" y="55612"/>
                </a:lnTo>
                <a:lnTo>
                  <a:pt x="340522" y="55976"/>
                </a:lnTo>
                <a:lnTo>
                  <a:pt x="340631" y="56348"/>
                </a:lnTo>
                <a:lnTo>
                  <a:pt x="340731" y="56729"/>
                </a:lnTo>
                <a:lnTo>
                  <a:pt x="340822" y="57119"/>
                </a:lnTo>
                <a:lnTo>
                  <a:pt x="340904" y="57517"/>
                </a:lnTo>
                <a:lnTo>
                  <a:pt x="340976" y="57923"/>
                </a:lnTo>
                <a:lnTo>
                  <a:pt x="341040" y="58339"/>
                </a:lnTo>
                <a:lnTo>
                  <a:pt x="341094" y="58763"/>
                </a:lnTo>
                <a:lnTo>
                  <a:pt x="341140" y="59196"/>
                </a:lnTo>
                <a:lnTo>
                  <a:pt x="341182" y="59627"/>
                </a:lnTo>
                <a:lnTo>
                  <a:pt x="341228" y="60046"/>
                </a:lnTo>
                <a:lnTo>
                  <a:pt x="341278" y="60454"/>
                </a:lnTo>
                <a:lnTo>
                  <a:pt x="341331" y="60850"/>
                </a:lnTo>
                <a:lnTo>
                  <a:pt x="341388" y="61234"/>
                </a:lnTo>
                <a:lnTo>
                  <a:pt x="341448" y="61606"/>
                </a:lnTo>
                <a:lnTo>
                  <a:pt x="341512" y="61967"/>
                </a:lnTo>
                <a:lnTo>
                  <a:pt x="341579" y="62316"/>
                </a:lnTo>
                <a:lnTo>
                  <a:pt x="341650" y="62654"/>
                </a:lnTo>
                <a:lnTo>
                  <a:pt x="341724" y="62979"/>
                </a:lnTo>
                <a:lnTo>
                  <a:pt x="341802" y="63293"/>
                </a:lnTo>
                <a:lnTo>
                  <a:pt x="341884" y="63595"/>
                </a:lnTo>
                <a:lnTo>
                  <a:pt x="341969" y="63886"/>
                </a:lnTo>
                <a:lnTo>
                  <a:pt x="342058" y="64164"/>
                </a:lnTo>
                <a:lnTo>
                  <a:pt x="342150" y="64431"/>
                </a:lnTo>
                <a:lnTo>
                  <a:pt x="342246" y="64686"/>
                </a:lnTo>
                <a:lnTo>
                  <a:pt x="342345" y="64930"/>
                </a:lnTo>
                <a:lnTo>
                  <a:pt x="342448" y="65162"/>
                </a:lnTo>
                <a:lnTo>
                  <a:pt x="342554" y="65382"/>
                </a:lnTo>
                <a:lnTo>
                  <a:pt x="342664" y="65590"/>
                </a:lnTo>
                <a:lnTo>
                  <a:pt x="342778" y="65787"/>
                </a:lnTo>
                <a:lnTo>
                  <a:pt x="342895" y="65972"/>
                </a:lnTo>
                <a:lnTo>
                  <a:pt x="343015" y="66145"/>
                </a:lnTo>
                <a:lnTo>
                  <a:pt x="343139" y="66306"/>
                </a:lnTo>
                <a:lnTo>
                  <a:pt x="343366" y="66582"/>
                </a:lnTo>
                <a:lnTo>
                  <a:pt x="343602" y="66846"/>
                </a:lnTo>
                <a:lnTo>
                  <a:pt x="343846" y="67098"/>
                </a:lnTo>
                <a:lnTo>
                  <a:pt x="344100" y="67338"/>
                </a:lnTo>
                <a:lnTo>
                  <a:pt x="344362" y="67567"/>
                </a:lnTo>
                <a:lnTo>
                  <a:pt x="344634" y="67784"/>
                </a:lnTo>
                <a:lnTo>
                  <a:pt x="344914" y="67989"/>
                </a:lnTo>
                <a:lnTo>
                  <a:pt x="345203" y="68183"/>
                </a:lnTo>
                <a:lnTo>
                  <a:pt x="345502" y="68364"/>
                </a:lnTo>
                <a:lnTo>
                  <a:pt x="345809" y="68534"/>
                </a:lnTo>
                <a:lnTo>
                  <a:pt x="346125" y="68693"/>
                </a:lnTo>
                <a:lnTo>
                  <a:pt x="346450" y="68839"/>
                </a:lnTo>
                <a:lnTo>
                  <a:pt x="346784" y="68974"/>
                </a:lnTo>
                <a:lnTo>
                  <a:pt x="347127" y="69097"/>
                </a:lnTo>
                <a:lnTo>
                  <a:pt x="347479" y="69209"/>
                </a:lnTo>
                <a:lnTo>
                  <a:pt x="347840" y="69308"/>
                </a:lnTo>
                <a:lnTo>
                  <a:pt x="348210" y="69396"/>
                </a:lnTo>
                <a:lnTo>
                  <a:pt x="348589" y="69473"/>
                </a:lnTo>
                <a:lnTo>
                  <a:pt x="348977" y="69537"/>
                </a:lnTo>
                <a:lnTo>
                  <a:pt x="349374" y="69590"/>
                </a:lnTo>
                <a:lnTo>
                  <a:pt x="349779" y="69631"/>
                </a:lnTo>
                <a:lnTo>
                  <a:pt x="350194" y="69660"/>
                </a:lnTo>
                <a:lnTo>
                  <a:pt x="350617" y="69678"/>
                </a:lnTo>
                <a:lnTo>
                  <a:pt x="351050" y="69684"/>
                </a:lnTo>
                <a:lnTo>
                  <a:pt x="351373" y="69680"/>
                </a:lnTo>
                <a:lnTo>
                  <a:pt x="351690" y="69669"/>
                </a:lnTo>
                <a:lnTo>
                  <a:pt x="352001" y="69651"/>
                </a:lnTo>
                <a:lnTo>
                  <a:pt x="352305" y="69626"/>
                </a:lnTo>
                <a:lnTo>
                  <a:pt x="352604" y="69593"/>
                </a:lnTo>
                <a:lnTo>
                  <a:pt x="352897" y="69554"/>
                </a:lnTo>
                <a:lnTo>
                  <a:pt x="353184" y="69507"/>
                </a:lnTo>
                <a:lnTo>
                  <a:pt x="353465" y="69452"/>
                </a:lnTo>
                <a:lnTo>
                  <a:pt x="353739" y="69391"/>
                </a:lnTo>
                <a:lnTo>
                  <a:pt x="354008" y="69322"/>
                </a:lnTo>
                <a:lnTo>
                  <a:pt x="354271" y="69247"/>
                </a:lnTo>
                <a:lnTo>
                  <a:pt x="354527" y="69164"/>
                </a:lnTo>
                <a:lnTo>
                  <a:pt x="354778" y="69073"/>
                </a:lnTo>
                <a:lnTo>
                  <a:pt x="355023" y="68976"/>
                </a:lnTo>
                <a:lnTo>
                  <a:pt x="355261" y="68871"/>
                </a:lnTo>
                <a:lnTo>
                  <a:pt x="355494" y="68759"/>
                </a:lnTo>
                <a:lnTo>
                  <a:pt x="355721" y="68640"/>
                </a:lnTo>
                <a:lnTo>
                  <a:pt x="355941" y="68513"/>
                </a:lnTo>
                <a:lnTo>
                  <a:pt x="356156" y="68380"/>
                </a:lnTo>
                <a:lnTo>
                  <a:pt x="356364" y="68239"/>
                </a:lnTo>
                <a:lnTo>
                  <a:pt x="356567" y="68091"/>
                </a:lnTo>
                <a:lnTo>
                  <a:pt x="356763" y="67936"/>
                </a:lnTo>
                <a:lnTo>
                  <a:pt x="356954" y="67773"/>
                </a:lnTo>
                <a:lnTo>
                  <a:pt x="357138" y="67603"/>
                </a:lnTo>
                <a:lnTo>
                  <a:pt x="357316" y="67427"/>
                </a:lnTo>
                <a:lnTo>
                  <a:pt x="357486" y="67247"/>
                </a:lnTo>
                <a:lnTo>
                  <a:pt x="357649" y="67062"/>
                </a:lnTo>
                <a:lnTo>
                  <a:pt x="357804" y="66873"/>
                </a:lnTo>
                <a:lnTo>
                  <a:pt x="357951" y="66680"/>
                </a:lnTo>
                <a:lnTo>
                  <a:pt x="358091" y="66481"/>
                </a:lnTo>
                <a:lnTo>
                  <a:pt x="358223" y="66279"/>
                </a:lnTo>
                <a:lnTo>
                  <a:pt x="358348" y="66072"/>
                </a:lnTo>
                <a:lnTo>
                  <a:pt x="358465" y="65860"/>
                </a:lnTo>
                <a:lnTo>
                  <a:pt x="358575" y="65644"/>
                </a:lnTo>
                <a:lnTo>
                  <a:pt x="358677" y="65424"/>
                </a:lnTo>
                <a:lnTo>
                  <a:pt x="358772" y="65199"/>
                </a:lnTo>
                <a:lnTo>
                  <a:pt x="358859" y="64970"/>
                </a:lnTo>
                <a:lnTo>
                  <a:pt x="358938" y="64736"/>
                </a:lnTo>
                <a:lnTo>
                  <a:pt x="359010" y="64498"/>
                </a:lnTo>
                <a:lnTo>
                  <a:pt x="359074" y="64255"/>
                </a:lnTo>
                <a:lnTo>
                  <a:pt x="359131" y="64008"/>
                </a:lnTo>
                <a:lnTo>
                  <a:pt x="359180" y="63757"/>
                </a:lnTo>
                <a:lnTo>
                  <a:pt x="359221" y="63501"/>
                </a:lnTo>
                <a:lnTo>
                  <a:pt x="359255" y="63240"/>
                </a:lnTo>
                <a:lnTo>
                  <a:pt x="359282" y="62975"/>
                </a:lnTo>
                <a:lnTo>
                  <a:pt x="359301" y="62706"/>
                </a:lnTo>
                <a:lnTo>
                  <a:pt x="359312" y="62432"/>
                </a:lnTo>
                <a:lnTo>
                  <a:pt x="359316" y="62154"/>
                </a:lnTo>
                <a:lnTo>
                  <a:pt x="359303" y="61586"/>
                </a:lnTo>
                <a:lnTo>
                  <a:pt x="359262" y="61020"/>
                </a:lnTo>
                <a:lnTo>
                  <a:pt x="359195" y="60456"/>
                </a:lnTo>
                <a:lnTo>
                  <a:pt x="359101" y="59893"/>
                </a:lnTo>
                <a:lnTo>
                  <a:pt x="358980" y="59332"/>
                </a:lnTo>
                <a:lnTo>
                  <a:pt x="358833" y="58773"/>
                </a:lnTo>
                <a:lnTo>
                  <a:pt x="358658" y="58216"/>
                </a:lnTo>
                <a:lnTo>
                  <a:pt x="358457" y="57660"/>
                </a:lnTo>
                <a:lnTo>
                  <a:pt x="358229" y="57106"/>
                </a:lnTo>
                <a:lnTo>
                  <a:pt x="357973" y="56554"/>
                </a:lnTo>
                <a:lnTo>
                  <a:pt x="357692" y="56003"/>
                </a:lnTo>
                <a:lnTo>
                  <a:pt x="357383" y="55454"/>
                </a:lnTo>
                <a:lnTo>
                  <a:pt x="357047" y="54907"/>
                </a:lnTo>
                <a:lnTo>
                  <a:pt x="356685" y="54361"/>
                </a:lnTo>
                <a:lnTo>
                  <a:pt x="356295" y="53817"/>
                </a:lnTo>
                <a:lnTo>
                  <a:pt x="355879" y="53275"/>
                </a:lnTo>
                <a:lnTo>
                  <a:pt x="355436" y="52735"/>
                </a:lnTo>
                <a:lnTo>
                  <a:pt x="354966" y="52196"/>
                </a:lnTo>
                <a:lnTo>
                  <a:pt x="354470" y="51659"/>
                </a:lnTo>
                <a:lnTo>
                  <a:pt x="353946" y="51124"/>
                </a:lnTo>
                <a:lnTo>
                  <a:pt x="353396" y="50590"/>
                </a:lnTo>
                <a:lnTo>
                  <a:pt x="352818" y="50058"/>
                </a:lnTo>
                <a:lnTo>
                  <a:pt x="352214" y="49528"/>
                </a:lnTo>
                <a:lnTo>
                  <a:pt x="351583" y="48999"/>
                </a:lnTo>
                <a:lnTo>
                  <a:pt x="350931" y="48482"/>
                </a:lnTo>
                <a:lnTo>
                  <a:pt x="350265" y="47987"/>
                </a:lnTo>
                <a:lnTo>
                  <a:pt x="349583" y="47514"/>
                </a:lnTo>
                <a:lnTo>
                  <a:pt x="348887" y="47063"/>
                </a:lnTo>
                <a:lnTo>
                  <a:pt x="348176" y="46634"/>
                </a:lnTo>
                <a:lnTo>
                  <a:pt x="347450" y="46227"/>
                </a:lnTo>
                <a:lnTo>
                  <a:pt x="346710" y="45842"/>
                </a:lnTo>
                <a:lnTo>
                  <a:pt x="345954" y="45479"/>
                </a:lnTo>
                <a:lnTo>
                  <a:pt x="345184" y="45138"/>
                </a:lnTo>
                <a:lnTo>
                  <a:pt x="344399" y="44819"/>
                </a:lnTo>
                <a:lnTo>
                  <a:pt x="343599" y="44522"/>
                </a:lnTo>
                <a:lnTo>
                  <a:pt x="342784" y="44247"/>
                </a:lnTo>
                <a:lnTo>
                  <a:pt x="341954" y="43994"/>
                </a:lnTo>
                <a:lnTo>
                  <a:pt x="341110" y="43763"/>
                </a:lnTo>
                <a:lnTo>
                  <a:pt x="340251" y="43554"/>
                </a:lnTo>
                <a:lnTo>
                  <a:pt x="339377" y="43367"/>
                </a:lnTo>
                <a:lnTo>
                  <a:pt x="338488" y="43202"/>
                </a:lnTo>
                <a:lnTo>
                  <a:pt x="337584" y="43059"/>
                </a:lnTo>
                <a:lnTo>
                  <a:pt x="336666" y="42938"/>
                </a:lnTo>
                <a:lnTo>
                  <a:pt x="335733" y="42839"/>
                </a:lnTo>
                <a:lnTo>
                  <a:pt x="334784" y="42762"/>
                </a:lnTo>
                <a:lnTo>
                  <a:pt x="333822" y="42707"/>
                </a:lnTo>
                <a:lnTo>
                  <a:pt x="332844" y="42674"/>
                </a:lnTo>
                <a:lnTo>
                  <a:pt x="331851" y="42663"/>
                </a:lnTo>
                <a:lnTo>
                  <a:pt x="330526" y="42684"/>
                </a:lnTo>
                <a:lnTo>
                  <a:pt x="329217" y="42747"/>
                </a:lnTo>
                <a:lnTo>
                  <a:pt x="327923" y="42851"/>
                </a:lnTo>
                <a:lnTo>
                  <a:pt x="326646" y="42996"/>
                </a:lnTo>
                <a:lnTo>
                  <a:pt x="325384" y="43184"/>
                </a:lnTo>
                <a:lnTo>
                  <a:pt x="324138" y="43413"/>
                </a:lnTo>
                <a:lnTo>
                  <a:pt x="322908" y="43683"/>
                </a:lnTo>
                <a:lnTo>
                  <a:pt x="321694" y="43995"/>
                </a:lnTo>
                <a:lnTo>
                  <a:pt x="320496" y="44349"/>
                </a:lnTo>
                <a:lnTo>
                  <a:pt x="319314" y="44745"/>
                </a:lnTo>
                <a:lnTo>
                  <a:pt x="318147" y="45182"/>
                </a:lnTo>
                <a:lnTo>
                  <a:pt x="316997" y="45660"/>
                </a:lnTo>
                <a:lnTo>
                  <a:pt x="315862" y="46181"/>
                </a:lnTo>
                <a:lnTo>
                  <a:pt x="314744" y="46743"/>
                </a:lnTo>
                <a:lnTo>
                  <a:pt x="313641" y="47346"/>
                </a:lnTo>
                <a:lnTo>
                  <a:pt x="312554" y="47991"/>
                </a:lnTo>
                <a:lnTo>
                  <a:pt x="311483" y="48678"/>
                </a:lnTo>
                <a:lnTo>
                  <a:pt x="310428" y="49407"/>
                </a:lnTo>
                <a:lnTo>
                  <a:pt x="309389" y="50177"/>
                </a:lnTo>
                <a:lnTo>
                  <a:pt x="308366" y="50988"/>
                </a:lnTo>
                <a:lnTo>
                  <a:pt x="307358" y="51842"/>
                </a:lnTo>
                <a:lnTo>
                  <a:pt x="306367" y="52737"/>
                </a:lnTo>
                <a:lnTo>
                  <a:pt x="305391" y="53673"/>
                </a:lnTo>
                <a:lnTo>
                  <a:pt x="304431" y="54651"/>
                </a:lnTo>
                <a:lnTo>
                  <a:pt x="303499" y="55663"/>
                </a:lnTo>
                <a:lnTo>
                  <a:pt x="302607" y="56699"/>
                </a:lnTo>
                <a:lnTo>
                  <a:pt x="301754" y="57760"/>
                </a:lnTo>
                <a:lnTo>
                  <a:pt x="300941" y="58846"/>
                </a:lnTo>
                <a:lnTo>
                  <a:pt x="300168" y="59958"/>
                </a:lnTo>
                <a:lnTo>
                  <a:pt x="299434" y="61094"/>
                </a:lnTo>
                <a:lnTo>
                  <a:pt x="298740" y="62255"/>
                </a:lnTo>
                <a:lnTo>
                  <a:pt x="298086" y="63441"/>
                </a:lnTo>
                <a:lnTo>
                  <a:pt x="297471" y="64652"/>
                </a:lnTo>
                <a:lnTo>
                  <a:pt x="296896" y="65888"/>
                </a:lnTo>
                <a:lnTo>
                  <a:pt x="296361" y="67149"/>
                </a:lnTo>
                <a:lnTo>
                  <a:pt x="295865" y="68435"/>
                </a:lnTo>
                <a:lnTo>
                  <a:pt x="295409" y="69746"/>
                </a:lnTo>
                <a:lnTo>
                  <a:pt x="294993" y="71082"/>
                </a:lnTo>
                <a:lnTo>
                  <a:pt x="294616" y="72443"/>
                </a:lnTo>
                <a:lnTo>
                  <a:pt x="294279" y="73829"/>
                </a:lnTo>
                <a:lnTo>
                  <a:pt x="293981" y="75240"/>
                </a:lnTo>
                <a:lnTo>
                  <a:pt x="293724" y="76676"/>
                </a:lnTo>
                <a:lnTo>
                  <a:pt x="293506" y="78137"/>
                </a:lnTo>
                <a:lnTo>
                  <a:pt x="293327" y="79623"/>
                </a:lnTo>
                <a:lnTo>
                  <a:pt x="293188" y="81133"/>
                </a:lnTo>
                <a:lnTo>
                  <a:pt x="293089" y="82669"/>
                </a:lnTo>
                <a:lnTo>
                  <a:pt x="293030" y="84230"/>
                </a:lnTo>
                <a:lnTo>
                  <a:pt x="293010" y="85816"/>
                </a:lnTo>
                <a:lnTo>
                  <a:pt x="293028" y="87452"/>
                </a:lnTo>
                <a:lnTo>
                  <a:pt x="293081" y="89059"/>
                </a:lnTo>
                <a:lnTo>
                  <a:pt x="293171" y="90638"/>
                </a:lnTo>
                <a:lnTo>
                  <a:pt x="293296" y="92189"/>
                </a:lnTo>
                <a:lnTo>
                  <a:pt x="293457" y="93712"/>
                </a:lnTo>
                <a:lnTo>
                  <a:pt x="293654" y="95206"/>
                </a:lnTo>
                <a:lnTo>
                  <a:pt x="293887" y="96672"/>
                </a:lnTo>
                <a:lnTo>
                  <a:pt x="294155" y="98109"/>
                </a:lnTo>
                <a:lnTo>
                  <a:pt x="294460" y="99518"/>
                </a:lnTo>
                <a:lnTo>
                  <a:pt x="294800" y="100899"/>
                </a:lnTo>
                <a:lnTo>
                  <a:pt x="295176" y="102251"/>
                </a:lnTo>
                <a:lnTo>
                  <a:pt x="295587" y="103575"/>
                </a:lnTo>
                <a:lnTo>
                  <a:pt x="296035" y="104870"/>
                </a:lnTo>
                <a:lnTo>
                  <a:pt x="296518" y="106138"/>
                </a:lnTo>
                <a:lnTo>
                  <a:pt x="297037" y="107376"/>
                </a:lnTo>
                <a:lnTo>
                  <a:pt x="297592" y="108587"/>
                </a:lnTo>
                <a:lnTo>
                  <a:pt x="298183" y="109769"/>
                </a:lnTo>
                <a:lnTo>
                  <a:pt x="298809" y="110923"/>
                </a:lnTo>
                <a:lnTo>
                  <a:pt x="299472" y="112048"/>
                </a:lnTo>
                <a:lnTo>
                  <a:pt x="300170" y="113145"/>
                </a:lnTo>
                <a:lnTo>
                  <a:pt x="300904" y="114214"/>
                </a:lnTo>
                <a:lnTo>
                  <a:pt x="301673" y="115254"/>
                </a:lnTo>
                <a:lnTo>
                  <a:pt x="302479" y="116266"/>
                </a:lnTo>
                <a:lnTo>
                  <a:pt x="303320" y="117249"/>
                </a:lnTo>
                <a:lnTo>
                  <a:pt x="304186" y="118198"/>
                </a:lnTo>
                <a:lnTo>
                  <a:pt x="305063" y="119107"/>
                </a:lnTo>
                <a:lnTo>
                  <a:pt x="305953" y="119975"/>
                </a:lnTo>
                <a:lnTo>
                  <a:pt x="306856" y="120803"/>
                </a:lnTo>
                <a:lnTo>
                  <a:pt x="307770" y="121590"/>
                </a:lnTo>
                <a:lnTo>
                  <a:pt x="308698" y="122337"/>
                </a:lnTo>
                <a:lnTo>
                  <a:pt x="309637" y="123044"/>
                </a:lnTo>
                <a:lnTo>
                  <a:pt x="310589" y="123710"/>
                </a:lnTo>
                <a:lnTo>
                  <a:pt x="311553" y="124336"/>
                </a:lnTo>
                <a:lnTo>
                  <a:pt x="312529" y="124922"/>
                </a:lnTo>
                <a:lnTo>
                  <a:pt x="313518" y="125467"/>
                </a:lnTo>
                <a:lnTo>
                  <a:pt x="314519" y="125972"/>
                </a:lnTo>
                <a:lnTo>
                  <a:pt x="315533" y="126436"/>
                </a:lnTo>
                <a:lnTo>
                  <a:pt x="316559" y="126860"/>
                </a:lnTo>
                <a:lnTo>
                  <a:pt x="317597" y="127244"/>
                </a:lnTo>
                <a:lnTo>
                  <a:pt x="318647" y="127587"/>
                </a:lnTo>
                <a:lnTo>
                  <a:pt x="319710" y="127890"/>
                </a:lnTo>
                <a:lnTo>
                  <a:pt x="320786" y="128152"/>
                </a:lnTo>
                <a:lnTo>
                  <a:pt x="321873" y="128374"/>
                </a:lnTo>
                <a:lnTo>
                  <a:pt x="322973" y="128556"/>
                </a:lnTo>
                <a:lnTo>
                  <a:pt x="324085" y="128697"/>
                </a:lnTo>
                <a:lnTo>
                  <a:pt x="325210" y="128798"/>
                </a:lnTo>
                <a:lnTo>
                  <a:pt x="326347" y="128859"/>
                </a:lnTo>
                <a:lnTo>
                  <a:pt x="327496" y="128879"/>
                </a:lnTo>
                <a:lnTo>
                  <a:pt x="328463" y="128864"/>
                </a:lnTo>
                <a:lnTo>
                  <a:pt x="329423" y="128819"/>
                </a:lnTo>
                <a:lnTo>
                  <a:pt x="330375" y="128744"/>
                </a:lnTo>
                <a:lnTo>
                  <a:pt x="331321" y="128638"/>
                </a:lnTo>
                <a:lnTo>
                  <a:pt x="332259" y="128503"/>
                </a:lnTo>
                <a:lnTo>
                  <a:pt x="333190" y="128338"/>
                </a:lnTo>
                <a:lnTo>
                  <a:pt x="334114" y="128142"/>
                </a:lnTo>
                <a:lnTo>
                  <a:pt x="335031" y="127916"/>
                </a:lnTo>
                <a:lnTo>
                  <a:pt x="335941" y="127661"/>
                </a:lnTo>
                <a:lnTo>
                  <a:pt x="336844" y="127375"/>
                </a:lnTo>
                <a:lnTo>
                  <a:pt x="337740" y="127059"/>
                </a:lnTo>
                <a:lnTo>
                  <a:pt x="338629" y="126713"/>
                </a:lnTo>
                <a:lnTo>
                  <a:pt x="339510" y="126337"/>
                </a:lnTo>
                <a:lnTo>
                  <a:pt x="340385" y="125930"/>
                </a:lnTo>
                <a:lnTo>
                  <a:pt x="341252" y="125494"/>
                </a:lnTo>
                <a:lnTo>
                  <a:pt x="342112" y="125028"/>
                </a:lnTo>
                <a:lnTo>
                  <a:pt x="342966" y="124531"/>
                </a:lnTo>
                <a:lnTo>
                  <a:pt x="343812" y="124005"/>
                </a:lnTo>
                <a:lnTo>
                  <a:pt x="344651" y="123448"/>
                </a:lnTo>
                <a:lnTo>
                  <a:pt x="345482" y="122861"/>
                </a:lnTo>
                <a:lnTo>
                  <a:pt x="346307" y="122244"/>
                </a:lnTo>
                <a:lnTo>
                  <a:pt x="347125" y="121597"/>
                </a:lnTo>
                <a:lnTo>
                  <a:pt x="347936" y="120920"/>
                </a:lnTo>
                <a:lnTo>
                  <a:pt x="348739" y="120213"/>
                </a:lnTo>
                <a:lnTo>
                  <a:pt x="349528" y="119478"/>
                </a:lnTo>
                <a:lnTo>
                  <a:pt x="350295" y="118717"/>
                </a:lnTo>
                <a:lnTo>
                  <a:pt x="351040" y="117931"/>
                </a:lnTo>
                <a:lnTo>
                  <a:pt x="351763" y="117118"/>
                </a:lnTo>
                <a:lnTo>
                  <a:pt x="352465" y="116280"/>
                </a:lnTo>
                <a:lnTo>
                  <a:pt x="353144" y="115416"/>
                </a:lnTo>
                <a:lnTo>
                  <a:pt x="353802" y="114527"/>
                </a:lnTo>
                <a:lnTo>
                  <a:pt x="354437" y="113611"/>
                </a:lnTo>
                <a:lnTo>
                  <a:pt x="355051" y="112670"/>
                </a:lnTo>
                <a:lnTo>
                  <a:pt x="355643" y="111703"/>
                </a:lnTo>
                <a:lnTo>
                  <a:pt x="356213" y="110710"/>
                </a:lnTo>
                <a:lnTo>
                  <a:pt x="356761" y="109692"/>
                </a:lnTo>
                <a:lnTo>
                  <a:pt x="357287" y="108647"/>
                </a:lnTo>
                <a:lnTo>
                  <a:pt x="357791" y="107577"/>
                </a:lnTo>
                <a:lnTo>
                  <a:pt x="358273" y="106482"/>
                </a:lnTo>
                <a:lnTo>
                  <a:pt x="358733" y="105360"/>
                </a:lnTo>
                <a:lnTo>
                  <a:pt x="359172" y="104213"/>
                </a:lnTo>
                <a:lnTo>
                  <a:pt x="359588" y="103039"/>
                </a:lnTo>
                <a:lnTo>
                  <a:pt x="359983" y="101841"/>
                </a:lnTo>
                <a:lnTo>
                  <a:pt x="360355" y="100616"/>
                </a:lnTo>
                <a:lnTo>
                  <a:pt x="360706" y="99365"/>
                </a:lnTo>
                <a:lnTo>
                  <a:pt x="361035" y="98089"/>
                </a:lnTo>
                <a:lnTo>
                  <a:pt x="361342" y="96787"/>
                </a:lnTo>
                <a:lnTo>
                  <a:pt x="361627" y="95459"/>
                </a:lnTo>
                <a:lnTo>
                  <a:pt x="359049" y="94215"/>
                </a:lnTo>
                <a:lnTo>
                  <a:pt x="358664" y="95100"/>
                </a:lnTo>
                <a:lnTo>
                  <a:pt x="358277" y="95961"/>
                </a:lnTo>
                <a:lnTo>
                  <a:pt x="357890" y="96800"/>
                </a:lnTo>
                <a:close/>
                <a:moveTo>
                  <a:pt x="660806" y="12941"/>
                </a:moveTo>
                <a:lnTo>
                  <a:pt x="661096" y="12830"/>
                </a:lnTo>
                <a:lnTo>
                  <a:pt x="661381" y="12724"/>
                </a:lnTo>
                <a:lnTo>
                  <a:pt x="661663" y="12623"/>
                </a:lnTo>
                <a:lnTo>
                  <a:pt x="661939" y="12527"/>
                </a:lnTo>
                <a:lnTo>
                  <a:pt x="662212" y="12435"/>
                </a:lnTo>
                <a:lnTo>
                  <a:pt x="662480" y="12349"/>
                </a:lnTo>
                <a:lnTo>
                  <a:pt x="662744" y="12267"/>
                </a:lnTo>
                <a:lnTo>
                  <a:pt x="663003" y="12191"/>
                </a:lnTo>
                <a:lnTo>
                  <a:pt x="663259" y="12119"/>
                </a:lnTo>
                <a:lnTo>
                  <a:pt x="663510" y="12052"/>
                </a:lnTo>
                <a:lnTo>
                  <a:pt x="663756" y="11991"/>
                </a:lnTo>
                <a:lnTo>
                  <a:pt x="663998" y="11934"/>
                </a:lnTo>
                <a:lnTo>
                  <a:pt x="664236" y="11882"/>
                </a:lnTo>
                <a:lnTo>
                  <a:pt x="664470" y="11835"/>
                </a:lnTo>
                <a:lnTo>
                  <a:pt x="664699" y="11793"/>
                </a:lnTo>
                <a:lnTo>
                  <a:pt x="664924" y="11756"/>
                </a:lnTo>
                <a:lnTo>
                  <a:pt x="665145" y="11724"/>
                </a:lnTo>
                <a:lnTo>
                  <a:pt x="665361" y="11697"/>
                </a:lnTo>
                <a:lnTo>
                  <a:pt x="665573" y="11675"/>
                </a:lnTo>
                <a:lnTo>
                  <a:pt x="665781" y="11657"/>
                </a:lnTo>
                <a:lnTo>
                  <a:pt x="665984" y="11645"/>
                </a:lnTo>
                <a:lnTo>
                  <a:pt x="666183" y="11638"/>
                </a:lnTo>
                <a:lnTo>
                  <a:pt x="666378" y="11635"/>
                </a:lnTo>
                <a:lnTo>
                  <a:pt x="666555" y="11637"/>
                </a:lnTo>
                <a:lnTo>
                  <a:pt x="666729" y="11643"/>
                </a:lnTo>
                <a:lnTo>
                  <a:pt x="666900" y="11653"/>
                </a:lnTo>
                <a:lnTo>
                  <a:pt x="667068" y="11667"/>
                </a:lnTo>
                <a:lnTo>
                  <a:pt x="667234" y="11685"/>
                </a:lnTo>
                <a:lnTo>
                  <a:pt x="667398" y="11707"/>
                </a:lnTo>
                <a:lnTo>
                  <a:pt x="667558" y="11734"/>
                </a:lnTo>
                <a:lnTo>
                  <a:pt x="667716" y="11764"/>
                </a:lnTo>
                <a:lnTo>
                  <a:pt x="667872" y="11798"/>
                </a:lnTo>
                <a:lnTo>
                  <a:pt x="668025" y="11836"/>
                </a:lnTo>
                <a:lnTo>
                  <a:pt x="668175" y="11878"/>
                </a:lnTo>
                <a:lnTo>
                  <a:pt x="668323" y="11924"/>
                </a:lnTo>
                <a:lnTo>
                  <a:pt x="668467" y="11974"/>
                </a:lnTo>
                <a:lnTo>
                  <a:pt x="668610" y="12028"/>
                </a:lnTo>
                <a:lnTo>
                  <a:pt x="668750" y="12087"/>
                </a:lnTo>
                <a:lnTo>
                  <a:pt x="668887" y="12149"/>
                </a:lnTo>
                <a:lnTo>
                  <a:pt x="669021" y="12215"/>
                </a:lnTo>
                <a:lnTo>
                  <a:pt x="669153" y="12285"/>
                </a:lnTo>
                <a:lnTo>
                  <a:pt x="669282" y="12359"/>
                </a:lnTo>
                <a:lnTo>
                  <a:pt x="669409" y="12438"/>
                </a:lnTo>
                <a:lnTo>
                  <a:pt x="669533" y="12520"/>
                </a:lnTo>
                <a:lnTo>
                  <a:pt x="669654" y="12606"/>
                </a:lnTo>
                <a:lnTo>
                  <a:pt x="669773" y="12696"/>
                </a:lnTo>
                <a:lnTo>
                  <a:pt x="669889" y="12791"/>
                </a:lnTo>
                <a:lnTo>
                  <a:pt x="670003" y="12890"/>
                </a:lnTo>
                <a:lnTo>
                  <a:pt x="670113" y="12997"/>
                </a:lnTo>
                <a:lnTo>
                  <a:pt x="670222" y="13110"/>
                </a:lnTo>
                <a:lnTo>
                  <a:pt x="670327" y="13231"/>
                </a:lnTo>
                <a:lnTo>
                  <a:pt x="670430" y="13358"/>
                </a:lnTo>
                <a:lnTo>
                  <a:pt x="670531" y="13492"/>
                </a:lnTo>
                <a:lnTo>
                  <a:pt x="670628" y="13633"/>
                </a:lnTo>
                <a:lnTo>
                  <a:pt x="670724" y="13782"/>
                </a:lnTo>
                <a:lnTo>
                  <a:pt x="670816" y="13937"/>
                </a:lnTo>
                <a:lnTo>
                  <a:pt x="670906" y="14099"/>
                </a:lnTo>
                <a:lnTo>
                  <a:pt x="670993" y="14268"/>
                </a:lnTo>
                <a:lnTo>
                  <a:pt x="671078" y="14444"/>
                </a:lnTo>
                <a:lnTo>
                  <a:pt x="671160" y="14627"/>
                </a:lnTo>
                <a:lnTo>
                  <a:pt x="671239" y="14817"/>
                </a:lnTo>
                <a:lnTo>
                  <a:pt x="671316" y="15014"/>
                </a:lnTo>
                <a:lnTo>
                  <a:pt x="671390" y="15218"/>
                </a:lnTo>
                <a:lnTo>
                  <a:pt x="671462" y="15428"/>
                </a:lnTo>
                <a:lnTo>
                  <a:pt x="671531" y="15646"/>
                </a:lnTo>
                <a:lnTo>
                  <a:pt x="671597" y="15871"/>
                </a:lnTo>
                <a:lnTo>
                  <a:pt x="671661" y="16103"/>
                </a:lnTo>
                <a:lnTo>
                  <a:pt x="671722" y="16341"/>
                </a:lnTo>
                <a:lnTo>
                  <a:pt x="671780" y="16587"/>
                </a:lnTo>
                <a:lnTo>
                  <a:pt x="671836" y="16839"/>
                </a:lnTo>
                <a:lnTo>
                  <a:pt x="671889" y="17099"/>
                </a:lnTo>
                <a:lnTo>
                  <a:pt x="671940" y="17380"/>
                </a:lnTo>
                <a:lnTo>
                  <a:pt x="671988" y="17698"/>
                </a:lnTo>
                <a:lnTo>
                  <a:pt x="672035" y="18053"/>
                </a:lnTo>
                <a:lnTo>
                  <a:pt x="672079" y="18444"/>
                </a:lnTo>
                <a:lnTo>
                  <a:pt x="672121" y="18873"/>
                </a:lnTo>
                <a:lnTo>
                  <a:pt x="672161" y="19338"/>
                </a:lnTo>
                <a:lnTo>
                  <a:pt x="672199" y="19841"/>
                </a:lnTo>
                <a:lnTo>
                  <a:pt x="672235" y="20380"/>
                </a:lnTo>
                <a:lnTo>
                  <a:pt x="672268" y="20956"/>
                </a:lnTo>
                <a:lnTo>
                  <a:pt x="672299" y="21568"/>
                </a:lnTo>
                <a:lnTo>
                  <a:pt x="672329" y="22218"/>
                </a:lnTo>
                <a:lnTo>
                  <a:pt x="672356" y="22905"/>
                </a:lnTo>
                <a:lnTo>
                  <a:pt x="672380" y="23628"/>
                </a:lnTo>
                <a:lnTo>
                  <a:pt x="672403" y="24388"/>
                </a:lnTo>
                <a:lnTo>
                  <a:pt x="672424" y="25185"/>
                </a:lnTo>
                <a:lnTo>
                  <a:pt x="672442" y="26019"/>
                </a:lnTo>
                <a:lnTo>
                  <a:pt x="672458" y="26890"/>
                </a:lnTo>
                <a:lnTo>
                  <a:pt x="672472" y="27797"/>
                </a:lnTo>
                <a:lnTo>
                  <a:pt x="672484" y="28742"/>
                </a:lnTo>
                <a:lnTo>
                  <a:pt x="672494" y="29723"/>
                </a:lnTo>
                <a:lnTo>
                  <a:pt x="672501" y="30741"/>
                </a:lnTo>
                <a:lnTo>
                  <a:pt x="672507" y="31796"/>
                </a:lnTo>
                <a:lnTo>
                  <a:pt x="672510" y="32888"/>
                </a:lnTo>
                <a:lnTo>
                  <a:pt x="672511" y="34017"/>
                </a:lnTo>
                <a:lnTo>
                  <a:pt x="672511" y="107914"/>
                </a:lnTo>
                <a:lnTo>
                  <a:pt x="672509" y="108535"/>
                </a:lnTo>
                <a:lnTo>
                  <a:pt x="672503" y="109138"/>
                </a:lnTo>
                <a:lnTo>
                  <a:pt x="672493" y="109725"/>
                </a:lnTo>
                <a:lnTo>
                  <a:pt x="672479" y="110295"/>
                </a:lnTo>
                <a:lnTo>
                  <a:pt x="672461" y="110848"/>
                </a:lnTo>
                <a:lnTo>
                  <a:pt x="672439" y="111384"/>
                </a:lnTo>
                <a:lnTo>
                  <a:pt x="672413" y="111903"/>
                </a:lnTo>
                <a:lnTo>
                  <a:pt x="672383" y="112404"/>
                </a:lnTo>
                <a:lnTo>
                  <a:pt x="672349" y="112889"/>
                </a:lnTo>
                <a:lnTo>
                  <a:pt x="672310" y="113358"/>
                </a:lnTo>
                <a:lnTo>
                  <a:pt x="672268" y="113809"/>
                </a:lnTo>
                <a:lnTo>
                  <a:pt x="672222" y="114243"/>
                </a:lnTo>
                <a:lnTo>
                  <a:pt x="672172" y="114660"/>
                </a:lnTo>
                <a:lnTo>
                  <a:pt x="672118" y="115060"/>
                </a:lnTo>
                <a:lnTo>
                  <a:pt x="672060" y="115443"/>
                </a:lnTo>
                <a:lnTo>
                  <a:pt x="671998" y="115810"/>
                </a:lnTo>
                <a:lnTo>
                  <a:pt x="671931" y="116159"/>
                </a:lnTo>
                <a:lnTo>
                  <a:pt x="671861" y="116492"/>
                </a:lnTo>
                <a:lnTo>
                  <a:pt x="671787" y="116807"/>
                </a:lnTo>
                <a:lnTo>
                  <a:pt x="671709" y="117106"/>
                </a:lnTo>
                <a:lnTo>
                  <a:pt x="671626" y="117387"/>
                </a:lnTo>
                <a:lnTo>
                  <a:pt x="671540" y="117652"/>
                </a:lnTo>
                <a:lnTo>
                  <a:pt x="671450" y="117899"/>
                </a:lnTo>
                <a:lnTo>
                  <a:pt x="671356" y="118130"/>
                </a:lnTo>
                <a:lnTo>
                  <a:pt x="671258" y="118349"/>
                </a:lnTo>
                <a:lnTo>
                  <a:pt x="671157" y="118563"/>
                </a:lnTo>
                <a:lnTo>
                  <a:pt x="671053" y="118772"/>
                </a:lnTo>
                <a:lnTo>
                  <a:pt x="670946" y="118976"/>
                </a:lnTo>
                <a:lnTo>
                  <a:pt x="670836" y="119174"/>
                </a:lnTo>
                <a:lnTo>
                  <a:pt x="670722" y="119368"/>
                </a:lnTo>
                <a:lnTo>
                  <a:pt x="670606" y="119556"/>
                </a:lnTo>
                <a:lnTo>
                  <a:pt x="670487" y="119738"/>
                </a:lnTo>
                <a:lnTo>
                  <a:pt x="670364" y="119916"/>
                </a:lnTo>
                <a:lnTo>
                  <a:pt x="670238" y="120088"/>
                </a:lnTo>
                <a:lnTo>
                  <a:pt x="670110" y="120255"/>
                </a:lnTo>
                <a:lnTo>
                  <a:pt x="669978" y="120417"/>
                </a:lnTo>
                <a:lnTo>
                  <a:pt x="669843" y="120573"/>
                </a:lnTo>
                <a:lnTo>
                  <a:pt x="669705" y="120724"/>
                </a:lnTo>
                <a:lnTo>
                  <a:pt x="669564" y="120870"/>
                </a:lnTo>
                <a:lnTo>
                  <a:pt x="669420" y="121011"/>
                </a:lnTo>
                <a:lnTo>
                  <a:pt x="669273" y="121147"/>
                </a:lnTo>
                <a:lnTo>
                  <a:pt x="669122" y="121277"/>
                </a:lnTo>
                <a:lnTo>
                  <a:pt x="668969" y="121402"/>
                </a:lnTo>
                <a:lnTo>
                  <a:pt x="668813" y="121522"/>
                </a:lnTo>
                <a:lnTo>
                  <a:pt x="668653" y="121637"/>
                </a:lnTo>
                <a:lnTo>
                  <a:pt x="668490" y="121746"/>
                </a:lnTo>
                <a:lnTo>
                  <a:pt x="668325" y="121850"/>
                </a:lnTo>
                <a:lnTo>
                  <a:pt x="668156" y="121949"/>
                </a:lnTo>
                <a:lnTo>
                  <a:pt x="667979" y="122043"/>
                </a:lnTo>
                <a:lnTo>
                  <a:pt x="667790" y="122133"/>
                </a:lnTo>
                <a:lnTo>
                  <a:pt x="667589" y="122219"/>
                </a:lnTo>
                <a:lnTo>
                  <a:pt x="667376" y="122301"/>
                </a:lnTo>
                <a:lnTo>
                  <a:pt x="667150" y="122379"/>
                </a:lnTo>
                <a:lnTo>
                  <a:pt x="666912" y="122453"/>
                </a:lnTo>
                <a:lnTo>
                  <a:pt x="666661" y="122523"/>
                </a:lnTo>
                <a:lnTo>
                  <a:pt x="666398" y="122590"/>
                </a:lnTo>
                <a:lnTo>
                  <a:pt x="666123" y="122652"/>
                </a:lnTo>
                <a:lnTo>
                  <a:pt x="665835" y="122710"/>
                </a:lnTo>
                <a:lnTo>
                  <a:pt x="665535" y="122764"/>
                </a:lnTo>
                <a:lnTo>
                  <a:pt x="665223" y="122814"/>
                </a:lnTo>
                <a:lnTo>
                  <a:pt x="664898" y="122860"/>
                </a:lnTo>
                <a:lnTo>
                  <a:pt x="664561" y="122902"/>
                </a:lnTo>
                <a:lnTo>
                  <a:pt x="664212" y="122940"/>
                </a:lnTo>
                <a:lnTo>
                  <a:pt x="663850" y="122974"/>
                </a:lnTo>
                <a:lnTo>
                  <a:pt x="663476" y="123004"/>
                </a:lnTo>
                <a:lnTo>
                  <a:pt x="663090" y="123030"/>
                </a:lnTo>
                <a:lnTo>
                  <a:pt x="662691" y="123052"/>
                </a:lnTo>
                <a:lnTo>
                  <a:pt x="662280" y="123070"/>
                </a:lnTo>
                <a:lnTo>
                  <a:pt x="661856" y="123084"/>
                </a:lnTo>
                <a:lnTo>
                  <a:pt x="661421" y="123094"/>
                </a:lnTo>
                <a:lnTo>
                  <a:pt x="660972" y="123100"/>
                </a:lnTo>
                <a:lnTo>
                  <a:pt x="660512" y="123102"/>
                </a:lnTo>
                <a:lnTo>
                  <a:pt x="660512" y="126390"/>
                </a:lnTo>
                <a:lnTo>
                  <a:pt x="700420" y="126390"/>
                </a:lnTo>
                <a:lnTo>
                  <a:pt x="700420" y="123102"/>
                </a:lnTo>
                <a:lnTo>
                  <a:pt x="699901" y="123100"/>
                </a:lnTo>
                <a:lnTo>
                  <a:pt x="699396" y="123093"/>
                </a:lnTo>
                <a:lnTo>
                  <a:pt x="698905" y="123082"/>
                </a:lnTo>
                <a:lnTo>
                  <a:pt x="698428" y="123066"/>
                </a:lnTo>
                <a:lnTo>
                  <a:pt x="697964" y="123046"/>
                </a:lnTo>
                <a:lnTo>
                  <a:pt x="697515" y="123021"/>
                </a:lnTo>
                <a:lnTo>
                  <a:pt x="697079" y="122992"/>
                </a:lnTo>
                <a:lnTo>
                  <a:pt x="696657" y="122959"/>
                </a:lnTo>
                <a:lnTo>
                  <a:pt x="696250" y="122921"/>
                </a:lnTo>
                <a:lnTo>
                  <a:pt x="695856" y="122879"/>
                </a:lnTo>
                <a:lnTo>
                  <a:pt x="695476" y="122832"/>
                </a:lnTo>
                <a:lnTo>
                  <a:pt x="695109" y="122780"/>
                </a:lnTo>
                <a:lnTo>
                  <a:pt x="694757" y="122725"/>
                </a:lnTo>
                <a:lnTo>
                  <a:pt x="694419" y="122664"/>
                </a:lnTo>
                <a:lnTo>
                  <a:pt x="694094" y="122599"/>
                </a:lnTo>
                <a:lnTo>
                  <a:pt x="693784" y="122530"/>
                </a:lnTo>
                <a:lnTo>
                  <a:pt x="693487" y="122457"/>
                </a:lnTo>
                <a:lnTo>
                  <a:pt x="693204" y="122378"/>
                </a:lnTo>
                <a:lnTo>
                  <a:pt x="692935" y="122296"/>
                </a:lnTo>
                <a:lnTo>
                  <a:pt x="692680" y="122209"/>
                </a:lnTo>
                <a:lnTo>
                  <a:pt x="692439" y="122117"/>
                </a:lnTo>
                <a:lnTo>
                  <a:pt x="692211" y="122021"/>
                </a:lnTo>
                <a:lnTo>
                  <a:pt x="691998" y="121921"/>
                </a:lnTo>
                <a:lnTo>
                  <a:pt x="691799" y="121816"/>
                </a:lnTo>
                <a:lnTo>
                  <a:pt x="691608" y="121706"/>
                </a:lnTo>
                <a:lnTo>
                  <a:pt x="691422" y="121593"/>
                </a:lnTo>
                <a:lnTo>
                  <a:pt x="691240" y="121475"/>
                </a:lnTo>
                <a:lnTo>
                  <a:pt x="691062" y="121353"/>
                </a:lnTo>
                <a:lnTo>
                  <a:pt x="690888" y="121227"/>
                </a:lnTo>
                <a:lnTo>
                  <a:pt x="690718" y="121097"/>
                </a:lnTo>
                <a:lnTo>
                  <a:pt x="690553" y="120962"/>
                </a:lnTo>
                <a:lnTo>
                  <a:pt x="690391" y="120824"/>
                </a:lnTo>
                <a:lnTo>
                  <a:pt x="690234" y="120681"/>
                </a:lnTo>
                <a:lnTo>
                  <a:pt x="690081" y="120534"/>
                </a:lnTo>
                <a:lnTo>
                  <a:pt x="689932" y="120383"/>
                </a:lnTo>
                <a:lnTo>
                  <a:pt x="689788" y="120228"/>
                </a:lnTo>
                <a:lnTo>
                  <a:pt x="689647" y="120068"/>
                </a:lnTo>
                <a:lnTo>
                  <a:pt x="689511" y="119905"/>
                </a:lnTo>
                <a:lnTo>
                  <a:pt x="689379" y="119737"/>
                </a:lnTo>
                <a:lnTo>
                  <a:pt x="689251" y="119565"/>
                </a:lnTo>
                <a:lnTo>
                  <a:pt x="689127" y="119389"/>
                </a:lnTo>
                <a:lnTo>
                  <a:pt x="689007" y="119209"/>
                </a:lnTo>
                <a:lnTo>
                  <a:pt x="688892" y="119025"/>
                </a:lnTo>
                <a:lnTo>
                  <a:pt x="688780" y="118836"/>
                </a:lnTo>
                <a:lnTo>
                  <a:pt x="688673" y="118644"/>
                </a:lnTo>
                <a:lnTo>
                  <a:pt x="688570" y="118447"/>
                </a:lnTo>
                <a:lnTo>
                  <a:pt x="688471" y="118246"/>
                </a:lnTo>
                <a:lnTo>
                  <a:pt x="688377" y="118041"/>
                </a:lnTo>
                <a:lnTo>
                  <a:pt x="688286" y="117825"/>
                </a:lnTo>
                <a:lnTo>
                  <a:pt x="688199" y="117591"/>
                </a:lnTo>
                <a:lnTo>
                  <a:pt x="688116" y="117338"/>
                </a:lnTo>
                <a:lnTo>
                  <a:pt x="688037" y="117068"/>
                </a:lnTo>
                <a:lnTo>
                  <a:pt x="687962" y="116781"/>
                </a:lnTo>
                <a:lnTo>
                  <a:pt x="687890" y="116475"/>
                </a:lnTo>
                <a:lnTo>
                  <a:pt x="687823" y="116151"/>
                </a:lnTo>
                <a:lnTo>
                  <a:pt x="687759" y="115810"/>
                </a:lnTo>
                <a:lnTo>
                  <a:pt x="687700" y="115450"/>
                </a:lnTo>
                <a:lnTo>
                  <a:pt x="687644" y="115073"/>
                </a:lnTo>
                <a:lnTo>
                  <a:pt x="687592" y="114678"/>
                </a:lnTo>
                <a:lnTo>
                  <a:pt x="687543" y="114265"/>
                </a:lnTo>
                <a:lnTo>
                  <a:pt x="687499" y="113834"/>
                </a:lnTo>
                <a:lnTo>
                  <a:pt x="687458" y="113385"/>
                </a:lnTo>
                <a:lnTo>
                  <a:pt x="687422" y="112919"/>
                </a:lnTo>
                <a:lnTo>
                  <a:pt x="687389" y="112434"/>
                </a:lnTo>
                <a:lnTo>
                  <a:pt x="687360" y="111932"/>
                </a:lnTo>
                <a:lnTo>
                  <a:pt x="687335" y="111411"/>
                </a:lnTo>
                <a:lnTo>
                  <a:pt x="687314" y="110873"/>
                </a:lnTo>
                <a:lnTo>
                  <a:pt x="687296" y="110317"/>
                </a:lnTo>
                <a:lnTo>
                  <a:pt x="687283" y="109743"/>
                </a:lnTo>
                <a:lnTo>
                  <a:pt x="687273" y="109151"/>
                </a:lnTo>
                <a:lnTo>
                  <a:pt x="687267" y="108542"/>
                </a:lnTo>
                <a:lnTo>
                  <a:pt x="687266" y="107914"/>
                </a:lnTo>
                <a:lnTo>
                  <a:pt x="687266" y="0"/>
                </a:lnTo>
                <a:lnTo>
                  <a:pt x="683266" y="0"/>
                </a:lnTo>
                <a:lnTo>
                  <a:pt x="659001" y="9946"/>
                </a:lnTo>
                <a:lnTo>
                  <a:pt x="660512" y="13057"/>
                </a:lnTo>
                <a:lnTo>
                  <a:pt x="660806" y="12941"/>
                </a:lnTo>
                <a:close/>
                <a:moveTo>
                  <a:pt x="393846" y="20295"/>
                </a:moveTo>
                <a:lnTo>
                  <a:pt x="393562" y="20978"/>
                </a:lnTo>
                <a:lnTo>
                  <a:pt x="393283" y="21640"/>
                </a:lnTo>
                <a:lnTo>
                  <a:pt x="393010" y="22283"/>
                </a:lnTo>
                <a:lnTo>
                  <a:pt x="392742" y="22907"/>
                </a:lnTo>
                <a:lnTo>
                  <a:pt x="392480" y="23511"/>
                </a:lnTo>
                <a:lnTo>
                  <a:pt x="392224" y="24095"/>
                </a:lnTo>
                <a:lnTo>
                  <a:pt x="391973" y="24661"/>
                </a:lnTo>
                <a:lnTo>
                  <a:pt x="391727" y="25206"/>
                </a:lnTo>
                <a:lnTo>
                  <a:pt x="391488" y="25732"/>
                </a:lnTo>
                <a:lnTo>
                  <a:pt x="391253" y="26239"/>
                </a:lnTo>
                <a:lnTo>
                  <a:pt x="391025" y="26726"/>
                </a:lnTo>
                <a:lnTo>
                  <a:pt x="390802" y="27193"/>
                </a:lnTo>
                <a:lnTo>
                  <a:pt x="390584" y="27641"/>
                </a:lnTo>
                <a:lnTo>
                  <a:pt x="390372" y="28070"/>
                </a:lnTo>
                <a:lnTo>
                  <a:pt x="390166" y="28479"/>
                </a:lnTo>
                <a:lnTo>
                  <a:pt x="389965" y="28868"/>
                </a:lnTo>
                <a:lnTo>
                  <a:pt x="389769" y="29238"/>
                </a:lnTo>
                <a:lnTo>
                  <a:pt x="389579" y="29588"/>
                </a:lnTo>
                <a:lnTo>
                  <a:pt x="389395" y="29919"/>
                </a:lnTo>
                <a:lnTo>
                  <a:pt x="389217" y="30231"/>
                </a:lnTo>
                <a:lnTo>
                  <a:pt x="389043" y="30523"/>
                </a:lnTo>
                <a:lnTo>
                  <a:pt x="388708" y="31055"/>
                </a:lnTo>
                <a:lnTo>
                  <a:pt x="388369" y="31580"/>
                </a:lnTo>
                <a:lnTo>
                  <a:pt x="388026" y="32100"/>
                </a:lnTo>
                <a:lnTo>
                  <a:pt x="387679" y="32614"/>
                </a:lnTo>
                <a:lnTo>
                  <a:pt x="387329" y="33122"/>
                </a:lnTo>
                <a:lnTo>
                  <a:pt x="386974" y="33624"/>
                </a:lnTo>
                <a:lnTo>
                  <a:pt x="386616" y="34119"/>
                </a:lnTo>
                <a:lnTo>
                  <a:pt x="386253" y="34609"/>
                </a:lnTo>
                <a:lnTo>
                  <a:pt x="385887" y="35092"/>
                </a:lnTo>
                <a:lnTo>
                  <a:pt x="385517" y="35570"/>
                </a:lnTo>
                <a:lnTo>
                  <a:pt x="385144" y="36041"/>
                </a:lnTo>
                <a:lnTo>
                  <a:pt x="384766" y="36507"/>
                </a:lnTo>
                <a:lnTo>
                  <a:pt x="384384" y="36966"/>
                </a:lnTo>
                <a:lnTo>
                  <a:pt x="383999" y="37420"/>
                </a:lnTo>
                <a:lnTo>
                  <a:pt x="383610" y="37867"/>
                </a:lnTo>
                <a:lnTo>
                  <a:pt x="383217" y="38309"/>
                </a:lnTo>
                <a:lnTo>
                  <a:pt x="382820" y="38744"/>
                </a:lnTo>
                <a:lnTo>
                  <a:pt x="382419" y="39173"/>
                </a:lnTo>
                <a:lnTo>
                  <a:pt x="382014" y="39596"/>
                </a:lnTo>
                <a:lnTo>
                  <a:pt x="381606" y="40013"/>
                </a:lnTo>
                <a:lnTo>
                  <a:pt x="381193" y="40425"/>
                </a:lnTo>
                <a:lnTo>
                  <a:pt x="380777" y="40830"/>
                </a:lnTo>
                <a:lnTo>
                  <a:pt x="380357" y="41229"/>
                </a:lnTo>
                <a:lnTo>
                  <a:pt x="379933" y="41622"/>
                </a:lnTo>
                <a:lnTo>
                  <a:pt x="379507" y="42007"/>
                </a:lnTo>
                <a:lnTo>
                  <a:pt x="379083" y="42383"/>
                </a:lnTo>
                <a:lnTo>
                  <a:pt x="378659" y="42749"/>
                </a:lnTo>
                <a:lnTo>
                  <a:pt x="378236" y="43106"/>
                </a:lnTo>
                <a:lnTo>
                  <a:pt x="377813" y="43454"/>
                </a:lnTo>
                <a:lnTo>
                  <a:pt x="377391" y="43792"/>
                </a:lnTo>
                <a:lnTo>
                  <a:pt x="376971" y="44121"/>
                </a:lnTo>
                <a:lnTo>
                  <a:pt x="376550" y="44440"/>
                </a:lnTo>
                <a:lnTo>
                  <a:pt x="376131" y="44750"/>
                </a:lnTo>
                <a:lnTo>
                  <a:pt x="375713" y="45050"/>
                </a:lnTo>
                <a:lnTo>
                  <a:pt x="375295" y="45341"/>
                </a:lnTo>
                <a:lnTo>
                  <a:pt x="374878" y="45622"/>
                </a:lnTo>
                <a:lnTo>
                  <a:pt x="374462" y="45894"/>
                </a:lnTo>
                <a:lnTo>
                  <a:pt x="374046" y="46157"/>
                </a:lnTo>
                <a:lnTo>
                  <a:pt x="373631" y="46410"/>
                </a:lnTo>
                <a:lnTo>
                  <a:pt x="373217" y="46654"/>
                </a:lnTo>
                <a:lnTo>
                  <a:pt x="372804" y="46888"/>
                </a:lnTo>
                <a:lnTo>
                  <a:pt x="372392" y="47113"/>
                </a:lnTo>
                <a:lnTo>
                  <a:pt x="371980" y="47328"/>
                </a:lnTo>
                <a:lnTo>
                  <a:pt x="371569" y="47534"/>
                </a:lnTo>
                <a:lnTo>
                  <a:pt x="371159" y="47730"/>
                </a:lnTo>
                <a:lnTo>
                  <a:pt x="370750" y="47917"/>
                </a:lnTo>
                <a:lnTo>
                  <a:pt x="370341" y="48095"/>
                </a:lnTo>
                <a:lnTo>
                  <a:pt x="369934" y="48263"/>
                </a:lnTo>
                <a:lnTo>
                  <a:pt x="369934" y="51196"/>
                </a:lnTo>
                <a:lnTo>
                  <a:pt x="382822" y="51196"/>
                </a:lnTo>
                <a:lnTo>
                  <a:pt x="382822" y="106011"/>
                </a:lnTo>
                <a:lnTo>
                  <a:pt x="382825" y="106738"/>
                </a:lnTo>
                <a:lnTo>
                  <a:pt x="382835" y="107448"/>
                </a:lnTo>
                <a:lnTo>
                  <a:pt x="382851" y="108142"/>
                </a:lnTo>
                <a:lnTo>
                  <a:pt x="382873" y="108821"/>
                </a:lnTo>
                <a:lnTo>
                  <a:pt x="382903" y="109484"/>
                </a:lnTo>
                <a:lnTo>
                  <a:pt x="382938" y="110130"/>
                </a:lnTo>
                <a:lnTo>
                  <a:pt x="382980" y="110761"/>
                </a:lnTo>
                <a:lnTo>
                  <a:pt x="383029" y="111376"/>
                </a:lnTo>
                <a:lnTo>
                  <a:pt x="383084" y="111975"/>
                </a:lnTo>
                <a:lnTo>
                  <a:pt x="383146" y="112558"/>
                </a:lnTo>
                <a:lnTo>
                  <a:pt x="383214" y="113125"/>
                </a:lnTo>
                <a:lnTo>
                  <a:pt x="383288" y="113676"/>
                </a:lnTo>
                <a:lnTo>
                  <a:pt x="383369" y="114211"/>
                </a:lnTo>
                <a:lnTo>
                  <a:pt x="383457" y="114731"/>
                </a:lnTo>
                <a:lnTo>
                  <a:pt x="383551" y="115234"/>
                </a:lnTo>
                <a:lnTo>
                  <a:pt x="383651" y="115722"/>
                </a:lnTo>
                <a:lnTo>
                  <a:pt x="383758" y="116193"/>
                </a:lnTo>
                <a:lnTo>
                  <a:pt x="383872" y="116649"/>
                </a:lnTo>
                <a:lnTo>
                  <a:pt x="383991" y="117089"/>
                </a:lnTo>
                <a:lnTo>
                  <a:pt x="384118" y="117513"/>
                </a:lnTo>
                <a:lnTo>
                  <a:pt x="384251" y="117921"/>
                </a:lnTo>
                <a:lnTo>
                  <a:pt x="384390" y="118313"/>
                </a:lnTo>
                <a:lnTo>
                  <a:pt x="384536" y="118689"/>
                </a:lnTo>
                <a:lnTo>
                  <a:pt x="384688" y="119049"/>
                </a:lnTo>
                <a:lnTo>
                  <a:pt x="384847" y="119398"/>
                </a:lnTo>
                <a:lnTo>
                  <a:pt x="385013" y="119740"/>
                </a:lnTo>
                <a:lnTo>
                  <a:pt x="385187" y="120075"/>
                </a:lnTo>
                <a:lnTo>
                  <a:pt x="385367" y="120403"/>
                </a:lnTo>
                <a:lnTo>
                  <a:pt x="385555" y="120725"/>
                </a:lnTo>
                <a:lnTo>
                  <a:pt x="385749" y="121039"/>
                </a:lnTo>
                <a:lnTo>
                  <a:pt x="385951" y="121347"/>
                </a:lnTo>
                <a:lnTo>
                  <a:pt x="386160" y="121649"/>
                </a:lnTo>
                <a:lnTo>
                  <a:pt x="386376" y="121943"/>
                </a:lnTo>
                <a:lnTo>
                  <a:pt x="386598" y="122230"/>
                </a:lnTo>
                <a:lnTo>
                  <a:pt x="386829" y="122511"/>
                </a:lnTo>
                <a:lnTo>
                  <a:pt x="387066" y="122785"/>
                </a:lnTo>
                <a:lnTo>
                  <a:pt x="387310" y="123052"/>
                </a:lnTo>
                <a:lnTo>
                  <a:pt x="387561" y="123313"/>
                </a:lnTo>
                <a:lnTo>
                  <a:pt x="387820" y="123566"/>
                </a:lnTo>
                <a:lnTo>
                  <a:pt x="388085" y="123813"/>
                </a:lnTo>
                <a:lnTo>
                  <a:pt x="388358" y="124053"/>
                </a:lnTo>
                <a:lnTo>
                  <a:pt x="388638" y="124286"/>
                </a:lnTo>
                <a:lnTo>
                  <a:pt x="388925" y="124513"/>
                </a:lnTo>
                <a:lnTo>
                  <a:pt x="389219" y="124733"/>
                </a:lnTo>
                <a:lnTo>
                  <a:pt x="389520" y="124945"/>
                </a:lnTo>
                <a:lnTo>
                  <a:pt x="389828" y="125152"/>
                </a:lnTo>
                <a:lnTo>
                  <a:pt x="390143" y="125351"/>
                </a:lnTo>
                <a:lnTo>
                  <a:pt x="390465" y="125543"/>
                </a:lnTo>
                <a:lnTo>
                  <a:pt x="390792" y="125728"/>
                </a:lnTo>
                <a:lnTo>
                  <a:pt x="391119" y="125906"/>
                </a:lnTo>
                <a:lnTo>
                  <a:pt x="391446" y="126075"/>
                </a:lnTo>
                <a:lnTo>
                  <a:pt x="391774" y="126237"/>
                </a:lnTo>
                <a:lnTo>
                  <a:pt x="392103" y="126390"/>
                </a:lnTo>
                <a:lnTo>
                  <a:pt x="392432" y="126536"/>
                </a:lnTo>
                <a:lnTo>
                  <a:pt x="392762" y="126674"/>
                </a:lnTo>
                <a:lnTo>
                  <a:pt x="393092" y="126804"/>
                </a:lnTo>
                <a:lnTo>
                  <a:pt x="393424" y="126926"/>
                </a:lnTo>
                <a:lnTo>
                  <a:pt x="393755" y="127040"/>
                </a:lnTo>
                <a:lnTo>
                  <a:pt x="394088" y="127147"/>
                </a:lnTo>
                <a:lnTo>
                  <a:pt x="394421" y="127245"/>
                </a:lnTo>
                <a:lnTo>
                  <a:pt x="394754" y="127336"/>
                </a:lnTo>
                <a:lnTo>
                  <a:pt x="395089" y="127419"/>
                </a:lnTo>
                <a:lnTo>
                  <a:pt x="395423" y="127493"/>
                </a:lnTo>
                <a:lnTo>
                  <a:pt x="395759" y="127560"/>
                </a:lnTo>
                <a:lnTo>
                  <a:pt x="396095" y="127620"/>
                </a:lnTo>
                <a:lnTo>
                  <a:pt x="396432" y="127671"/>
                </a:lnTo>
                <a:lnTo>
                  <a:pt x="396769" y="127714"/>
                </a:lnTo>
                <a:lnTo>
                  <a:pt x="397107" y="127750"/>
                </a:lnTo>
                <a:lnTo>
                  <a:pt x="397446" y="127777"/>
                </a:lnTo>
                <a:lnTo>
                  <a:pt x="397785" y="127797"/>
                </a:lnTo>
                <a:lnTo>
                  <a:pt x="398124" y="127809"/>
                </a:lnTo>
                <a:lnTo>
                  <a:pt x="398465" y="127813"/>
                </a:lnTo>
                <a:lnTo>
                  <a:pt x="398968" y="127805"/>
                </a:lnTo>
                <a:lnTo>
                  <a:pt x="399470" y="127782"/>
                </a:lnTo>
                <a:lnTo>
                  <a:pt x="399970" y="127743"/>
                </a:lnTo>
                <a:lnTo>
                  <a:pt x="400470" y="127688"/>
                </a:lnTo>
                <a:lnTo>
                  <a:pt x="400968" y="127618"/>
                </a:lnTo>
                <a:lnTo>
                  <a:pt x="401465" y="127533"/>
                </a:lnTo>
                <a:lnTo>
                  <a:pt x="401960" y="127432"/>
                </a:lnTo>
                <a:lnTo>
                  <a:pt x="402455" y="127315"/>
                </a:lnTo>
                <a:lnTo>
                  <a:pt x="402948" y="127183"/>
                </a:lnTo>
                <a:lnTo>
                  <a:pt x="403440" y="127036"/>
                </a:lnTo>
                <a:lnTo>
                  <a:pt x="403931" y="126873"/>
                </a:lnTo>
                <a:lnTo>
                  <a:pt x="404420" y="126694"/>
                </a:lnTo>
                <a:lnTo>
                  <a:pt x="404908" y="126500"/>
                </a:lnTo>
                <a:lnTo>
                  <a:pt x="405395" y="126290"/>
                </a:lnTo>
                <a:lnTo>
                  <a:pt x="405881" y="126065"/>
                </a:lnTo>
                <a:lnTo>
                  <a:pt x="406366" y="125824"/>
                </a:lnTo>
                <a:lnTo>
                  <a:pt x="406849" y="125567"/>
                </a:lnTo>
                <a:lnTo>
                  <a:pt x="407331" y="125296"/>
                </a:lnTo>
                <a:lnTo>
                  <a:pt x="407812" y="125008"/>
                </a:lnTo>
                <a:lnTo>
                  <a:pt x="408291" y="124705"/>
                </a:lnTo>
                <a:lnTo>
                  <a:pt x="408770" y="124387"/>
                </a:lnTo>
                <a:lnTo>
                  <a:pt x="409247" y="124053"/>
                </a:lnTo>
                <a:lnTo>
                  <a:pt x="409723" y="123703"/>
                </a:lnTo>
                <a:lnTo>
                  <a:pt x="410197" y="123338"/>
                </a:lnTo>
                <a:lnTo>
                  <a:pt x="410667" y="122957"/>
                </a:lnTo>
                <a:lnTo>
                  <a:pt x="411128" y="122562"/>
                </a:lnTo>
                <a:lnTo>
                  <a:pt x="411579" y="122152"/>
                </a:lnTo>
                <a:lnTo>
                  <a:pt x="412022" y="121727"/>
                </a:lnTo>
                <a:lnTo>
                  <a:pt x="412456" y="121288"/>
                </a:lnTo>
                <a:lnTo>
                  <a:pt x="412880" y="120833"/>
                </a:lnTo>
                <a:lnTo>
                  <a:pt x="413296" y="120364"/>
                </a:lnTo>
                <a:lnTo>
                  <a:pt x="413703" y="119880"/>
                </a:lnTo>
                <a:lnTo>
                  <a:pt x="414101" y="119381"/>
                </a:lnTo>
                <a:lnTo>
                  <a:pt x="414490" y="118867"/>
                </a:lnTo>
                <a:lnTo>
                  <a:pt x="414870" y="118339"/>
                </a:lnTo>
                <a:lnTo>
                  <a:pt x="415241" y="117796"/>
                </a:lnTo>
                <a:lnTo>
                  <a:pt x="415604" y="117238"/>
                </a:lnTo>
                <a:lnTo>
                  <a:pt x="415957" y="116665"/>
                </a:lnTo>
                <a:lnTo>
                  <a:pt x="416301" y="116078"/>
                </a:lnTo>
                <a:lnTo>
                  <a:pt x="416636" y="115476"/>
                </a:lnTo>
                <a:lnTo>
                  <a:pt x="416963" y="114858"/>
                </a:lnTo>
                <a:lnTo>
                  <a:pt x="417280" y="114227"/>
                </a:lnTo>
                <a:lnTo>
                  <a:pt x="417589" y="113580"/>
                </a:lnTo>
                <a:lnTo>
                  <a:pt x="417888" y="112919"/>
                </a:lnTo>
                <a:lnTo>
                  <a:pt x="418179" y="112242"/>
                </a:lnTo>
                <a:lnTo>
                  <a:pt x="418460" y="111551"/>
                </a:lnTo>
                <a:lnTo>
                  <a:pt x="418733" y="110846"/>
                </a:lnTo>
                <a:lnTo>
                  <a:pt x="418997" y="110125"/>
                </a:lnTo>
                <a:lnTo>
                  <a:pt x="415530" y="110125"/>
                </a:lnTo>
                <a:lnTo>
                  <a:pt x="415402" y="110418"/>
                </a:lnTo>
                <a:lnTo>
                  <a:pt x="415270" y="110706"/>
                </a:lnTo>
                <a:lnTo>
                  <a:pt x="415133" y="110987"/>
                </a:lnTo>
                <a:lnTo>
                  <a:pt x="414992" y="111262"/>
                </a:lnTo>
                <a:lnTo>
                  <a:pt x="414847" y="111531"/>
                </a:lnTo>
                <a:lnTo>
                  <a:pt x="414697" y="111794"/>
                </a:lnTo>
                <a:lnTo>
                  <a:pt x="414543" y="112052"/>
                </a:lnTo>
                <a:lnTo>
                  <a:pt x="414385" y="112303"/>
                </a:lnTo>
                <a:lnTo>
                  <a:pt x="414222" y="112548"/>
                </a:lnTo>
                <a:lnTo>
                  <a:pt x="414055" y="112787"/>
                </a:lnTo>
                <a:lnTo>
                  <a:pt x="413884" y="113020"/>
                </a:lnTo>
                <a:lnTo>
                  <a:pt x="413708" y="113247"/>
                </a:lnTo>
                <a:lnTo>
                  <a:pt x="413528" y="113468"/>
                </a:lnTo>
                <a:lnTo>
                  <a:pt x="413344" y="113683"/>
                </a:lnTo>
                <a:lnTo>
                  <a:pt x="413155" y="113892"/>
                </a:lnTo>
                <a:lnTo>
                  <a:pt x="412963" y="114095"/>
                </a:lnTo>
                <a:lnTo>
                  <a:pt x="412765" y="114292"/>
                </a:lnTo>
                <a:lnTo>
                  <a:pt x="412564" y="114483"/>
                </a:lnTo>
                <a:lnTo>
                  <a:pt x="412358" y="114668"/>
                </a:lnTo>
                <a:lnTo>
                  <a:pt x="412148" y="114847"/>
                </a:lnTo>
                <a:lnTo>
                  <a:pt x="411933" y="115020"/>
                </a:lnTo>
                <a:lnTo>
                  <a:pt x="411715" y="115187"/>
                </a:lnTo>
                <a:lnTo>
                  <a:pt x="411491" y="115348"/>
                </a:lnTo>
                <a:lnTo>
                  <a:pt x="411264" y="115502"/>
                </a:lnTo>
                <a:lnTo>
                  <a:pt x="411034" y="115651"/>
                </a:lnTo>
                <a:lnTo>
                  <a:pt x="410803" y="115793"/>
                </a:lnTo>
                <a:lnTo>
                  <a:pt x="410572" y="115929"/>
                </a:lnTo>
                <a:lnTo>
                  <a:pt x="410341" y="116059"/>
                </a:lnTo>
                <a:lnTo>
                  <a:pt x="410108" y="116183"/>
                </a:lnTo>
                <a:lnTo>
                  <a:pt x="409875" y="116300"/>
                </a:lnTo>
                <a:lnTo>
                  <a:pt x="409642" y="116410"/>
                </a:lnTo>
                <a:lnTo>
                  <a:pt x="409407" y="116515"/>
                </a:lnTo>
                <a:lnTo>
                  <a:pt x="409172" y="116613"/>
                </a:lnTo>
                <a:lnTo>
                  <a:pt x="408937" y="116704"/>
                </a:lnTo>
                <a:lnTo>
                  <a:pt x="408701" y="116790"/>
                </a:lnTo>
                <a:lnTo>
                  <a:pt x="408464" y="116869"/>
                </a:lnTo>
                <a:lnTo>
                  <a:pt x="408227" y="116942"/>
                </a:lnTo>
                <a:lnTo>
                  <a:pt x="407989" y="117008"/>
                </a:lnTo>
                <a:lnTo>
                  <a:pt x="407750" y="117068"/>
                </a:lnTo>
                <a:lnTo>
                  <a:pt x="407511" y="117122"/>
                </a:lnTo>
                <a:lnTo>
                  <a:pt x="407271" y="117169"/>
                </a:lnTo>
                <a:lnTo>
                  <a:pt x="407031" y="117211"/>
                </a:lnTo>
                <a:lnTo>
                  <a:pt x="406790" y="117245"/>
                </a:lnTo>
                <a:lnTo>
                  <a:pt x="406548" y="117274"/>
                </a:lnTo>
                <a:lnTo>
                  <a:pt x="406306" y="117296"/>
                </a:lnTo>
                <a:lnTo>
                  <a:pt x="406063" y="117312"/>
                </a:lnTo>
                <a:lnTo>
                  <a:pt x="405820" y="117321"/>
                </a:lnTo>
                <a:lnTo>
                  <a:pt x="405575" y="117324"/>
                </a:lnTo>
                <a:lnTo>
                  <a:pt x="405281" y="117320"/>
                </a:lnTo>
                <a:lnTo>
                  <a:pt x="404992" y="117305"/>
                </a:lnTo>
                <a:lnTo>
                  <a:pt x="404707" y="117282"/>
                </a:lnTo>
                <a:lnTo>
                  <a:pt x="404426" y="117248"/>
                </a:lnTo>
                <a:lnTo>
                  <a:pt x="404150" y="117205"/>
                </a:lnTo>
                <a:lnTo>
                  <a:pt x="403878" y="117153"/>
                </a:lnTo>
                <a:lnTo>
                  <a:pt x="403611" y="117091"/>
                </a:lnTo>
                <a:lnTo>
                  <a:pt x="403348" y="117019"/>
                </a:lnTo>
                <a:lnTo>
                  <a:pt x="403090" y="116938"/>
                </a:lnTo>
                <a:lnTo>
                  <a:pt x="402836" y="116847"/>
                </a:lnTo>
                <a:lnTo>
                  <a:pt x="402587" y="116747"/>
                </a:lnTo>
                <a:lnTo>
                  <a:pt x="402342" y="116637"/>
                </a:lnTo>
                <a:lnTo>
                  <a:pt x="402102" y="116518"/>
                </a:lnTo>
                <a:lnTo>
                  <a:pt x="401866" y="116389"/>
                </a:lnTo>
                <a:lnTo>
                  <a:pt x="401635" y="116250"/>
                </a:lnTo>
                <a:lnTo>
                  <a:pt x="401408" y="116102"/>
                </a:lnTo>
                <a:lnTo>
                  <a:pt x="401185" y="115945"/>
                </a:lnTo>
                <a:lnTo>
                  <a:pt x="400967" y="115778"/>
                </a:lnTo>
                <a:lnTo>
                  <a:pt x="400754" y="115601"/>
                </a:lnTo>
                <a:lnTo>
                  <a:pt x="400545" y="115415"/>
                </a:lnTo>
                <a:lnTo>
                  <a:pt x="400340" y="115219"/>
                </a:lnTo>
                <a:lnTo>
                  <a:pt x="400140" y="115014"/>
                </a:lnTo>
                <a:lnTo>
                  <a:pt x="399945" y="114799"/>
                </a:lnTo>
                <a:lnTo>
                  <a:pt x="399754" y="114575"/>
                </a:lnTo>
                <a:lnTo>
                  <a:pt x="399569" y="114336"/>
                </a:lnTo>
                <a:lnTo>
                  <a:pt x="399392" y="114080"/>
                </a:lnTo>
                <a:lnTo>
                  <a:pt x="399222" y="113806"/>
                </a:lnTo>
                <a:lnTo>
                  <a:pt x="399061" y="113514"/>
                </a:lnTo>
                <a:lnTo>
                  <a:pt x="398908" y="113204"/>
                </a:lnTo>
                <a:lnTo>
                  <a:pt x="398762" y="112877"/>
                </a:lnTo>
                <a:lnTo>
                  <a:pt x="398624" y="112531"/>
                </a:lnTo>
                <a:lnTo>
                  <a:pt x="398495" y="112167"/>
                </a:lnTo>
                <a:lnTo>
                  <a:pt x="398373" y="111786"/>
                </a:lnTo>
                <a:lnTo>
                  <a:pt x="398258" y="111387"/>
                </a:lnTo>
                <a:lnTo>
                  <a:pt x="398152" y="110970"/>
                </a:lnTo>
                <a:lnTo>
                  <a:pt x="398054" y="110535"/>
                </a:lnTo>
                <a:lnTo>
                  <a:pt x="397963" y="110082"/>
                </a:lnTo>
                <a:lnTo>
                  <a:pt x="397881" y="109611"/>
                </a:lnTo>
                <a:lnTo>
                  <a:pt x="397806" y="109122"/>
                </a:lnTo>
                <a:lnTo>
                  <a:pt x="397739" y="108616"/>
                </a:lnTo>
                <a:lnTo>
                  <a:pt x="397680" y="108091"/>
                </a:lnTo>
                <a:lnTo>
                  <a:pt x="397629" y="107549"/>
                </a:lnTo>
                <a:lnTo>
                  <a:pt x="397586" y="106989"/>
                </a:lnTo>
                <a:lnTo>
                  <a:pt x="397550" y="106411"/>
                </a:lnTo>
                <a:lnTo>
                  <a:pt x="397523" y="105815"/>
                </a:lnTo>
                <a:lnTo>
                  <a:pt x="397503" y="105201"/>
                </a:lnTo>
                <a:lnTo>
                  <a:pt x="397491" y="104570"/>
                </a:lnTo>
                <a:lnTo>
                  <a:pt x="397487" y="103920"/>
                </a:lnTo>
                <a:lnTo>
                  <a:pt x="397487" y="51196"/>
                </a:lnTo>
                <a:lnTo>
                  <a:pt x="416508" y="51196"/>
                </a:lnTo>
                <a:lnTo>
                  <a:pt x="416508" y="44974"/>
                </a:lnTo>
                <a:lnTo>
                  <a:pt x="397487" y="44974"/>
                </a:lnTo>
                <a:lnTo>
                  <a:pt x="397487" y="18132"/>
                </a:lnTo>
                <a:lnTo>
                  <a:pt x="394732" y="18132"/>
                </a:lnTo>
                <a:lnTo>
                  <a:pt x="394431" y="18873"/>
                </a:lnTo>
                <a:lnTo>
                  <a:pt x="394136" y="19594"/>
                </a:lnTo>
                <a:lnTo>
                  <a:pt x="393846" y="20295"/>
                </a:lnTo>
                <a:close/>
                <a:moveTo>
                  <a:pt x="511820" y="55790"/>
                </a:moveTo>
                <a:lnTo>
                  <a:pt x="512108" y="55682"/>
                </a:lnTo>
                <a:lnTo>
                  <a:pt x="512393" y="55578"/>
                </a:lnTo>
                <a:lnTo>
                  <a:pt x="512676" y="55478"/>
                </a:lnTo>
                <a:lnTo>
                  <a:pt x="512956" y="55384"/>
                </a:lnTo>
                <a:lnTo>
                  <a:pt x="513234" y="55294"/>
                </a:lnTo>
                <a:lnTo>
                  <a:pt x="513509" y="55208"/>
                </a:lnTo>
                <a:lnTo>
                  <a:pt x="513782" y="55127"/>
                </a:lnTo>
                <a:lnTo>
                  <a:pt x="514052" y="55051"/>
                </a:lnTo>
                <a:lnTo>
                  <a:pt x="514320" y="54979"/>
                </a:lnTo>
                <a:lnTo>
                  <a:pt x="514586" y="54913"/>
                </a:lnTo>
                <a:lnTo>
                  <a:pt x="514848" y="54850"/>
                </a:lnTo>
                <a:lnTo>
                  <a:pt x="515109" y="54792"/>
                </a:lnTo>
                <a:lnTo>
                  <a:pt x="515367" y="54739"/>
                </a:lnTo>
                <a:lnTo>
                  <a:pt x="515622" y="54691"/>
                </a:lnTo>
                <a:lnTo>
                  <a:pt x="515876" y="54647"/>
                </a:lnTo>
                <a:lnTo>
                  <a:pt x="516126" y="54608"/>
                </a:lnTo>
                <a:lnTo>
                  <a:pt x="516374" y="54573"/>
                </a:lnTo>
                <a:lnTo>
                  <a:pt x="516620" y="54543"/>
                </a:lnTo>
                <a:lnTo>
                  <a:pt x="516863" y="54518"/>
                </a:lnTo>
                <a:lnTo>
                  <a:pt x="517104" y="54497"/>
                </a:lnTo>
                <a:lnTo>
                  <a:pt x="517342" y="54481"/>
                </a:lnTo>
                <a:lnTo>
                  <a:pt x="517578" y="54469"/>
                </a:lnTo>
                <a:lnTo>
                  <a:pt x="517811" y="54462"/>
                </a:lnTo>
                <a:lnTo>
                  <a:pt x="518042" y="54460"/>
                </a:lnTo>
                <a:lnTo>
                  <a:pt x="518233" y="54462"/>
                </a:lnTo>
                <a:lnTo>
                  <a:pt x="518422" y="54468"/>
                </a:lnTo>
                <a:lnTo>
                  <a:pt x="518608" y="54479"/>
                </a:lnTo>
                <a:lnTo>
                  <a:pt x="518791" y="54494"/>
                </a:lnTo>
                <a:lnTo>
                  <a:pt x="518972" y="54514"/>
                </a:lnTo>
                <a:lnTo>
                  <a:pt x="519150" y="54537"/>
                </a:lnTo>
                <a:lnTo>
                  <a:pt x="519326" y="54565"/>
                </a:lnTo>
                <a:lnTo>
                  <a:pt x="519499" y="54598"/>
                </a:lnTo>
                <a:lnTo>
                  <a:pt x="519669" y="54634"/>
                </a:lnTo>
                <a:lnTo>
                  <a:pt x="519837" y="54675"/>
                </a:lnTo>
                <a:lnTo>
                  <a:pt x="520002" y="54721"/>
                </a:lnTo>
                <a:lnTo>
                  <a:pt x="520164" y="54770"/>
                </a:lnTo>
                <a:lnTo>
                  <a:pt x="520324" y="54824"/>
                </a:lnTo>
                <a:lnTo>
                  <a:pt x="520481" y="54882"/>
                </a:lnTo>
                <a:lnTo>
                  <a:pt x="520636" y="54945"/>
                </a:lnTo>
                <a:lnTo>
                  <a:pt x="520788" y="55012"/>
                </a:lnTo>
                <a:lnTo>
                  <a:pt x="520937" y="55083"/>
                </a:lnTo>
                <a:lnTo>
                  <a:pt x="521083" y="55158"/>
                </a:lnTo>
                <a:lnTo>
                  <a:pt x="521228" y="55238"/>
                </a:lnTo>
                <a:lnTo>
                  <a:pt x="521369" y="55322"/>
                </a:lnTo>
                <a:lnTo>
                  <a:pt x="521508" y="55410"/>
                </a:lnTo>
                <a:lnTo>
                  <a:pt x="521644" y="55503"/>
                </a:lnTo>
                <a:lnTo>
                  <a:pt x="521778" y="55600"/>
                </a:lnTo>
                <a:lnTo>
                  <a:pt x="521908" y="55701"/>
                </a:lnTo>
                <a:lnTo>
                  <a:pt x="522036" y="55807"/>
                </a:lnTo>
                <a:lnTo>
                  <a:pt x="522161" y="55918"/>
                </a:lnTo>
                <a:lnTo>
                  <a:pt x="522282" y="56035"/>
                </a:lnTo>
                <a:lnTo>
                  <a:pt x="522400" y="56156"/>
                </a:lnTo>
                <a:lnTo>
                  <a:pt x="522514" y="56282"/>
                </a:lnTo>
                <a:lnTo>
                  <a:pt x="522625" y="56414"/>
                </a:lnTo>
                <a:lnTo>
                  <a:pt x="522733" y="56550"/>
                </a:lnTo>
                <a:lnTo>
                  <a:pt x="522837" y="56692"/>
                </a:lnTo>
                <a:lnTo>
                  <a:pt x="522938" y="56838"/>
                </a:lnTo>
                <a:lnTo>
                  <a:pt x="523035" y="56990"/>
                </a:lnTo>
                <a:lnTo>
                  <a:pt x="523129" y="57147"/>
                </a:lnTo>
                <a:lnTo>
                  <a:pt x="523219" y="57309"/>
                </a:lnTo>
                <a:lnTo>
                  <a:pt x="523307" y="57476"/>
                </a:lnTo>
                <a:lnTo>
                  <a:pt x="523390" y="57648"/>
                </a:lnTo>
                <a:lnTo>
                  <a:pt x="523471" y="57825"/>
                </a:lnTo>
                <a:lnTo>
                  <a:pt x="523548" y="58007"/>
                </a:lnTo>
                <a:lnTo>
                  <a:pt x="523621" y="58195"/>
                </a:lnTo>
                <a:lnTo>
                  <a:pt x="523692" y="58387"/>
                </a:lnTo>
                <a:lnTo>
                  <a:pt x="523758" y="58585"/>
                </a:lnTo>
                <a:lnTo>
                  <a:pt x="523822" y="58787"/>
                </a:lnTo>
                <a:lnTo>
                  <a:pt x="523882" y="58995"/>
                </a:lnTo>
                <a:lnTo>
                  <a:pt x="523939" y="59208"/>
                </a:lnTo>
                <a:lnTo>
                  <a:pt x="523992" y="59425"/>
                </a:lnTo>
                <a:lnTo>
                  <a:pt x="524042" y="59648"/>
                </a:lnTo>
                <a:lnTo>
                  <a:pt x="524089" y="59893"/>
                </a:lnTo>
                <a:lnTo>
                  <a:pt x="524134" y="60178"/>
                </a:lnTo>
                <a:lnTo>
                  <a:pt x="524177" y="60503"/>
                </a:lnTo>
                <a:lnTo>
                  <a:pt x="524218" y="60868"/>
                </a:lnTo>
                <a:lnTo>
                  <a:pt x="524257" y="61273"/>
                </a:lnTo>
                <a:lnTo>
                  <a:pt x="524294" y="61718"/>
                </a:lnTo>
                <a:lnTo>
                  <a:pt x="524329" y="62202"/>
                </a:lnTo>
                <a:lnTo>
                  <a:pt x="524363" y="62726"/>
                </a:lnTo>
                <a:lnTo>
                  <a:pt x="524394" y="63291"/>
                </a:lnTo>
                <a:lnTo>
                  <a:pt x="524423" y="63895"/>
                </a:lnTo>
                <a:lnTo>
                  <a:pt x="524450" y="64539"/>
                </a:lnTo>
                <a:lnTo>
                  <a:pt x="524475" y="65223"/>
                </a:lnTo>
                <a:lnTo>
                  <a:pt x="524498" y="65947"/>
                </a:lnTo>
                <a:lnTo>
                  <a:pt x="524519" y="66710"/>
                </a:lnTo>
                <a:lnTo>
                  <a:pt x="524538" y="67514"/>
                </a:lnTo>
                <a:lnTo>
                  <a:pt x="524555" y="68358"/>
                </a:lnTo>
                <a:lnTo>
                  <a:pt x="524570" y="69241"/>
                </a:lnTo>
                <a:lnTo>
                  <a:pt x="524583" y="70164"/>
                </a:lnTo>
                <a:lnTo>
                  <a:pt x="524594" y="71127"/>
                </a:lnTo>
                <a:lnTo>
                  <a:pt x="524603" y="72130"/>
                </a:lnTo>
                <a:lnTo>
                  <a:pt x="524610" y="73173"/>
                </a:lnTo>
                <a:lnTo>
                  <a:pt x="524615" y="74256"/>
                </a:lnTo>
                <a:lnTo>
                  <a:pt x="524618" y="75379"/>
                </a:lnTo>
                <a:lnTo>
                  <a:pt x="524619" y="76541"/>
                </a:lnTo>
                <a:lnTo>
                  <a:pt x="524619" y="108025"/>
                </a:lnTo>
                <a:lnTo>
                  <a:pt x="524619" y="108607"/>
                </a:lnTo>
                <a:lnTo>
                  <a:pt x="524616" y="109169"/>
                </a:lnTo>
                <a:lnTo>
                  <a:pt x="524612" y="109711"/>
                </a:lnTo>
                <a:lnTo>
                  <a:pt x="524607" y="110235"/>
                </a:lnTo>
                <a:lnTo>
                  <a:pt x="524600" y="110739"/>
                </a:lnTo>
                <a:lnTo>
                  <a:pt x="524592" y="111223"/>
                </a:lnTo>
                <a:lnTo>
                  <a:pt x="524582" y="111688"/>
                </a:lnTo>
                <a:lnTo>
                  <a:pt x="524570" y="112134"/>
                </a:lnTo>
                <a:lnTo>
                  <a:pt x="524557" y="112560"/>
                </a:lnTo>
                <a:lnTo>
                  <a:pt x="524542" y="112967"/>
                </a:lnTo>
                <a:lnTo>
                  <a:pt x="524526" y="113355"/>
                </a:lnTo>
                <a:lnTo>
                  <a:pt x="524508" y="113723"/>
                </a:lnTo>
                <a:lnTo>
                  <a:pt x="524489" y="114071"/>
                </a:lnTo>
                <a:lnTo>
                  <a:pt x="524468" y="114401"/>
                </a:lnTo>
                <a:lnTo>
                  <a:pt x="524446" y="114711"/>
                </a:lnTo>
                <a:lnTo>
                  <a:pt x="524422" y="115001"/>
                </a:lnTo>
                <a:lnTo>
                  <a:pt x="524396" y="115272"/>
                </a:lnTo>
                <a:lnTo>
                  <a:pt x="524369" y="115524"/>
                </a:lnTo>
                <a:lnTo>
                  <a:pt x="524341" y="115756"/>
                </a:lnTo>
                <a:lnTo>
                  <a:pt x="524311" y="115969"/>
                </a:lnTo>
                <a:lnTo>
                  <a:pt x="524279" y="116163"/>
                </a:lnTo>
                <a:lnTo>
                  <a:pt x="524246" y="116337"/>
                </a:lnTo>
                <a:lnTo>
                  <a:pt x="524211" y="116492"/>
                </a:lnTo>
                <a:lnTo>
                  <a:pt x="524175" y="116627"/>
                </a:lnTo>
                <a:lnTo>
                  <a:pt x="524099" y="116883"/>
                </a:lnTo>
                <a:lnTo>
                  <a:pt x="524018" y="117133"/>
                </a:lnTo>
                <a:lnTo>
                  <a:pt x="523932" y="117377"/>
                </a:lnTo>
                <a:lnTo>
                  <a:pt x="523842" y="117616"/>
                </a:lnTo>
                <a:lnTo>
                  <a:pt x="523747" y="117848"/>
                </a:lnTo>
                <a:lnTo>
                  <a:pt x="523647" y="118075"/>
                </a:lnTo>
                <a:lnTo>
                  <a:pt x="523543" y="118295"/>
                </a:lnTo>
                <a:lnTo>
                  <a:pt x="523434" y="118510"/>
                </a:lnTo>
                <a:lnTo>
                  <a:pt x="523321" y="118719"/>
                </a:lnTo>
                <a:lnTo>
                  <a:pt x="523203" y="118922"/>
                </a:lnTo>
                <a:lnTo>
                  <a:pt x="523080" y="119120"/>
                </a:lnTo>
                <a:lnTo>
                  <a:pt x="522953" y="119311"/>
                </a:lnTo>
                <a:lnTo>
                  <a:pt x="522821" y="119497"/>
                </a:lnTo>
                <a:lnTo>
                  <a:pt x="522684" y="119676"/>
                </a:lnTo>
                <a:lnTo>
                  <a:pt x="522543" y="119850"/>
                </a:lnTo>
                <a:lnTo>
                  <a:pt x="522397" y="120018"/>
                </a:lnTo>
                <a:lnTo>
                  <a:pt x="522247" y="120181"/>
                </a:lnTo>
                <a:lnTo>
                  <a:pt x="522092" y="120337"/>
                </a:lnTo>
                <a:lnTo>
                  <a:pt x="521932" y="120487"/>
                </a:lnTo>
                <a:lnTo>
                  <a:pt x="521768" y="120632"/>
                </a:lnTo>
                <a:lnTo>
                  <a:pt x="521599" y="120771"/>
                </a:lnTo>
                <a:lnTo>
                  <a:pt x="521425" y="120904"/>
                </a:lnTo>
                <a:lnTo>
                  <a:pt x="521247" y="121031"/>
                </a:lnTo>
                <a:lnTo>
                  <a:pt x="521064" y="121152"/>
                </a:lnTo>
                <a:lnTo>
                  <a:pt x="520807" y="121311"/>
                </a:lnTo>
                <a:lnTo>
                  <a:pt x="520538" y="121463"/>
                </a:lnTo>
                <a:lnTo>
                  <a:pt x="520259" y="121609"/>
                </a:lnTo>
                <a:lnTo>
                  <a:pt x="519968" y="121748"/>
                </a:lnTo>
                <a:lnTo>
                  <a:pt x="519666" y="121880"/>
                </a:lnTo>
                <a:lnTo>
                  <a:pt x="519353" y="122005"/>
                </a:lnTo>
                <a:lnTo>
                  <a:pt x="519029" y="122124"/>
                </a:lnTo>
                <a:lnTo>
                  <a:pt x="518694" y="122235"/>
                </a:lnTo>
                <a:lnTo>
                  <a:pt x="518348" y="122340"/>
                </a:lnTo>
                <a:lnTo>
                  <a:pt x="517990" y="122438"/>
                </a:lnTo>
                <a:lnTo>
                  <a:pt x="517622" y="122530"/>
                </a:lnTo>
                <a:lnTo>
                  <a:pt x="517242" y="122614"/>
                </a:lnTo>
                <a:lnTo>
                  <a:pt x="516851" y="122692"/>
                </a:lnTo>
                <a:lnTo>
                  <a:pt x="516450" y="122763"/>
                </a:lnTo>
                <a:lnTo>
                  <a:pt x="516037" y="122828"/>
                </a:lnTo>
                <a:lnTo>
                  <a:pt x="515613" y="122885"/>
                </a:lnTo>
                <a:lnTo>
                  <a:pt x="515177" y="122936"/>
                </a:lnTo>
                <a:lnTo>
                  <a:pt x="514731" y="122980"/>
                </a:lnTo>
                <a:lnTo>
                  <a:pt x="514274" y="123017"/>
                </a:lnTo>
                <a:lnTo>
                  <a:pt x="513805" y="123048"/>
                </a:lnTo>
                <a:lnTo>
                  <a:pt x="513326" y="123071"/>
                </a:lnTo>
                <a:lnTo>
                  <a:pt x="512835" y="123088"/>
                </a:lnTo>
                <a:lnTo>
                  <a:pt x="512333" y="123098"/>
                </a:lnTo>
                <a:lnTo>
                  <a:pt x="511820" y="123102"/>
                </a:lnTo>
                <a:lnTo>
                  <a:pt x="511820" y="126390"/>
                </a:lnTo>
                <a:lnTo>
                  <a:pt x="553506" y="126390"/>
                </a:lnTo>
                <a:lnTo>
                  <a:pt x="553506" y="123102"/>
                </a:lnTo>
                <a:lnTo>
                  <a:pt x="553051" y="123099"/>
                </a:lnTo>
                <a:lnTo>
                  <a:pt x="552606" y="123091"/>
                </a:lnTo>
                <a:lnTo>
                  <a:pt x="552169" y="123077"/>
                </a:lnTo>
                <a:lnTo>
                  <a:pt x="551741" y="123058"/>
                </a:lnTo>
                <a:lnTo>
                  <a:pt x="551322" y="123033"/>
                </a:lnTo>
                <a:lnTo>
                  <a:pt x="550912" y="123002"/>
                </a:lnTo>
                <a:lnTo>
                  <a:pt x="550511" y="122966"/>
                </a:lnTo>
                <a:lnTo>
                  <a:pt x="550119" y="122925"/>
                </a:lnTo>
                <a:lnTo>
                  <a:pt x="549736" y="122878"/>
                </a:lnTo>
                <a:lnTo>
                  <a:pt x="549361" y="122825"/>
                </a:lnTo>
                <a:lnTo>
                  <a:pt x="548996" y="122767"/>
                </a:lnTo>
                <a:lnTo>
                  <a:pt x="548640" y="122703"/>
                </a:lnTo>
                <a:lnTo>
                  <a:pt x="548292" y="122634"/>
                </a:lnTo>
                <a:lnTo>
                  <a:pt x="547954" y="122559"/>
                </a:lnTo>
                <a:lnTo>
                  <a:pt x="547625" y="122479"/>
                </a:lnTo>
                <a:lnTo>
                  <a:pt x="547304" y="122393"/>
                </a:lnTo>
                <a:lnTo>
                  <a:pt x="546993" y="122302"/>
                </a:lnTo>
                <a:lnTo>
                  <a:pt x="546690" y="122205"/>
                </a:lnTo>
                <a:lnTo>
                  <a:pt x="546396" y="122103"/>
                </a:lnTo>
                <a:lnTo>
                  <a:pt x="546112" y="121995"/>
                </a:lnTo>
                <a:lnTo>
                  <a:pt x="545836" y="121881"/>
                </a:lnTo>
                <a:lnTo>
                  <a:pt x="545569" y="121762"/>
                </a:lnTo>
                <a:lnTo>
                  <a:pt x="545311" y="121638"/>
                </a:lnTo>
                <a:lnTo>
                  <a:pt x="545062" y="121508"/>
                </a:lnTo>
                <a:lnTo>
                  <a:pt x="544821" y="121373"/>
                </a:lnTo>
                <a:lnTo>
                  <a:pt x="544586" y="121236"/>
                </a:lnTo>
                <a:lnTo>
                  <a:pt x="544357" y="121096"/>
                </a:lnTo>
                <a:lnTo>
                  <a:pt x="544134" y="120953"/>
                </a:lnTo>
                <a:lnTo>
                  <a:pt x="543917" y="120807"/>
                </a:lnTo>
                <a:lnTo>
                  <a:pt x="543707" y="120659"/>
                </a:lnTo>
                <a:lnTo>
                  <a:pt x="543502" y="120508"/>
                </a:lnTo>
                <a:lnTo>
                  <a:pt x="543304" y="120354"/>
                </a:lnTo>
                <a:lnTo>
                  <a:pt x="543112" y="120198"/>
                </a:lnTo>
                <a:lnTo>
                  <a:pt x="542927" y="120038"/>
                </a:lnTo>
                <a:lnTo>
                  <a:pt x="542747" y="119876"/>
                </a:lnTo>
                <a:lnTo>
                  <a:pt x="542574" y="119711"/>
                </a:lnTo>
                <a:lnTo>
                  <a:pt x="542406" y="119543"/>
                </a:lnTo>
                <a:lnTo>
                  <a:pt x="542245" y="119373"/>
                </a:lnTo>
                <a:lnTo>
                  <a:pt x="542090" y="119200"/>
                </a:lnTo>
                <a:lnTo>
                  <a:pt x="541941" y="119024"/>
                </a:lnTo>
                <a:lnTo>
                  <a:pt x="541799" y="118845"/>
                </a:lnTo>
                <a:lnTo>
                  <a:pt x="541663" y="118663"/>
                </a:lnTo>
                <a:lnTo>
                  <a:pt x="541532" y="118479"/>
                </a:lnTo>
                <a:lnTo>
                  <a:pt x="541408" y="118292"/>
                </a:lnTo>
                <a:lnTo>
                  <a:pt x="541290" y="118102"/>
                </a:lnTo>
                <a:lnTo>
                  <a:pt x="541179" y="117910"/>
                </a:lnTo>
                <a:lnTo>
                  <a:pt x="541073" y="117714"/>
                </a:lnTo>
                <a:lnTo>
                  <a:pt x="540974" y="117516"/>
                </a:lnTo>
                <a:lnTo>
                  <a:pt x="540836" y="117222"/>
                </a:lnTo>
                <a:lnTo>
                  <a:pt x="540704" y="116917"/>
                </a:lnTo>
                <a:lnTo>
                  <a:pt x="540578" y="116600"/>
                </a:lnTo>
                <a:lnTo>
                  <a:pt x="540458" y="116272"/>
                </a:lnTo>
                <a:lnTo>
                  <a:pt x="540343" y="115933"/>
                </a:lnTo>
                <a:lnTo>
                  <a:pt x="540235" y="115582"/>
                </a:lnTo>
                <a:lnTo>
                  <a:pt x="540132" y="115220"/>
                </a:lnTo>
                <a:lnTo>
                  <a:pt x="540035" y="114847"/>
                </a:lnTo>
                <a:lnTo>
                  <a:pt x="539945" y="114462"/>
                </a:lnTo>
                <a:lnTo>
                  <a:pt x="539860" y="114065"/>
                </a:lnTo>
                <a:lnTo>
                  <a:pt x="539780" y="113658"/>
                </a:lnTo>
                <a:lnTo>
                  <a:pt x="539707" y="113239"/>
                </a:lnTo>
                <a:lnTo>
                  <a:pt x="539640" y="112808"/>
                </a:lnTo>
                <a:lnTo>
                  <a:pt x="539578" y="112366"/>
                </a:lnTo>
                <a:lnTo>
                  <a:pt x="539522" y="111913"/>
                </a:lnTo>
                <a:lnTo>
                  <a:pt x="539473" y="111449"/>
                </a:lnTo>
                <a:lnTo>
                  <a:pt x="539429" y="110973"/>
                </a:lnTo>
                <a:lnTo>
                  <a:pt x="539390" y="110485"/>
                </a:lnTo>
                <a:lnTo>
                  <a:pt x="539358" y="109987"/>
                </a:lnTo>
                <a:lnTo>
                  <a:pt x="539332" y="109477"/>
                </a:lnTo>
                <a:lnTo>
                  <a:pt x="539311" y="108955"/>
                </a:lnTo>
                <a:lnTo>
                  <a:pt x="539297" y="108422"/>
                </a:lnTo>
                <a:lnTo>
                  <a:pt x="539288" y="107878"/>
                </a:lnTo>
                <a:lnTo>
                  <a:pt x="539285" y="107322"/>
                </a:lnTo>
                <a:lnTo>
                  <a:pt x="539285" y="68403"/>
                </a:lnTo>
                <a:lnTo>
                  <a:pt x="539640" y="67717"/>
                </a:lnTo>
                <a:lnTo>
                  <a:pt x="539994" y="67047"/>
                </a:lnTo>
                <a:lnTo>
                  <a:pt x="540347" y="66393"/>
                </a:lnTo>
                <a:lnTo>
                  <a:pt x="540700" y="65756"/>
                </a:lnTo>
                <a:lnTo>
                  <a:pt x="541051" y="65135"/>
                </a:lnTo>
                <a:lnTo>
                  <a:pt x="541401" y="64530"/>
                </a:lnTo>
                <a:lnTo>
                  <a:pt x="541751" y="63942"/>
                </a:lnTo>
                <a:lnTo>
                  <a:pt x="542100" y="63370"/>
                </a:lnTo>
                <a:lnTo>
                  <a:pt x="542447" y="62814"/>
                </a:lnTo>
                <a:lnTo>
                  <a:pt x="542794" y="62275"/>
                </a:lnTo>
                <a:lnTo>
                  <a:pt x="543140" y="61752"/>
                </a:lnTo>
                <a:lnTo>
                  <a:pt x="543485" y="61245"/>
                </a:lnTo>
                <a:lnTo>
                  <a:pt x="543829" y="60754"/>
                </a:lnTo>
                <a:lnTo>
                  <a:pt x="544172" y="60280"/>
                </a:lnTo>
                <a:lnTo>
                  <a:pt x="544514" y="59822"/>
                </a:lnTo>
                <a:lnTo>
                  <a:pt x="544855" y="59380"/>
                </a:lnTo>
                <a:lnTo>
                  <a:pt x="545195" y="58955"/>
                </a:lnTo>
                <a:lnTo>
                  <a:pt x="545534" y="58546"/>
                </a:lnTo>
                <a:lnTo>
                  <a:pt x="545873" y="58153"/>
                </a:lnTo>
                <a:lnTo>
                  <a:pt x="546210" y="57777"/>
                </a:lnTo>
                <a:lnTo>
                  <a:pt x="546547" y="57417"/>
                </a:lnTo>
                <a:lnTo>
                  <a:pt x="546882" y="57073"/>
                </a:lnTo>
                <a:lnTo>
                  <a:pt x="547217" y="56746"/>
                </a:lnTo>
                <a:lnTo>
                  <a:pt x="547551" y="56435"/>
                </a:lnTo>
                <a:lnTo>
                  <a:pt x="547706" y="56290"/>
                </a:lnTo>
                <a:lnTo>
                  <a:pt x="547860" y="56152"/>
                </a:lnTo>
                <a:lnTo>
                  <a:pt x="548013" y="56019"/>
                </a:lnTo>
                <a:lnTo>
                  <a:pt x="548166" y="55893"/>
                </a:lnTo>
                <a:lnTo>
                  <a:pt x="548317" y="55773"/>
                </a:lnTo>
                <a:lnTo>
                  <a:pt x="548468" y="55659"/>
                </a:lnTo>
                <a:lnTo>
                  <a:pt x="548617" y="55552"/>
                </a:lnTo>
                <a:lnTo>
                  <a:pt x="548766" y="55450"/>
                </a:lnTo>
                <a:lnTo>
                  <a:pt x="548913" y="55355"/>
                </a:lnTo>
                <a:lnTo>
                  <a:pt x="549060" y="55266"/>
                </a:lnTo>
                <a:lnTo>
                  <a:pt x="549206" y="55182"/>
                </a:lnTo>
                <a:lnTo>
                  <a:pt x="549351" y="55106"/>
                </a:lnTo>
                <a:lnTo>
                  <a:pt x="549495" y="55035"/>
                </a:lnTo>
                <a:lnTo>
                  <a:pt x="549638" y="54970"/>
                </a:lnTo>
                <a:lnTo>
                  <a:pt x="549780" y="54912"/>
                </a:lnTo>
                <a:lnTo>
                  <a:pt x="549921" y="54859"/>
                </a:lnTo>
                <a:lnTo>
                  <a:pt x="550061" y="54813"/>
                </a:lnTo>
                <a:lnTo>
                  <a:pt x="550201" y="54773"/>
                </a:lnTo>
                <a:lnTo>
                  <a:pt x="550339" y="54739"/>
                </a:lnTo>
                <a:lnTo>
                  <a:pt x="550477" y="54712"/>
                </a:lnTo>
                <a:lnTo>
                  <a:pt x="550613" y="54690"/>
                </a:lnTo>
                <a:lnTo>
                  <a:pt x="550749" y="54675"/>
                </a:lnTo>
                <a:lnTo>
                  <a:pt x="550884" y="54666"/>
                </a:lnTo>
                <a:lnTo>
                  <a:pt x="551017" y="54663"/>
                </a:lnTo>
                <a:lnTo>
                  <a:pt x="551176" y="54668"/>
                </a:lnTo>
                <a:lnTo>
                  <a:pt x="551342" y="54684"/>
                </a:lnTo>
                <a:lnTo>
                  <a:pt x="551515" y="54710"/>
                </a:lnTo>
                <a:lnTo>
                  <a:pt x="551695" y="54748"/>
                </a:lnTo>
                <a:lnTo>
                  <a:pt x="551882" y="54796"/>
                </a:lnTo>
                <a:lnTo>
                  <a:pt x="552076" y="54854"/>
                </a:lnTo>
                <a:lnTo>
                  <a:pt x="552276" y="54923"/>
                </a:lnTo>
                <a:lnTo>
                  <a:pt x="552484" y="55003"/>
                </a:lnTo>
                <a:lnTo>
                  <a:pt x="552698" y="55094"/>
                </a:lnTo>
                <a:lnTo>
                  <a:pt x="552920" y="55195"/>
                </a:lnTo>
                <a:lnTo>
                  <a:pt x="553148" y="55307"/>
                </a:lnTo>
                <a:lnTo>
                  <a:pt x="553384" y="55429"/>
                </a:lnTo>
                <a:lnTo>
                  <a:pt x="553626" y="55562"/>
                </a:lnTo>
                <a:lnTo>
                  <a:pt x="553875" y="55706"/>
                </a:lnTo>
                <a:lnTo>
                  <a:pt x="554132" y="55860"/>
                </a:lnTo>
                <a:lnTo>
                  <a:pt x="554395" y="56025"/>
                </a:lnTo>
                <a:lnTo>
                  <a:pt x="554665" y="56201"/>
                </a:lnTo>
                <a:lnTo>
                  <a:pt x="554942" y="56387"/>
                </a:lnTo>
                <a:lnTo>
                  <a:pt x="555226" y="56584"/>
                </a:lnTo>
                <a:lnTo>
                  <a:pt x="555517" y="56792"/>
                </a:lnTo>
                <a:lnTo>
                  <a:pt x="555815" y="57010"/>
                </a:lnTo>
                <a:lnTo>
                  <a:pt x="556120" y="57239"/>
                </a:lnTo>
                <a:lnTo>
                  <a:pt x="556432" y="57479"/>
                </a:lnTo>
                <a:lnTo>
                  <a:pt x="556750" y="57729"/>
                </a:lnTo>
                <a:lnTo>
                  <a:pt x="557071" y="57979"/>
                </a:lnTo>
                <a:lnTo>
                  <a:pt x="557389" y="58219"/>
                </a:lnTo>
                <a:lnTo>
                  <a:pt x="557705" y="58448"/>
                </a:lnTo>
                <a:lnTo>
                  <a:pt x="558018" y="58666"/>
                </a:lnTo>
                <a:lnTo>
                  <a:pt x="558328" y="58874"/>
                </a:lnTo>
                <a:lnTo>
                  <a:pt x="558636" y="59071"/>
                </a:lnTo>
                <a:lnTo>
                  <a:pt x="558941" y="59257"/>
                </a:lnTo>
                <a:lnTo>
                  <a:pt x="559244" y="59433"/>
                </a:lnTo>
                <a:lnTo>
                  <a:pt x="559544" y="59598"/>
                </a:lnTo>
                <a:lnTo>
                  <a:pt x="559841" y="59752"/>
                </a:lnTo>
                <a:lnTo>
                  <a:pt x="560136" y="59896"/>
                </a:lnTo>
                <a:lnTo>
                  <a:pt x="560428" y="60029"/>
                </a:lnTo>
                <a:lnTo>
                  <a:pt x="560717" y="60151"/>
                </a:lnTo>
                <a:lnTo>
                  <a:pt x="561004" y="60263"/>
                </a:lnTo>
                <a:lnTo>
                  <a:pt x="561288" y="60364"/>
                </a:lnTo>
                <a:lnTo>
                  <a:pt x="561570" y="60455"/>
                </a:lnTo>
                <a:lnTo>
                  <a:pt x="561849" y="60535"/>
                </a:lnTo>
                <a:lnTo>
                  <a:pt x="562125" y="60604"/>
                </a:lnTo>
                <a:lnTo>
                  <a:pt x="562399" y="60662"/>
                </a:lnTo>
                <a:lnTo>
                  <a:pt x="562670" y="60710"/>
                </a:lnTo>
                <a:lnTo>
                  <a:pt x="562938" y="60748"/>
                </a:lnTo>
                <a:lnTo>
                  <a:pt x="563204" y="60774"/>
                </a:lnTo>
                <a:lnTo>
                  <a:pt x="563467" y="60790"/>
                </a:lnTo>
                <a:lnTo>
                  <a:pt x="563728" y="60795"/>
                </a:lnTo>
                <a:lnTo>
                  <a:pt x="563993" y="60791"/>
                </a:lnTo>
                <a:lnTo>
                  <a:pt x="564255" y="60779"/>
                </a:lnTo>
                <a:lnTo>
                  <a:pt x="564514" y="60758"/>
                </a:lnTo>
                <a:lnTo>
                  <a:pt x="564769" y="60729"/>
                </a:lnTo>
                <a:lnTo>
                  <a:pt x="565022" y="60691"/>
                </a:lnTo>
                <a:lnTo>
                  <a:pt x="565272" y="60645"/>
                </a:lnTo>
                <a:lnTo>
                  <a:pt x="565518" y="60591"/>
                </a:lnTo>
                <a:lnTo>
                  <a:pt x="565762" y="60529"/>
                </a:lnTo>
                <a:lnTo>
                  <a:pt x="566002" y="60458"/>
                </a:lnTo>
                <a:lnTo>
                  <a:pt x="566240" y="60379"/>
                </a:lnTo>
                <a:lnTo>
                  <a:pt x="566474" y="60291"/>
                </a:lnTo>
                <a:lnTo>
                  <a:pt x="566705" y="60195"/>
                </a:lnTo>
                <a:lnTo>
                  <a:pt x="566933" y="60091"/>
                </a:lnTo>
                <a:lnTo>
                  <a:pt x="567158" y="59979"/>
                </a:lnTo>
                <a:lnTo>
                  <a:pt x="567380" y="59858"/>
                </a:lnTo>
                <a:lnTo>
                  <a:pt x="567599" y="59729"/>
                </a:lnTo>
                <a:lnTo>
                  <a:pt x="567815" y="59591"/>
                </a:lnTo>
                <a:lnTo>
                  <a:pt x="568027" y="59446"/>
                </a:lnTo>
                <a:lnTo>
                  <a:pt x="568237" y="59291"/>
                </a:lnTo>
                <a:lnTo>
                  <a:pt x="568443" y="59129"/>
                </a:lnTo>
                <a:lnTo>
                  <a:pt x="568647" y="58958"/>
                </a:lnTo>
                <a:lnTo>
                  <a:pt x="568847" y="58779"/>
                </a:lnTo>
                <a:lnTo>
                  <a:pt x="569044" y="58591"/>
                </a:lnTo>
                <a:lnTo>
                  <a:pt x="569238" y="58396"/>
                </a:lnTo>
                <a:lnTo>
                  <a:pt x="569427" y="58194"/>
                </a:lnTo>
                <a:lnTo>
                  <a:pt x="569607" y="57988"/>
                </a:lnTo>
                <a:lnTo>
                  <a:pt x="569780" y="57779"/>
                </a:lnTo>
                <a:lnTo>
                  <a:pt x="569944" y="57566"/>
                </a:lnTo>
                <a:lnTo>
                  <a:pt x="570101" y="57349"/>
                </a:lnTo>
                <a:lnTo>
                  <a:pt x="570249" y="57129"/>
                </a:lnTo>
                <a:lnTo>
                  <a:pt x="570390" y="56905"/>
                </a:lnTo>
                <a:lnTo>
                  <a:pt x="570522" y="56677"/>
                </a:lnTo>
                <a:lnTo>
                  <a:pt x="570646" y="56446"/>
                </a:lnTo>
                <a:lnTo>
                  <a:pt x="570763" y="56211"/>
                </a:lnTo>
                <a:lnTo>
                  <a:pt x="570871" y="55972"/>
                </a:lnTo>
                <a:lnTo>
                  <a:pt x="570971" y="55729"/>
                </a:lnTo>
                <a:lnTo>
                  <a:pt x="571064" y="55483"/>
                </a:lnTo>
                <a:lnTo>
                  <a:pt x="571148" y="55233"/>
                </a:lnTo>
                <a:lnTo>
                  <a:pt x="571224" y="54979"/>
                </a:lnTo>
                <a:lnTo>
                  <a:pt x="571292" y="54722"/>
                </a:lnTo>
                <a:lnTo>
                  <a:pt x="571353" y="54461"/>
                </a:lnTo>
                <a:lnTo>
                  <a:pt x="571405" y="54196"/>
                </a:lnTo>
                <a:lnTo>
                  <a:pt x="571449" y="53927"/>
                </a:lnTo>
                <a:lnTo>
                  <a:pt x="571485" y="53655"/>
                </a:lnTo>
                <a:lnTo>
                  <a:pt x="571513" y="53379"/>
                </a:lnTo>
                <a:lnTo>
                  <a:pt x="571533" y="53100"/>
                </a:lnTo>
                <a:lnTo>
                  <a:pt x="571545" y="52816"/>
                </a:lnTo>
                <a:lnTo>
                  <a:pt x="571549" y="52529"/>
                </a:lnTo>
                <a:lnTo>
                  <a:pt x="571544" y="52205"/>
                </a:lnTo>
                <a:lnTo>
                  <a:pt x="571527" y="51884"/>
                </a:lnTo>
                <a:lnTo>
                  <a:pt x="571499" y="51566"/>
                </a:lnTo>
                <a:lnTo>
                  <a:pt x="571460" y="51252"/>
                </a:lnTo>
                <a:lnTo>
                  <a:pt x="571410" y="50940"/>
                </a:lnTo>
                <a:lnTo>
                  <a:pt x="571349" y="50632"/>
                </a:lnTo>
                <a:lnTo>
                  <a:pt x="571277" y="50327"/>
                </a:lnTo>
                <a:lnTo>
                  <a:pt x="571194" y="50026"/>
                </a:lnTo>
                <a:lnTo>
                  <a:pt x="571099" y="49728"/>
                </a:lnTo>
                <a:lnTo>
                  <a:pt x="570994" y="49432"/>
                </a:lnTo>
                <a:lnTo>
                  <a:pt x="570877" y="49141"/>
                </a:lnTo>
                <a:lnTo>
                  <a:pt x="570749" y="48852"/>
                </a:lnTo>
                <a:lnTo>
                  <a:pt x="570610" y="48566"/>
                </a:lnTo>
                <a:lnTo>
                  <a:pt x="570460" y="48284"/>
                </a:lnTo>
                <a:lnTo>
                  <a:pt x="570299" y="48005"/>
                </a:lnTo>
                <a:lnTo>
                  <a:pt x="570127" y="47730"/>
                </a:lnTo>
                <a:lnTo>
                  <a:pt x="569944" y="47457"/>
                </a:lnTo>
                <a:lnTo>
                  <a:pt x="569749" y="47188"/>
                </a:lnTo>
                <a:lnTo>
                  <a:pt x="569544" y="46922"/>
                </a:lnTo>
                <a:lnTo>
                  <a:pt x="569327" y="46659"/>
                </a:lnTo>
                <a:lnTo>
                  <a:pt x="569099" y="46400"/>
                </a:lnTo>
                <a:lnTo>
                  <a:pt x="568860" y="46144"/>
                </a:lnTo>
                <a:lnTo>
                  <a:pt x="568610" y="45891"/>
                </a:lnTo>
                <a:lnTo>
                  <a:pt x="568349" y="45641"/>
                </a:lnTo>
                <a:lnTo>
                  <a:pt x="568080" y="45398"/>
                </a:lnTo>
                <a:lnTo>
                  <a:pt x="567804" y="45165"/>
                </a:lnTo>
                <a:lnTo>
                  <a:pt x="567523" y="44943"/>
                </a:lnTo>
                <a:lnTo>
                  <a:pt x="567236" y="44731"/>
                </a:lnTo>
                <a:lnTo>
                  <a:pt x="566943" y="44530"/>
                </a:lnTo>
                <a:lnTo>
                  <a:pt x="566644" y="44338"/>
                </a:lnTo>
                <a:lnTo>
                  <a:pt x="566339" y="44157"/>
                </a:lnTo>
                <a:lnTo>
                  <a:pt x="566029" y="43987"/>
                </a:lnTo>
                <a:lnTo>
                  <a:pt x="565712" y="43827"/>
                </a:lnTo>
                <a:lnTo>
                  <a:pt x="565390" y="43677"/>
                </a:lnTo>
                <a:lnTo>
                  <a:pt x="565062" y="43537"/>
                </a:lnTo>
                <a:lnTo>
                  <a:pt x="564727" y="43408"/>
                </a:lnTo>
                <a:lnTo>
                  <a:pt x="564387" y="43289"/>
                </a:lnTo>
                <a:lnTo>
                  <a:pt x="564042" y="43180"/>
                </a:lnTo>
                <a:lnTo>
                  <a:pt x="563690" y="43082"/>
                </a:lnTo>
                <a:lnTo>
                  <a:pt x="563332" y="42994"/>
                </a:lnTo>
                <a:lnTo>
                  <a:pt x="562969" y="42917"/>
                </a:lnTo>
                <a:lnTo>
                  <a:pt x="562600" y="42850"/>
                </a:lnTo>
                <a:lnTo>
                  <a:pt x="562225" y="42793"/>
                </a:lnTo>
                <a:lnTo>
                  <a:pt x="561844" y="42746"/>
                </a:lnTo>
                <a:lnTo>
                  <a:pt x="561457" y="42710"/>
                </a:lnTo>
                <a:lnTo>
                  <a:pt x="561064" y="42684"/>
                </a:lnTo>
                <a:lnTo>
                  <a:pt x="560666" y="42669"/>
                </a:lnTo>
                <a:lnTo>
                  <a:pt x="560261" y="42663"/>
                </a:lnTo>
                <a:lnTo>
                  <a:pt x="559366" y="42695"/>
                </a:lnTo>
                <a:lnTo>
                  <a:pt x="558472" y="42791"/>
                </a:lnTo>
                <a:lnTo>
                  <a:pt x="557581" y="42950"/>
                </a:lnTo>
                <a:lnTo>
                  <a:pt x="556691" y="43172"/>
                </a:lnTo>
                <a:lnTo>
                  <a:pt x="555803" y="43458"/>
                </a:lnTo>
                <a:lnTo>
                  <a:pt x="554917" y="43808"/>
                </a:lnTo>
                <a:lnTo>
                  <a:pt x="554033" y="44221"/>
                </a:lnTo>
                <a:lnTo>
                  <a:pt x="553151" y="44698"/>
                </a:lnTo>
                <a:lnTo>
                  <a:pt x="552270" y="45238"/>
                </a:lnTo>
                <a:lnTo>
                  <a:pt x="551391" y="45842"/>
                </a:lnTo>
                <a:lnTo>
                  <a:pt x="550515" y="46510"/>
                </a:lnTo>
                <a:lnTo>
                  <a:pt x="549640" y="47241"/>
                </a:lnTo>
                <a:lnTo>
                  <a:pt x="548767" y="48036"/>
                </a:lnTo>
                <a:lnTo>
                  <a:pt x="547895" y="48894"/>
                </a:lnTo>
                <a:lnTo>
                  <a:pt x="547026" y="49816"/>
                </a:lnTo>
                <a:lnTo>
                  <a:pt x="546158" y="50801"/>
                </a:lnTo>
                <a:lnTo>
                  <a:pt x="545293" y="51850"/>
                </a:lnTo>
                <a:lnTo>
                  <a:pt x="544429" y="52963"/>
                </a:lnTo>
                <a:lnTo>
                  <a:pt x="543567" y="54139"/>
                </a:lnTo>
                <a:lnTo>
                  <a:pt x="542707" y="55379"/>
                </a:lnTo>
                <a:lnTo>
                  <a:pt x="541849" y="56682"/>
                </a:lnTo>
                <a:lnTo>
                  <a:pt x="540992" y="58049"/>
                </a:lnTo>
                <a:lnTo>
                  <a:pt x="540138" y="59479"/>
                </a:lnTo>
                <a:lnTo>
                  <a:pt x="539285" y="60973"/>
                </a:lnTo>
                <a:lnTo>
                  <a:pt x="539285" y="42663"/>
                </a:lnTo>
                <a:lnTo>
                  <a:pt x="535552" y="42663"/>
                </a:lnTo>
                <a:lnTo>
                  <a:pt x="510931" y="52596"/>
                </a:lnTo>
                <a:lnTo>
                  <a:pt x="511820" y="55790"/>
                </a:lnTo>
                <a:close/>
                <a:moveTo>
                  <a:pt x="620852" y="116969"/>
                </a:moveTo>
                <a:lnTo>
                  <a:pt x="620898" y="117510"/>
                </a:lnTo>
                <a:lnTo>
                  <a:pt x="620953" y="118036"/>
                </a:lnTo>
                <a:lnTo>
                  <a:pt x="621017" y="118547"/>
                </a:lnTo>
                <a:lnTo>
                  <a:pt x="621089" y="119043"/>
                </a:lnTo>
                <a:lnTo>
                  <a:pt x="621170" y="119524"/>
                </a:lnTo>
                <a:lnTo>
                  <a:pt x="621259" y="119991"/>
                </a:lnTo>
                <a:lnTo>
                  <a:pt x="621357" y="120443"/>
                </a:lnTo>
                <a:lnTo>
                  <a:pt x="621464" y="120880"/>
                </a:lnTo>
                <a:lnTo>
                  <a:pt x="621580" y="121302"/>
                </a:lnTo>
                <a:lnTo>
                  <a:pt x="621704" y="121709"/>
                </a:lnTo>
                <a:lnTo>
                  <a:pt x="621836" y="122102"/>
                </a:lnTo>
                <a:lnTo>
                  <a:pt x="621978" y="122480"/>
                </a:lnTo>
                <a:lnTo>
                  <a:pt x="622128" y="122843"/>
                </a:lnTo>
                <a:lnTo>
                  <a:pt x="622286" y="123191"/>
                </a:lnTo>
                <a:lnTo>
                  <a:pt x="622454" y="123524"/>
                </a:lnTo>
                <a:lnTo>
                  <a:pt x="622630" y="123843"/>
                </a:lnTo>
                <a:lnTo>
                  <a:pt x="622814" y="124146"/>
                </a:lnTo>
                <a:lnTo>
                  <a:pt x="623007" y="124435"/>
                </a:lnTo>
                <a:lnTo>
                  <a:pt x="623209" y="124709"/>
                </a:lnTo>
                <a:lnTo>
                  <a:pt x="623420" y="124968"/>
                </a:lnTo>
                <a:lnTo>
                  <a:pt x="623638" y="125215"/>
                </a:lnTo>
                <a:lnTo>
                  <a:pt x="623862" y="125451"/>
                </a:lnTo>
                <a:lnTo>
                  <a:pt x="624092" y="125677"/>
                </a:lnTo>
                <a:lnTo>
                  <a:pt x="624328" y="125892"/>
                </a:lnTo>
                <a:lnTo>
                  <a:pt x="624571" y="126096"/>
                </a:lnTo>
                <a:lnTo>
                  <a:pt x="624820" y="126290"/>
                </a:lnTo>
                <a:lnTo>
                  <a:pt x="625074" y="126474"/>
                </a:lnTo>
                <a:lnTo>
                  <a:pt x="625336" y="126647"/>
                </a:lnTo>
                <a:lnTo>
                  <a:pt x="625603" y="126810"/>
                </a:lnTo>
                <a:lnTo>
                  <a:pt x="625876" y="126962"/>
                </a:lnTo>
                <a:lnTo>
                  <a:pt x="626156" y="127104"/>
                </a:lnTo>
                <a:lnTo>
                  <a:pt x="626442" y="127235"/>
                </a:lnTo>
                <a:lnTo>
                  <a:pt x="626734" y="127356"/>
                </a:lnTo>
                <a:lnTo>
                  <a:pt x="627032" y="127466"/>
                </a:lnTo>
                <a:lnTo>
                  <a:pt x="627336" y="127565"/>
                </a:lnTo>
                <a:lnTo>
                  <a:pt x="627646" y="127655"/>
                </a:lnTo>
                <a:lnTo>
                  <a:pt x="627963" y="127733"/>
                </a:lnTo>
                <a:lnTo>
                  <a:pt x="628286" y="127801"/>
                </a:lnTo>
                <a:lnTo>
                  <a:pt x="628615" y="127859"/>
                </a:lnTo>
                <a:lnTo>
                  <a:pt x="628950" y="127906"/>
                </a:lnTo>
                <a:lnTo>
                  <a:pt x="629291" y="127943"/>
                </a:lnTo>
                <a:lnTo>
                  <a:pt x="629639" y="127969"/>
                </a:lnTo>
                <a:lnTo>
                  <a:pt x="629993" y="127985"/>
                </a:lnTo>
                <a:lnTo>
                  <a:pt x="630352" y="127990"/>
                </a:lnTo>
                <a:lnTo>
                  <a:pt x="631110" y="127967"/>
                </a:lnTo>
                <a:lnTo>
                  <a:pt x="631870" y="127898"/>
                </a:lnTo>
                <a:lnTo>
                  <a:pt x="632633" y="127782"/>
                </a:lnTo>
                <a:lnTo>
                  <a:pt x="633399" y="127620"/>
                </a:lnTo>
                <a:lnTo>
                  <a:pt x="634169" y="127412"/>
                </a:lnTo>
                <a:lnTo>
                  <a:pt x="634941" y="127157"/>
                </a:lnTo>
                <a:lnTo>
                  <a:pt x="635717" y="126856"/>
                </a:lnTo>
                <a:lnTo>
                  <a:pt x="636495" y="126509"/>
                </a:lnTo>
                <a:lnTo>
                  <a:pt x="637277" y="126115"/>
                </a:lnTo>
                <a:lnTo>
                  <a:pt x="638062" y="125676"/>
                </a:lnTo>
                <a:lnTo>
                  <a:pt x="638850" y="125190"/>
                </a:lnTo>
                <a:lnTo>
                  <a:pt x="639641" y="124657"/>
                </a:lnTo>
                <a:lnTo>
                  <a:pt x="640435" y="124079"/>
                </a:lnTo>
                <a:lnTo>
                  <a:pt x="641232" y="123454"/>
                </a:lnTo>
                <a:lnTo>
                  <a:pt x="642032" y="122782"/>
                </a:lnTo>
                <a:lnTo>
                  <a:pt x="642835" y="122065"/>
                </a:lnTo>
                <a:lnTo>
                  <a:pt x="643642" y="121301"/>
                </a:lnTo>
                <a:lnTo>
                  <a:pt x="644451" y="120491"/>
                </a:lnTo>
                <a:lnTo>
                  <a:pt x="645264" y="119635"/>
                </a:lnTo>
                <a:lnTo>
                  <a:pt x="646080" y="118732"/>
                </a:lnTo>
                <a:lnTo>
                  <a:pt x="646898" y="117783"/>
                </a:lnTo>
                <a:lnTo>
                  <a:pt x="647720" y="116787"/>
                </a:lnTo>
                <a:lnTo>
                  <a:pt x="648545" y="115746"/>
                </a:lnTo>
                <a:lnTo>
                  <a:pt x="649373" y="114658"/>
                </a:lnTo>
                <a:lnTo>
                  <a:pt x="649373" y="109681"/>
                </a:lnTo>
                <a:lnTo>
                  <a:pt x="648935" y="110118"/>
                </a:lnTo>
                <a:lnTo>
                  <a:pt x="648508" y="110540"/>
                </a:lnTo>
                <a:lnTo>
                  <a:pt x="648094" y="110949"/>
                </a:lnTo>
                <a:lnTo>
                  <a:pt x="647692" y="111342"/>
                </a:lnTo>
                <a:lnTo>
                  <a:pt x="647302" y="111721"/>
                </a:lnTo>
                <a:lnTo>
                  <a:pt x="646923" y="112086"/>
                </a:lnTo>
                <a:lnTo>
                  <a:pt x="646557" y="112436"/>
                </a:lnTo>
                <a:lnTo>
                  <a:pt x="646203" y="112772"/>
                </a:lnTo>
                <a:lnTo>
                  <a:pt x="645861" y="113093"/>
                </a:lnTo>
                <a:lnTo>
                  <a:pt x="645531" y="113399"/>
                </a:lnTo>
                <a:lnTo>
                  <a:pt x="645213" y="113692"/>
                </a:lnTo>
                <a:lnTo>
                  <a:pt x="644907" y="113969"/>
                </a:lnTo>
                <a:lnTo>
                  <a:pt x="644613" y="114232"/>
                </a:lnTo>
                <a:lnTo>
                  <a:pt x="644331" y="114481"/>
                </a:lnTo>
                <a:lnTo>
                  <a:pt x="644061" y="114715"/>
                </a:lnTo>
                <a:lnTo>
                  <a:pt x="643803" y="114935"/>
                </a:lnTo>
                <a:lnTo>
                  <a:pt x="643557" y="115140"/>
                </a:lnTo>
                <a:lnTo>
                  <a:pt x="643324" y="115330"/>
                </a:lnTo>
                <a:lnTo>
                  <a:pt x="643102" y="115506"/>
                </a:lnTo>
                <a:lnTo>
                  <a:pt x="642892" y="115668"/>
                </a:lnTo>
                <a:lnTo>
                  <a:pt x="642695" y="115815"/>
                </a:lnTo>
                <a:lnTo>
                  <a:pt x="642509" y="115947"/>
                </a:lnTo>
                <a:lnTo>
                  <a:pt x="642335" y="116065"/>
                </a:lnTo>
                <a:lnTo>
                  <a:pt x="642174" y="116169"/>
                </a:lnTo>
                <a:lnTo>
                  <a:pt x="642084" y="116220"/>
                </a:lnTo>
                <a:lnTo>
                  <a:pt x="641994" y="116268"/>
                </a:lnTo>
                <a:lnTo>
                  <a:pt x="641902" y="116315"/>
                </a:lnTo>
                <a:lnTo>
                  <a:pt x="641808" y="116359"/>
                </a:lnTo>
                <a:lnTo>
                  <a:pt x="641714" y="116401"/>
                </a:lnTo>
                <a:lnTo>
                  <a:pt x="641618" y="116441"/>
                </a:lnTo>
                <a:lnTo>
                  <a:pt x="641521" y="116479"/>
                </a:lnTo>
                <a:lnTo>
                  <a:pt x="641423" y="116515"/>
                </a:lnTo>
                <a:lnTo>
                  <a:pt x="641324" y="116548"/>
                </a:lnTo>
                <a:lnTo>
                  <a:pt x="641223" y="116579"/>
                </a:lnTo>
                <a:lnTo>
                  <a:pt x="641121" y="116609"/>
                </a:lnTo>
                <a:lnTo>
                  <a:pt x="641018" y="116636"/>
                </a:lnTo>
                <a:lnTo>
                  <a:pt x="640914" y="116660"/>
                </a:lnTo>
                <a:lnTo>
                  <a:pt x="640808" y="116683"/>
                </a:lnTo>
                <a:lnTo>
                  <a:pt x="640702" y="116704"/>
                </a:lnTo>
                <a:lnTo>
                  <a:pt x="640594" y="116722"/>
                </a:lnTo>
                <a:lnTo>
                  <a:pt x="640484" y="116738"/>
                </a:lnTo>
                <a:lnTo>
                  <a:pt x="640374" y="116752"/>
                </a:lnTo>
                <a:lnTo>
                  <a:pt x="640262" y="116764"/>
                </a:lnTo>
                <a:lnTo>
                  <a:pt x="640149" y="116774"/>
                </a:lnTo>
                <a:lnTo>
                  <a:pt x="640035" y="116781"/>
                </a:lnTo>
                <a:lnTo>
                  <a:pt x="639920" y="116787"/>
                </a:lnTo>
                <a:lnTo>
                  <a:pt x="639803" y="116790"/>
                </a:lnTo>
                <a:lnTo>
                  <a:pt x="639685" y="116791"/>
                </a:lnTo>
                <a:lnTo>
                  <a:pt x="639575" y="116790"/>
                </a:lnTo>
                <a:lnTo>
                  <a:pt x="639465" y="116785"/>
                </a:lnTo>
                <a:lnTo>
                  <a:pt x="639357" y="116777"/>
                </a:lnTo>
                <a:lnTo>
                  <a:pt x="639249" y="116767"/>
                </a:lnTo>
                <a:lnTo>
                  <a:pt x="639143" y="116753"/>
                </a:lnTo>
                <a:lnTo>
                  <a:pt x="639038" y="116736"/>
                </a:lnTo>
                <a:lnTo>
                  <a:pt x="638934" y="116716"/>
                </a:lnTo>
                <a:lnTo>
                  <a:pt x="638831" y="116693"/>
                </a:lnTo>
                <a:lnTo>
                  <a:pt x="638729" y="116667"/>
                </a:lnTo>
                <a:lnTo>
                  <a:pt x="638628" y="116637"/>
                </a:lnTo>
                <a:lnTo>
                  <a:pt x="638528" y="116605"/>
                </a:lnTo>
                <a:lnTo>
                  <a:pt x="638430" y="116570"/>
                </a:lnTo>
                <a:lnTo>
                  <a:pt x="638332" y="116531"/>
                </a:lnTo>
                <a:lnTo>
                  <a:pt x="638236" y="116490"/>
                </a:lnTo>
                <a:lnTo>
                  <a:pt x="638140" y="116445"/>
                </a:lnTo>
                <a:lnTo>
                  <a:pt x="638046" y="116397"/>
                </a:lnTo>
                <a:lnTo>
                  <a:pt x="637952" y="116347"/>
                </a:lnTo>
                <a:lnTo>
                  <a:pt x="637860" y="116293"/>
                </a:lnTo>
                <a:lnTo>
                  <a:pt x="637769" y="116236"/>
                </a:lnTo>
                <a:lnTo>
                  <a:pt x="637679" y="116176"/>
                </a:lnTo>
                <a:lnTo>
                  <a:pt x="637590" y="116113"/>
                </a:lnTo>
                <a:lnTo>
                  <a:pt x="637502" y="116047"/>
                </a:lnTo>
                <a:lnTo>
                  <a:pt x="637415" y="115977"/>
                </a:lnTo>
                <a:lnTo>
                  <a:pt x="637330" y="115905"/>
                </a:lnTo>
                <a:lnTo>
                  <a:pt x="637246" y="115828"/>
                </a:lnTo>
                <a:lnTo>
                  <a:pt x="637163" y="115745"/>
                </a:lnTo>
                <a:lnTo>
                  <a:pt x="637083" y="115656"/>
                </a:lnTo>
                <a:lnTo>
                  <a:pt x="637005" y="115561"/>
                </a:lnTo>
                <a:lnTo>
                  <a:pt x="636929" y="115460"/>
                </a:lnTo>
                <a:lnTo>
                  <a:pt x="636855" y="115353"/>
                </a:lnTo>
                <a:lnTo>
                  <a:pt x="636783" y="115239"/>
                </a:lnTo>
                <a:lnTo>
                  <a:pt x="636712" y="115120"/>
                </a:lnTo>
                <a:lnTo>
                  <a:pt x="636644" y="114995"/>
                </a:lnTo>
                <a:lnTo>
                  <a:pt x="636578" y="114864"/>
                </a:lnTo>
                <a:lnTo>
                  <a:pt x="636514" y="114727"/>
                </a:lnTo>
                <a:lnTo>
                  <a:pt x="636452" y="114584"/>
                </a:lnTo>
                <a:lnTo>
                  <a:pt x="636392" y="114435"/>
                </a:lnTo>
                <a:lnTo>
                  <a:pt x="636334" y="114279"/>
                </a:lnTo>
                <a:lnTo>
                  <a:pt x="636278" y="114118"/>
                </a:lnTo>
                <a:lnTo>
                  <a:pt x="636224" y="113951"/>
                </a:lnTo>
                <a:lnTo>
                  <a:pt x="636172" y="113778"/>
                </a:lnTo>
                <a:lnTo>
                  <a:pt x="636121" y="113599"/>
                </a:lnTo>
                <a:lnTo>
                  <a:pt x="636073" y="113413"/>
                </a:lnTo>
                <a:lnTo>
                  <a:pt x="636027" y="113222"/>
                </a:lnTo>
                <a:lnTo>
                  <a:pt x="635983" y="113025"/>
                </a:lnTo>
                <a:lnTo>
                  <a:pt x="635941" y="112822"/>
                </a:lnTo>
                <a:lnTo>
                  <a:pt x="635901" y="112612"/>
                </a:lnTo>
                <a:lnTo>
                  <a:pt x="635863" y="112397"/>
                </a:lnTo>
                <a:lnTo>
                  <a:pt x="635827" y="112163"/>
                </a:lnTo>
                <a:lnTo>
                  <a:pt x="635792" y="111898"/>
                </a:lnTo>
                <a:lnTo>
                  <a:pt x="635759" y="111601"/>
                </a:lnTo>
                <a:lnTo>
                  <a:pt x="635727" y="111274"/>
                </a:lnTo>
                <a:lnTo>
                  <a:pt x="635697" y="110915"/>
                </a:lnTo>
                <a:lnTo>
                  <a:pt x="635669" y="110524"/>
                </a:lnTo>
                <a:lnTo>
                  <a:pt x="635642" y="110103"/>
                </a:lnTo>
                <a:lnTo>
                  <a:pt x="635616" y="109650"/>
                </a:lnTo>
                <a:lnTo>
                  <a:pt x="635592" y="109166"/>
                </a:lnTo>
                <a:lnTo>
                  <a:pt x="635570" y="108650"/>
                </a:lnTo>
                <a:lnTo>
                  <a:pt x="635549" y="108103"/>
                </a:lnTo>
                <a:lnTo>
                  <a:pt x="635530" y="107525"/>
                </a:lnTo>
                <a:lnTo>
                  <a:pt x="635512" y="106916"/>
                </a:lnTo>
                <a:lnTo>
                  <a:pt x="635496" y="106275"/>
                </a:lnTo>
                <a:lnTo>
                  <a:pt x="635481" y="105603"/>
                </a:lnTo>
                <a:lnTo>
                  <a:pt x="635468" y="104900"/>
                </a:lnTo>
                <a:lnTo>
                  <a:pt x="635457" y="104166"/>
                </a:lnTo>
                <a:lnTo>
                  <a:pt x="635447" y="103400"/>
                </a:lnTo>
                <a:lnTo>
                  <a:pt x="635438" y="102603"/>
                </a:lnTo>
                <a:lnTo>
                  <a:pt x="635431" y="101774"/>
                </a:lnTo>
                <a:lnTo>
                  <a:pt x="635426" y="100915"/>
                </a:lnTo>
                <a:lnTo>
                  <a:pt x="635422" y="100024"/>
                </a:lnTo>
                <a:lnTo>
                  <a:pt x="635420" y="99102"/>
                </a:lnTo>
                <a:lnTo>
                  <a:pt x="635419" y="98148"/>
                </a:lnTo>
                <a:lnTo>
                  <a:pt x="635419" y="70539"/>
                </a:lnTo>
                <a:lnTo>
                  <a:pt x="635416" y="69569"/>
                </a:lnTo>
                <a:lnTo>
                  <a:pt x="635408" y="68627"/>
                </a:lnTo>
                <a:lnTo>
                  <a:pt x="635394" y="67712"/>
                </a:lnTo>
                <a:lnTo>
                  <a:pt x="635374" y="66825"/>
                </a:lnTo>
                <a:lnTo>
                  <a:pt x="635349" y="65966"/>
                </a:lnTo>
                <a:lnTo>
                  <a:pt x="635319" y="65135"/>
                </a:lnTo>
                <a:lnTo>
                  <a:pt x="635283" y="64331"/>
                </a:lnTo>
                <a:lnTo>
                  <a:pt x="635241" y="63555"/>
                </a:lnTo>
                <a:lnTo>
                  <a:pt x="635194" y="62807"/>
                </a:lnTo>
                <a:lnTo>
                  <a:pt x="635141" y="62087"/>
                </a:lnTo>
                <a:lnTo>
                  <a:pt x="635083" y="61394"/>
                </a:lnTo>
                <a:lnTo>
                  <a:pt x="635019" y="60729"/>
                </a:lnTo>
                <a:lnTo>
                  <a:pt x="634949" y="60092"/>
                </a:lnTo>
                <a:lnTo>
                  <a:pt x="634874" y="59483"/>
                </a:lnTo>
                <a:lnTo>
                  <a:pt x="634794" y="58901"/>
                </a:lnTo>
                <a:lnTo>
                  <a:pt x="634708" y="58347"/>
                </a:lnTo>
                <a:lnTo>
                  <a:pt x="634616" y="57821"/>
                </a:lnTo>
                <a:lnTo>
                  <a:pt x="634519" y="57323"/>
                </a:lnTo>
                <a:lnTo>
                  <a:pt x="634416" y="56852"/>
                </a:lnTo>
                <a:lnTo>
                  <a:pt x="634308" y="56409"/>
                </a:lnTo>
                <a:lnTo>
                  <a:pt x="634194" y="55994"/>
                </a:lnTo>
                <a:lnTo>
                  <a:pt x="634074" y="55607"/>
                </a:lnTo>
                <a:lnTo>
                  <a:pt x="633949" y="55247"/>
                </a:lnTo>
                <a:lnTo>
                  <a:pt x="633819" y="54915"/>
                </a:lnTo>
                <a:lnTo>
                  <a:pt x="633607" y="54432"/>
                </a:lnTo>
                <a:lnTo>
                  <a:pt x="633385" y="53960"/>
                </a:lnTo>
                <a:lnTo>
                  <a:pt x="633154" y="53499"/>
                </a:lnTo>
                <a:lnTo>
                  <a:pt x="632913" y="53048"/>
                </a:lnTo>
                <a:lnTo>
                  <a:pt x="632662" y="52608"/>
                </a:lnTo>
                <a:lnTo>
                  <a:pt x="632402" y="52179"/>
                </a:lnTo>
                <a:lnTo>
                  <a:pt x="632133" y="51761"/>
                </a:lnTo>
                <a:lnTo>
                  <a:pt x="631854" y="51354"/>
                </a:lnTo>
                <a:lnTo>
                  <a:pt x="631565" y="50957"/>
                </a:lnTo>
                <a:lnTo>
                  <a:pt x="631267" y="50571"/>
                </a:lnTo>
                <a:lnTo>
                  <a:pt x="630959" y="50196"/>
                </a:lnTo>
                <a:lnTo>
                  <a:pt x="630641" y="49832"/>
                </a:lnTo>
                <a:lnTo>
                  <a:pt x="630314" y="49478"/>
                </a:lnTo>
                <a:lnTo>
                  <a:pt x="629978" y="49135"/>
                </a:lnTo>
                <a:lnTo>
                  <a:pt x="629632" y="48804"/>
                </a:lnTo>
                <a:lnTo>
                  <a:pt x="629276" y="48482"/>
                </a:lnTo>
                <a:lnTo>
                  <a:pt x="628911" y="48172"/>
                </a:lnTo>
                <a:lnTo>
                  <a:pt x="628536" y="47873"/>
                </a:lnTo>
                <a:lnTo>
                  <a:pt x="628152" y="47584"/>
                </a:lnTo>
                <a:lnTo>
                  <a:pt x="627758" y="47306"/>
                </a:lnTo>
                <a:lnTo>
                  <a:pt x="627354" y="47039"/>
                </a:lnTo>
                <a:lnTo>
                  <a:pt x="626941" y="46782"/>
                </a:lnTo>
                <a:lnTo>
                  <a:pt x="626518" y="46537"/>
                </a:lnTo>
                <a:lnTo>
                  <a:pt x="626086" y="46302"/>
                </a:lnTo>
                <a:lnTo>
                  <a:pt x="625502" y="46005"/>
                </a:lnTo>
                <a:lnTo>
                  <a:pt x="624903" y="45721"/>
                </a:lnTo>
                <a:lnTo>
                  <a:pt x="624292" y="45449"/>
                </a:lnTo>
                <a:lnTo>
                  <a:pt x="623667" y="45190"/>
                </a:lnTo>
                <a:lnTo>
                  <a:pt x="623028" y="44944"/>
                </a:lnTo>
                <a:lnTo>
                  <a:pt x="622375" y="44710"/>
                </a:lnTo>
                <a:lnTo>
                  <a:pt x="621709" y="44489"/>
                </a:lnTo>
                <a:lnTo>
                  <a:pt x="621030" y="44281"/>
                </a:lnTo>
                <a:lnTo>
                  <a:pt x="620337" y="44085"/>
                </a:lnTo>
                <a:lnTo>
                  <a:pt x="619630" y="43902"/>
                </a:lnTo>
                <a:lnTo>
                  <a:pt x="618909" y="43731"/>
                </a:lnTo>
                <a:lnTo>
                  <a:pt x="618176" y="43573"/>
                </a:lnTo>
                <a:lnTo>
                  <a:pt x="617428" y="43428"/>
                </a:lnTo>
                <a:lnTo>
                  <a:pt x="616667" y="43295"/>
                </a:lnTo>
                <a:lnTo>
                  <a:pt x="615892" y="43175"/>
                </a:lnTo>
                <a:lnTo>
                  <a:pt x="615104" y="43068"/>
                </a:lnTo>
                <a:lnTo>
                  <a:pt x="614302" y="42973"/>
                </a:lnTo>
                <a:lnTo>
                  <a:pt x="613487" y="42891"/>
                </a:lnTo>
                <a:lnTo>
                  <a:pt x="612658" y="42821"/>
                </a:lnTo>
                <a:lnTo>
                  <a:pt x="611816" y="42765"/>
                </a:lnTo>
                <a:lnTo>
                  <a:pt x="610959" y="42720"/>
                </a:lnTo>
                <a:lnTo>
                  <a:pt x="610090" y="42689"/>
                </a:lnTo>
                <a:lnTo>
                  <a:pt x="609207" y="42670"/>
                </a:lnTo>
                <a:lnTo>
                  <a:pt x="608310" y="42663"/>
                </a:lnTo>
                <a:lnTo>
                  <a:pt x="607143" y="42675"/>
                </a:lnTo>
                <a:lnTo>
                  <a:pt x="605998" y="42708"/>
                </a:lnTo>
                <a:lnTo>
                  <a:pt x="604875" y="42763"/>
                </a:lnTo>
                <a:lnTo>
                  <a:pt x="603774" y="42841"/>
                </a:lnTo>
                <a:lnTo>
                  <a:pt x="602695" y="42940"/>
                </a:lnTo>
                <a:lnTo>
                  <a:pt x="601638" y="43062"/>
                </a:lnTo>
                <a:lnTo>
                  <a:pt x="600603" y="43206"/>
                </a:lnTo>
                <a:lnTo>
                  <a:pt x="599589" y="43372"/>
                </a:lnTo>
                <a:lnTo>
                  <a:pt x="598598" y="43561"/>
                </a:lnTo>
                <a:lnTo>
                  <a:pt x="597628" y="43771"/>
                </a:lnTo>
                <a:lnTo>
                  <a:pt x="596681" y="44004"/>
                </a:lnTo>
                <a:lnTo>
                  <a:pt x="595755" y="44258"/>
                </a:lnTo>
                <a:lnTo>
                  <a:pt x="594851" y="44535"/>
                </a:lnTo>
                <a:lnTo>
                  <a:pt x="593969" y="44834"/>
                </a:lnTo>
                <a:lnTo>
                  <a:pt x="593109" y="45156"/>
                </a:lnTo>
                <a:lnTo>
                  <a:pt x="592271" y="45499"/>
                </a:lnTo>
                <a:lnTo>
                  <a:pt x="591455" y="45865"/>
                </a:lnTo>
                <a:lnTo>
                  <a:pt x="590661" y="46252"/>
                </a:lnTo>
                <a:lnTo>
                  <a:pt x="589889" y="46662"/>
                </a:lnTo>
                <a:lnTo>
                  <a:pt x="589138" y="47094"/>
                </a:lnTo>
                <a:lnTo>
                  <a:pt x="588410" y="47548"/>
                </a:lnTo>
                <a:lnTo>
                  <a:pt x="587703" y="48024"/>
                </a:lnTo>
                <a:lnTo>
                  <a:pt x="587019" y="48523"/>
                </a:lnTo>
                <a:lnTo>
                  <a:pt x="586356" y="49044"/>
                </a:lnTo>
                <a:lnTo>
                  <a:pt x="585718" y="49577"/>
                </a:lnTo>
                <a:lnTo>
                  <a:pt x="585106" y="50115"/>
                </a:lnTo>
                <a:lnTo>
                  <a:pt x="584523" y="50658"/>
                </a:lnTo>
                <a:lnTo>
                  <a:pt x="583966" y="51205"/>
                </a:lnTo>
                <a:lnTo>
                  <a:pt x="583436" y="51756"/>
                </a:lnTo>
                <a:lnTo>
                  <a:pt x="582934" y="52311"/>
                </a:lnTo>
                <a:lnTo>
                  <a:pt x="582459" y="52871"/>
                </a:lnTo>
                <a:lnTo>
                  <a:pt x="582010" y="53435"/>
                </a:lnTo>
                <a:lnTo>
                  <a:pt x="581589" y="54003"/>
                </a:lnTo>
                <a:lnTo>
                  <a:pt x="581196" y="54575"/>
                </a:lnTo>
                <a:lnTo>
                  <a:pt x="580829" y="55152"/>
                </a:lnTo>
                <a:lnTo>
                  <a:pt x="580490" y="55733"/>
                </a:lnTo>
                <a:lnTo>
                  <a:pt x="580177" y="56319"/>
                </a:lnTo>
                <a:lnTo>
                  <a:pt x="579892" y="56908"/>
                </a:lnTo>
                <a:lnTo>
                  <a:pt x="579634" y="57503"/>
                </a:lnTo>
                <a:lnTo>
                  <a:pt x="579403" y="58101"/>
                </a:lnTo>
                <a:lnTo>
                  <a:pt x="579200" y="58704"/>
                </a:lnTo>
                <a:lnTo>
                  <a:pt x="579023" y="59310"/>
                </a:lnTo>
                <a:lnTo>
                  <a:pt x="578874" y="59922"/>
                </a:lnTo>
                <a:lnTo>
                  <a:pt x="578751" y="60537"/>
                </a:lnTo>
                <a:lnTo>
                  <a:pt x="578656" y="61157"/>
                </a:lnTo>
                <a:lnTo>
                  <a:pt x="578588" y="61781"/>
                </a:lnTo>
                <a:lnTo>
                  <a:pt x="578548" y="62410"/>
                </a:lnTo>
                <a:lnTo>
                  <a:pt x="578534" y="63042"/>
                </a:lnTo>
                <a:lnTo>
                  <a:pt x="578538" y="63372"/>
                </a:lnTo>
                <a:lnTo>
                  <a:pt x="578549" y="63696"/>
                </a:lnTo>
                <a:lnTo>
                  <a:pt x="578567" y="64013"/>
                </a:lnTo>
                <a:lnTo>
                  <a:pt x="578592" y="64325"/>
                </a:lnTo>
                <a:lnTo>
                  <a:pt x="578625" y="64631"/>
                </a:lnTo>
                <a:lnTo>
                  <a:pt x="578665" y="64932"/>
                </a:lnTo>
                <a:lnTo>
                  <a:pt x="578712" y="65226"/>
                </a:lnTo>
                <a:lnTo>
                  <a:pt x="578766" y="65515"/>
                </a:lnTo>
                <a:lnTo>
                  <a:pt x="578828" y="65797"/>
                </a:lnTo>
                <a:lnTo>
                  <a:pt x="578897" y="66074"/>
                </a:lnTo>
                <a:lnTo>
                  <a:pt x="578973" y="66345"/>
                </a:lnTo>
                <a:lnTo>
                  <a:pt x="579056" y="66610"/>
                </a:lnTo>
                <a:lnTo>
                  <a:pt x="579147" y="66870"/>
                </a:lnTo>
                <a:lnTo>
                  <a:pt x="579245" y="67123"/>
                </a:lnTo>
                <a:lnTo>
                  <a:pt x="579350" y="67371"/>
                </a:lnTo>
                <a:lnTo>
                  <a:pt x="579462" y="67612"/>
                </a:lnTo>
                <a:lnTo>
                  <a:pt x="579582" y="67848"/>
                </a:lnTo>
                <a:lnTo>
                  <a:pt x="579709" y="68079"/>
                </a:lnTo>
                <a:lnTo>
                  <a:pt x="579843" y="68303"/>
                </a:lnTo>
                <a:lnTo>
                  <a:pt x="579985" y="68521"/>
                </a:lnTo>
                <a:lnTo>
                  <a:pt x="580133" y="68734"/>
                </a:lnTo>
                <a:lnTo>
                  <a:pt x="580289" y="68941"/>
                </a:lnTo>
                <a:lnTo>
                  <a:pt x="580452" y="69141"/>
                </a:lnTo>
                <a:lnTo>
                  <a:pt x="580623" y="69336"/>
                </a:lnTo>
                <a:lnTo>
                  <a:pt x="580799" y="69524"/>
                </a:lnTo>
                <a:lnTo>
                  <a:pt x="580979" y="69704"/>
                </a:lnTo>
                <a:lnTo>
                  <a:pt x="581164" y="69876"/>
                </a:lnTo>
                <a:lnTo>
                  <a:pt x="581352" y="70040"/>
                </a:lnTo>
                <a:lnTo>
                  <a:pt x="581545" y="70196"/>
                </a:lnTo>
                <a:lnTo>
                  <a:pt x="581742" y="70344"/>
                </a:lnTo>
                <a:lnTo>
                  <a:pt x="581943" y="70484"/>
                </a:lnTo>
                <a:lnTo>
                  <a:pt x="582149" y="70616"/>
                </a:lnTo>
                <a:lnTo>
                  <a:pt x="582358" y="70740"/>
                </a:lnTo>
                <a:lnTo>
                  <a:pt x="582572" y="70856"/>
                </a:lnTo>
                <a:lnTo>
                  <a:pt x="582790" y="70963"/>
                </a:lnTo>
                <a:lnTo>
                  <a:pt x="583012" y="71063"/>
                </a:lnTo>
                <a:lnTo>
                  <a:pt x="583238" y="71155"/>
                </a:lnTo>
                <a:lnTo>
                  <a:pt x="583468" y="71239"/>
                </a:lnTo>
                <a:lnTo>
                  <a:pt x="583703" y="71315"/>
                </a:lnTo>
                <a:lnTo>
                  <a:pt x="583941" y="71383"/>
                </a:lnTo>
                <a:lnTo>
                  <a:pt x="584184" y="71443"/>
                </a:lnTo>
                <a:lnTo>
                  <a:pt x="584431" y="71495"/>
                </a:lnTo>
                <a:lnTo>
                  <a:pt x="584682" y="71539"/>
                </a:lnTo>
                <a:lnTo>
                  <a:pt x="584937" y="71575"/>
                </a:lnTo>
                <a:lnTo>
                  <a:pt x="585197" y="71603"/>
                </a:lnTo>
                <a:lnTo>
                  <a:pt x="585460" y="71623"/>
                </a:lnTo>
                <a:lnTo>
                  <a:pt x="585728" y="71635"/>
                </a:lnTo>
                <a:lnTo>
                  <a:pt x="586000" y="71639"/>
                </a:lnTo>
                <a:lnTo>
                  <a:pt x="586279" y="71635"/>
                </a:lnTo>
                <a:lnTo>
                  <a:pt x="586554" y="71624"/>
                </a:lnTo>
                <a:lnTo>
                  <a:pt x="586824" y="71604"/>
                </a:lnTo>
                <a:lnTo>
                  <a:pt x="587090" y="71578"/>
                </a:lnTo>
                <a:lnTo>
                  <a:pt x="587352" y="71543"/>
                </a:lnTo>
                <a:lnTo>
                  <a:pt x="587608" y="71501"/>
                </a:lnTo>
                <a:lnTo>
                  <a:pt x="587861" y="71451"/>
                </a:lnTo>
                <a:lnTo>
                  <a:pt x="588109" y="71393"/>
                </a:lnTo>
                <a:lnTo>
                  <a:pt x="588352" y="71328"/>
                </a:lnTo>
                <a:lnTo>
                  <a:pt x="588591" y="71255"/>
                </a:lnTo>
                <a:lnTo>
                  <a:pt x="588826" y="71174"/>
                </a:lnTo>
                <a:lnTo>
                  <a:pt x="589056" y="71086"/>
                </a:lnTo>
                <a:lnTo>
                  <a:pt x="589281" y="70990"/>
                </a:lnTo>
                <a:lnTo>
                  <a:pt x="589502" y="70886"/>
                </a:lnTo>
                <a:lnTo>
                  <a:pt x="589719" y="70774"/>
                </a:lnTo>
                <a:lnTo>
                  <a:pt x="589931" y="70655"/>
                </a:lnTo>
                <a:lnTo>
                  <a:pt x="590138" y="70528"/>
                </a:lnTo>
                <a:lnTo>
                  <a:pt x="590342" y="70394"/>
                </a:lnTo>
                <a:lnTo>
                  <a:pt x="590540" y="70252"/>
                </a:lnTo>
                <a:lnTo>
                  <a:pt x="590734" y="70102"/>
                </a:lnTo>
                <a:lnTo>
                  <a:pt x="590924" y="69944"/>
                </a:lnTo>
                <a:lnTo>
                  <a:pt x="591109" y="69779"/>
                </a:lnTo>
                <a:lnTo>
                  <a:pt x="591290" y="69606"/>
                </a:lnTo>
                <a:lnTo>
                  <a:pt x="591467" y="69425"/>
                </a:lnTo>
                <a:lnTo>
                  <a:pt x="591637" y="69238"/>
                </a:lnTo>
                <a:lnTo>
                  <a:pt x="591800" y="69043"/>
                </a:lnTo>
                <a:lnTo>
                  <a:pt x="591956" y="68843"/>
                </a:lnTo>
                <a:lnTo>
                  <a:pt x="592105" y="68636"/>
                </a:lnTo>
                <a:lnTo>
                  <a:pt x="592246" y="68422"/>
                </a:lnTo>
                <a:lnTo>
                  <a:pt x="592380" y="68202"/>
                </a:lnTo>
                <a:lnTo>
                  <a:pt x="592507" y="67976"/>
                </a:lnTo>
                <a:lnTo>
                  <a:pt x="592627" y="67743"/>
                </a:lnTo>
                <a:lnTo>
                  <a:pt x="592739" y="67504"/>
                </a:lnTo>
                <a:lnTo>
                  <a:pt x="592844" y="67258"/>
                </a:lnTo>
                <a:lnTo>
                  <a:pt x="592942" y="67006"/>
                </a:lnTo>
                <a:lnTo>
                  <a:pt x="593033" y="66747"/>
                </a:lnTo>
                <a:lnTo>
                  <a:pt x="593116" y="66482"/>
                </a:lnTo>
                <a:lnTo>
                  <a:pt x="593193" y="66210"/>
                </a:lnTo>
                <a:lnTo>
                  <a:pt x="593262" y="65932"/>
                </a:lnTo>
                <a:lnTo>
                  <a:pt x="593323" y="65648"/>
                </a:lnTo>
                <a:lnTo>
                  <a:pt x="593378" y="65357"/>
                </a:lnTo>
                <a:lnTo>
                  <a:pt x="593425" y="65060"/>
                </a:lnTo>
                <a:lnTo>
                  <a:pt x="593465" y="64756"/>
                </a:lnTo>
                <a:lnTo>
                  <a:pt x="593497" y="64445"/>
                </a:lnTo>
                <a:lnTo>
                  <a:pt x="593523" y="64129"/>
                </a:lnTo>
                <a:lnTo>
                  <a:pt x="593541" y="63805"/>
                </a:lnTo>
                <a:lnTo>
                  <a:pt x="593552" y="63476"/>
                </a:lnTo>
                <a:lnTo>
                  <a:pt x="593555" y="63140"/>
                </a:lnTo>
                <a:lnTo>
                  <a:pt x="593377" y="58004"/>
                </a:lnTo>
                <a:lnTo>
                  <a:pt x="593383" y="57681"/>
                </a:lnTo>
                <a:lnTo>
                  <a:pt x="593401" y="57361"/>
                </a:lnTo>
                <a:lnTo>
                  <a:pt x="593430" y="57044"/>
                </a:lnTo>
                <a:lnTo>
                  <a:pt x="593471" y="56730"/>
                </a:lnTo>
                <a:lnTo>
                  <a:pt x="593524" y="56419"/>
                </a:lnTo>
                <a:lnTo>
                  <a:pt x="593589" y="56111"/>
                </a:lnTo>
                <a:lnTo>
                  <a:pt x="593665" y="55806"/>
                </a:lnTo>
                <a:lnTo>
                  <a:pt x="593753" y="55504"/>
                </a:lnTo>
                <a:lnTo>
                  <a:pt x="593852" y="55206"/>
                </a:lnTo>
                <a:lnTo>
                  <a:pt x="593964" y="54910"/>
                </a:lnTo>
                <a:lnTo>
                  <a:pt x="594087" y="54618"/>
                </a:lnTo>
                <a:lnTo>
                  <a:pt x="594222" y="54329"/>
                </a:lnTo>
                <a:lnTo>
                  <a:pt x="594368" y="54042"/>
                </a:lnTo>
                <a:lnTo>
                  <a:pt x="594527" y="53759"/>
                </a:lnTo>
                <a:lnTo>
                  <a:pt x="594697" y="53479"/>
                </a:lnTo>
                <a:lnTo>
                  <a:pt x="594879" y="53202"/>
                </a:lnTo>
                <a:lnTo>
                  <a:pt x="595072" y="52928"/>
                </a:lnTo>
                <a:lnTo>
                  <a:pt x="595277" y="52657"/>
                </a:lnTo>
                <a:lnTo>
                  <a:pt x="595494" y="52389"/>
                </a:lnTo>
                <a:lnTo>
                  <a:pt x="595723" y="52124"/>
                </a:lnTo>
                <a:lnTo>
                  <a:pt x="595963" y="51863"/>
                </a:lnTo>
                <a:lnTo>
                  <a:pt x="596216" y="51604"/>
                </a:lnTo>
                <a:lnTo>
                  <a:pt x="596479" y="51349"/>
                </a:lnTo>
                <a:lnTo>
                  <a:pt x="596755" y="51096"/>
                </a:lnTo>
                <a:lnTo>
                  <a:pt x="597033" y="50850"/>
                </a:lnTo>
                <a:lnTo>
                  <a:pt x="597319" y="50615"/>
                </a:lnTo>
                <a:lnTo>
                  <a:pt x="597613" y="50390"/>
                </a:lnTo>
                <a:lnTo>
                  <a:pt x="597915" y="50176"/>
                </a:lnTo>
                <a:lnTo>
                  <a:pt x="598226" y="49972"/>
                </a:lnTo>
                <a:lnTo>
                  <a:pt x="598544" y="49779"/>
                </a:lnTo>
                <a:lnTo>
                  <a:pt x="598870" y="49596"/>
                </a:lnTo>
                <a:lnTo>
                  <a:pt x="599204" y="49423"/>
                </a:lnTo>
                <a:lnTo>
                  <a:pt x="599546" y="49261"/>
                </a:lnTo>
                <a:lnTo>
                  <a:pt x="599897" y="49110"/>
                </a:lnTo>
                <a:lnTo>
                  <a:pt x="600255" y="48969"/>
                </a:lnTo>
                <a:lnTo>
                  <a:pt x="600621" y="48838"/>
                </a:lnTo>
                <a:lnTo>
                  <a:pt x="600996" y="48718"/>
                </a:lnTo>
                <a:lnTo>
                  <a:pt x="601378" y="48608"/>
                </a:lnTo>
                <a:lnTo>
                  <a:pt x="601769" y="48509"/>
                </a:lnTo>
                <a:lnTo>
                  <a:pt x="602167" y="48420"/>
                </a:lnTo>
                <a:lnTo>
                  <a:pt x="602573" y="48341"/>
                </a:lnTo>
                <a:lnTo>
                  <a:pt x="602988" y="48273"/>
                </a:lnTo>
                <a:lnTo>
                  <a:pt x="603410" y="48216"/>
                </a:lnTo>
                <a:lnTo>
                  <a:pt x="603841" y="48169"/>
                </a:lnTo>
                <a:lnTo>
                  <a:pt x="604279" y="48132"/>
                </a:lnTo>
                <a:lnTo>
                  <a:pt x="604726" y="48106"/>
                </a:lnTo>
                <a:lnTo>
                  <a:pt x="605181" y="48090"/>
                </a:lnTo>
                <a:lnTo>
                  <a:pt x="605643" y="48085"/>
                </a:lnTo>
                <a:lnTo>
                  <a:pt x="606252" y="48093"/>
                </a:lnTo>
                <a:lnTo>
                  <a:pt x="606848" y="48117"/>
                </a:lnTo>
                <a:lnTo>
                  <a:pt x="607433" y="48156"/>
                </a:lnTo>
                <a:lnTo>
                  <a:pt x="608005" y="48211"/>
                </a:lnTo>
                <a:lnTo>
                  <a:pt x="608565" y="48282"/>
                </a:lnTo>
                <a:lnTo>
                  <a:pt x="609112" y="48369"/>
                </a:lnTo>
                <a:lnTo>
                  <a:pt x="609648" y="48471"/>
                </a:lnTo>
                <a:lnTo>
                  <a:pt x="610171" y="48589"/>
                </a:lnTo>
                <a:lnTo>
                  <a:pt x="610682" y="48723"/>
                </a:lnTo>
                <a:lnTo>
                  <a:pt x="611181" y="48872"/>
                </a:lnTo>
                <a:lnTo>
                  <a:pt x="611668" y="49038"/>
                </a:lnTo>
                <a:lnTo>
                  <a:pt x="612143" y="49219"/>
                </a:lnTo>
                <a:lnTo>
                  <a:pt x="612605" y="49415"/>
                </a:lnTo>
                <a:lnTo>
                  <a:pt x="613055" y="49628"/>
                </a:lnTo>
                <a:lnTo>
                  <a:pt x="613493" y="49856"/>
                </a:lnTo>
                <a:lnTo>
                  <a:pt x="613919" y="50100"/>
                </a:lnTo>
                <a:lnTo>
                  <a:pt x="614333" y="50360"/>
                </a:lnTo>
                <a:lnTo>
                  <a:pt x="614734" y="50635"/>
                </a:lnTo>
                <a:lnTo>
                  <a:pt x="615123" y="50926"/>
                </a:lnTo>
                <a:lnTo>
                  <a:pt x="615500" y="51233"/>
                </a:lnTo>
                <a:lnTo>
                  <a:pt x="615865" y="51556"/>
                </a:lnTo>
                <a:lnTo>
                  <a:pt x="616218" y="51894"/>
                </a:lnTo>
                <a:lnTo>
                  <a:pt x="616559" y="52248"/>
                </a:lnTo>
                <a:lnTo>
                  <a:pt x="616887" y="52618"/>
                </a:lnTo>
                <a:lnTo>
                  <a:pt x="617202" y="53009"/>
                </a:lnTo>
                <a:lnTo>
                  <a:pt x="617504" y="53427"/>
                </a:lnTo>
                <a:lnTo>
                  <a:pt x="617793" y="53871"/>
                </a:lnTo>
                <a:lnTo>
                  <a:pt x="618068" y="54342"/>
                </a:lnTo>
                <a:lnTo>
                  <a:pt x="618330" y="54839"/>
                </a:lnTo>
                <a:lnTo>
                  <a:pt x="618578" y="55362"/>
                </a:lnTo>
                <a:lnTo>
                  <a:pt x="618813" y="55913"/>
                </a:lnTo>
                <a:lnTo>
                  <a:pt x="619035" y="56490"/>
                </a:lnTo>
                <a:lnTo>
                  <a:pt x="619243" y="57093"/>
                </a:lnTo>
                <a:lnTo>
                  <a:pt x="619438" y="57723"/>
                </a:lnTo>
                <a:lnTo>
                  <a:pt x="619619" y="58379"/>
                </a:lnTo>
                <a:lnTo>
                  <a:pt x="619787" y="59062"/>
                </a:lnTo>
                <a:lnTo>
                  <a:pt x="619941" y="59772"/>
                </a:lnTo>
                <a:lnTo>
                  <a:pt x="620082" y="60508"/>
                </a:lnTo>
                <a:lnTo>
                  <a:pt x="620209" y="61270"/>
                </a:lnTo>
                <a:lnTo>
                  <a:pt x="620324" y="62060"/>
                </a:lnTo>
                <a:lnTo>
                  <a:pt x="620424" y="62875"/>
                </a:lnTo>
                <a:lnTo>
                  <a:pt x="620512" y="63717"/>
                </a:lnTo>
                <a:lnTo>
                  <a:pt x="620585" y="64586"/>
                </a:lnTo>
                <a:lnTo>
                  <a:pt x="620646" y="65481"/>
                </a:lnTo>
                <a:lnTo>
                  <a:pt x="620693" y="66403"/>
                </a:lnTo>
                <a:lnTo>
                  <a:pt x="620726" y="67352"/>
                </a:lnTo>
                <a:lnTo>
                  <a:pt x="620746" y="68327"/>
                </a:lnTo>
                <a:lnTo>
                  <a:pt x="620753" y="69328"/>
                </a:lnTo>
                <a:lnTo>
                  <a:pt x="620753" y="72528"/>
                </a:lnTo>
                <a:lnTo>
                  <a:pt x="619026" y="73161"/>
                </a:lnTo>
                <a:lnTo>
                  <a:pt x="617340" y="73786"/>
                </a:lnTo>
                <a:lnTo>
                  <a:pt x="615696" y="74403"/>
                </a:lnTo>
                <a:lnTo>
                  <a:pt x="614093" y="75012"/>
                </a:lnTo>
                <a:lnTo>
                  <a:pt x="612532" y="75613"/>
                </a:lnTo>
                <a:lnTo>
                  <a:pt x="611012" y="76205"/>
                </a:lnTo>
                <a:lnTo>
                  <a:pt x="609534" y="76790"/>
                </a:lnTo>
                <a:lnTo>
                  <a:pt x="608097" y="77367"/>
                </a:lnTo>
                <a:lnTo>
                  <a:pt x="606702" y="77936"/>
                </a:lnTo>
                <a:lnTo>
                  <a:pt x="605348" y="78497"/>
                </a:lnTo>
                <a:lnTo>
                  <a:pt x="604036" y="79049"/>
                </a:lnTo>
                <a:lnTo>
                  <a:pt x="602766" y="79594"/>
                </a:lnTo>
                <a:lnTo>
                  <a:pt x="601536" y="80131"/>
                </a:lnTo>
                <a:lnTo>
                  <a:pt x="600349" y="80659"/>
                </a:lnTo>
                <a:lnTo>
                  <a:pt x="599203" y="81180"/>
                </a:lnTo>
                <a:lnTo>
                  <a:pt x="598098" y="81693"/>
                </a:lnTo>
                <a:lnTo>
                  <a:pt x="597035" y="82197"/>
                </a:lnTo>
                <a:lnTo>
                  <a:pt x="596013" y="82694"/>
                </a:lnTo>
                <a:lnTo>
                  <a:pt x="595033" y="83182"/>
                </a:lnTo>
                <a:lnTo>
                  <a:pt x="594095" y="83663"/>
                </a:lnTo>
                <a:lnTo>
                  <a:pt x="593198" y="84135"/>
                </a:lnTo>
                <a:lnTo>
                  <a:pt x="592342" y="84600"/>
                </a:lnTo>
                <a:lnTo>
                  <a:pt x="591528" y="85056"/>
                </a:lnTo>
                <a:lnTo>
                  <a:pt x="590755" y="85505"/>
                </a:lnTo>
                <a:lnTo>
                  <a:pt x="590013" y="85950"/>
                </a:lnTo>
                <a:lnTo>
                  <a:pt x="589289" y="86398"/>
                </a:lnTo>
                <a:lnTo>
                  <a:pt x="588584" y="86849"/>
                </a:lnTo>
                <a:lnTo>
                  <a:pt x="587898" y="87302"/>
                </a:lnTo>
                <a:lnTo>
                  <a:pt x="587230" y="87758"/>
                </a:lnTo>
                <a:lnTo>
                  <a:pt x="586581" y="88216"/>
                </a:lnTo>
                <a:lnTo>
                  <a:pt x="585950" y="88676"/>
                </a:lnTo>
                <a:lnTo>
                  <a:pt x="585339" y="89139"/>
                </a:lnTo>
                <a:lnTo>
                  <a:pt x="584745" y="89604"/>
                </a:lnTo>
                <a:lnTo>
                  <a:pt x="584171" y="90072"/>
                </a:lnTo>
                <a:lnTo>
                  <a:pt x="583615" y="90543"/>
                </a:lnTo>
                <a:lnTo>
                  <a:pt x="583078" y="91015"/>
                </a:lnTo>
                <a:lnTo>
                  <a:pt x="582560" y="91491"/>
                </a:lnTo>
                <a:lnTo>
                  <a:pt x="582060" y="91968"/>
                </a:lnTo>
                <a:lnTo>
                  <a:pt x="581579" y="92449"/>
                </a:lnTo>
                <a:lnTo>
                  <a:pt x="581117" y="92931"/>
                </a:lnTo>
                <a:lnTo>
                  <a:pt x="580673" y="93416"/>
                </a:lnTo>
                <a:lnTo>
                  <a:pt x="580248" y="93904"/>
                </a:lnTo>
                <a:lnTo>
                  <a:pt x="579842" y="94394"/>
                </a:lnTo>
                <a:lnTo>
                  <a:pt x="579454" y="94887"/>
                </a:lnTo>
                <a:lnTo>
                  <a:pt x="579085" y="95382"/>
                </a:lnTo>
                <a:lnTo>
                  <a:pt x="578734" y="95879"/>
                </a:lnTo>
                <a:lnTo>
                  <a:pt x="578403" y="96379"/>
                </a:lnTo>
                <a:lnTo>
                  <a:pt x="578090" y="96882"/>
                </a:lnTo>
                <a:lnTo>
                  <a:pt x="577872" y="97247"/>
                </a:lnTo>
                <a:lnTo>
                  <a:pt x="577664" y="97619"/>
                </a:lnTo>
                <a:lnTo>
                  <a:pt x="577465" y="97995"/>
                </a:lnTo>
                <a:lnTo>
                  <a:pt x="577275" y="98378"/>
                </a:lnTo>
                <a:lnTo>
                  <a:pt x="577094" y="98766"/>
                </a:lnTo>
                <a:lnTo>
                  <a:pt x="576923" y="99159"/>
                </a:lnTo>
                <a:lnTo>
                  <a:pt x="576761" y="99558"/>
                </a:lnTo>
                <a:lnTo>
                  <a:pt x="576608" y="99963"/>
                </a:lnTo>
                <a:lnTo>
                  <a:pt x="576465" y="100373"/>
                </a:lnTo>
                <a:lnTo>
                  <a:pt x="576331" y="100789"/>
                </a:lnTo>
                <a:lnTo>
                  <a:pt x="576206" y="101210"/>
                </a:lnTo>
                <a:lnTo>
                  <a:pt x="576090" y="101637"/>
                </a:lnTo>
                <a:lnTo>
                  <a:pt x="575983" y="102069"/>
                </a:lnTo>
                <a:lnTo>
                  <a:pt x="575886" y="102507"/>
                </a:lnTo>
                <a:lnTo>
                  <a:pt x="575798" y="102951"/>
                </a:lnTo>
                <a:lnTo>
                  <a:pt x="575720" y="103400"/>
                </a:lnTo>
                <a:lnTo>
                  <a:pt x="575650" y="103854"/>
                </a:lnTo>
                <a:lnTo>
                  <a:pt x="575590" y="104314"/>
                </a:lnTo>
                <a:lnTo>
                  <a:pt x="575539" y="104780"/>
                </a:lnTo>
                <a:lnTo>
                  <a:pt x="575497" y="105251"/>
                </a:lnTo>
                <a:lnTo>
                  <a:pt x="575465" y="105728"/>
                </a:lnTo>
                <a:lnTo>
                  <a:pt x="575442" y="106211"/>
                </a:lnTo>
                <a:lnTo>
                  <a:pt x="575428" y="106698"/>
                </a:lnTo>
                <a:lnTo>
                  <a:pt x="575423" y="107192"/>
                </a:lnTo>
                <a:lnTo>
                  <a:pt x="575433" y="107971"/>
                </a:lnTo>
                <a:lnTo>
                  <a:pt x="575461" y="108737"/>
                </a:lnTo>
                <a:lnTo>
                  <a:pt x="575509" y="109490"/>
                </a:lnTo>
                <a:lnTo>
                  <a:pt x="575575" y="110231"/>
                </a:lnTo>
                <a:lnTo>
                  <a:pt x="575661" y="110959"/>
                </a:lnTo>
                <a:lnTo>
                  <a:pt x="575765" y="111675"/>
                </a:lnTo>
                <a:lnTo>
                  <a:pt x="575888" y="112378"/>
                </a:lnTo>
                <a:lnTo>
                  <a:pt x="576031" y="113068"/>
                </a:lnTo>
                <a:lnTo>
                  <a:pt x="576192" y="113746"/>
                </a:lnTo>
                <a:lnTo>
                  <a:pt x="576372" y="114411"/>
                </a:lnTo>
                <a:lnTo>
                  <a:pt x="576572" y="115063"/>
                </a:lnTo>
                <a:lnTo>
                  <a:pt x="576790" y="115702"/>
                </a:lnTo>
                <a:lnTo>
                  <a:pt x="577027" y="116329"/>
                </a:lnTo>
                <a:lnTo>
                  <a:pt x="577283" y="116944"/>
                </a:lnTo>
                <a:lnTo>
                  <a:pt x="577559" y="117545"/>
                </a:lnTo>
                <a:lnTo>
                  <a:pt x="577853" y="118134"/>
                </a:lnTo>
                <a:lnTo>
                  <a:pt x="578166" y="118711"/>
                </a:lnTo>
                <a:lnTo>
                  <a:pt x="578498" y="119274"/>
                </a:lnTo>
                <a:lnTo>
                  <a:pt x="578849" y="119825"/>
                </a:lnTo>
                <a:lnTo>
                  <a:pt x="579219" y="120364"/>
                </a:lnTo>
                <a:lnTo>
                  <a:pt x="579608" y="120890"/>
                </a:lnTo>
                <a:lnTo>
                  <a:pt x="580016" y="121403"/>
                </a:lnTo>
                <a:lnTo>
                  <a:pt x="580443" y="121903"/>
                </a:lnTo>
                <a:lnTo>
                  <a:pt x="580890" y="122391"/>
                </a:lnTo>
                <a:lnTo>
                  <a:pt x="581350" y="122862"/>
                </a:lnTo>
                <a:lnTo>
                  <a:pt x="581821" y="123314"/>
                </a:lnTo>
                <a:lnTo>
                  <a:pt x="582303" y="123745"/>
                </a:lnTo>
                <a:lnTo>
                  <a:pt x="582794" y="124156"/>
                </a:lnTo>
                <a:lnTo>
                  <a:pt x="583296" y="124547"/>
                </a:lnTo>
                <a:lnTo>
                  <a:pt x="583809" y="124918"/>
                </a:lnTo>
                <a:lnTo>
                  <a:pt x="584331" y="125269"/>
                </a:lnTo>
                <a:lnTo>
                  <a:pt x="584865" y="125600"/>
                </a:lnTo>
                <a:lnTo>
                  <a:pt x="585408" y="125911"/>
                </a:lnTo>
                <a:lnTo>
                  <a:pt x="585962" y="126202"/>
                </a:lnTo>
                <a:lnTo>
                  <a:pt x="586526" y="126473"/>
                </a:lnTo>
                <a:lnTo>
                  <a:pt x="587100" y="126724"/>
                </a:lnTo>
                <a:lnTo>
                  <a:pt x="587685" y="126954"/>
                </a:lnTo>
                <a:lnTo>
                  <a:pt x="588280" y="127165"/>
                </a:lnTo>
                <a:lnTo>
                  <a:pt x="588885" y="127356"/>
                </a:lnTo>
                <a:lnTo>
                  <a:pt x="589501" y="127526"/>
                </a:lnTo>
                <a:lnTo>
                  <a:pt x="590127" y="127677"/>
                </a:lnTo>
                <a:lnTo>
                  <a:pt x="590764" y="127807"/>
                </a:lnTo>
                <a:lnTo>
                  <a:pt x="591411" y="127917"/>
                </a:lnTo>
                <a:lnTo>
                  <a:pt x="592068" y="128008"/>
                </a:lnTo>
                <a:lnTo>
                  <a:pt x="592735" y="128078"/>
                </a:lnTo>
                <a:lnTo>
                  <a:pt x="593413" y="128128"/>
                </a:lnTo>
                <a:lnTo>
                  <a:pt x="594101" y="128158"/>
                </a:lnTo>
                <a:lnTo>
                  <a:pt x="594800" y="128168"/>
                </a:lnTo>
                <a:lnTo>
                  <a:pt x="595250" y="128164"/>
                </a:lnTo>
                <a:lnTo>
                  <a:pt x="595699" y="128152"/>
                </a:lnTo>
                <a:lnTo>
                  <a:pt x="596145" y="128132"/>
                </a:lnTo>
                <a:lnTo>
                  <a:pt x="596590" y="128104"/>
                </a:lnTo>
                <a:lnTo>
                  <a:pt x="597032" y="128068"/>
                </a:lnTo>
                <a:lnTo>
                  <a:pt x="597472" y="128024"/>
                </a:lnTo>
                <a:lnTo>
                  <a:pt x="597909" y="127972"/>
                </a:lnTo>
                <a:lnTo>
                  <a:pt x="598345" y="127911"/>
                </a:lnTo>
                <a:lnTo>
                  <a:pt x="598778" y="127843"/>
                </a:lnTo>
                <a:lnTo>
                  <a:pt x="599210" y="127767"/>
                </a:lnTo>
                <a:lnTo>
                  <a:pt x="599639" y="127683"/>
                </a:lnTo>
                <a:lnTo>
                  <a:pt x="600066" y="127590"/>
                </a:lnTo>
                <a:lnTo>
                  <a:pt x="600491" y="127490"/>
                </a:lnTo>
                <a:lnTo>
                  <a:pt x="600913" y="127382"/>
                </a:lnTo>
                <a:lnTo>
                  <a:pt x="601334" y="127265"/>
                </a:lnTo>
                <a:lnTo>
                  <a:pt x="601752" y="127141"/>
                </a:lnTo>
                <a:lnTo>
                  <a:pt x="602168" y="127009"/>
                </a:lnTo>
                <a:lnTo>
                  <a:pt x="602582" y="126868"/>
                </a:lnTo>
                <a:lnTo>
                  <a:pt x="602994" y="126720"/>
                </a:lnTo>
                <a:lnTo>
                  <a:pt x="603404" y="126563"/>
                </a:lnTo>
                <a:lnTo>
                  <a:pt x="603811" y="126399"/>
                </a:lnTo>
                <a:lnTo>
                  <a:pt x="604217" y="126226"/>
                </a:lnTo>
                <a:lnTo>
                  <a:pt x="604620" y="126046"/>
                </a:lnTo>
                <a:lnTo>
                  <a:pt x="605021" y="125857"/>
                </a:lnTo>
                <a:lnTo>
                  <a:pt x="605304" y="125717"/>
                </a:lnTo>
                <a:lnTo>
                  <a:pt x="605619" y="125549"/>
                </a:lnTo>
                <a:lnTo>
                  <a:pt x="605967" y="125352"/>
                </a:lnTo>
                <a:lnTo>
                  <a:pt x="606347" y="125126"/>
                </a:lnTo>
                <a:lnTo>
                  <a:pt x="606759" y="124873"/>
                </a:lnTo>
                <a:lnTo>
                  <a:pt x="607204" y="124591"/>
                </a:lnTo>
                <a:lnTo>
                  <a:pt x="607681" y="124280"/>
                </a:lnTo>
                <a:lnTo>
                  <a:pt x="608191" y="123941"/>
                </a:lnTo>
                <a:lnTo>
                  <a:pt x="608733" y="123574"/>
                </a:lnTo>
                <a:lnTo>
                  <a:pt x="609308" y="123178"/>
                </a:lnTo>
                <a:lnTo>
                  <a:pt x="609915" y="122754"/>
                </a:lnTo>
                <a:lnTo>
                  <a:pt x="610554" y="122302"/>
                </a:lnTo>
                <a:lnTo>
                  <a:pt x="611226" y="121821"/>
                </a:lnTo>
                <a:lnTo>
                  <a:pt x="611930" y="121312"/>
                </a:lnTo>
                <a:lnTo>
                  <a:pt x="612666" y="120774"/>
                </a:lnTo>
                <a:lnTo>
                  <a:pt x="613435" y="120208"/>
                </a:lnTo>
                <a:lnTo>
                  <a:pt x="614237" y="119614"/>
                </a:lnTo>
                <a:lnTo>
                  <a:pt x="615070" y="118991"/>
                </a:lnTo>
                <a:lnTo>
                  <a:pt x="615936" y="118340"/>
                </a:lnTo>
                <a:lnTo>
                  <a:pt x="616835" y="117660"/>
                </a:lnTo>
                <a:lnTo>
                  <a:pt x="617766" y="116952"/>
                </a:lnTo>
                <a:lnTo>
                  <a:pt x="618729" y="116216"/>
                </a:lnTo>
                <a:lnTo>
                  <a:pt x="619725" y="115451"/>
                </a:lnTo>
                <a:lnTo>
                  <a:pt x="620753" y="114658"/>
                </a:lnTo>
                <a:lnTo>
                  <a:pt x="620765" y="115258"/>
                </a:lnTo>
                <a:lnTo>
                  <a:pt x="620785" y="115843"/>
                </a:lnTo>
                <a:lnTo>
                  <a:pt x="620814" y="116413"/>
                </a:lnTo>
                <a:lnTo>
                  <a:pt x="620852" y="116969"/>
                </a:lnTo>
                <a:close/>
                <a:moveTo>
                  <a:pt x="617198" y="111535"/>
                </a:moveTo>
                <a:lnTo>
                  <a:pt x="616346" y="112134"/>
                </a:lnTo>
                <a:lnTo>
                  <a:pt x="615509" y="112702"/>
                </a:lnTo>
                <a:lnTo>
                  <a:pt x="614687" y="113240"/>
                </a:lnTo>
                <a:lnTo>
                  <a:pt x="613880" y="113747"/>
                </a:lnTo>
                <a:lnTo>
                  <a:pt x="613087" y="114223"/>
                </a:lnTo>
                <a:lnTo>
                  <a:pt x="612309" y="114669"/>
                </a:lnTo>
                <a:lnTo>
                  <a:pt x="611546" y="115084"/>
                </a:lnTo>
                <a:lnTo>
                  <a:pt x="610798" y="115468"/>
                </a:lnTo>
                <a:lnTo>
                  <a:pt x="610065" y="115821"/>
                </a:lnTo>
                <a:lnTo>
                  <a:pt x="609347" y="116144"/>
                </a:lnTo>
                <a:lnTo>
                  <a:pt x="608643" y="116436"/>
                </a:lnTo>
                <a:lnTo>
                  <a:pt x="607954" y="116697"/>
                </a:lnTo>
                <a:lnTo>
                  <a:pt x="607280" y="116927"/>
                </a:lnTo>
                <a:lnTo>
                  <a:pt x="606621" y="117127"/>
                </a:lnTo>
                <a:lnTo>
                  <a:pt x="605977" y="117296"/>
                </a:lnTo>
                <a:lnTo>
                  <a:pt x="605347" y="117434"/>
                </a:lnTo>
                <a:lnTo>
                  <a:pt x="604732" y="117542"/>
                </a:lnTo>
                <a:lnTo>
                  <a:pt x="604132" y="117619"/>
                </a:lnTo>
                <a:lnTo>
                  <a:pt x="603547" y="117665"/>
                </a:lnTo>
                <a:lnTo>
                  <a:pt x="602977" y="117680"/>
                </a:lnTo>
                <a:lnTo>
                  <a:pt x="602564" y="117673"/>
                </a:lnTo>
                <a:lnTo>
                  <a:pt x="602155" y="117651"/>
                </a:lnTo>
                <a:lnTo>
                  <a:pt x="601750" y="117614"/>
                </a:lnTo>
                <a:lnTo>
                  <a:pt x="601350" y="117563"/>
                </a:lnTo>
                <a:lnTo>
                  <a:pt x="600953" y="117498"/>
                </a:lnTo>
                <a:lnTo>
                  <a:pt x="600560" y="117417"/>
                </a:lnTo>
                <a:lnTo>
                  <a:pt x="600172" y="117323"/>
                </a:lnTo>
                <a:lnTo>
                  <a:pt x="599787" y="117213"/>
                </a:lnTo>
                <a:lnTo>
                  <a:pt x="599406" y="117089"/>
                </a:lnTo>
                <a:lnTo>
                  <a:pt x="599030" y="116950"/>
                </a:lnTo>
                <a:lnTo>
                  <a:pt x="598657" y="116797"/>
                </a:lnTo>
                <a:lnTo>
                  <a:pt x="598288" y="116629"/>
                </a:lnTo>
                <a:lnTo>
                  <a:pt x="597924" y="116447"/>
                </a:lnTo>
                <a:lnTo>
                  <a:pt x="597563" y="116250"/>
                </a:lnTo>
                <a:lnTo>
                  <a:pt x="597206" y="116038"/>
                </a:lnTo>
                <a:lnTo>
                  <a:pt x="596854" y="115812"/>
                </a:lnTo>
                <a:lnTo>
                  <a:pt x="596505" y="115571"/>
                </a:lnTo>
                <a:lnTo>
                  <a:pt x="596161" y="115316"/>
                </a:lnTo>
                <a:lnTo>
                  <a:pt x="595820" y="115046"/>
                </a:lnTo>
                <a:lnTo>
                  <a:pt x="595483" y="114762"/>
                </a:lnTo>
                <a:lnTo>
                  <a:pt x="595151" y="114463"/>
                </a:lnTo>
                <a:lnTo>
                  <a:pt x="594822" y="114149"/>
                </a:lnTo>
                <a:lnTo>
                  <a:pt x="594498" y="113820"/>
                </a:lnTo>
                <a:lnTo>
                  <a:pt x="594177" y="113478"/>
                </a:lnTo>
                <a:lnTo>
                  <a:pt x="593866" y="113124"/>
                </a:lnTo>
                <a:lnTo>
                  <a:pt x="593567" y="112762"/>
                </a:lnTo>
                <a:lnTo>
                  <a:pt x="593282" y="112393"/>
                </a:lnTo>
                <a:lnTo>
                  <a:pt x="593010" y="112016"/>
                </a:lnTo>
                <a:lnTo>
                  <a:pt x="592751" y="111632"/>
                </a:lnTo>
                <a:lnTo>
                  <a:pt x="592505" y="111241"/>
                </a:lnTo>
                <a:lnTo>
                  <a:pt x="592273" y="110842"/>
                </a:lnTo>
                <a:lnTo>
                  <a:pt x="592054" y="110435"/>
                </a:lnTo>
                <a:lnTo>
                  <a:pt x="591848" y="110021"/>
                </a:lnTo>
                <a:lnTo>
                  <a:pt x="591656" y="109599"/>
                </a:lnTo>
                <a:lnTo>
                  <a:pt x="591477" y="109170"/>
                </a:lnTo>
                <a:lnTo>
                  <a:pt x="591311" y="108733"/>
                </a:lnTo>
                <a:lnTo>
                  <a:pt x="591158" y="108288"/>
                </a:lnTo>
                <a:lnTo>
                  <a:pt x="591019" y="107837"/>
                </a:lnTo>
                <a:lnTo>
                  <a:pt x="590893" y="107377"/>
                </a:lnTo>
                <a:lnTo>
                  <a:pt x="590780" y="106910"/>
                </a:lnTo>
                <a:lnTo>
                  <a:pt x="590681" y="106436"/>
                </a:lnTo>
                <a:lnTo>
                  <a:pt x="590594" y="105954"/>
                </a:lnTo>
                <a:lnTo>
                  <a:pt x="590521" y="105464"/>
                </a:lnTo>
                <a:lnTo>
                  <a:pt x="590462" y="104967"/>
                </a:lnTo>
                <a:lnTo>
                  <a:pt x="590415" y="104462"/>
                </a:lnTo>
                <a:lnTo>
                  <a:pt x="590382" y="103950"/>
                </a:lnTo>
                <a:lnTo>
                  <a:pt x="590362" y="103431"/>
                </a:lnTo>
                <a:lnTo>
                  <a:pt x="590355" y="102903"/>
                </a:lnTo>
                <a:lnTo>
                  <a:pt x="590361" y="102484"/>
                </a:lnTo>
                <a:lnTo>
                  <a:pt x="590376" y="102068"/>
                </a:lnTo>
                <a:lnTo>
                  <a:pt x="590403" y="101655"/>
                </a:lnTo>
                <a:lnTo>
                  <a:pt x="590439" y="101244"/>
                </a:lnTo>
                <a:lnTo>
                  <a:pt x="590487" y="100836"/>
                </a:lnTo>
                <a:lnTo>
                  <a:pt x="590544" y="100431"/>
                </a:lnTo>
                <a:lnTo>
                  <a:pt x="590613" y="100029"/>
                </a:lnTo>
                <a:lnTo>
                  <a:pt x="590691" y="99629"/>
                </a:lnTo>
                <a:lnTo>
                  <a:pt x="590780" y="99232"/>
                </a:lnTo>
                <a:lnTo>
                  <a:pt x="590880" y="98838"/>
                </a:lnTo>
                <a:lnTo>
                  <a:pt x="590990" y="98447"/>
                </a:lnTo>
                <a:lnTo>
                  <a:pt x="591111" y="98059"/>
                </a:lnTo>
                <a:lnTo>
                  <a:pt x="591242" y="97673"/>
                </a:lnTo>
                <a:lnTo>
                  <a:pt x="591384" y="97290"/>
                </a:lnTo>
                <a:lnTo>
                  <a:pt x="591536" y="96910"/>
                </a:lnTo>
                <a:lnTo>
                  <a:pt x="591699" y="96532"/>
                </a:lnTo>
                <a:lnTo>
                  <a:pt x="591872" y="96158"/>
                </a:lnTo>
                <a:lnTo>
                  <a:pt x="592055" y="95786"/>
                </a:lnTo>
                <a:lnTo>
                  <a:pt x="592249" y="95417"/>
                </a:lnTo>
                <a:lnTo>
                  <a:pt x="592454" y="95050"/>
                </a:lnTo>
                <a:lnTo>
                  <a:pt x="592669" y="94687"/>
                </a:lnTo>
                <a:lnTo>
                  <a:pt x="592895" y="94326"/>
                </a:lnTo>
                <a:lnTo>
                  <a:pt x="593131" y="93968"/>
                </a:lnTo>
                <a:lnTo>
                  <a:pt x="593377" y="93612"/>
                </a:lnTo>
                <a:lnTo>
                  <a:pt x="593636" y="93259"/>
                </a:lnTo>
                <a:lnTo>
                  <a:pt x="593909" y="92907"/>
                </a:lnTo>
                <a:lnTo>
                  <a:pt x="594195" y="92556"/>
                </a:lnTo>
                <a:lnTo>
                  <a:pt x="594496" y="92207"/>
                </a:lnTo>
                <a:lnTo>
                  <a:pt x="594810" y="91858"/>
                </a:lnTo>
                <a:lnTo>
                  <a:pt x="595138" y="91511"/>
                </a:lnTo>
                <a:lnTo>
                  <a:pt x="595481" y="91165"/>
                </a:lnTo>
                <a:lnTo>
                  <a:pt x="595837" y="90820"/>
                </a:lnTo>
                <a:lnTo>
                  <a:pt x="596206" y="90477"/>
                </a:lnTo>
                <a:lnTo>
                  <a:pt x="596590" y="90135"/>
                </a:lnTo>
                <a:lnTo>
                  <a:pt x="596988" y="89794"/>
                </a:lnTo>
                <a:lnTo>
                  <a:pt x="597399" y="89454"/>
                </a:lnTo>
                <a:lnTo>
                  <a:pt x="597825" y="89115"/>
                </a:lnTo>
                <a:lnTo>
                  <a:pt x="598264" y="88778"/>
                </a:lnTo>
                <a:lnTo>
                  <a:pt x="598717" y="88442"/>
                </a:lnTo>
                <a:lnTo>
                  <a:pt x="599184" y="88107"/>
                </a:lnTo>
                <a:lnTo>
                  <a:pt x="599665" y="87773"/>
                </a:lnTo>
                <a:lnTo>
                  <a:pt x="600160" y="87440"/>
                </a:lnTo>
                <a:lnTo>
                  <a:pt x="600669" y="87109"/>
                </a:lnTo>
                <a:lnTo>
                  <a:pt x="601192" y="86779"/>
                </a:lnTo>
                <a:lnTo>
                  <a:pt x="601728" y="86450"/>
                </a:lnTo>
                <a:lnTo>
                  <a:pt x="602279" y="86123"/>
                </a:lnTo>
                <a:lnTo>
                  <a:pt x="602843" y="85796"/>
                </a:lnTo>
                <a:lnTo>
                  <a:pt x="603421" y="85471"/>
                </a:lnTo>
                <a:lnTo>
                  <a:pt x="603764" y="85281"/>
                </a:lnTo>
                <a:lnTo>
                  <a:pt x="604139" y="85081"/>
                </a:lnTo>
                <a:lnTo>
                  <a:pt x="604547" y="84870"/>
                </a:lnTo>
                <a:lnTo>
                  <a:pt x="604989" y="84647"/>
                </a:lnTo>
                <a:lnTo>
                  <a:pt x="605463" y="84415"/>
                </a:lnTo>
                <a:lnTo>
                  <a:pt x="605971" y="84171"/>
                </a:lnTo>
                <a:lnTo>
                  <a:pt x="606512" y="83917"/>
                </a:lnTo>
                <a:lnTo>
                  <a:pt x="607085" y="83652"/>
                </a:lnTo>
                <a:lnTo>
                  <a:pt x="607692" y="83376"/>
                </a:lnTo>
                <a:lnTo>
                  <a:pt x="608331" y="83089"/>
                </a:lnTo>
                <a:lnTo>
                  <a:pt x="609004" y="82792"/>
                </a:lnTo>
                <a:lnTo>
                  <a:pt x="609710" y="82484"/>
                </a:lnTo>
                <a:lnTo>
                  <a:pt x="610448" y="82165"/>
                </a:lnTo>
                <a:lnTo>
                  <a:pt x="611220" y="81836"/>
                </a:lnTo>
                <a:lnTo>
                  <a:pt x="612025" y="81496"/>
                </a:lnTo>
                <a:lnTo>
                  <a:pt x="612862" y="81145"/>
                </a:lnTo>
                <a:lnTo>
                  <a:pt x="613733" y="80783"/>
                </a:lnTo>
                <a:lnTo>
                  <a:pt x="614637" y="80410"/>
                </a:lnTo>
                <a:lnTo>
                  <a:pt x="615574" y="80027"/>
                </a:lnTo>
                <a:lnTo>
                  <a:pt x="616544" y="79633"/>
                </a:lnTo>
                <a:lnTo>
                  <a:pt x="617546" y="79228"/>
                </a:lnTo>
                <a:lnTo>
                  <a:pt x="618582" y="78813"/>
                </a:lnTo>
                <a:lnTo>
                  <a:pt x="619651" y="78387"/>
                </a:lnTo>
                <a:lnTo>
                  <a:pt x="620753" y="77950"/>
                </a:lnTo>
                <a:lnTo>
                  <a:pt x="620753" y="108831"/>
                </a:lnTo>
                <a:lnTo>
                  <a:pt x="619842" y="109553"/>
                </a:lnTo>
                <a:lnTo>
                  <a:pt x="618946" y="110244"/>
                </a:lnTo>
                <a:lnTo>
                  <a:pt x="618064" y="110905"/>
                </a:lnTo>
                <a:lnTo>
                  <a:pt x="617198" y="111535"/>
                </a:lnTo>
                <a:close/>
                <a:moveTo>
                  <a:pt x="469386" y="48308"/>
                </a:moveTo>
                <a:lnTo>
                  <a:pt x="470005" y="48343"/>
                </a:lnTo>
                <a:lnTo>
                  <a:pt x="470605" y="48385"/>
                </a:lnTo>
                <a:lnTo>
                  <a:pt x="471186" y="48435"/>
                </a:lnTo>
                <a:lnTo>
                  <a:pt x="471748" y="48493"/>
                </a:lnTo>
                <a:lnTo>
                  <a:pt x="472292" y="48559"/>
                </a:lnTo>
                <a:lnTo>
                  <a:pt x="472816" y="48633"/>
                </a:lnTo>
                <a:lnTo>
                  <a:pt x="473321" y="48714"/>
                </a:lnTo>
                <a:lnTo>
                  <a:pt x="473807" y="48804"/>
                </a:lnTo>
                <a:lnTo>
                  <a:pt x="474275" y="48901"/>
                </a:lnTo>
                <a:lnTo>
                  <a:pt x="474723" y="49006"/>
                </a:lnTo>
                <a:lnTo>
                  <a:pt x="475152" y="49119"/>
                </a:lnTo>
                <a:lnTo>
                  <a:pt x="475563" y="49240"/>
                </a:lnTo>
                <a:lnTo>
                  <a:pt x="475954" y="49368"/>
                </a:lnTo>
                <a:lnTo>
                  <a:pt x="476327" y="49505"/>
                </a:lnTo>
                <a:lnTo>
                  <a:pt x="476680" y="49649"/>
                </a:lnTo>
                <a:lnTo>
                  <a:pt x="477015" y="49801"/>
                </a:lnTo>
                <a:lnTo>
                  <a:pt x="477330" y="49962"/>
                </a:lnTo>
                <a:lnTo>
                  <a:pt x="477627" y="50129"/>
                </a:lnTo>
                <a:lnTo>
                  <a:pt x="477904" y="50305"/>
                </a:lnTo>
                <a:lnTo>
                  <a:pt x="478163" y="50489"/>
                </a:lnTo>
                <a:lnTo>
                  <a:pt x="478402" y="50680"/>
                </a:lnTo>
                <a:lnTo>
                  <a:pt x="478623" y="50880"/>
                </a:lnTo>
                <a:lnTo>
                  <a:pt x="478829" y="51090"/>
                </a:lnTo>
                <a:lnTo>
                  <a:pt x="479027" y="51317"/>
                </a:lnTo>
                <a:lnTo>
                  <a:pt x="479217" y="51558"/>
                </a:lnTo>
                <a:lnTo>
                  <a:pt x="479397" y="51816"/>
                </a:lnTo>
                <a:lnTo>
                  <a:pt x="479568" y="52089"/>
                </a:lnTo>
                <a:lnTo>
                  <a:pt x="479731" y="52377"/>
                </a:lnTo>
                <a:lnTo>
                  <a:pt x="479885" y="52682"/>
                </a:lnTo>
                <a:lnTo>
                  <a:pt x="480030" y="53001"/>
                </a:lnTo>
                <a:lnTo>
                  <a:pt x="480166" y="53336"/>
                </a:lnTo>
                <a:lnTo>
                  <a:pt x="480294" y="53687"/>
                </a:lnTo>
                <a:lnTo>
                  <a:pt x="480413" y="54054"/>
                </a:lnTo>
                <a:lnTo>
                  <a:pt x="480523" y="54435"/>
                </a:lnTo>
                <a:lnTo>
                  <a:pt x="480624" y="54833"/>
                </a:lnTo>
                <a:lnTo>
                  <a:pt x="480716" y="55246"/>
                </a:lnTo>
                <a:lnTo>
                  <a:pt x="480800" y="55674"/>
                </a:lnTo>
                <a:lnTo>
                  <a:pt x="480874" y="56119"/>
                </a:lnTo>
                <a:lnTo>
                  <a:pt x="480940" y="56578"/>
                </a:lnTo>
                <a:lnTo>
                  <a:pt x="480998" y="57054"/>
                </a:lnTo>
                <a:lnTo>
                  <a:pt x="481046" y="57544"/>
                </a:lnTo>
                <a:lnTo>
                  <a:pt x="481086" y="58051"/>
                </a:lnTo>
                <a:lnTo>
                  <a:pt x="481116" y="58573"/>
                </a:lnTo>
                <a:lnTo>
                  <a:pt x="481138" y="59110"/>
                </a:lnTo>
                <a:lnTo>
                  <a:pt x="481152" y="59663"/>
                </a:lnTo>
                <a:lnTo>
                  <a:pt x="481156" y="60232"/>
                </a:lnTo>
                <a:lnTo>
                  <a:pt x="481156" y="106245"/>
                </a:lnTo>
                <a:lnTo>
                  <a:pt x="480604" y="106799"/>
                </a:lnTo>
                <a:lnTo>
                  <a:pt x="480058" y="107337"/>
                </a:lnTo>
                <a:lnTo>
                  <a:pt x="479518" y="107861"/>
                </a:lnTo>
                <a:lnTo>
                  <a:pt x="478984" y="108369"/>
                </a:lnTo>
                <a:lnTo>
                  <a:pt x="478457" y="108863"/>
                </a:lnTo>
                <a:lnTo>
                  <a:pt x="477937" y="109341"/>
                </a:lnTo>
                <a:lnTo>
                  <a:pt x="477422" y="109805"/>
                </a:lnTo>
                <a:lnTo>
                  <a:pt x="476914" y="110253"/>
                </a:lnTo>
                <a:lnTo>
                  <a:pt x="476413" y="110686"/>
                </a:lnTo>
                <a:lnTo>
                  <a:pt x="475917" y="111104"/>
                </a:lnTo>
                <a:lnTo>
                  <a:pt x="475428" y="111507"/>
                </a:lnTo>
                <a:lnTo>
                  <a:pt x="474945" y="111895"/>
                </a:lnTo>
                <a:lnTo>
                  <a:pt x="474469" y="112268"/>
                </a:lnTo>
                <a:lnTo>
                  <a:pt x="473999" y="112626"/>
                </a:lnTo>
                <a:lnTo>
                  <a:pt x="473535" y="112968"/>
                </a:lnTo>
                <a:lnTo>
                  <a:pt x="473078" y="113296"/>
                </a:lnTo>
                <a:lnTo>
                  <a:pt x="472626" y="113609"/>
                </a:lnTo>
                <a:lnTo>
                  <a:pt x="472182" y="113906"/>
                </a:lnTo>
                <a:lnTo>
                  <a:pt x="471743" y="114189"/>
                </a:lnTo>
                <a:lnTo>
                  <a:pt x="471311" y="114456"/>
                </a:lnTo>
                <a:lnTo>
                  <a:pt x="470885" y="114708"/>
                </a:lnTo>
                <a:lnTo>
                  <a:pt x="470466" y="114945"/>
                </a:lnTo>
                <a:lnTo>
                  <a:pt x="470053" y="115168"/>
                </a:lnTo>
                <a:lnTo>
                  <a:pt x="469646" y="115375"/>
                </a:lnTo>
                <a:lnTo>
                  <a:pt x="469244" y="115570"/>
                </a:lnTo>
                <a:lnTo>
                  <a:pt x="468845" y="115757"/>
                </a:lnTo>
                <a:lnTo>
                  <a:pt x="468451" y="115936"/>
                </a:lnTo>
                <a:lnTo>
                  <a:pt x="468059" y="116106"/>
                </a:lnTo>
                <a:lnTo>
                  <a:pt x="467672" y="116268"/>
                </a:lnTo>
                <a:lnTo>
                  <a:pt x="467288" y="116422"/>
                </a:lnTo>
                <a:lnTo>
                  <a:pt x="466907" y="116568"/>
                </a:lnTo>
                <a:lnTo>
                  <a:pt x="466530" y="116705"/>
                </a:lnTo>
                <a:lnTo>
                  <a:pt x="466156" y="116834"/>
                </a:lnTo>
                <a:lnTo>
                  <a:pt x="465786" y="116954"/>
                </a:lnTo>
                <a:lnTo>
                  <a:pt x="465420" y="117066"/>
                </a:lnTo>
                <a:lnTo>
                  <a:pt x="465057" y="117170"/>
                </a:lnTo>
                <a:lnTo>
                  <a:pt x="464698" y="117266"/>
                </a:lnTo>
                <a:lnTo>
                  <a:pt x="464342" y="117353"/>
                </a:lnTo>
                <a:lnTo>
                  <a:pt x="463990" y="117432"/>
                </a:lnTo>
                <a:lnTo>
                  <a:pt x="463641" y="117503"/>
                </a:lnTo>
                <a:lnTo>
                  <a:pt x="463296" y="117565"/>
                </a:lnTo>
                <a:lnTo>
                  <a:pt x="462955" y="117619"/>
                </a:lnTo>
                <a:lnTo>
                  <a:pt x="462617" y="117665"/>
                </a:lnTo>
                <a:lnTo>
                  <a:pt x="462282" y="117702"/>
                </a:lnTo>
                <a:lnTo>
                  <a:pt x="461951" y="117731"/>
                </a:lnTo>
                <a:lnTo>
                  <a:pt x="461624" y="117752"/>
                </a:lnTo>
                <a:lnTo>
                  <a:pt x="461300" y="117765"/>
                </a:lnTo>
                <a:lnTo>
                  <a:pt x="460980" y="117769"/>
                </a:lnTo>
                <a:lnTo>
                  <a:pt x="460516" y="117763"/>
                </a:lnTo>
                <a:lnTo>
                  <a:pt x="460058" y="117744"/>
                </a:lnTo>
                <a:lnTo>
                  <a:pt x="459605" y="117713"/>
                </a:lnTo>
                <a:lnTo>
                  <a:pt x="459159" y="117670"/>
                </a:lnTo>
                <a:lnTo>
                  <a:pt x="458718" y="117615"/>
                </a:lnTo>
                <a:lnTo>
                  <a:pt x="458283" y="117547"/>
                </a:lnTo>
                <a:lnTo>
                  <a:pt x="457853" y="117467"/>
                </a:lnTo>
                <a:lnTo>
                  <a:pt x="457429" y="117375"/>
                </a:lnTo>
                <a:lnTo>
                  <a:pt x="457011" y="117270"/>
                </a:lnTo>
                <a:lnTo>
                  <a:pt x="456599" y="117153"/>
                </a:lnTo>
                <a:lnTo>
                  <a:pt x="456192" y="117024"/>
                </a:lnTo>
                <a:lnTo>
                  <a:pt x="455791" y="116882"/>
                </a:lnTo>
                <a:lnTo>
                  <a:pt x="455396" y="116728"/>
                </a:lnTo>
                <a:lnTo>
                  <a:pt x="455006" y="116562"/>
                </a:lnTo>
                <a:lnTo>
                  <a:pt x="454623" y="116383"/>
                </a:lnTo>
                <a:lnTo>
                  <a:pt x="454244" y="116192"/>
                </a:lnTo>
                <a:lnTo>
                  <a:pt x="453872" y="115989"/>
                </a:lnTo>
                <a:lnTo>
                  <a:pt x="453505" y="115774"/>
                </a:lnTo>
                <a:lnTo>
                  <a:pt x="453144" y="115546"/>
                </a:lnTo>
                <a:lnTo>
                  <a:pt x="452789" y="115306"/>
                </a:lnTo>
                <a:lnTo>
                  <a:pt x="452439" y="115053"/>
                </a:lnTo>
                <a:lnTo>
                  <a:pt x="452095" y="114788"/>
                </a:lnTo>
                <a:lnTo>
                  <a:pt x="451757" y="114511"/>
                </a:lnTo>
                <a:lnTo>
                  <a:pt x="451425" y="114222"/>
                </a:lnTo>
                <a:lnTo>
                  <a:pt x="451102" y="113913"/>
                </a:lnTo>
                <a:lnTo>
                  <a:pt x="450793" y="113577"/>
                </a:lnTo>
                <a:lnTo>
                  <a:pt x="450498" y="113213"/>
                </a:lnTo>
                <a:lnTo>
                  <a:pt x="450216" y="112823"/>
                </a:lnTo>
                <a:lnTo>
                  <a:pt x="449948" y="112405"/>
                </a:lnTo>
                <a:lnTo>
                  <a:pt x="449694" y="111961"/>
                </a:lnTo>
                <a:lnTo>
                  <a:pt x="449454" y="111489"/>
                </a:lnTo>
                <a:lnTo>
                  <a:pt x="449227" y="110990"/>
                </a:lnTo>
                <a:lnTo>
                  <a:pt x="449015" y="110465"/>
                </a:lnTo>
                <a:lnTo>
                  <a:pt x="448815" y="109912"/>
                </a:lnTo>
                <a:lnTo>
                  <a:pt x="448630" y="109332"/>
                </a:lnTo>
                <a:lnTo>
                  <a:pt x="448458" y="108724"/>
                </a:lnTo>
                <a:lnTo>
                  <a:pt x="448300" y="108090"/>
                </a:lnTo>
                <a:lnTo>
                  <a:pt x="448156" y="107429"/>
                </a:lnTo>
                <a:lnTo>
                  <a:pt x="448026" y="106741"/>
                </a:lnTo>
                <a:lnTo>
                  <a:pt x="447909" y="106025"/>
                </a:lnTo>
                <a:lnTo>
                  <a:pt x="447806" y="105282"/>
                </a:lnTo>
                <a:lnTo>
                  <a:pt x="447717" y="104513"/>
                </a:lnTo>
                <a:lnTo>
                  <a:pt x="447641" y="103716"/>
                </a:lnTo>
                <a:lnTo>
                  <a:pt x="447579" y="102892"/>
                </a:lnTo>
                <a:lnTo>
                  <a:pt x="447531" y="102041"/>
                </a:lnTo>
                <a:lnTo>
                  <a:pt x="447497" y="101163"/>
                </a:lnTo>
                <a:lnTo>
                  <a:pt x="447476" y="100258"/>
                </a:lnTo>
                <a:lnTo>
                  <a:pt x="447470" y="99326"/>
                </a:lnTo>
                <a:lnTo>
                  <a:pt x="447470" y="44974"/>
                </a:lnTo>
                <a:lnTo>
                  <a:pt x="418938" y="44974"/>
                </a:lnTo>
                <a:lnTo>
                  <a:pt x="418938" y="48263"/>
                </a:lnTo>
                <a:lnTo>
                  <a:pt x="419465" y="48258"/>
                </a:lnTo>
                <a:lnTo>
                  <a:pt x="419978" y="48257"/>
                </a:lnTo>
                <a:lnTo>
                  <a:pt x="420476" y="48261"/>
                </a:lnTo>
                <a:lnTo>
                  <a:pt x="420962" y="48269"/>
                </a:lnTo>
                <a:lnTo>
                  <a:pt x="421433" y="48282"/>
                </a:lnTo>
                <a:lnTo>
                  <a:pt x="421891" y="48299"/>
                </a:lnTo>
                <a:lnTo>
                  <a:pt x="422335" y="48321"/>
                </a:lnTo>
                <a:lnTo>
                  <a:pt x="422765" y="48347"/>
                </a:lnTo>
                <a:lnTo>
                  <a:pt x="423182" y="48378"/>
                </a:lnTo>
                <a:lnTo>
                  <a:pt x="423585" y="48413"/>
                </a:lnTo>
                <a:lnTo>
                  <a:pt x="423974" y="48452"/>
                </a:lnTo>
                <a:lnTo>
                  <a:pt x="424349" y="48496"/>
                </a:lnTo>
                <a:lnTo>
                  <a:pt x="424711" y="48545"/>
                </a:lnTo>
                <a:lnTo>
                  <a:pt x="425059" y="48598"/>
                </a:lnTo>
                <a:lnTo>
                  <a:pt x="425393" y="48655"/>
                </a:lnTo>
                <a:lnTo>
                  <a:pt x="425713" y="48717"/>
                </a:lnTo>
                <a:lnTo>
                  <a:pt x="426020" y="48784"/>
                </a:lnTo>
                <a:lnTo>
                  <a:pt x="426313" y="48855"/>
                </a:lnTo>
                <a:lnTo>
                  <a:pt x="426592" y="48930"/>
                </a:lnTo>
                <a:lnTo>
                  <a:pt x="426858" y="49010"/>
                </a:lnTo>
                <a:lnTo>
                  <a:pt x="427109" y="49094"/>
                </a:lnTo>
                <a:lnTo>
                  <a:pt x="427347" y="49183"/>
                </a:lnTo>
                <a:lnTo>
                  <a:pt x="427572" y="49276"/>
                </a:lnTo>
                <a:lnTo>
                  <a:pt x="427782" y="49374"/>
                </a:lnTo>
                <a:lnTo>
                  <a:pt x="427984" y="49476"/>
                </a:lnTo>
                <a:lnTo>
                  <a:pt x="428181" y="49581"/>
                </a:lnTo>
                <a:lnTo>
                  <a:pt x="428374" y="49690"/>
                </a:lnTo>
                <a:lnTo>
                  <a:pt x="428564" y="49802"/>
                </a:lnTo>
                <a:lnTo>
                  <a:pt x="428749" y="49918"/>
                </a:lnTo>
                <a:lnTo>
                  <a:pt x="428929" y="50038"/>
                </a:lnTo>
                <a:lnTo>
                  <a:pt x="429106" y="50161"/>
                </a:lnTo>
                <a:lnTo>
                  <a:pt x="429278" y="50288"/>
                </a:lnTo>
                <a:lnTo>
                  <a:pt x="429447" y="50418"/>
                </a:lnTo>
                <a:lnTo>
                  <a:pt x="429611" y="50551"/>
                </a:lnTo>
                <a:lnTo>
                  <a:pt x="429771" y="50689"/>
                </a:lnTo>
                <a:lnTo>
                  <a:pt x="429926" y="50830"/>
                </a:lnTo>
                <a:lnTo>
                  <a:pt x="430078" y="50974"/>
                </a:lnTo>
                <a:lnTo>
                  <a:pt x="430226" y="51122"/>
                </a:lnTo>
                <a:lnTo>
                  <a:pt x="430369" y="51273"/>
                </a:lnTo>
                <a:lnTo>
                  <a:pt x="430508" y="51428"/>
                </a:lnTo>
                <a:lnTo>
                  <a:pt x="430643" y="51587"/>
                </a:lnTo>
                <a:lnTo>
                  <a:pt x="430774" y="51749"/>
                </a:lnTo>
                <a:lnTo>
                  <a:pt x="430900" y="51915"/>
                </a:lnTo>
                <a:lnTo>
                  <a:pt x="431023" y="52084"/>
                </a:lnTo>
                <a:lnTo>
                  <a:pt x="431141" y="52256"/>
                </a:lnTo>
                <a:lnTo>
                  <a:pt x="431255" y="52433"/>
                </a:lnTo>
                <a:lnTo>
                  <a:pt x="431365" y="52613"/>
                </a:lnTo>
                <a:lnTo>
                  <a:pt x="431471" y="52796"/>
                </a:lnTo>
                <a:lnTo>
                  <a:pt x="431572" y="52987"/>
                </a:lnTo>
                <a:lnTo>
                  <a:pt x="431670" y="53191"/>
                </a:lnTo>
                <a:lnTo>
                  <a:pt x="431762" y="53407"/>
                </a:lnTo>
                <a:lnTo>
                  <a:pt x="431851" y="53635"/>
                </a:lnTo>
                <a:lnTo>
                  <a:pt x="431935" y="53876"/>
                </a:lnTo>
                <a:lnTo>
                  <a:pt x="432015" y="54129"/>
                </a:lnTo>
                <a:lnTo>
                  <a:pt x="432091" y="54395"/>
                </a:lnTo>
                <a:lnTo>
                  <a:pt x="432162" y="54672"/>
                </a:lnTo>
                <a:lnTo>
                  <a:pt x="432229" y="54963"/>
                </a:lnTo>
                <a:lnTo>
                  <a:pt x="432292" y="55265"/>
                </a:lnTo>
                <a:lnTo>
                  <a:pt x="432350" y="55580"/>
                </a:lnTo>
                <a:lnTo>
                  <a:pt x="432404" y="55907"/>
                </a:lnTo>
                <a:lnTo>
                  <a:pt x="432454" y="56246"/>
                </a:lnTo>
                <a:lnTo>
                  <a:pt x="432499" y="56598"/>
                </a:lnTo>
                <a:lnTo>
                  <a:pt x="432540" y="56962"/>
                </a:lnTo>
                <a:lnTo>
                  <a:pt x="432577" y="57339"/>
                </a:lnTo>
                <a:lnTo>
                  <a:pt x="432609" y="57728"/>
                </a:lnTo>
                <a:lnTo>
                  <a:pt x="432637" y="58129"/>
                </a:lnTo>
                <a:lnTo>
                  <a:pt x="432661" y="58543"/>
                </a:lnTo>
                <a:lnTo>
                  <a:pt x="432681" y="58968"/>
                </a:lnTo>
                <a:lnTo>
                  <a:pt x="432696" y="59407"/>
                </a:lnTo>
                <a:lnTo>
                  <a:pt x="432707" y="59857"/>
                </a:lnTo>
                <a:lnTo>
                  <a:pt x="432713" y="60320"/>
                </a:lnTo>
                <a:lnTo>
                  <a:pt x="432715" y="60795"/>
                </a:lnTo>
                <a:lnTo>
                  <a:pt x="432715" y="97148"/>
                </a:lnTo>
                <a:lnTo>
                  <a:pt x="432719" y="98087"/>
                </a:lnTo>
                <a:lnTo>
                  <a:pt x="432729" y="99009"/>
                </a:lnTo>
                <a:lnTo>
                  <a:pt x="432746" y="99912"/>
                </a:lnTo>
                <a:lnTo>
                  <a:pt x="432769" y="100797"/>
                </a:lnTo>
                <a:lnTo>
                  <a:pt x="432800" y="101665"/>
                </a:lnTo>
                <a:lnTo>
                  <a:pt x="432837" y="102514"/>
                </a:lnTo>
                <a:lnTo>
                  <a:pt x="432881" y="103346"/>
                </a:lnTo>
                <a:lnTo>
                  <a:pt x="432932" y="104160"/>
                </a:lnTo>
                <a:lnTo>
                  <a:pt x="432990" y="104956"/>
                </a:lnTo>
                <a:lnTo>
                  <a:pt x="433055" y="105734"/>
                </a:lnTo>
                <a:lnTo>
                  <a:pt x="433126" y="106494"/>
                </a:lnTo>
                <a:lnTo>
                  <a:pt x="433204" y="107236"/>
                </a:lnTo>
                <a:lnTo>
                  <a:pt x="433289" y="107961"/>
                </a:lnTo>
                <a:lnTo>
                  <a:pt x="433381" y="108667"/>
                </a:lnTo>
                <a:lnTo>
                  <a:pt x="433479" y="109356"/>
                </a:lnTo>
                <a:lnTo>
                  <a:pt x="433584" y="110026"/>
                </a:lnTo>
                <a:lnTo>
                  <a:pt x="433696" y="110679"/>
                </a:lnTo>
                <a:lnTo>
                  <a:pt x="433815" y="111314"/>
                </a:lnTo>
                <a:lnTo>
                  <a:pt x="433941" y="111931"/>
                </a:lnTo>
                <a:lnTo>
                  <a:pt x="434073" y="112530"/>
                </a:lnTo>
                <a:lnTo>
                  <a:pt x="434212" y="113111"/>
                </a:lnTo>
                <a:lnTo>
                  <a:pt x="434358" y="113674"/>
                </a:lnTo>
                <a:lnTo>
                  <a:pt x="434511" y="114219"/>
                </a:lnTo>
                <a:lnTo>
                  <a:pt x="434671" y="114747"/>
                </a:lnTo>
                <a:lnTo>
                  <a:pt x="434839" y="115261"/>
                </a:lnTo>
                <a:lnTo>
                  <a:pt x="435018" y="115768"/>
                </a:lnTo>
                <a:lnTo>
                  <a:pt x="435207" y="116267"/>
                </a:lnTo>
                <a:lnTo>
                  <a:pt x="435408" y="116758"/>
                </a:lnTo>
                <a:lnTo>
                  <a:pt x="435618" y="117241"/>
                </a:lnTo>
                <a:lnTo>
                  <a:pt x="435840" y="117716"/>
                </a:lnTo>
                <a:lnTo>
                  <a:pt x="436072" y="118183"/>
                </a:lnTo>
                <a:lnTo>
                  <a:pt x="436315" y="118643"/>
                </a:lnTo>
                <a:lnTo>
                  <a:pt x="436568" y="119094"/>
                </a:lnTo>
                <a:lnTo>
                  <a:pt x="436832" y="119538"/>
                </a:lnTo>
                <a:lnTo>
                  <a:pt x="437107" y="119974"/>
                </a:lnTo>
                <a:lnTo>
                  <a:pt x="437393" y="120402"/>
                </a:lnTo>
                <a:lnTo>
                  <a:pt x="437689" y="120822"/>
                </a:lnTo>
                <a:lnTo>
                  <a:pt x="437995" y="121234"/>
                </a:lnTo>
                <a:lnTo>
                  <a:pt x="438313" y="121639"/>
                </a:lnTo>
                <a:lnTo>
                  <a:pt x="438641" y="122035"/>
                </a:lnTo>
                <a:lnTo>
                  <a:pt x="438979" y="122424"/>
                </a:lnTo>
                <a:lnTo>
                  <a:pt x="439329" y="122805"/>
                </a:lnTo>
                <a:lnTo>
                  <a:pt x="439688" y="123178"/>
                </a:lnTo>
                <a:lnTo>
                  <a:pt x="440059" y="123543"/>
                </a:lnTo>
                <a:lnTo>
                  <a:pt x="440440" y="123900"/>
                </a:lnTo>
                <a:lnTo>
                  <a:pt x="440832" y="124249"/>
                </a:lnTo>
                <a:lnTo>
                  <a:pt x="441235" y="124590"/>
                </a:lnTo>
                <a:lnTo>
                  <a:pt x="441648" y="124924"/>
                </a:lnTo>
                <a:lnTo>
                  <a:pt x="442069" y="125247"/>
                </a:lnTo>
                <a:lnTo>
                  <a:pt x="442497" y="125556"/>
                </a:lnTo>
                <a:lnTo>
                  <a:pt x="442932" y="125851"/>
                </a:lnTo>
                <a:lnTo>
                  <a:pt x="443372" y="126132"/>
                </a:lnTo>
                <a:lnTo>
                  <a:pt x="443819" y="126400"/>
                </a:lnTo>
                <a:lnTo>
                  <a:pt x="444273" y="126654"/>
                </a:lnTo>
                <a:lnTo>
                  <a:pt x="444732" y="126895"/>
                </a:lnTo>
                <a:lnTo>
                  <a:pt x="445198" y="127121"/>
                </a:lnTo>
                <a:lnTo>
                  <a:pt x="445670" y="127334"/>
                </a:lnTo>
                <a:lnTo>
                  <a:pt x="446149" y="127533"/>
                </a:lnTo>
                <a:lnTo>
                  <a:pt x="446634" y="127719"/>
                </a:lnTo>
                <a:lnTo>
                  <a:pt x="447125" y="127890"/>
                </a:lnTo>
                <a:lnTo>
                  <a:pt x="447623" y="128048"/>
                </a:lnTo>
                <a:lnTo>
                  <a:pt x="448127" y="128193"/>
                </a:lnTo>
                <a:lnTo>
                  <a:pt x="448637" y="128323"/>
                </a:lnTo>
                <a:lnTo>
                  <a:pt x="449153" y="128440"/>
                </a:lnTo>
                <a:lnTo>
                  <a:pt x="449676" y="128543"/>
                </a:lnTo>
                <a:lnTo>
                  <a:pt x="450205" y="128632"/>
                </a:lnTo>
                <a:lnTo>
                  <a:pt x="450741" y="128708"/>
                </a:lnTo>
                <a:lnTo>
                  <a:pt x="451283" y="128769"/>
                </a:lnTo>
                <a:lnTo>
                  <a:pt x="451831" y="128817"/>
                </a:lnTo>
                <a:lnTo>
                  <a:pt x="452386" y="128852"/>
                </a:lnTo>
                <a:lnTo>
                  <a:pt x="452946" y="128872"/>
                </a:lnTo>
                <a:lnTo>
                  <a:pt x="453514" y="128879"/>
                </a:lnTo>
                <a:lnTo>
                  <a:pt x="454024" y="128874"/>
                </a:lnTo>
                <a:lnTo>
                  <a:pt x="454531" y="128859"/>
                </a:lnTo>
                <a:lnTo>
                  <a:pt x="455037" y="128833"/>
                </a:lnTo>
                <a:lnTo>
                  <a:pt x="455541" y="128798"/>
                </a:lnTo>
                <a:lnTo>
                  <a:pt x="456042" y="128752"/>
                </a:lnTo>
                <a:lnTo>
                  <a:pt x="456541" y="128696"/>
                </a:lnTo>
                <a:lnTo>
                  <a:pt x="457038" y="128630"/>
                </a:lnTo>
                <a:lnTo>
                  <a:pt x="457533" y="128553"/>
                </a:lnTo>
                <a:lnTo>
                  <a:pt x="458026" y="128467"/>
                </a:lnTo>
                <a:lnTo>
                  <a:pt x="458516" y="128370"/>
                </a:lnTo>
                <a:lnTo>
                  <a:pt x="459005" y="128263"/>
                </a:lnTo>
                <a:lnTo>
                  <a:pt x="459491" y="128146"/>
                </a:lnTo>
                <a:lnTo>
                  <a:pt x="459975" y="128019"/>
                </a:lnTo>
                <a:lnTo>
                  <a:pt x="460457" y="127881"/>
                </a:lnTo>
                <a:lnTo>
                  <a:pt x="460937" y="127733"/>
                </a:lnTo>
                <a:lnTo>
                  <a:pt x="461414" y="127576"/>
                </a:lnTo>
                <a:lnTo>
                  <a:pt x="461890" y="127408"/>
                </a:lnTo>
                <a:lnTo>
                  <a:pt x="462363" y="127229"/>
                </a:lnTo>
                <a:lnTo>
                  <a:pt x="462834" y="127041"/>
                </a:lnTo>
                <a:lnTo>
                  <a:pt x="463303" y="126842"/>
                </a:lnTo>
                <a:lnTo>
                  <a:pt x="463770" y="126634"/>
                </a:lnTo>
                <a:lnTo>
                  <a:pt x="464234" y="126415"/>
                </a:lnTo>
                <a:lnTo>
                  <a:pt x="464697" y="126185"/>
                </a:lnTo>
                <a:lnTo>
                  <a:pt x="465157" y="125946"/>
                </a:lnTo>
                <a:lnTo>
                  <a:pt x="465625" y="125687"/>
                </a:lnTo>
                <a:lnTo>
                  <a:pt x="466110" y="125399"/>
                </a:lnTo>
                <a:lnTo>
                  <a:pt x="466613" y="125081"/>
                </a:lnTo>
                <a:lnTo>
                  <a:pt x="467132" y="124734"/>
                </a:lnTo>
                <a:lnTo>
                  <a:pt x="467669" y="124357"/>
                </a:lnTo>
                <a:lnTo>
                  <a:pt x="468224" y="123952"/>
                </a:lnTo>
                <a:lnTo>
                  <a:pt x="468795" y="123517"/>
                </a:lnTo>
                <a:lnTo>
                  <a:pt x="469384" y="123052"/>
                </a:lnTo>
                <a:lnTo>
                  <a:pt x="469990" y="122559"/>
                </a:lnTo>
                <a:lnTo>
                  <a:pt x="470614" y="122036"/>
                </a:lnTo>
                <a:lnTo>
                  <a:pt x="471254" y="121484"/>
                </a:lnTo>
                <a:lnTo>
                  <a:pt x="471912" y="120902"/>
                </a:lnTo>
                <a:lnTo>
                  <a:pt x="472587" y="120291"/>
                </a:lnTo>
                <a:lnTo>
                  <a:pt x="473280" y="119651"/>
                </a:lnTo>
                <a:lnTo>
                  <a:pt x="473990" y="118981"/>
                </a:lnTo>
                <a:lnTo>
                  <a:pt x="474717" y="118282"/>
                </a:lnTo>
                <a:lnTo>
                  <a:pt x="475461" y="117554"/>
                </a:lnTo>
                <a:lnTo>
                  <a:pt x="476223" y="116797"/>
                </a:lnTo>
                <a:lnTo>
                  <a:pt x="477002" y="116010"/>
                </a:lnTo>
                <a:lnTo>
                  <a:pt x="477798" y="115194"/>
                </a:lnTo>
                <a:lnTo>
                  <a:pt x="478612" y="114348"/>
                </a:lnTo>
                <a:lnTo>
                  <a:pt x="479442" y="113474"/>
                </a:lnTo>
                <a:lnTo>
                  <a:pt x="480291" y="112569"/>
                </a:lnTo>
                <a:lnTo>
                  <a:pt x="481156" y="111636"/>
                </a:lnTo>
                <a:lnTo>
                  <a:pt x="481156" y="128879"/>
                </a:lnTo>
                <a:lnTo>
                  <a:pt x="485156" y="128879"/>
                </a:lnTo>
                <a:lnTo>
                  <a:pt x="509509" y="118835"/>
                </a:lnTo>
                <a:lnTo>
                  <a:pt x="508265" y="115725"/>
                </a:lnTo>
                <a:lnTo>
                  <a:pt x="507977" y="115848"/>
                </a:lnTo>
                <a:lnTo>
                  <a:pt x="507692" y="115966"/>
                </a:lnTo>
                <a:lnTo>
                  <a:pt x="507410" y="116079"/>
                </a:lnTo>
                <a:lnTo>
                  <a:pt x="507129" y="116186"/>
                </a:lnTo>
                <a:lnTo>
                  <a:pt x="506852" y="116289"/>
                </a:lnTo>
                <a:lnTo>
                  <a:pt x="506576" y="116386"/>
                </a:lnTo>
                <a:lnTo>
                  <a:pt x="506303" y="116477"/>
                </a:lnTo>
                <a:lnTo>
                  <a:pt x="506033" y="116564"/>
                </a:lnTo>
                <a:lnTo>
                  <a:pt x="505765" y="116645"/>
                </a:lnTo>
                <a:lnTo>
                  <a:pt x="505500" y="116721"/>
                </a:lnTo>
                <a:lnTo>
                  <a:pt x="505237" y="116792"/>
                </a:lnTo>
                <a:lnTo>
                  <a:pt x="504976" y="116858"/>
                </a:lnTo>
                <a:lnTo>
                  <a:pt x="504718" y="116918"/>
                </a:lnTo>
                <a:lnTo>
                  <a:pt x="504463" y="116973"/>
                </a:lnTo>
                <a:lnTo>
                  <a:pt x="504210" y="117023"/>
                </a:lnTo>
                <a:lnTo>
                  <a:pt x="503959" y="117068"/>
                </a:lnTo>
                <a:lnTo>
                  <a:pt x="503711" y="117107"/>
                </a:lnTo>
                <a:lnTo>
                  <a:pt x="503465" y="117141"/>
                </a:lnTo>
                <a:lnTo>
                  <a:pt x="503222" y="117170"/>
                </a:lnTo>
                <a:lnTo>
                  <a:pt x="502981" y="117194"/>
                </a:lnTo>
                <a:lnTo>
                  <a:pt x="502743" y="117212"/>
                </a:lnTo>
                <a:lnTo>
                  <a:pt x="502507" y="117225"/>
                </a:lnTo>
                <a:lnTo>
                  <a:pt x="502274" y="117233"/>
                </a:lnTo>
                <a:lnTo>
                  <a:pt x="502043" y="117236"/>
                </a:lnTo>
                <a:lnTo>
                  <a:pt x="501881" y="117233"/>
                </a:lnTo>
                <a:lnTo>
                  <a:pt x="501721" y="117227"/>
                </a:lnTo>
                <a:lnTo>
                  <a:pt x="501562" y="117216"/>
                </a:lnTo>
                <a:lnTo>
                  <a:pt x="501405" y="117201"/>
                </a:lnTo>
                <a:lnTo>
                  <a:pt x="501250" y="117182"/>
                </a:lnTo>
                <a:lnTo>
                  <a:pt x="501096" y="117158"/>
                </a:lnTo>
                <a:lnTo>
                  <a:pt x="500944" y="117130"/>
                </a:lnTo>
                <a:lnTo>
                  <a:pt x="500794" y="117097"/>
                </a:lnTo>
                <a:lnTo>
                  <a:pt x="500645" y="117061"/>
                </a:lnTo>
                <a:lnTo>
                  <a:pt x="500499" y="117020"/>
                </a:lnTo>
                <a:lnTo>
                  <a:pt x="500353" y="116974"/>
                </a:lnTo>
                <a:lnTo>
                  <a:pt x="500210" y="116925"/>
                </a:lnTo>
                <a:lnTo>
                  <a:pt x="500068" y="116871"/>
                </a:lnTo>
                <a:lnTo>
                  <a:pt x="499928" y="116812"/>
                </a:lnTo>
                <a:lnTo>
                  <a:pt x="499790" y="116750"/>
                </a:lnTo>
                <a:lnTo>
                  <a:pt x="499653" y="116683"/>
                </a:lnTo>
                <a:lnTo>
                  <a:pt x="499518" y="116611"/>
                </a:lnTo>
                <a:lnTo>
                  <a:pt x="499385" y="116536"/>
                </a:lnTo>
                <a:lnTo>
                  <a:pt x="499254" y="116456"/>
                </a:lnTo>
                <a:lnTo>
                  <a:pt x="499124" y="116371"/>
                </a:lnTo>
                <a:lnTo>
                  <a:pt x="498996" y="116283"/>
                </a:lnTo>
                <a:lnTo>
                  <a:pt x="498869" y="116190"/>
                </a:lnTo>
                <a:lnTo>
                  <a:pt x="498744" y="116093"/>
                </a:lnTo>
                <a:lnTo>
                  <a:pt x="498621" y="115991"/>
                </a:lnTo>
                <a:lnTo>
                  <a:pt x="498500" y="115884"/>
                </a:lnTo>
                <a:lnTo>
                  <a:pt x="498382" y="115771"/>
                </a:lnTo>
                <a:lnTo>
                  <a:pt x="498267" y="115650"/>
                </a:lnTo>
                <a:lnTo>
                  <a:pt x="498155" y="115523"/>
                </a:lnTo>
                <a:lnTo>
                  <a:pt x="498045" y="115390"/>
                </a:lnTo>
                <a:lnTo>
                  <a:pt x="497938" y="115250"/>
                </a:lnTo>
                <a:lnTo>
                  <a:pt x="497834" y="115103"/>
                </a:lnTo>
                <a:lnTo>
                  <a:pt x="497732" y="114949"/>
                </a:lnTo>
                <a:lnTo>
                  <a:pt x="497634" y="114789"/>
                </a:lnTo>
                <a:lnTo>
                  <a:pt x="497538" y="114623"/>
                </a:lnTo>
                <a:lnTo>
                  <a:pt x="497445" y="114449"/>
                </a:lnTo>
                <a:lnTo>
                  <a:pt x="497355" y="114269"/>
                </a:lnTo>
                <a:lnTo>
                  <a:pt x="497267" y="114083"/>
                </a:lnTo>
                <a:lnTo>
                  <a:pt x="497183" y="113889"/>
                </a:lnTo>
                <a:lnTo>
                  <a:pt x="497101" y="113689"/>
                </a:lnTo>
                <a:lnTo>
                  <a:pt x="497021" y="113483"/>
                </a:lnTo>
                <a:lnTo>
                  <a:pt x="496945" y="113270"/>
                </a:lnTo>
                <a:lnTo>
                  <a:pt x="496871" y="113050"/>
                </a:lnTo>
                <a:lnTo>
                  <a:pt x="496801" y="112823"/>
                </a:lnTo>
                <a:lnTo>
                  <a:pt x="496733" y="112590"/>
                </a:lnTo>
                <a:lnTo>
                  <a:pt x="496667" y="112351"/>
                </a:lnTo>
                <a:lnTo>
                  <a:pt x="496605" y="112104"/>
                </a:lnTo>
                <a:lnTo>
                  <a:pt x="496545" y="111851"/>
                </a:lnTo>
                <a:lnTo>
                  <a:pt x="496488" y="111592"/>
                </a:lnTo>
                <a:lnTo>
                  <a:pt x="496434" y="111310"/>
                </a:lnTo>
                <a:lnTo>
                  <a:pt x="496382" y="110989"/>
                </a:lnTo>
                <a:lnTo>
                  <a:pt x="496332" y="110631"/>
                </a:lnTo>
                <a:lnTo>
                  <a:pt x="496284" y="110235"/>
                </a:lnTo>
                <a:lnTo>
                  <a:pt x="496239" y="109800"/>
                </a:lnTo>
                <a:lnTo>
                  <a:pt x="496196" y="109328"/>
                </a:lnTo>
                <a:lnTo>
                  <a:pt x="496156" y="108817"/>
                </a:lnTo>
                <a:lnTo>
                  <a:pt x="496118" y="108268"/>
                </a:lnTo>
                <a:lnTo>
                  <a:pt x="496082" y="107681"/>
                </a:lnTo>
                <a:lnTo>
                  <a:pt x="496048" y="107056"/>
                </a:lnTo>
                <a:lnTo>
                  <a:pt x="496017" y="106393"/>
                </a:lnTo>
                <a:lnTo>
                  <a:pt x="495988" y="105692"/>
                </a:lnTo>
                <a:lnTo>
                  <a:pt x="495962" y="104953"/>
                </a:lnTo>
                <a:lnTo>
                  <a:pt x="495937" y="104175"/>
                </a:lnTo>
                <a:lnTo>
                  <a:pt x="495915" y="103360"/>
                </a:lnTo>
                <a:lnTo>
                  <a:pt x="495896" y="102506"/>
                </a:lnTo>
                <a:lnTo>
                  <a:pt x="495878" y="101614"/>
                </a:lnTo>
                <a:lnTo>
                  <a:pt x="495863" y="100684"/>
                </a:lnTo>
                <a:lnTo>
                  <a:pt x="495850" y="99716"/>
                </a:lnTo>
                <a:lnTo>
                  <a:pt x="495840" y="98710"/>
                </a:lnTo>
                <a:lnTo>
                  <a:pt x="495832" y="97666"/>
                </a:lnTo>
                <a:lnTo>
                  <a:pt x="495826" y="96583"/>
                </a:lnTo>
                <a:lnTo>
                  <a:pt x="495823" y="95463"/>
                </a:lnTo>
                <a:lnTo>
                  <a:pt x="495821" y="94304"/>
                </a:lnTo>
                <a:lnTo>
                  <a:pt x="495821" y="44974"/>
                </a:lnTo>
                <a:lnTo>
                  <a:pt x="468090" y="44974"/>
                </a:lnTo>
                <a:lnTo>
                  <a:pt x="468090" y="48263"/>
                </a:lnTo>
                <a:lnTo>
                  <a:pt x="468747" y="48282"/>
                </a:lnTo>
                <a:lnTo>
                  <a:pt x="469386" y="4830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Feature">
            <a:extLst xmlns:a="http://schemas.openxmlformats.org/drawingml/2006/main">
              <a:ext uri="{FF2B5EF4-FFF2-40B4-BE49-F238E27FC236}">
                <a16:creationId xmlns:a16="http://schemas.microsoft.com/office/drawing/2014/main" id="{39B5A112-5322-4EFC-A8E2-47EBAA72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08" y="7432345"/>
            <a:ext cx="530511" cy="123013"/>
          </a:xfrm>
          <a:custGeom xmlns:a="http://schemas.openxmlformats.org/drawingml/2006/main">
            <a:pathLst>
              <a:path w="530511" h="123013">
                <a:moveTo>
                  <a:pt x="34309" y="6577"/>
                </a:moveTo>
                <a:lnTo>
                  <a:pt x="34309" y="53863"/>
                </a:lnTo>
                <a:lnTo>
                  <a:pt x="56262" y="53863"/>
                </a:lnTo>
                <a:cubicBezTo>
                  <a:pt x="61299" y="53863"/>
                  <a:pt x="64988" y="52752"/>
                  <a:pt x="67328" y="50530"/>
                </a:cubicBezTo>
                <a:cubicBezTo>
                  <a:pt x="69669" y="48307"/>
                  <a:pt x="71224" y="43908"/>
                  <a:pt x="71995" y="37331"/>
                </a:cubicBezTo>
                <a:lnTo>
                  <a:pt x="75283" y="37331"/>
                </a:lnTo>
                <a:lnTo>
                  <a:pt x="75283" y="78216"/>
                </a:lnTo>
                <a:lnTo>
                  <a:pt x="71995" y="78216"/>
                </a:lnTo>
                <a:cubicBezTo>
                  <a:pt x="71935" y="73511"/>
                  <a:pt x="71328" y="70057"/>
                  <a:pt x="70172" y="67853"/>
                </a:cubicBezTo>
                <a:cubicBezTo>
                  <a:pt x="69017" y="65648"/>
                  <a:pt x="67417" y="63994"/>
                  <a:pt x="65373" y="62892"/>
                </a:cubicBezTo>
                <a:cubicBezTo>
                  <a:pt x="63329" y="61791"/>
                  <a:pt x="60292" y="61240"/>
                  <a:pt x="56262" y="61240"/>
                </a:cubicBezTo>
                <a:lnTo>
                  <a:pt x="34309" y="61240"/>
                </a:lnTo>
                <a:lnTo>
                  <a:pt x="34309" y="99165"/>
                </a:lnTo>
                <a:cubicBezTo>
                  <a:pt x="34309" y="105277"/>
                  <a:pt x="34694" y="109313"/>
                  <a:pt x="35464" y="111272"/>
                </a:cubicBezTo>
                <a:cubicBezTo>
                  <a:pt x="36057" y="112755"/>
                  <a:pt x="37301" y="114031"/>
                  <a:pt x="39197" y="115100"/>
                </a:cubicBezTo>
                <a:cubicBezTo>
                  <a:pt x="41804" y="116524"/>
                  <a:pt x="44530" y="117236"/>
                  <a:pt x="47374" y="117236"/>
                </a:cubicBezTo>
                <a:lnTo>
                  <a:pt x="51729" y="117236"/>
                </a:lnTo>
                <a:lnTo>
                  <a:pt x="51729" y="120524"/>
                </a:lnTo>
                <a:lnTo>
                  <a:pt x="0" y="120524"/>
                </a:lnTo>
                <a:lnTo>
                  <a:pt x="0" y="117236"/>
                </a:lnTo>
                <a:lnTo>
                  <a:pt x="4266" y="117236"/>
                </a:lnTo>
                <a:cubicBezTo>
                  <a:pt x="9244" y="117236"/>
                  <a:pt x="12858" y="115784"/>
                  <a:pt x="15110" y="112880"/>
                </a:cubicBezTo>
                <a:cubicBezTo>
                  <a:pt x="16532" y="110984"/>
                  <a:pt x="17243" y="106422"/>
                  <a:pt x="17243" y="99193"/>
                </a:cubicBezTo>
                <a:lnTo>
                  <a:pt x="17243" y="21332"/>
                </a:lnTo>
                <a:cubicBezTo>
                  <a:pt x="17243" y="15228"/>
                  <a:pt x="16858" y="11199"/>
                  <a:pt x="16088" y="9244"/>
                </a:cubicBezTo>
                <a:cubicBezTo>
                  <a:pt x="15495" y="7762"/>
                  <a:pt x="14280" y="6488"/>
                  <a:pt x="12444" y="5422"/>
                </a:cubicBezTo>
                <a:cubicBezTo>
                  <a:pt x="9896" y="4000"/>
                  <a:pt x="7170" y="3289"/>
                  <a:pt x="4266" y="3289"/>
                </a:cubicBezTo>
                <a:lnTo>
                  <a:pt x="0" y="3289"/>
                </a:lnTo>
                <a:lnTo>
                  <a:pt x="0" y="0"/>
                </a:lnTo>
                <a:lnTo>
                  <a:pt x="89682" y="0"/>
                </a:lnTo>
                <a:lnTo>
                  <a:pt x="90838" y="26487"/>
                </a:lnTo>
                <a:lnTo>
                  <a:pt x="87727" y="26487"/>
                </a:lnTo>
                <a:cubicBezTo>
                  <a:pt x="86186" y="20858"/>
                  <a:pt x="84394" y="16725"/>
                  <a:pt x="82349" y="14088"/>
                </a:cubicBezTo>
                <a:cubicBezTo>
                  <a:pt x="80305" y="11451"/>
                  <a:pt x="77787" y="9540"/>
                  <a:pt x="74794" y="8355"/>
                </a:cubicBezTo>
                <a:cubicBezTo>
                  <a:pt x="71802" y="7170"/>
                  <a:pt x="67165" y="6577"/>
                  <a:pt x="60884" y="6577"/>
                </a:cubicBezTo>
                <a:lnTo>
                  <a:pt x="34309" y="6577"/>
                </a:lnTo>
                <a:close/>
                <a:moveTo>
                  <a:pt x="113648" y="69861"/>
                </a:moveTo>
                <a:cubicBezTo>
                  <a:pt x="113588" y="81922"/>
                  <a:pt x="116521" y="91381"/>
                  <a:pt x="122447" y="98240"/>
                </a:cubicBezTo>
                <a:cubicBezTo>
                  <a:pt x="128372" y="105097"/>
                  <a:pt x="135335" y="108525"/>
                  <a:pt x="143334" y="108525"/>
                </a:cubicBezTo>
                <a:cubicBezTo>
                  <a:pt x="148667" y="108525"/>
                  <a:pt x="153304" y="107059"/>
                  <a:pt x="157244" y="104125"/>
                </a:cubicBezTo>
                <a:cubicBezTo>
                  <a:pt x="161185" y="101192"/>
                  <a:pt x="164488" y="96171"/>
                  <a:pt x="167155" y="89060"/>
                </a:cubicBezTo>
                <a:lnTo>
                  <a:pt x="169910" y="90838"/>
                </a:lnTo>
                <a:cubicBezTo>
                  <a:pt x="168666" y="98956"/>
                  <a:pt x="165051" y="106348"/>
                  <a:pt x="159066" y="113014"/>
                </a:cubicBezTo>
                <a:cubicBezTo>
                  <a:pt x="153082" y="119680"/>
                  <a:pt x="145586" y="123013"/>
                  <a:pt x="136579" y="123013"/>
                </a:cubicBezTo>
                <a:cubicBezTo>
                  <a:pt x="126802" y="123013"/>
                  <a:pt x="118432" y="119214"/>
                  <a:pt x="111470" y="111617"/>
                </a:cubicBezTo>
                <a:cubicBezTo>
                  <a:pt x="104508" y="104017"/>
                  <a:pt x="101026" y="93801"/>
                  <a:pt x="101026" y="80969"/>
                </a:cubicBezTo>
                <a:cubicBezTo>
                  <a:pt x="101026" y="67074"/>
                  <a:pt x="104596" y="56238"/>
                  <a:pt x="111737" y="48463"/>
                </a:cubicBezTo>
                <a:cubicBezTo>
                  <a:pt x="118877" y="40686"/>
                  <a:pt x="127839" y="36797"/>
                  <a:pt x="138623" y="36797"/>
                </a:cubicBezTo>
                <a:cubicBezTo>
                  <a:pt x="147749" y="36797"/>
                  <a:pt x="155244" y="39797"/>
                  <a:pt x="161111" y="45797"/>
                </a:cubicBezTo>
                <a:cubicBezTo>
                  <a:pt x="166977" y="51794"/>
                  <a:pt x="169910" y="59816"/>
                  <a:pt x="169910" y="69861"/>
                </a:cubicBezTo>
                <a:lnTo>
                  <a:pt x="113648" y="69861"/>
                </a:lnTo>
                <a:moveTo>
                  <a:pt x="113648" y="64706"/>
                </a:moveTo>
                <a:lnTo>
                  <a:pt x="151334" y="64706"/>
                </a:lnTo>
                <a:cubicBezTo>
                  <a:pt x="151037" y="59492"/>
                  <a:pt x="150415" y="55818"/>
                  <a:pt x="149467" y="53685"/>
                </a:cubicBezTo>
                <a:cubicBezTo>
                  <a:pt x="147986" y="50367"/>
                  <a:pt x="145778" y="47759"/>
                  <a:pt x="142845" y="45863"/>
                </a:cubicBezTo>
                <a:cubicBezTo>
                  <a:pt x="139912" y="43967"/>
                  <a:pt x="136846" y="43019"/>
                  <a:pt x="133646" y="43019"/>
                </a:cubicBezTo>
                <a:cubicBezTo>
                  <a:pt x="128728" y="43019"/>
                  <a:pt x="124328" y="44930"/>
                  <a:pt x="120447" y="48752"/>
                </a:cubicBezTo>
                <a:cubicBezTo>
                  <a:pt x="116566" y="52574"/>
                  <a:pt x="114299" y="57892"/>
                  <a:pt x="113648" y="64706"/>
                </a:cubicBezTo>
                <a:close/>
                <a:moveTo>
                  <a:pt x="227457" y="108792"/>
                </a:moveTo>
                <a:cubicBezTo>
                  <a:pt x="219102" y="115251"/>
                  <a:pt x="213858" y="118984"/>
                  <a:pt x="211725" y="119991"/>
                </a:cubicBezTo>
                <a:cubicBezTo>
                  <a:pt x="208525" y="121532"/>
                  <a:pt x="205118" y="122302"/>
                  <a:pt x="201503" y="122302"/>
                </a:cubicBezTo>
                <a:cubicBezTo>
                  <a:pt x="195874" y="122302"/>
                  <a:pt x="191238" y="120376"/>
                  <a:pt x="187593" y="116525"/>
                </a:cubicBezTo>
                <a:cubicBezTo>
                  <a:pt x="183949" y="112673"/>
                  <a:pt x="182127" y="107607"/>
                  <a:pt x="182127" y="101326"/>
                </a:cubicBezTo>
                <a:cubicBezTo>
                  <a:pt x="182127" y="97356"/>
                  <a:pt x="183016" y="93919"/>
                  <a:pt x="184794" y="91015"/>
                </a:cubicBezTo>
                <a:cubicBezTo>
                  <a:pt x="187223" y="86986"/>
                  <a:pt x="191445" y="83194"/>
                  <a:pt x="197459" y="79638"/>
                </a:cubicBezTo>
                <a:cubicBezTo>
                  <a:pt x="203474" y="76083"/>
                  <a:pt x="213473" y="71758"/>
                  <a:pt x="227457" y="66662"/>
                </a:cubicBezTo>
                <a:lnTo>
                  <a:pt x="227457" y="63462"/>
                </a:lnTo>
                <a:cubicBezTo>
                  <a:pt x="227457" y="55344"/>
                  <a:pt x="226168" y="49774"/>
                  <a:pt x="223591" y="46752"/>
                </a:cubicBezTo>
                <a:cubicBezTo>
                  <a:pt x="221013" y="43730"/>
                  <a:pt x="217265" y="42219"/>
                  <a:pt x="212347" y="42219"/>
                </a:cubicBezTo>
                <a:cubicBezTo>
                  <a:pt x="208614" y="42219"/>
                  <a:pt x="205651" y="43223"/>
                  <a:pt x="203459" y="45230"/>
                </a:cubicBezTo>
                <a:cubicBezTo>
                  <a:pt x="201207" y="47237"/>
                  <a:pt x="200081" y="49540"/>
                  <a:pt x="200081" y="52138"/>
                </a:cubicBezTo>
                <a:lnTo>
                  <a:pt x="200259" y="57273"/>
                </a:lnTo>
                <a:cubicBezTo>
                  <a:pt x="200259" y="59988"/>
                  <a:pt x="199563" y="62083"/>
                  <a:pt x="198170" y="63559"/>
                </a:cubicBezTo>
                <a:cubicBezTo>
                  <a:pt x="196778" y="65035"/>
                  <a:pt x="194956" y="65773"/>
                  <a:pt x="192704" y="65773"/>
                </a:cubicBezTo>
                <a:cubicBezTo>
                  <a:pt x="190512" y="65773"/>
                  <a:pt x="188719" y="65005"/>
                  <a:pt x="187327" y="63470"/>
                </a:cubicBezTo>
                <a:cubicBezTo>
                  <a:pt x="185934" y="61933"/>
                  <a:pt x="185238" y="59835"/>
                  <a:pt x="185238" y="57176"/>
                </a:cubicBezTo>
                <a:cubicBezTo>
                  <a:pt x="185238" y="52097"/>
                  <a:pt x="187845" y="47431"/>
                  <a:pt x="193060" y="43177"/>
                </a:cubicBezTo>
                <a:cubicBezTo>
                  <a:pt x="198274" y="38924"/>
                  <a:pt x="205592" y="36797"/>
                  <a:pt x="215014" y="36797"/>
                </a:cubicBezTo>
                <a:cubicBezTo>
                  <a:pt x="222243" y="36797"/>
                  <a:pt x="228168" y="38010"/>
                  <a:pt x="232790" y="40436"/>
                </a:cubicBezTo>
                <a:cubicBezTo>
                  <a:pt x="236286" y="42271"/>
                  <a:pt x="238864" y="45142"/>
                  <a:pt x="240523" y="49049"/>
                </a:cubicBezTo>
                <a:cubicBezTo>
                  <a:pt x="241589" y="51593"/>
                  <a:pt x="242123" y="56801"/>
                  <a:pt x="242123" y="64673"/>
                </a:cubicBezTo>
                <a:lnTo>
                  <a:pt x="242123" y="92282"/>
                </a:lnTo>
                <a:cubicBezTo>
                  <a:pt x="242123" y="100035"/>
                  <a:pt x="242271" y="104785"/>
                  <a:pt x="242567" y="106531"/>
                </a:cubicBezTo>
                <a:cubicBezTo>
                  <a:pt x="242863" y="108277"/>
                  <a:pt x="243352" y="109446"/>
                  <a:pt x="244034" y="110039"/>
                </a:cubicBezTo>
                <a:cubicBezTo>
                  <a:pt x="244715" y="110630"/>
                  <a:pt x="245500" y="110925"/>
                  <a:pt x="246389" y="110925"/>
                </a:cubicBezTo>
                <a:cubicBezTo>
                  <a:pt x="247337" y="110925"/>
                  <a:pt x="248167" y="110718"/>
                  <a:pt x="248878" y="110303"/>
                </a:cubicBezTo>
                <a:cubicBezTo>
                  <a:pt x="250122" y="109532"/>
                  <a:pt x="252522" y="107370"/>
                  <a:pt x="256077" y="103814"/>
                </a:cubicBezTo>
                <a:lnTo>
                  <a:pt x="256077" y="108792"/>
                </a:lnTo>
                <a:cubicBezTo>
                  <a:pt x="249441" y="117680"/>
                  <a:pt x="243100" y="122124"/>
                  <a:pt x="237056" y="122124"/>
                </a:cubicBezTo>
                <a:cubicBezTo>
                  <a:pt x="234153" y="122124"/>
                  <a:pt x="231842" y="121117"/>
                  <a:pt x="230124" y="119102"/>
                </a:cubicBezTo>
                <a:cubicBezTo>
                  <a:pt x="228405" y="117087"/>
                  <a:pt x="227516" y="113651"/>
                  <a:pt x="227457" y="108792"/>
                </a:cubicBezTo>
                <a:moveTo>
                  <a:pt x="227457" y="102964"/>
                </a:moveTo>
                <a:lnTo>
                  <a:pt x="227457" y="72083"/>
                </a:lnTo>
                <a:cubicBezTo>
                  <a:pt x="218510" y="75622"/>
                  <a:pt x="212732" y="78129"/>
                  <a:pt x="210125" y="79605"/>
                </a:cubicBezTo>
                <a:cubicBezTo>
                  <a:pt x="205444" y="82201"/>
                  <a:pt x="202096" y="84915"/>
                  <a:pt x="200081" y="87746"/>
                </a:cubicBezTo>
                <a:cubicBezTo>
                  <a:pt x="198067" y="90577"/>
                  <a:pt x="197059" y="93674"/>
                  <a:pt x="197059" y="97037"/>
                </a:cubicBezTo>
                <a:cubicBezTo>
                  <a:pt x="197059" y="101285"/>
                  <a:pt x="198333" y="104810"/>
                  <a:pt x="200881" y="107611"/>
                </a:cubicBezTo>
                <a:cubicBezTo>
                  <a:pt x="203429" y="110413"/>
                  <a:pt x="206362" y="111814"/>
                  <a:pt x="209681" y="111814"/>
                </a:cubicBezTo>
                <a:cubicBezTo>
                  <a:pt x="214184" y="111814"/>
                  <a:pt x="220110" y="108864"/>
                  <a:pt x="227457" y="102964"/>
                </a:cubicBezTo>
                <a:close/>
                <a:moveTo>
                  <a:pt x="286338" y="12266"/>
                </a:moveTo>
                <a:lnTo>
                  <a:pt x="286338" y="39108"/>
                </a:lnTo>
                <a:lnTo>
                  <a:pt x="305359" y="39108"/>
                </a:lnTo>
                <a:lnTo>
                  <a:pt x="305359" y="45330"/>
                </a:lnTo>
                <a:lnTo>
                  <a:pt x="286338" y="45330"/>
                </a:lnTo>
                <a:lnTo>
                  <a:pt x="286338" y="98054"/>
                </a:lnTo>
                <a:cubicBezTo>
                  <a:pt x="286338" y="103322"/>
                  <a:pt x="287093" y="106873"/>
                  <a:pt x="288604" y="108708"/>
                </a:cubicBezTo>
                <a:cubicBezTo>
                  <a:pt x="290115" y="110542"/>
                  <a:pt x="292056" y="111458"/>
                  <a:pt x="294426" y="111458"/>
                </a:cubicBezTo>
                <a:cubicBezTo>
                  <a:pt x="296382" y="111458"/>
                  <a:pt x="298278" y="110851"/>
                  <a:pt x="300115" y="109636"/>
                </a:cubicBezTo>
                <a:cubicBezTo>
                  <a:pt x="301952" y="108421"/>
                  <a:pt x="303374" y="106629"/>
                  <a:pt x="304381" y="104259"/>
                </a:cubicBezTo>
                <a:lnTo>
                  <a:pt x="307847" y="104259"/>
                </a:lnTo>
                <a:cubicBezTo>
                  <a:pt x="305773" y="110082"/>
                  <a:pt x="302840" y="114487"/>
                  <a:pt x="299048" y="117472"/>
                </a:cubicBezTo>
                <a:cubicBezTo>
                  <a:pt x="295256" y="120455"/>
                  <a:pt x="291345" y="121946"/>
                  <a:pt x="287316" y="121946"/>
                </a:cubicBezTo>
                <a:cubicBezTo>
                  <a:pt x="284590" y="121946"/>
                  <a:pt x="281923" y="121190"/>
                  <a:pt x="279316" y="119677"/>
                </a:cubicBezTo>
                <a:cubicBezTo>
                  <a:pt x="276709" y="118164"/>
                  <a:pt x="274783" y="116000"/>
                  <a:pt x="273539" y="113183"/>
                </a:cubicBezTo>
                <a:cubicBezTo>
                  <a:pt x="272295" y="110365"/>
                  <a:pt x="271672" y="106019"/>
                  <a:pt x="271672" y="100145"/>
                </a:cubicBezTo>
                <a:lnTo>
                  <a:pt x="271672" y="45330"/>
                </a:lnTo>
                <a:lnTo>
                  <a:pt x="258784" y="45330"/>
                </a:lnTo>
                <a:lnTo>
                  <a:pt x="258784" y="42397"/>
                </a:lnTo>
                <a:cubicBezTo>
                  <a:pt x="262043" y="41090"/>
                  <a:pt x="265377" y="38876"/>
                  <a:pt x="268784" y="35756"/>
                </a:cubicBezTo>
                <a:cubicBezTo>
                  <a:pt x="272191" y="32636"/>
                  <a:pt x="275228" y="28936"/>
                  <a:pt x="277894" y="24656"/>
                </a:cubicBezTo>
                <a:cubicBezTo>
                  <a:pt x="279257" y="22399"/>
                  <a:pt x="281153" y="18269"/>
                  <a:pt x="283583" y="12266"/>
                </a:cubicBezTo>
                <a:lnTo>
                  <a:pt x="286338" y="12266"/>
                </a:lnTo>
                <a:close/>
                <a:moveTo>
                  <a:pt x="384672" y="39108"/>
                </a:moveTo>
                <a:lnTo>
                  <a:pt x="384672" y="88438"/>
                </a:lnTo>
                <a:cubicBezTo>
                  <a:pt x="384672" y="97859"/>
                  <a:pt x="384894" y="103622"/>
                  <a:pt x="385339" y="105725"/>
                </a:cubicBezTo>
                <a:cubicBezTo>
                  <a:pt x="385783" y="107829"/>
                  <a:pt x="386494" y="109295"/>
                  <a:pt x="387472" y="110125"/>
                </a:cubicBezTo>
                <a:cubicBezTo>
                  <a:pt x="388450" y="110955"/>
                  <a:pt x="389590" y="111369"/>
                  <a:pt x="390894" y="111369"/>
                </a:cubicBezTo>
                <a:cubicBezTo>
                  <a:pt x="392731" y="111369"/>
                  <a:pt x="394805" y="110866"/>
                  <a:pt x="397116" y="109858"/>
                </a:cubicBezTo>
                <a:lnTo>
                  <a:pt x="398360" y="112969"/>
                </a:lnTo>
                <a:lnTo>
                  <a:pt x="374006" y="123013"/>
                </a:lnTo>
                <a:lnTo>
                  <a:pt x="370007" y="123013"/>
                </a:lnTo>
                <a:lnTo>
                  <a:pt x="370007" y="105770"/>
                </a:lnTo>
                <a:cubicBezTo>
                  <a:pt x="363015" y="113354"/>
                  <a:pt x="357682" y="118124"/>
                  <a:pt x="354008" y="120080"/>
                </a:cubicBezTo>
                <a:cubicBezTo>
                  <a:pt x="350334" y="122035"/>
                  <a:pt x="346453" y="123013"/>
                  <a:pt x="342364" y="123013"/>
                </a:cubicBezTo>
                <a:cubicBezTo>
                  <a:pt x="337802" y="123013"/>
                  <a:pt x="333846" y="121695"/>
                  <a:pt x="330498" y="119058"/>
                </a:cubicBezTo>
                <a:cubicBezTo>
                  <a:pt x="327151" y="116421"/>
                  <a:pt x="324825" y="113029"/>
                  <a:pt x="323521" y="108881"/>
                </a:cubicBezTo>
                <a:cubicBezTo>
                  <a:pt x="322218" y="104733"/>
                  <a:pt x="321566" y="98867"/>
                  <a:pt x="321566" y="91282"/>
                </a:cubicBezTo>
                <a:lnTo>
                  <a:pt x="321566" y="54929"/>
                </a:lnTo>
                <a:cubicBezTo>
                  <a:pt x="321566" y="51078"/>
                  <a:pt x="321151" y="48411"/>
                  <a:pt x="320321" y="46930"/>
                </a:cubicBezTo>
                <a:cubicBezTo>
                  <a:pt x="319492" y="45448"/>
                  <a:pt x="318262" y="44308"/>
                  <a:pt x="316633" y="43508"/>
                </a:cubicBezTo>
                <a:cubicBezTo>
                  <a:pt x="315003" y="42708"/>
                  <a:pt x="312055" y="42338"/>
                  <a:pt x="307789" y="42397"/>
                </a:cubicBezTo>
                <a:lnTo>
                  <a:pt x="307789" y="39108"/>
                </a:lnTo>
                <a:lnTo>
                  <a:pt x="336320" y="39108"/>
                </a:lnTo>
                <a:lnTo>
                  <a:pt x="336320" y="93460"/>
                </a:lnTo>
                <a:cubicBezTo>
                  <a:pt x="336320" y="101026"/>
                  <a:pt x="337639" y="105991"/>
                  <a:pt x="340276" y="108356"/>
                </a:cubicBezTo>
                <a:cubicBezTo>
                  <a:pt x="342912" y="110720"/>
                  <a:pt x="346097" y="111903"/>
                  <a:pt x="349830" y="111903"/>
                </a:cubicBezTo>
                <a:cubicBezTo>
                  <a:pt x="352378" y="111903"/>
                  <a:pt x="355267" y="111105"/>
                  <a:pt x="358496" y="109508"/>
                </a:cubicBezTo>
                <a:cubicBezTo>
                  <a:pt x="361726" y="107912"/>
                  <a:pt x="365562" y="104869"/>
                  <a:pt x="370007" y="100379"/>
                </a:cubicBezTo>
                <a:lnTo>
                  <a:pt x="370007" y="54365"/>
                </a:lnTo>
                <a:cubicBezTo>
                  <a:pt x="370007" y="49755"/>
                  <a:pt x="369162" y="46637"/>
                  <a:pt x="367473" y="45013"/>
                </a:cubicBezTo>
                <a:cubicBezTo>
                  <a:pt x="365785" y="43387"/>
                  <a:pt x="362274" y="42515"/>
                  <a:pt x="356941" y="42397"/>
                </a:cubicBezTo>
                <a:lnTo>
                  <a:pt x="356941" y="39108"/>
                </a:lnTo>
                <a:lnTo>
                  <a:pt x="384672" y="39108"/>
                </a:lnTo>
                <a:close/>
                <a:moveTo>
                  <a:pt x="424677" y="36797"/>
                </a:moveTo>
                <a:lnTo>
                  <a:pt x="424677" y="55107"/>
                </a:lnTo>
                <a:cubicBezTo>
                  <a:pt x="431491" y="42900"/>
                  <a:pt x="438483" y="36797"/>
                  <a:pt x="445653" y="36797"/>
                </a:cubicBezTo>
                <a:cubicBezTo>
                  <a:pt x="448912" y="36797"/>
                  <a:pt x="451608" y="37790"/>
                  <a:pt x="453741" y="39775"/>
                </a:cubicBezTo>
                <a:cubicBezTo>
                  <a:pt x="455875" y="41760"/>
                  <a:pt x="456941" y="44056"/>
                  <a:pt x="456941" y="46663"/>
                </a:cubicBezTo>
                <a:cubicBezTo>
                  <a:pt x="456941" y="48974"/>
                  <a:pt x="456171" y="50929"/>
                  <a:pt x="454630" y="52529"/>
                </a:cubicBezTo>
                <a:cubicBezTo>
                  <a:pt x="453090" y="54129"/>
                  <a:pt x="451253" y="54929"/>
                  <a:pt x="449120" y="54929"/>
                </a:cubicBezTo>
                <a:cubicBezTo>
                  <a:pt x="447046" y="54929"/>
                  <a:pt x="444720" y="53907"/>
                  <a:pt x="442142" y="51863"/>
                </a:cubicBezTo>
                <a:cubicBezTo>
                  <a:pt x="439565" y="49818"/>
                  <a:pt x="437654" y="48796"/>
                  <a:pt x="436409" y="48796"/>
                </a:cubicBezTo>
                <a:cubicBezTo>
                  <a:pt x="435343" y="48796"/>
                  <a:pt x="434187" y="49387"/>
                  <a:pt x="432943" y="50568"/>
                </a:cubicBezTo>
                <a:cubicBezTo>
                  <a:pt x="430277" y="52992"/>
                  <a:pt x="427521" y="56982"/>
                  <a:pt x="424677" y="62537"/>
                </a:cubicBezTo>
                <a:lnTo>
                  <a:pt x="424677" y="101456"/>
                </a:lnTo>
                <a:cubicBezTo>
                  <a:pt x="424677" y="105947"/>
                  <a:pt x="425240" y="109345"/>
                  <a:pt x="426366" y="111650"/>
                </a:cubicBezTo>
                <a:cubicBezTo>
                  <a:pt x="427136" y="113246"/>
                  <a:pt x="428499" y="114577"/>
                  <a:pt x="430454" y="115641"/>
                </a:cubicBezTo>
                <a:cubicBezTo>
                  <a:pt x="432410" y="116704"/>
                  <a:pt x="435224" y="117236"/>
                  <a:pt x="438898" y="117236"/>
                </a:cubicBezTo>
                <a:lnTo>
                  <a:pt x="438898" y="120524"/>
                </a:lnTo>
                <a:lnTo>
                  <a:pt x="397212" y="120524"/>
                </a:lnTo>
                <a:lnTo>
                  <a:pt x="397212" y="117236"/>
                </a:lnTo>
                <a:cubicBezTo>
                  <a:pt x="401360" y="117236"/>
                  <a:pt x="404441" y="116586"/>
                  <a:pt x="406456" y="115286"/>
                </a:cubicBezTo>
                <a:cubicBezTo>
                  <a:pt x="407938" y="114340"/>
                  <a:pt x="408974" y="112831"/>
                  <a:pt x="409567" y="110761"/>
                </a:cubicBezTo>
                <a:cubicBezTo>
                  <a:pt x="409863" y="109756"/>
                  <a:pt x="410011" y="106888"/>
                  <a:pt x="410011" y="102159"/>
                </a:cubicBezTo>
                <a:lnTo>
                  <a:pt x="410011" y="70675"/>
                </a:lnTo>
                <a:cubicBezTo>
                  <a:pt x="410011" y="61215"/>
                  <a:pt x="409819" y="55584"/>
                  <a:pt x="409434" y="53782"/>
                </a:cubicBezTo>
                <a:cubicBezTo>
                  <a:pt x="409049" y="51978"/>
                  <a:pt x="408337" y="50663"/>
                  <a:pt x="407301" y="49835"/>
                </a:cubicBezTo>
                <a:cubicBezTo>
                  <a:pt x="406264" y="49007"/>
                  <a:pt x="404975" y="48594"/>
                  <a:pt x="403434" y="48594"/>
                </a:cubicBezTo>
                <a:cubicBezTo>
                  <a:pt x="401597" y="48594"/>
                  <a:pt x="399523" y="49037"/>
                  <a:pt x="397212" y="49924"/>
                </a:cubicBezTo>
                <a:lnTo>
                  <a:pt x="396324" y="46730"/>
                </a:lnTo>
                <a:lnTo>
                  <a:pt x="420944" y="36797"/>
                </a:lnTo>
                <a:lnTo>
                  <a:pt x="424677" y="36797"/>
                </a:lnTo>
                <a:close/>
                <a:moveTo>
                  <a:pt x="474249" y="69861"/>
                </a:moveTo>
                <a:cubicBezTo>
                  <a:pt x="474190" y="81922"/>
                  <a:pt x="477123" y="91381"/>
                  <a:pt x="483048" y="98240"/>
                </a:cubicBezTo>
                <a:cubicBezTo>
                  <a:pt x="488974" y="105097"/>
                  <a:pt x="495936" y="108525"/>
                  <a:pt x="503936" y="108525"/>
                </a:cubicBezTo>
                <a:cubicBezTo>
                  <a:pt x="509269" y="108525"/>
                  <a:pt x="513905" y="107059"/>
                  <a:pt x="517846" y="104125"/>
                </a:cubicBezTo>
                <a:cubicBezTo>
                  <a:pt x="521786" y="101192"/>
                  <a:pt x="525090" y="96171"/>
                  <a:pt x="527756" y="89060"/>
                </a:cubicBezTo>
                <a:lnTo>
                  <a:pt x="530511" y="90838"/>
                </a:lnTo>
                <a:cubicBezTo>
                  <a:pt x="529267" y="98956"/>
                  <a:pt x="525652" y="106348"/>
                  <a:pt x="519668" y="113014"/>
                </a:cubicBezTo>
                <a:cubicBezTo>
                  <a:pt x="513683" y="119680"/>
                  <a:pt x="506187" y="123013"/>
                  <a:pt x="497181" y="123013"/>
                </a:cubicBezTo>
                <a:cubicBezTo>
                  <a:pt x="487404" y="123013"/>
                  <a:pt x="479034" y="119214"/>
                  <a:pt x="472071" y="111617"/>
                </a:cubicBezTo>
                <a:cubicBezTo>
                  <a:pt x="465109" y="104017"/>
                  <a:pt x="461628" y="93801"/>
                  <a:pt x="461628" y="80969"/>
                </a:cubicBezTo>
                <a:cubicBezTo>
                  <a:pt x="461628" y="67074"/>
                  <a:pt x="465198" y="56238"/>
                  <a:pt x="472338" y="48463"/>
                </a:cubicBezTo>
                <a:cubicBezTo>
                  <a:pt x="479478" y="40686"/>
                  <a:pt x="488440" y="36797"/>
                  <a:pt x="499225" y="36797"/>
                </a:cubicBezTo>
                <a:cubicBezTo>
                  <a:pt x="508350" y="36797"/>
                  <a:pt x="515846" y="39797"/>
                  <a:pt x="521712" y="45797"/>
                </a:cubicBezTo>
                <a:cubicBezTo>
                  <a:pt x="527578" y="51794"/>
                  <a:pt x="530511" y="59816"/>
                  <a:pt x="530511" y="69861"/>
                </a:cubicBezTo>
                <a:lnTo>
                  <a:pt x="474249" y="69861"/>
                </a:lnTo>
                <a:moveTo>
                  <a:pt x="474249" y="64706"/>
                </a:moveTo>
                <a:lnTo>
                  <a:pt x="511935" y="64706"/>
                </a:lnTo>
                <a:cubicBezTo>
                  <a:pt x="511639" y="59492"/>
                  <a:pt x="511017" y="55818"/>
                  <a:pt x="510068" y="53685"/>
                </a:cubicBezTo>
                <a:cubicBezTo>
                  <a:pt x="508587" y="50367"/>
                  <a:pt x="506380" y="47759"/>
                  <a:pt x="503447" y="45863"/>
                </a:cubicBezTo>
                <a:cubicBezTo>
                  <a:pt x="500514" y="43967"/>
                  <a:pt x="497447" y="43019"/>
                  <a:pt x="494247" y="43019"/>
                </a:cubicBezTo>
                <a:cubicBezTo>
                  <a:pt x="489329" y="43019"/>
                  <a:pt x="484930" y="44930"/>
                  <a:pt x="481048" y="48752"/>
                </a:cubicBezTo>
                <a:cubicBezTo>
                  <a:pt x="477167" y="52574"/>
                  <a:pt x="474901" y="57892"/>
                  <a:pt x="474249" y="64706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HarmonicAugmentationf">
            <a:extLst xmlns:a="http://schemas.openxmlformats.org/drawingml/2006/main">
              <a:ext uri="{FF2B5EF4-FFF2-40B4-BE49-F238E27FC236}">
                <a16:creationId xmlns:a16="http://schemas.microsoft.com/office/drawing/2014/main" id="{C50BC3CA-D6E9-47E4-A614-193D5492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27" y="3282188"/>
            <a:ext cx="2667193" cy="210099"/>
          </a:xfrm>
          <a:custGeom xmlns:a="http://schemas.openxmlformats.org/drawingml/2006/main">
            <a:pathLst>
              <a:path w="2667193" h="210099">
                <a:moveTo>
                  <a:pt x="59421" y="84361"/>
                </a:moveTo>
                <a:lnTo>
                  <a:pt x="59421" y="132634"/>
                </a:lnTo>
                <a:cubicBezTo>
                  <a:pt x="59421" y="140643"/>
                  <a:pt x="59861" y="145650"/>
                  <a:pt x="60743" y="147654"/>
                </a:cubicBezTo>
                <a:cubicBezTo>
                  <a:pt x="61624" y="149656"/>
                  <a:pt x="63348" y="151407"/>
                  <a:pt x="65915" y="152909"/>
                </a:cubicBezTo>
                <a:cubicBezTo>
                  <a:pt x="68481" y="154410"/>
                  <a:pt x="71949" y="155161"/>
                  <a:pt x="76316" y="155161"/>
                </a:cubicBezTo>
                <a:lnTo>
                  <a:pt x="81488" y="155161"/>
                </a:lnTo>
                <a:lnTo>
                  <a:pt x="81488" y="159298"/>
                </a:lnTo>
                <a:lnTo>
                  <a:pt x="0" y="159298"/>
                </a:lnTo>
                <a:lnTo>
                  <a:pt x="0" y="155161"/>
                </a:lnTo>
                <a:lnTo>
                  <a:pt x="5172" y="155161"/>
                </a:lnTo>
                <a:cubicBezTo>
                  <a:pt x="9693" y="155161"/>
                  <a:pt x="13332" y="154353"/>
                  <a:pt x="16091" y="152736"/>
                </a:cubicBezTo>
                <a:cubicBezTo>
                  <a:pt x="18083" y="151656"/>
                  <a:pt x="19615" y="149808"/>
                  <a:pt x="20688" y="147191"/>
                </a:cubicBezTo>
                <a:cubicBezTo>
                  <a:pt x="21531" y="145342"/>
                  <a:pt x="21952" y="140490"/>
                  <a:pt x="21952" y="132634"/>
                </a:cubicBezTo>
                <a:lnTo>
                  <a:pt x="21952" y="30113"/>
                </a:lnTo>
                <a:cubicBezTo>
                  <a:pt x="21952" y="22103"/>
                  <a:pt x="21531" y="17098"/>
                  <a:pt x="20688" y="15096"/>
                </a:cubicBezTo>
                <a:cubicBezTo>
                  <a:pt x="19845" y="13092"/>
                  <a:pt x="18140" y="11339"/>
                  <a:pt x="15574" y="9838"/>
                </a:cubicBezTo>
                <a:cubicBezTo>
                  <a:pt x="13007" y="8336"/>
                  <a:pt x="9540" y="7586"/>
                  <a:pt x="5172" y="7586"/>
                </a:cubicBezTo>
                <a:lnTo>
                  <a:pt x="0" y="7586"/>
                </a:lnTo>
                <a:lnTo>
                  <a:pt x="0" y="3448"/>
                </a:lnTo>
                <a:lnTo>
                  <a:pt x="81488" y="3448"/>
                </a:lnTo>
                <a:lnTo>
                  <a:pt x="81488" y="7586"/>
                </a:lnTo>
                <a:lnTo>
                  <a:pt x="76316" y="7586"/>
                </a:lnTo>
                <a:cubicBezTo>
                  <a:pt x="71795" y="7586"/>
                  <a:pt x="68156" y="8394"/>
                  <a:pt x="65397" y="10010"/>
                </a:cubicBezTo>
                <a:cubicBezTo>
                  <a:pt x="63405" y="11090"/>
                  <a:pt x="61834" y="12938"/>
                  <a:pt x="60685" y="15556"/>
                </a:cubicBezTo>
                <a:cubicBezTo>
                  <a:pt x="59842" y="17404"/>
                  <a:pt x="59421" y="22256"/>
                  <a:pt x="59421" y="30113"/>
                </a:cubicBezTo>
                <a:lnTo>
                  <a:pt x="59421" y="74247"/>
                </a:lnTo>
                <a:lnTo>
                  <a:pt x="114474" y="74247"/>
                </a:lnTo>
                <a:lnTo>
                  <a:pt x="114474" y="30113"/>
                </a:lnTo>
                <a:cubicBezTo>
                  <a:pt x="114474" y="22103"/>
                  <a:pt x="114053" y="17098"/>
                  <a:pt x="113210" y="15096"/>
                </a:cubicBezTo>
                <a:cubicBezTo>
                  <a:pt x="112367" y="13092"/>
                  <a:pt x="110643" y="11339"/>
                  <a:pt x="108038" y="9838"/>
                </a:cubicBezTo>
                <a:cubicBezTo>
                  <a:pt x="105433" y="8336"/>
                  <a:pt x="101946" y="7586"/>
                  <a:pt x="97579" y="7586"/>
                </a:cubicBezTo>
                <a:lnTo>
                  <a:pt x="92522" y="7586"/>
                </a:lnTo>
                <a:lnTo>
                  <a:pt x="92522" y="3448"/>
                </a:lnTo>
                <a:lnTo>
                  <a:pt x="173895" y="3448"/>
                </a:lnTo>
                <a:lnTo>
                  <a:pt x="173895" y="7586"/>
                </a:lnTo>
                <a:lnTo>
                  <a:pt x="168838" y="7586"/>
                </a:lnTo>
                <a:cubicBezTo>
                  <a:pt x="164240" y="7586"/>
                  <a:pt x="160601" y="8394"/>
                  <a:pt x="157919" y="10010"/>
                </a:cubicBezTo>
                <a:cubicBezTo>
                  <a:pt x="155927" y="11090"/>
                  <a:pt x="154356" y="12938"/>
                  <a:pt x="153207" y="15556"/>
                </a:cubicBezTo>
                <a:cubicBezTo>
                  <a:pt x="152364" y="17404"/>
                  <a:pt x="151943" y="22256"/>
                  <a:pt x="151943" y="30113"/>
                </a:cubicBezTo>
                <a:lnTo>
                  <a:pt x="151943" y="132634"/>
                </a:lnTo>
                <a:cubicBezTo>
                  <a:pt x="151943" y="140643"/>
                  <a:pt x="152364" y="145650"/>
                  <a:pt x="153207" y="147654"/>
                </a:cubicBezTo>
                <a:cubicBezTo>
                  <a:pt x="154050" y="149656"/>
                  <a:pt x="155774" y="151407"/>
                  <a:pt x="158379" y="152909"/>
                </a:cubicBezTo>
                <a:cubicBezTo>
                  <a:pt x="160984" y="154410"/>
                  <a:pt x="164470" y="155161"/>
                  <a:pt x="168838" y="155161"/>
                </a:cubicBezTo>
                <a:lnTo>
                  <a:pt x="173895" y="155161"/>
                </a:lnTo>
                <a:lnTo>
                  <a:pt x="173895" y="159298"/>
                </a:lnTo>
                <a:lnTo>
                  <a:pt x="92522" y="159298"/>
                </a:lnTo>
                <a:lnTo>
                  <a:pt x="92522" y="155161"/>
                </a:lnTo>
                <a:lnTo>
                  <a:pt x="97579" y="155161"/>
                </a:lnTo>
                <a:cubicBezTo>
                  <a:pt x="102176" y="155161"/>
                  <a:pt x="105816" y="154353"/>
                  <a:pt x="108498" y="152736"/>
                </a:cubicBezTo>
                <a:cubicBezTo>
                  <a:pt x="110490" y="151656"/>
                  <a:pt x="112061" y="149808"/>
                  <a:pt x="113210" y="147191"/>
                </a:cubicBezTo>
                <a:cubicBezTo>
                  <a:pt x="114053" y="145342"/>
                  <a:pt x="114474" y="140490"/>
                  <a:pt x="114474" y="132634"/>
                </a:cubicBezTo>
                <a:lnTo>
                  <a:pt x="114474" y="84361"/>
                </a:lnTo>
                <a:lnTo>
                  <a:pt x="59421" y="84361"/>
                </a:lnTo>
                <a:close/>
                <a:moveTo>
                  <a:pt x="244246" y="143437"/>
                </a:moveTo>
                <a:cubicBezTo>
                  <a:pt x="231144" y="155084"/>
                  <a:pt x="219382" y="160907"/>
                  <a:pt x="208962" y="160907"/>
                </a:cubicBezTo>
                <a:cubicBezTo>
                  <a:pt x="202832" y="160907"/>
                  <a:pt x="197737" y="158890"/>
                  <a:pt x="193676" y="154855"/>
                </a:cubicBezTo>
                <a:cubicBezTo>
                  <a:pt x="189615" y="150818"/>
                  <a:pt x="187584" y="145764"/>
                  <a:pt x="187584" y="139691"/>
                </a:cubicBezTo>
                <a:cubicBezTo>
                  <a:pt x="187584" y="131464"/>
                  <a:pt x="191109" y="124064"/>
                  <a:pt x="198158" y="117491"/>
                </a:cubicBezTo>
                <a:cubicBezTo>
                  <a:pt x="205207" y="110918"/>
                  <a:pt x="220570" y="102174"/>
                  <a:pt x="244246" y="91257"/>
                </a:cubicBezTo>
                <a:lnTo>
                  <a:pt x="244246" y="80454"/>
                </a:lnTo>
                <a:cubicBezTo>
                  <a:pt x="244246" y="72332"/>
                  <a:pt x="243806" y="67217"/>
                  <a:pt x="242925" y="65110"/>
                </a:cubicBezTo>
                <a:cubicBezTo>
                  <a:pt x="242044" y="63003"/>
                  <a:pt x="240377" y="61164"/>
                  <a:pt x="237925" y="59593"/>
                </a:cubicBezTo>
                <a:cubicBezTo>
                  <a:pt x="235473" y="58022"/>
                  <a:pt x="232715" y="57237"/>
                  <a:pt x="229650" y="57237"/>
                </a:cubicBezTo>
                <a:cubicBezTo>
                  <a:pt x="224669" y="57237"/>
                  <a:pt x="220570" y="58348"/>
                  <a:pt x="217352" y="60570"/>
                </a:cubicBezTo>
                <a:cubicBezTo>
                  <a:pt x="215360" y="61949"/>
                  <a:pt x="214364" y="63558"/>
                  <a:pt x="214364" y="65397"/>
                </a:cubicBezTo>
                <a:cubicBezTo>
                  <a:pt x="214364" y="67006"/>
                  <a:pt x="215436" y="68999"/>
                  <a:pt x="217582" y="71374"/>
                </a:cubicBezTo>
                <a:cubicBezTo>
                  <a:pt x="220493" y="74669"/>
                  <a:pt x="221949" y="77849"/>
                  <a:pt x="221949" y="80913"/>
                </a:cubicBezTo>
                <a:cubicBezTo>
                  <a:pt x="221949" y="84668"/>
                  <a:pt x="220551" y="87867"/>
                  <a:pt x="217754" y="90510"/>
                </a:cubicBezTo>
                <a:cubicBezTo>
                  <a:pt x="214957" y="93154"/>
                  <a:pt x="211299" y="94476"/>
                  <a:pt x="206778" y="94476"/>
                </a:cubicBezTo>
                <a:cubicBezTo>
                  <a:pt x="201951" y="94476"/>
                  <a:pt x="197909" y="93020"/>
                  <a:pt x="194652" y="90108"/>
                </a:cubicBezTo>
                <a:cubicBezTo>
                  <a:pt x="191396" y="87196"/>
                  <a:pt x="189768" y="83787"/>
                  <a:pt x="189768" y="79879"/>
                </a:cubicBezTo>
                <a:cubicBezTo>
                  <a:pt x="189768" y="74362"/>
                  <a:pt x="191952" y="69094"/>
                  <a:pt x="196319" y="64076"/>
                </a:cubicBezTo>
                <a:cubicBezTo>
                  <a:pt x="200687" y="59057"/>
                  <a:pt x="206778" y="55207"/>
                  <a:pt x="214594" y="52525"/>
                </a:cubicBezTo>
                <a:cubicBezTo>
                  <a:pt x="222409" y="49843"/>
                  <a:pt x="230531" y="48502"/>
                  <a:pt x="238959" y="48502"/>
                </a:cubicBezTo>
                <a:cubicBezTo>
                  <a:pt x="249150" y="48502"/>
                  <a:pt x="257215" y="50673"/>
                  <a:pt x="263153" y="55014"/>
                </a:cubicBezTo>
                <a:cubicBezTo>
                  <a:pt x="269091" y="59353"/>
                  <a:pt x="272942" y="64056"/>
                  <a:pt x="274704" y="69126"/>
                </a:cubicBezTo>
                <a:cubicBezTo>
                  <a:pt x="275777" y="72351"/>
                  <a:pt x="276313" y="79762"/>
                  <a:pt x="276313" y="91358"/>
                </a:cubicBezTo>
                <a:lnTo>
                  <a:pt x="276313" y="133176"/>
                </a:lnTo>
                <a:cubicBezTo>
                  <a:pt x="276313" y="138092"/>
                  <a:pt x="276505" y="141184"/>
                  <a:pt x="276888" y="142453"/>
                </a:cubicBezTo>
                <a:cubicBezTo>
                  <a:pt x="277271" y="143720"/>
                  <a:pt x="277845" y="144661"/>
                  <a:pt x="278612" y="145276"/>
                </a:cubicBezTo>
                <a:cubicBezTo>
                  <a:pt x="279378" y="145889"/>
                  <a:pt x="280259" y="146196"/>
                  <a:pt x="281255" y="146196"/>
                </a:cubicBezTo>
                <a:cubicBezTo>
                  <a:pt x="283247" y="146196"/>
                  <a:pt x="285278" y="144778"/>
                  <a:pt x="287347" y="141943"/>
                </a:cubicBezTo>
                <a:lnTo>
                  <a:pt x="290795" y="144702"/>
                </a:lnTo>
                <a:cubicBezTo>
                  <a:pt x="286964" y="150372"/>
                  <a:pt x="282998" y="154490"/>
                  <a:pt x="278899" y="157057"/>
                </a:cubicBezTo>
                <a:cubicBezTo>
                  <a:pt x="274800" y="159624"/>
                  <a:pt x="270145" y="160907"/>
                  <a:pt x="264935" y="160907"/>
                </a:cubicBezTo>
                <a:cubicBezTo>
                  <a:pt x="258805" y="160907"/>
                  <a:pt x="254016" y="159461"/>
                  <a:pt x="250568" y="156569"/>
                </a:cubicBezTo>
                <a:cubicBezTo>
                  <a:pt x="247120" y="153676"/>
                  <a:pt x="245013" y="149299"/>
                  <a:pt x="244246" y="143437"/>
                </a:cubicBezTo>
                <a:moveTo>
                  <a:pt x="244246" y="134932"/>
                </a:moveTo>
                <a:lnTo>
                  <a:pt x="244246" y="98980"/>
                </a:lnTo>
                <a:cubicBezTo>
                  <a:pt x="234975" y="104446"/>
                  <a:pt x="228079" y="110298"/>
                  <a:pt x="223558" y="116536"/>
                </a:cubicBezTo>
                <a:cubicBezTo>
                  <a:pt x="220570" y="120693"/>
                  <a:pt x="219076" y="124889"/>
                  <a:pt x="219076" y="129125"/>
                </a:cubicBezTo>
                <a:cubicBezTo>
                  <a:pt x="219076" y="132666"/>
                  <a:pt x="220340" y="135785"/>
                  <a:pt x="222869" y="138481"/>
                </a:cubicBezTo>
                <a:cubicBezTo>
                  <a:pt x="224784" y="140559"/>
                  <a:pt x="227466" y="141599"/>
                  <a:pt x="230914" y="141599"/>
                </a:cubicBezTo>
                <a:cubicBezTo>
                  <a:pt x="234745" y="141599"/>
                  <a:pt x="239189" y="139376"/>
                  <a:pt x="244246" y="134932"/>
                </a:cubicBezTo>
                <a:close/>
                <a:moveTo>
                  <a:pt x="345580" y="51720"/>
                </a:moveTo>
                <a:lnTo>
                  <a:pt x="345580" y="76086"/>
                </a:lnTo>
                <a:cubicBezTo>
                  <a:pt x="352705" y="64976"/>
                  <a:pt x="358950" y="57601"/>
                  <a:pt x="364314" y="53961"/>
                </a:cubicBezTo>
                <a:cubicBezTo>
                  <a:pt x="369677" y="50322"/>
                  <a:pt x="374849" y="48502"/>
                  <a:pt x="379830" y="48502"/>
                </a:cubicBezTo>
                <a:cubicBezTo>
                  <a:pt x="384121" y="48502"/>
                  <a:pt x="387550" y="49829"/>
                  <a:pt x="390116" y="52482"/>
                </a:cubicBezTo>
                <a:cubicBezTo>
                  <a:pt x="392683" y="55135"/>
                  <a:pt x="393967" y="58883"/>
                  <a:pt x="393967" y="63727"/>
                </a:cubicBezTo>
                <a:cubicBezTo>
                  <a:pt x="393967" y="68880"/>
                  <a:pt x="392722" y="72880"/>
                  <a:pt x="390231" y="75727"/>
                </a:cubicBezTo>
                <a:cubicBezTo>
                  <a:pt x="387741" y="78572"/>
                  <a:pt x="384734" y="79994"/>
                  <a:pt x="381209" y="79994"/>
                </a:cubicBezTo>
                <a:cubicBezTo>
                  <a:pt x="377148" y="79994"/>
                  <a:pt x="373623" y="78691"/>
                  <a:pt x="370635" y="76086"/>
                </a:cubicBezTo>
                <a:cubicBezTo>
                  <a:pt x="367647" y="73481"/>
                  <a:pt x="365885" y="72025"/>
                  <a:pt x="365348" y="71719"/>
                </a:cubicBezTo>
                <a:cubicBezTo>
                  <a:pt x="364582" y="71259"/>
                  <a:pt x="363701" y="71029"/>
                  <a:pt x="362705" y="71029"/>
                </a:cubicBezTo>
                <a:cubicBezTo>
                  <a:pt x="360483" y="71029"/>
                  <a:pt x="358375" y="71872"/>
                  <a:pt x="356383" y="73558"/>
                </a:cubicBezTo>
                <a:cubicBezTo>
                  <a:pt x="353242" y="76163"/>
                  <a:pt x="350866" y="79879"/>
                  <a:pt x="349257" y="84706"/>
                </a:cubicBezTo>
                <a:cubicBezTo>
                  <a:pt x="346805" y="92139"/>
                  <a:pt x="345580" y="100337"/>
                  <a:pt x="345580" y="109302"/>
                </a:cubicBezTo>
                <a:lnTo>
                  <a:pt x="345580" y="134013"/>
                </a:lnTo>
                <a:lnTo>
                  <a:pt x="345694" y="140449"/>
                </a:lnTo>
                <a:cubicBezTo>
                  <a:pt x="345694" y="144817"/>
                  <a:pt x="345963" y="147613"/>
                  <a:pt x="346499" y="148839"/>
                </a:cubicBezTo>
                <a:cubicBezTo>
                  <a:pt x="347418" y="150908"/>
                  <a:pt x="348779" y="152421"/>
                  <a:pt x="350579" y="153379"/>
                </a:cubicBezTo>
                <a:cubicBezTo>
                  <a:pt x="352380" y="154337"/>
                  <a:pt x="355426" y="154931"/>
                  <a:pt x="359716" y="155161"/>
                </a:cubicBezTo>
                <a:lnTo>
                  <a:pt x="359716" y="159298"/>
                </a:lnTo>
                <a:lnTo>
                  <a:pt x="301675" y="159298"/>
                </a:lnTo>
                <a:lnTo>
                  <a:pt x="301675" y="155161"/>
                </a:lnTo>
                <a:cubicBezTo>
                  <a:pt x="306349" y="154778"/>
                  <a:pt x="309509" y="153494"/>
                  <a:pt x="311157" y="151310"/>
                </a:cubicBezTo>
                <a:cubicBezTo>
                  <a:pt x="312804" y="149127"/>
                  <a:pt x="313628" y="143361"/>
                  <a:pt x="313628" y="134013"/>
                </a:cubicBezTo>
                <a:lnTo>
                  <a:pt x="313628" y="74477"/>
                </a:lnTo>
                <a:cubicBezTo>
                  <a:pt x="313628" y="68309"/>
                  <a:pt x="313321" y="64377"/>
                  <a:pt x="312708" y="62682"/>
                </a:cubicBezTo>
                <a:cubicBezTo>
                  <a:pt x="311942" y="60522"/>
                  <a:pt x="310831" y="58942"/>
                  <a:pt x="309375" y="57941"/>
                </a:cubicBezTo>
                <a:cubicBezTo>
                  <a:pt x="307920" y="56938"/>
                  <a:pt x="305353" y="56243"/>
                  <a:pt x="301675" y="55858"/>
                </a:cubicBezTo>
                <a:lnTo>
                  <a:pt x="301675" y="51720"/>
                </a:lnTo>
                <a:lnTo>
                  <a:pt x="345580" y="51720"/>
                </a:lnTo>
                <a:close/>
                <a:moveTo>
                  <a:pt x="449149" y="51720"/>
                </a:moveTo>
                <a:lnTo>
                  <a:pt x="449149" y="65972"/>
                </a:lnTo>
                <a:cubicBezTo>
                  <a:pt x="455049" y="59493"/>
                  <a:pt x="460508" y="54961"/>
                  <a:pt x="465527" y="52378"/>
                </a:cubicBezTo>
                <a:cubicBezTo>
                  <a:pt x="470546" y="49794"/>
                  <a:pt x="476043" y="48502"/>
                  <a:pt x="482020" y="48502"/>
                </a:cubicBezTo>
                <a:cubicBezTo>
                  <a:pt x="488916" y="48502"/>
                  <a:pt x="494701" y="50121"/>
                  <a:pt x="499375" y="53358"/>
                </a:cubicBezTo>
                <a:cubicBezTo>
                  <a:pt x="504049" y="56595"/>
                  <a:pt x="507650" y="61528"/>
                  <a:pt x="510179" y="68156"/>
                </a:cubicBezTo>
                <a:cubicBezTo>
                  <a:pt x="516309" y="61219"/>
                  <a:pt x="522189" y="56210"/>
                  <a:pt x="527821" y="53128"/>
                </a:cubicBezTo>
                <a:cubicBezTo>
                  <a:pt x="533453" y="50044"/>
                  <a:pt x="539334" y="48502"/>
                  <a:pt x="545464" y="48502"/>
                </a:cubicBezTo>
                <a:cubicBezTo>
                  <a:pt x="552896" y="48502"/>
                  <a:pt x="558815" y="50209"/>
                  <a:pt x="563221" y="53624"/>
                </a:cubicBezTo>
                <a:cubicBezTo>
                  <a:pt x="567627" y="57038"/>
                  <a:pt x="570692" y="61373"/>
                  <a:pt x="572416" y="66629"/>
                </a:cubicBezTo>
                <a:cubicBezTo>
                  <a:pt x="574140" y="71885"/>
                  <a:pt x="575002" y="80267"/>
                  <a:pt x="575002" y="91775"/>
                </a:cubicBezTo>
                <a:lnTo>
                  <a:pt x="575002" y="135852"/>
                </a:lnTo>
                <a:cubicBezTo>
                  <a:pt x="575002" y="144127"/>
                  <a:pt x="575749" y="149261"/>
                  <a:pt x="577243" y="151253"/>
                </a:cubicBezTo>
                <a:cubicBezTo>
                  <a:pt x="578737" y="153245"/>
                  <a:pt x="581859" y="154548"/>
                  <a:pt x="586610" y="155161"/>
                </a:cubicBezTo>
                <a:lnTo>
                  <a:pt x="586610" y="159298"/>
                </a:lnTo>
                <a:lnTo>
                  <a:pt x="531097" y="159298"/>
                </a:lnTo>
                <a:lnTo>
                  <a:pt x="531097" y="155161"/>
                </a:lnTo>
                <a:cubicBezTo>
                  <a:pt x="535464" y="154778"/>
                  <a:pt x="538682" y="153092"/>
                  <a:pt x="540751" y="150104"/>
                </a:cubicBezTo>
                <a:cubicBezTo>
                  <a:pt x="542130" y="148035"/>
                  <a:pt x="542820" y="143284"/>
                  <a:pt x="542820" y="135852"/>
                </a:cubicBezTo>
                <a:lnTo>
                  <a:pt x="542820" y="89648"/>
                </a:lnTo>
                <a:cubicBezTo>
                  <a:pt x="542820" y="80071"/>
                  <a:pt x="542437" y="73979"/>
                  <a:pt x="541671" y="71374"/>
                </a:cubicBezTo>
                <a:cubicBezTo>
                  <a:pt x="540905" y="68769"/>
                  <a:pt x="539698" y="66834"/>
                  <a:pt x="538050" y="65570"/>
                </a:cubicBezTo>
                <a:cubicBezTo>
                  <a:pt x="536403" y="64305"/>
                  <a:pt x="534468" y="63673"/>
                  <a:pt x="532246" y="63673"/>
                </a:cubicBezTo>
                <a:cubicBezTo>
                  <a:pt x="528951" y="63673"/>
                  <a:pt x="525618" y="64880"/>
                  <a:pt x="522247" y="67294"/>
                </a:cubicBezTo>
                <a:cubicBezTo>
                  <a:pt x="518876" y="69707"/>
                  <a:pt x="515466" y="73328"/>
                  <a:pt x="512018" y="78155"/>
                </a:cubicBezTo>
                <a:lnTo>
                  <a:pt x="512018" y="135852"/>
                </a:lnTo>
                <a:cubicBezTo>
                  <a:pt x="512018" y="143591"/>
                  <a:pt x="512669" y="148456"/>
                  <a:pt x="513972" y="150448"/>
                </a:cubicBezTo>
                <a:cubicBezTo>
                  <a:pt x="515734" y="153283"/>
                  <a:pt x="519105" y="154854"/>
                  <a:pt x="524086" y="155161"/>
                </a:cubicBezTo>
                <a:lnTo>
                  <a:pt x="524086" y="159298"/>
                </a:lnTo>
                <a:lnTo>
                  <a:pt x="468458" y="159298"/>
                </a:lnTo>
                <a:lnTo>
                  <a:pt x="468458" y="155161"/>
                </a:lnTo>
                <a:cubicBezTo>
                  <a:pt x="471446" y="155007"/>
                  <a:pt x="473802" y="154260"/>
                  <a:pt x="475526" y="152920"/>
                </a:cubicBezTo>
                <a:cubicBezTo>
                  <a:pt x="477250" y="151579"/>
                  <a:pt x="478400" y="149970"/>
                  <a:pt x="478974" y="148092"/>
                </a:cubicBezTo>
                <a:cubicBezTo>
                  <a:pt x="479549" y="146215"/>
                  <a:pt x="479836" y="142135"/>
                  <a:pt x="479836" y="135852"/>
                </a:cubicBezTo>
                <a:lnTo>
                  <a:pt x="479836" y="89577"/>
                </a:lnTo>
                <a:cubicBezTo>
                  <a:pt x="479836" y="79829"/>
                  <a:pt x="479453" y="73728"/>
                  <a:pt x="478687" y="71273"/>
                </a:cubicBezTo>
                <a:cubicBezTo>
                  <a:pt x="477921" y="68817"/>
                  <a:pt x="476637" y="66897"/>
                  <a:pt x="474837" y="65516"/>
                </a:cubicBezTo>
                <a:cubicBezTo>
                  <a:pt x="473036" y="64134"/>
                  <a:pt x="471101" y="63443"/>
                  <a:pt x="469033" y="63443"/>
                </a:cubicBezTo>
                <a:cubicBezTo>
                  <a:pt x="465968" y="63443"/>
                  <a:pt x="463171" y="64254"/>
                  <a:pt x="460642" y="65875"/>
                </a:cubicBezTo>
                <a:cubicBezTo>
                  <a:pt x="457041" y="68270"/>
                  <a:pt x="453210" y="72363"/>
                  <a:pt x="449149" y="78155"/>
                </a:cubicBezTo>
                <a:lnTo>
                  <a:pt x="449149" y="135852"/>
                </a:lnTo>
                <a:cubicBezTo>
                  <a:pt x="449149" y="143437"/>
                  <a:pt x="449896" y="148437"/>
                  <a:pt x="451390" y="150851"/>
                </a:cubicBezTo>
                <a:cubicBezTo>
                  <a:pt x="452884" y="153264"/>
                  <a:pt x="456007" y="154701"/>
                  <a:pt x="460757" y="155161"/>
                </a:cubicBezTo>
                <a:lnTo>
                  <a:pt x="460757" y="159298"/>
                </a:lnTo>
                <a:lnTo>
                  <a:pt x="405359" y="159298"/>
                </a:lnTo>
                <a:lnTo>
                  <a:pt x="405359" y="155161"/>
                </a:lnTo>
                <a:cubicBezTo>
                  <a:pt x="409880" y="154701"/>
                  <a:pt x="413098" y="153245"/>
                  <a:pt x="415014" y="150793"/>
                </a:cubicBezTo>
                <a:cubicBezTo>
                  <a:pt x="416316" y="149108"/>
                  <a:pt x="416967" y="144127"/>
                  <a:pt x="416967" y="135852"/>
                </a:cubicBezTo>
                <a:lnTo>
                  <a:pt x="416967" y="75167"/>
                </a:lnTo>
                <a:cubicBezTo>
                  <a:pt x="416967" y="66947"/>
                  <a:pt x="416220" y="61828"/>
                  <a:pt x="414726" y="59812"/>
                </a:cubicBezTo>
                <a:cubicBezTo>
                  <a:pt x="413232" y="57796"/>
                  <a:pt x="410110" y="56478"/>
                  <a:pt x="405359" y="55858"/>
                </a:cubicBezTo>
                <a:lnTo>
                  <a:pt x="405359" y="51720"/>
                </a:lnTo>
                <a:lnTo>
                  <a:pt x="449149" y="51720"/>
                </a:lnTo>
                <a:close/>
                <a:moveTo>
                  <a:pt x="643546" y="48502"/>
                </a:moveTo>
                <a:cubicBezTo>
                  <a:pt x="652894" y="48502"/>
                  <a:pt x="661591" y="50918"/>
                  <a:pt x="669636" y="55750"/>
                </a:cubicBezTo>
                <a:cubicBezTo>
                  <a:pt x="677682" y="60582"/>
                  <a:pt x="683792" y="67447"/>
                  <a:pt x="687968" y="76345"/>
                </a:cubicBezTo>
                <a:cubicBezTo>
                  <a:pt x="692144" y="85243"/>
                  <a:pt x="694232" y="94983"/>
                  <a:pt x="694232" y="105567"/>
                </a:cubicBezTo>
                <a:cubicBezTo>
                  <a:pt x="694232" y="120829"/>
                  <a:pt x="690363" y="133600"/>
                  <a:pt x="682624" y="143879"/>
                </a:cubicBezTo>
                <a:cubicBezTo>
                  <a:pt x="673276" y="156304"/>
                  <a:pt x="660365" y="162516"/>
                  <a:pt x="643891" y="162516"/>
                </a:cubicBezTo>
                <a:cubicBezTo>
                  <a:pt x="627724" y="162516"/>
                  <a:pt x="615273" y="156840"/>
                  <a:pt x="606538" y="145488"/>
                </a:cubicBezTo>
                <a:cubicBezTo>
                  <a:pt x="597803" y="134136"/>
                  <a:pt x="593435" y="120982"/>
                  <a:pt x="593435" y="106026"/>
                </a:cubicBezTo>
                <a:cubicBezTo>
                  <a:pt x="593435" y="90611"/>
                  <a:pt x="597899" y="77170"/>
                  <a:pt x="606825" y="65703"/>
                </a:cubicBezTo>
                <a:cubicBezTo>
                  <a:pt x="615752" y="54236"/>
                  <a:pt x="627992" y="48502"/>
                  <a:pt x="643546" y="48502"/>
                </a:cubicBezTo>
                <a:moveTo>
                  <a:pt x="644006" y="56547"/>
                </a:moveTo>
                <a:cubicBezTo>
                  <a:pt x="640098" y="56547"/>
                  <a:pt x="636746" y="58025"/>
                  <a:pt x="633949" y="60980"/>
                </a:cubicBezTo>
                <a:cubicBezTo>
                  <a:pt x="631153" y="63932"/>
                  <a:pt x="629314" y="69761"/>
                  <a:pt x="628433" y="78468"/>
                </a:cubicBezTo>
                <a:cubicBezTo>
                  <a:pt x="627551" y="87174"/>
                  <a:pt x="627111" y="99275"/>
                  <a:pt x="627111" y="114772"/>
                </a:cubicBezTo>
                <a:cubicBezTo>
                  <a:pt x="627111" y="122980"/>
                  <a:pt x="627647" y="130652"/>
                  <a:pt x="628720" y="137788"/>
                </a:cubicBezTo>
                <a:cubicBezTo>
                  <a:pt x="629563" y="143233"/>
                  <a:pt x="631363" y="147375"/>
                  <a:pt x="634122" y="150215"/>
                </a:cubicBezTo>
                <a:cubicBezTo>
                  <a:pt x="636880" y="153052"/>
                  <a:pt x="640022" y="154471"/>
                  <a:pt x="643546" y="154471"/>
                </a:cubicBezTo>
                <a:cubicBezTo>
                  <a:pt x="646994" y="154471"/>
                  <a:pt x="649868" y="153512"/>
                  <a:pt x="652166" y="151594"/>
                </a:cubicBezTo>
                <a:cubicBezTo>
                  <a:pt x="655155" y="148987"/>
                  <a:pt x="657147" y="145342"/>
                  <a:pt x="658143" y="140661"/>
                </a:cubicBezTo>
                <a:cubicBezTo>
                  <a:pt x="659675" y="133375"/>
                  <a:pt x="660442" y="118646"/>
                  <a:pt x="660442" y="96476"/>
                </a:cubicBezTo>
                <a:cubicBezTo>
                  <a:pt x="660442" y="83436"/>
                  <a:pt x="659714" y="74481"/>
                  <a:pt x="658258" y="69610"/>
                </a:cubicBezTo>
                <a:cubicBezTo>
                  <a:pt x="656802" y="64738"/>
                  <a:pt x="654657" y="61189"/>
                  <a:pt x="651822" y="58965"/>
                </a:cubicBezTo>
                <a:cubicBezTo>
                  <a:pt x="649829" y="57353"/>
                  <a:pt x="647224" y="56547"/>
                  <a:pt x="644006" y="56547"/>
                </a:cubicBezTo>
                <a:close/>
                <a:moveTo>
                  <a:pt x="752810" y="51720"/>
                </a:moveTo>
                <a:lnTo>
                  <a:pt x="752810" y="65742"/>
                </a:lnTo>
                <a:cubicBezTo>
                  <a:pt x="758327" y="59725"/>
                  <a:pt x="763614" y="55348"/>
                  <a:pt x="768671" y="52611"/>
                </a:cubicBezTo>
                <a:cubicBezTo>
                  <a:pt x="773728" y="49872"/>
                  <a:pt x="779168" y="48502"/>
                  <a:pt x="784992" y="48502"/>
                </a:cubicBezTo>
                <a:cubicBezTo>
                  <a:pt x="791964" y="48502"/>
                  <a:pt x="797749" y="50439"/>
                  <a:pt x="802347" y="54313"/>
                </a:cubicBezTo>
                <a:cubicBezTo>
                  <a:pt x="806944" y="58188"/>
                  <a:pt x="810009" y="63002"/>
                  <a:pt x="811541" y="68756"/>
                </a:cubicBezTo>
                <a:cubicBezTo>
                  <a:pt x="812767" y="73130"/>
                  <a:pt x="813380" y="81532"/>
                  <a:pt x="813380" y="93962"/>
                </a:cubicBezTo>
                <a:lnTo>
                  <a:pt x="813380" y="135852"/>
                </a:lnTo>
                <a:cubicBezTo>
                  <a:pt x="813380" y="144127"/>
                  <a:pt x="814127" y="149280"/>
                  <a:pt x="815621" y="151310"/>
                </a:cubicBezTo>
                <a:cubicBezTo>
                  <a:pt x="817116" y="153341"/>
                  <a:pt x="820238" y="154624"/>
                  <a:pt x="824989" y="155161"/>
                </a:cubicBezTo>
                <a:lnTo>
                  <a:pt x="824989" y="159298"/>
                </a:lnTo>
                <a:lnTo>
                  <a:pt x="770625" y="159298"/>
                </a:lnTo>
                <a:lnTo>
                  <a:pt x="770625" y="155161"/>
                </a:lnTo>
                <a:cubicBezTo>
                  <a:pt x="774686" y="154624"/>
                  <a:pt x="777597" y="152939"/>
                  <a:pt x="779360" y="150104"/>
                </a:cubicBezTo>
                <a:cubicBezTo>
                  <a:pt x="780586" y="148188"/>
                  <a:pt x="781199" y="143437"/>
                  <a:pt x="781199" y="135852"/>
                </a:cubicBezTo>
                <a:lnTo>
                  <a:pt x="781199" y="88039"/>
                </a:lnTo>
                <a:cubicBezTo>
                  <a:pt x="781199" y="79228"/>
                  <a:pt x="780854" y="73673"/>
                  <a:pt x="780164" y="71374"/>
                </a:cubicBezTo>
                <a:cubicBezTo>
                  <a:pt x="779475" y="69075"/>
                  <a:pt x="778306" y="67294"/>
                  <a:pt x="776659" y="66030"/>
                </a:cubicBezTo>
                <a:cubicBezTo>
                  <a:pt x="775011" y="64765"/>
                  <a:pt x="773192" y="64133"/>
                  <a:pt x="771199" y="64133"/>
                </a:cubicBezTo>
                <a:cubicBezTo>
                  <a:pt x="764610" y="64133"/>
                  <a:pt x="758480" y="68884"/>
                  <a:pt x="752810" y="78385"/>
                </a:cubicBezTo>
                <a:lnTo>
                  <a:pt x="752810" y="135852"/>
                </a:lnTo>
                <a:cubicBezTo>
                  <a:pt x="752810" y="143897"/>
                  <a:pt x="753557" y="148993"/>
                  <a:pt x="755051" y="151138"/>
                </a:cubicBezTo>
                <a:cubicBezTo>
                  <a:pt x="756545" y="153283"/>
                  <a:pt x="759323" y="154624"/>
                  <a:pt x="763384" y="155161"/>
                </a:cubicBezTo>
                <a:lnTo>
                  <a:pt x="763384" y="159298"/>
                </a:lnTo>
                <a:lnTo>
                  <a:pt x="709020" y="159298"/>
                </a:lnTo>
                <a:lnTo>
                  <a:pt x="709020" y="155161"/>
                </a:lnTo>
                <a:cubicBezTo>
                  <a:pt x="713541" y="154701"/>
                  <a:pt x="716759" y="153245"/>
                  <a:pt x="718675" y="150793"/>
                </a:cubicBezTo>
                <a:cubicBezTo>
                  <a:pt x="719977" y="149108"/>
                  <a:pt x="720629" y="144127"/>
                  <a:pt x="720629" y="135852"/>
                </a:cubicBezTo>
                <a:lnTo>
                  <a:pt x="720629" y="75167"/>
                </a:lnTo>
                <a:cubicBezTo>
                  <a:pt x="720629" y="66947"/>
                  <a:pt x="719881" y="61828"/>
                  <a:pt x="718387" y="59812"/>
                </a:cubicBezTo>
                <a:cubicBezTo>
                  <a:pt x="716893" y="57796"/>
                  <a:pt x="713771" y="56478"/>
                  <a:pt x="709020" y="55858"/>
                </a:cubicBezTo>
                <a:lnTo>
                  <a:pt x="709020" y="51720"/>
                </a:lnTo>
                <a:lnTo>
                  <a:pt x="752810" y="51720"/>
                </a:lnTo>
                <a:close/>
                <a:moveTo>
                  <a:pt x="863521" y="0"/>
                </a:moveTo>
                <a:cubicBezTo>
                  <a:pt x="868501" y="0"/>
                  <a:pt x="872715" y="1749"/>
                  <a:pt x="876163" y="5247"/>
                </a:cubicBezTo>
                <a:cubicBezTo>
                  <a:pt x="879611" y="8743"/>
                  <a:pt x="881335" y="12952"/>
                  <a:pt x="881335" y="17872"/>
                </a:cubicBezTo>
                <a:cubicBezTo>
                  <a:pt x="881335" y="22793"/>
                  <a:pt x="879592" y="26983"/>
                  <a:pt x="876106" y="30443"/>
                </a:cubicBezTo>
                <a:cubicBezTo>
                  <a:pt x="872620" y="33901"/>
                  <a:pt x="868425" y="35630"/>
                  <a:pt x="863521" y="35630"/>
                </a:cubicBezTo>
                <a:cubicBezTo>
                  <a:pt x="858617" y="35630"/>
                  <a:pt x="854441" y="33901"/>
                  <a:pt x="850993" y="30443"/>
                </a:cubicBezTo>
                <a:cubicBezTo>
                  <a:pt x="847545" y="26983"/>
                  <a:pt x="845821" y="22793"/>
                  <a:pt x="845821" y="17872"/>
                </a:cubicBezTo>
                <a:cubicBezTo>
                  <a:pt x="845821" y="12952"/>
                  <a:pt x="847545" y="8743"/>
                  <a:pt x="850993" y="5247"/>
                </a:cubicBezTo>
                <a:cubicBezTo>
                  <a:pt x="854441" y="1749"/>
                  <a:pt x="858617" y="0"/>
                  <a:pt x="863521" y="0"/>
                </a:cubicBezTo>
                <a:moveTo>
                  <a:pt x="879611" y="51720"/>
                </a:moveTo>
                <a:lnTo>
                  <a:pt x="879611" y="137001"/>
                </a:lnTo>
                <a:cubicBezTo>
                  <a:pt x="879611" y="144587"/>
                  <a:pt x="880493" y="149433"/>
                  <a:pt x="882255" y="151540"/>
                </a:cubicBezTo>
                <a:cubicBezTo>
                  <a:pt x="884017" y="153647"/>
                  <a:pt x="887465" y="154854"/>
                  <a:pt x="892599" y="155161"/>
                </a:cubicBezTo>
                <a:lnTo>
                  <a:pt x="892599" y="159298"/>
                </a:lnTo>
                <a:lnTo>
                  <a:pt x="834557" y="159298"/>
                </a:lnTo>
                <a:lnTo>
                  <a:pt x="834557" y="155161"/>
                </a:lnTo>
                <a:cubicBezTo>
                  <a:pt x="839308" y="155007"/>
                  <a:pt x="842833" y="153628"/>
                  <a:pt x="845131" y="151023"/>
                </a:cubicBezTo>
                <a:cubicBezTo>
                  <a:pt x="846664" y="149261"/>
                  <a:pt x="847430" y="144587"/>
                  <a:pt x="847430" y="137001"/>
                </a:cubicBezTo>
                <a:lnTo>
                  <a:pt x="847430" y="74247"/>
                </a:lnTo>
                <a:cubicBezTo>
                  <a:pt x="847430" y="66566"/>
                  <a:pt x="846549" y="61658"/>
                  <a:pt x="844787" y="59525"/>
                </a:cubicBezTo>
                <a:cubicBezTo>
                  <a:pt x="843024" y="57392"/>
                  <a:pt x="839615" y="56169"/>
                  <a:pt x="834557" y="55858"/>
                </a:cubicBezTo>
                <a:lnTo>
                  <a:pt x="834557" y="51720"/>
                </a:lnTo>
                <a:lnTo>
                  <a:pt x="879611" y="51720"/>
                </a:lnTo>
                <a:close/>
                <a:moveTo>
                  <a:pt x="990792" y="131509"/>
                </a:moveTo>
                <a:lnTo>
                  <a:pt x="994355" y="134264"/>
                </a:lnTo>
                <a:cubicBezTo>
                  <a:pt x="989298" y="143797"/>
                  <a:pt x="982996" y="150889"/>
                  <a:pt x="975448" y="155541"/>
                </a:cubicBezTo>
                <a:cubicBezTo>
                  <a:pt x="967901" y="160191"/>
                  <a:pt x="959875" y="162516"/>
                  <a:pt x="951370" y="162516"/>
                </a:cubicBezTo>
                <a:cubicBezTo>
                  <a:pt x="937041" y="162516"/>
                  <a:pt x="925586" y="157110"/>
                  <a:pt x="917005" y="146296"/>
                </a:cubicBezTo>
                <a:cubicBezTo>
                  <a:pt x="908423" y="135481"/>
                  <a:pt x="904132" y="122480"/>
                  <a:pt x="904132" y="107294"/>
                </a:cubicBezTo>
                <a:cubicBezTo>
                  <a:pt x="904132" y="92643"/>
                  <a:pt x="908040" y="79757"/>
                  <a:pt x="915855" y="68637"/>
                </a:cubicBezTo>
                <a:cubicBezTo>
                  <a:pt x="925280" y="55214"/>
                  <a:pt x="938267" y="48502"/>
                  <a:pt x="954818" y="48502"/>
                </a:cubicBezTo>
                <a:cubicBezTo>
                  <a:pt x="965928" y="48502"/>
                  <a:pt x="974759" y="51307"/>
                  <a:pt x="981310" y="56917"/>
                </a:cubicBezTo>
                <a:cubicBezTo>
                  <a:pt x="987861" y="62525"/>
                  <a:pt x="991137" y="68787"/>
                  <a:pt x="991137" y="75702"/>
                </a:cubicBezTo>
                <a:cubicBezTo>
                  <a:pt x="991137" y="80081"/>
                  <a:pt x="989815" y="83577"/>
                  <a:pt x="987172" y="86190"/>
                </a:cubicBezTo>
                <a:cubicBezTo>
                  <a:pt x="984528" y="88802"/>
                  <a:pt x="981061" y="90108"/>
                  <a:pt x="976770" y="90108"/>
                </a:cubicBezTo>
                <a:cubicBezTo>
                  <a:pt x="972249" y="90108"/>
                  <a:pt x="968514" y="88609"/>
                  <a:pt x="965564" y="85611"/>
                </a:cubicBezTo>
                <a:cubicBezTo>
                  <a:pt x="962614" y="82611"/>
                  <a:pt x="960794" y="77267"/>
                  <a:pt x="960105" y="69578"/>
                </a:cubicBezTo>
                <a:cubicBezTo>
                  <a:pt x="959645" y="64734"/>
                  <a:pt x="958534" y="61351"/>
                  <a:pt x="956772" y="59428"/>
                </a:cubicBezTo>
                <a:cubicBezTo>
                  <a:pt x="955009" y="57508"/>
                  <a:pt x="952941" y="56547"/>
                  <a:pt x="950565" y="56547"/>
                </a:cubicBezTo>
                <a:cubicBezTo>
                  <a:pt x="946887" y="56547"/>
                  <a:pt x="943746" y="58501"/>
                  <a:pt x="941141" y="62409"/>
                </a:cubicBezTo>
                <a:cubicBezTo>
                  <a:pt x="937156" y="68309"/>
                  <a:pt x="935164" y="77350"/>
                  <a:pt x="935164" y="89533"/>
                </a:cubicBezTo>
                <a:cubicBezTo>
                  <a:pt x="935164" y="99648"/>
                  <a:pt x="936773" y="109321"/>
                  <a:pt x="939991" y="118554"/>
                </a:cubicBezTo>
                <a:cubicBezTo>
                  <a:pt x="943209" y="127787"/>
                  <a:pt x="947615" y="134664"/>
                  <a:pt x="953209" y="139185"/>
                </a:cubicBezTo>
                <a:cubicBezTo>
                  <a:pt x="957423" y="142480"/>
                  <a:pt x="962403" y="144127"/>
                  <a:pt x="968150" y="144127"/>
                </a:cubicBezTo>
                <a:cubicBezTo>
                  <a:pt x="971905" y="144127"/>
                  <a:pt x="975468" y="143248"/>
                  <a:pt x="978839" y="141491"/>
                </a:cubicBezTo>
                <a:cubicBezTo>
                  <a:pt x="982210" y="139731"/>
                  <a:pt x="986195" y="136404"/>
                  <a:pt x="990792" y="131509"/>
                </a:cubicBezTo>
                <a:close/>
                <a:moveTo>
                  <a:pt x="1172219" y="114704"/>
                </a:moveTo>
                <a:lnTo>
                  <a:pt x="1117165" y="114704"/>
                </a:lnTo>
                <a:lnTo>
                  <a:pt x="1110614" y="129951"/>
                </a:lnTo>
                <a:cubicBezTo>
                  <a:pt x="1108469" y="135063"/>
                  <a:pt x="1107396" y="139284"/>
                  <a:pt x="1107396" y="142615"/>
                </a:cubicBezTo>
                <a:cubicBezTo>
                  <a:pt x="1107396" y="147028"/>
                  <a:pt x="1109158" y="150281"/>
                  <a:pt x="1112683" y="152374"/>
                </a:cubicBezTo>
                <a:cubicBezTo>
                  <a:pt x="1114752" y="153612"/>
                  <a:pt x="1119847" y="154541"/>
                  <a:pt x="1127969" y="155161"/>
                </a:cubicBezTo>
                <a:lnTo>
                  <a:pt x="1127969" y="159298"/>
                </a:lnTo>
                <a:lnTo>
                  <a:pt x="1076134" y="159298"/>
                </a:lnTo>
                <a:lnTo>
                  <a:pt x="1076134" y="155161"/>
                </a:lnTo>
                <a:cubicBezTo>
                  <a:pt x="1081727" y="154311"/>
                  <a:pt x="1086325" y="151971"/>
                  <a:pt x="1089926" y="148143"/>
                </a:cubicBezTo>
                <a:cubicBezTo>
                  <a:pt x="1093527" y="144311"/>
                  <a:pt x="1097971" y="136400"/>
                  <a:pt x="1103258" y="124409"/>
                </a:cubicBezTo>
                <a:lnTo>
                  <a:pt x="1159001" y="0"/>
                </a:lnTo>
                <a:lnTo>
                  <a:pt x="1161185" y="0"/>
                </a:lnTo>
                <a:lnTo>
                  <a:pt x="1217388" y="127875"/>
                </a:lnTo>
                <a:cubicBezTo>
                  <a:pt x="1222751" y="140106"/>
                  <a:pt x="1227157" y="147807"/>
                  <a:pt x="1230605" y="150980"/>
                </a:cubicBezTo>
                <a:cubicBezTo>
                  <a:pt x="1233210" y="153379"/>
                  <a:pt x="1236888" y="154773"/>
                  <a:pt x="1241639" y="155161"/>
                </a:cubicBezTo>
                <a:lnTo>
                  <a:pt x="1241639" y="159298"/>
                </a:lnTo>
                <a:lnTo>
                  <a:pt x="1166242" y="159298"/>
                </a:lnTo>
                <a:lnTo>
                  <a:pt x="1166242" y="155161"/>
                </a:lnTo>
                <a:lnTo>
                  <a:pt x="1169345" y="155161"/>
                </a:lnTo>
                <a:cubicBezTo>
                  <a:pt x="1175398" y="155161"/>
                  <a:pt x="1179651" y="154304"/>
                  <a:pt x="1182103" y="152589"/>
                </a:cubicBezTo>
                <a:cubicBezTo>
                  <a:pt x="1183789" y="151344"/>
                  <a:pt x="1184631" y="149552"/>
                  <a:pt x="1184631" y="147212"/>
                </a:cubicBezTo>
                <a:cubicBezTo>
                  <a:pt x="1184631" y="145812"/>
                  <a:pt x="1184402" y="144370"/>
                  <a:pt x="1183942" y="142888"/>
                </a:cubicBezTo>
                <a:cubicBezTo>
                  <a:pt x="1183789" y="142189"/>
                  <a:pt x="1182639" y="139268"/>
                  <a:pt x="1180494" y="134124"/>
                </a:cubicBezTo>
                <a:lnTo>
                  <a:pt x="1172219" y="114704"/>
                </a:lnTo>
                <a:moveTo>
                  <a:pt x="1168311" y="106199"/>
                </a:moveTo>
                <a:lnTo>
                  <a:pt x="1145094" y="52460"/>
                </a:lnTo>
                <a:lnTo>
                  <a:pt x="1121188" y="106199"/>
                </a:lnTo>
                <a:lnTo>
                  <a:pt x="1168311" y="106199"/>
                </a:lnTo>
                <a:close/>
                <a:moveTo>
                  <a:pt x="1355958" y="51720"/>
                </a:moveTo>
                <a:lnTo>
                  <a:pt x="1355958" y="135852"/>
                </a:lnTo>
                <a:cubicBezTo>
                  <a:pt x="1355958" y="144101"/>
                  <a:pt x="1356724" y="149246"/>
                  <a:pt x="1358257" y="151289"/>
                </a:cubicBezTo>
                <a:cubicBezTo>
                  <a:pt x="1359789" y="153331"/>
                  <a:pt x="1362893" y="154622"/>
                  <a:pt x="1367567" y="155161"/>
                </a:cubicBezTo>
                <a:lnTo>
                  <a:pt x="1367567" y="159298"/>
                </a:lnTo>
                <a:lnTo>
                  <a:pt x="1323777" y="159298"/>
                </a:lnTo>
                <a:lnTo>
                  <a:pt x="1323777" y="144932"/>
                </a:lnTo>
                <a:cubicBezTo>
                  <a:pt x="1318643" y="151061"/>
                  <a:pt x="1313509" y="155525"/>
                  <a:pt x="1308376" y="158321"/>
                </a:cubicBezTo>
                <a:cubicBezTo>
                  <a:pt x="1303242" y="161118"/>
                  <a:pt x="1297495" y="162516"/>
                  <a:pt x="1291136" y="162516"/>
                </a:cubicBezTo>
                <a:cubicBezTo>
                  <a:pt x="1285082" y="162516"/>
                  <a:pt x="1279700" y="160658"/>
                  <a:pt x="1274987" y="156942"/>
                </a:cubicBezTo>
                <a:cubicBezTo>
                  <a:pt x="1270275" y="153226"/>
                  <a:pt x="1267114" y="148878"/>
                  <a:pt x="1265505" y="143897"/>
                </a:cubicBezTo>
                <a:cubicBezTo>
                  <a:pt x="1263896" y="138917"/>
                  <a:pt x="1263092" y="130220"/>
                  <a:pt x="1263092" y="117807"/>
                </a:cubicBezTo>
                <a:lnTo>
                  <a:pt x="1263092" y="75167"/>
                </a:lnTo>
                <a:cubicBezTo>
                  <a:pt x="1263092" y="66947"/>
                  <a:pt x="1262345" y="61828"/>
                  <a:pt x="1260850" y="59812"/>
                </a:cubicBezTo>
                <a:cubicBezTo>
                  <a:pt x="1259356" y="57796"/>
                  <a:pt x="1256234" y="56478"/>
                  <a:pt x="1251483" y="55858"/>
                </a:cubicBezTo>
                <a:lnTo>
                  <a:pt x="1251483" y="51720"/>
                </a:lnTo>
                <a:lnTo>
                  <a:pt x="1295273" y="51720"/>
                </a:lnTo>
                <a:lnTo>
                  <a:pt x="1295273" y="125253"/>
                </a:lnTo>
                <a:cubicBezTo>
                  <a:pt x="1295273" y="132925"/>
                  <a:pt x="1295637" y="137873"/>
                  <a:pt x="1296365" y="140097"/>
                </a:cubicBezTo>
                <a:cubicBezTo>
                  <a:pt x="1297093" y="142322"/>
                  <a:pt x="1298242" y="144010"/>
                  <a:pt x="1299813" y="145161"/>
                </a:cubicBezTo>
                <a:cubicBezTo>
                  <a:pt x="1301384" y="146311"/>
                  <a:pt x="1303204" y="146885"/>
                  <a:pt x="1305272" y="146885"/>
                </a:cubicBezTo>
                <a:cubicBezTo>
                  <a:pt x="1308031" y="146885"/>
                  <a:pt x="1310521" y="146158"/>
                  <a:pt x="1312743" y="144702"/>
                </a:cubicBezTo>
                <a:cubicBezTo>
                  <a:pt x="1315808" y="142710"/>
                  <a:pt x="1319486" y="138687"/>
                  <a:pt x="1323777" y="132634"/>
                </a:cubicBezTo>
                <a:lnTo>
                  <a:pt x="1323777" y="75167"/>
                </a:lnTo>
                <a:cubicBezTo>
                  <a:pt x="1323777" y="66947"/>
                  <a:pt x="1323030" y="61828"/>
                  <a:pt x="1321536" y="59812"/>
                </a:cubicBezTo>
                <a:cubicBezTo>
                  <a:pt x="1320041" y="57796"/>
                  <a:pt x="1316919" y="56478"/>
                  <a:pt x="1312168" y="55858"/>
                </a:cubicBezTo>
                <a:lnTo>
                  <a:pt x="1312168" y="51720"/>
                </a:lnTo>
                <a:lnTo>
                  <a:pt x="1355958" y="51720"/>
                </a:lnTo>
                <a:close/>
                <a:moveTo>
                  <a:pt x="1449418" y="53099"/>
                </a:moveTo>
                <a:lnTo>
                  <a:pt x="1485622" y="53099"/>
                </a:lnTo>
                <a:lnTo>
                  <a:pt x="1485622" y="65742"/>
                </a:lnTo>
                <a:lnTo>
                  <a:pt x="1465049" y="65742"/>
                </a:lnTo>
                <a:cubicBezTo>
                  <a:pt x="1468803" y="69497"/>
                  <a:pt x="1471409" y="72906"/>
                  <a:pt x="1472864" y="75971"/>
                </a:cubicBezTo>
                <a:cubicBezTo>
                  <a:pt x="1474703" y="80109"/>
                  <a:pt x="1475623" y="84438"/>
                  <a:pt x="1475623" y="88959"/>
                </a:cubicBezTo>
                <a:cubicBezTo>
                  <a:pt x="1475623" y="96621"/>
                  <a:pt x="1473497" y="103268"/>
                  <a:pt x="1469244" y="108900"/>
                </a:cubicBezTo>
                <a:cubicBezTo>
                  <a:pt x="1464991" y="114532"/>
                  <a:pt x="1459206" y="118937"/>
                  <a:pt x="1451889" y="122117"/>
                </a:cubicBezTo>
                <a:cubicBezTo>
                  <a:pt x="1444572" y="125297"/>
                  <a:pt x="1438078" y="126887"/>
                  <a:pt x="1432408" y="126887"/>
                </a:cubicBezTo>
                <a:cubicBezTo>
                  <a:pt x="1431948" y="126887"/>
                  <a:pt x="1427351" y="126695"/>
                  <a:pt x="1418616" y="126312"/>
                </a:cubicBezTo>
                <a:cubicBezTo>
                  <a:pt x="1415168" y="126312"/>
                  <a:pt x="1412275" y="127437"/>
                  <a:pt x="1409938" y="129685"/>
                </a:cubicBezTo>
                <a:cubicBezTo>
                  <a:pt x="1407601" y="131933"/>
                  <a:pt x="1406433" y="134619"/>
                  <a:pt x="1406433" y="137741"/>
                </a:cubicBezTo>
                <a:cubicBezTo>
                  <a:pt x="1406433" y="140485"/>
                  <a:pt x="1407486" y="142733"/>
                  <a:pt x="1409593" y="144486"/>
                </a:cubicBezTo>
                <a:cubicBezTo>
                  <a:pt x="1411700" y="146239"/>
                  <a:pt x="1415129" y="147115"/>
                  <a:pt x="1419880" y="147115"/>
                </a:cubicBezTo>
                <a:lnTo>
                  <a:pt x="1439763" y="146885"/>
                </a:lnTo>
                <a:cubicBezTo>
                  <a:pt x="1455854" y="146885"/>
                  <a:pt x="1466926" y="148651"/>
                  <a:pt x="1472979" y="152183"/>
                </a:cubicBezTo>
                <a:cubicBezTo>
                  <a:pt x="1481638" y="157094"/>
                  <a:pt x="1485967" y="164655"/>
                  <a:pt x="1485967" y="174865"/>
                </a:cubicBezTo>
                <a:cubicBezTo>
                  <a:pt x="1485967" y="181390"/>
                  <a:pt x="1483975" y="187319"/>
                  <a:pt x="1479990" y="192654"/>
                </a:cubicBezTo>
                <a:cubicBezTo>
                  <a:pt x="1476006" y="197989"/>
                  <a:pt x="1470757" y="201923"/>
                  <a:pt x="1464244" y="204457"/>
                </a:cubicBezTo>
                <a:cubicBezTo>
                  <a:pt x="1454360" y="208218"/>
                  <a:pt x="1442982" y="210099"/>
                  <a:pt x="1430109" y="210099"/>
                </a:cubicBezTo>
                <a:cubicBezTo>
                  <a:pt x="1420455" y="210099"/>
                  <a:pt x="1411643" y="209160"/>
                  <a:pt x="1403674" y="207283"/>
                </a:cubicBezTo>
                <a:cubicBezTo>
                  <a:pt x="1395706" y="205406"/>
                  <a:pt x="1389997" y="202800"/>
                  <a:pt x="1386549" y="199464"/>
                </a:cubicBezTo>
                <a:cubicBezTo>
                  <a:pt x="1383101" y="196131"/>
                  <a:pt x="1381377" y="192624"/>
                  <a:pt x="1381377" y="188944"/>
                </a:cubicBezTo>
                <a:cubicBezTo>
                  <a:pt x="1381377" y="185419"/>
                  <a:pt x="1382699" y="182258"/>
                  <a:pt x="1385342" y="179458"/>
                </a:cubicBezTo>
                <a:cubicBezTo>
                  <a:pt x="1387986" y="176662"/>
                  <a:pt x="1392909" y="174306"/>
                  <a:pt x="1400111" y="172390"/>
                </a:cubicBezTo>
                <a:cubicBezTo>
                  <a:pt x="1390150" y="167486"/>
                  <a:pt x="1385170" y="160668"/>
                  <a:pt x="1385170" y="151935"/>
                </a:cubicBezTo>
                <a:cubicBezTo>
                  <a:pt x="1385170" y="146648"/>
                  <a:pt x="1387200" y="141516"/>
                  <a:pt x="1391261" y="136538"/>
                </a:cubicBezTo>
                <a:cubicBezTo>
                  <a:pt x="1395322" y="131557"/>
                  <a:pt x="1401759" y="127228"/>
                  <a:pt x="1410570" y="123550"/>
                </a:cubicBezTo>
                <a:cubicBezTo>
                  <a:pt x="1400303" y="119791"/>
                  <a:pt x="1392870" y="114842"/>
                  <a:pt x="1388273" y="108702"/>
                </a:cubicBezTo>
                <a:cubicBezTo>
                  <a:pt x="1383676" y="102563"/>
                  <a:pt x="1381377" y="95465"/>
                  <a:pt x="1381377" y="87407"/>
                </a:cubicBezTo>
                <a:cubicBezTo>
                  <a:pt x="1381377" y="76896"/>
                  <a:pt x="1385668" y="67783"/>
                  <a:pt x="1394250" y="60071"/>
                </a:cubicBezTo>
                <a:cubicBezTo>
                  <a:pt x="1402831" y="52358"/>
                  <a:pt x="1413865" y="48502"/>
                  <a:pt x="1427351" y="48502"/>
                </a:cubicBezTo>
                <a:cubicBezTo>
                  <a:pt x="1434477" y="48502"/>
                  <a:pt x="1441832" y="50035"/>
                  <a:pt x="1449418" y="53099"/>
                </a:cubicBezTo>
                <a:moveTo>
                  <a:pt x="1429534" y="55858"/>
                </a:moveTo>
                <a:cubicBezTo>
                  <a:pt x="1425090" y="55858"/>
                  <a:pt x="1421336" y="58095"/>
                  <a:pt x="1418271" y="62571"/>
                </a:cubicBezTo>
                <a:cubicBezTo>
                  <a:pt x="1415206" y="67044"/>
                  <a:pt x="1413674" y="76317"/>
                  <a:pt x="1413674" y="90392"/>
                </a:cubicBezTo>
                <a:cubicBezTo>
                  <a:pt x="1413674" y="101787"/>
                  <a:pt x="1415187" y="109607"/>
                  <a:pt x="1418213" y="113853"/>
                </a:cubicBezTo>
                <a:cubicBezTo>
                  <a:pt x="1421240" y="118098"/>
                  <a:pt x="1424822" y="120221"/>
                  <a:pt x="1428960" y="120221"/>
                </a:cubicBezTo>
                <a:cubicBezTo>
                  <a:pt x="1433557" y="120221"/>
                  <a:pt x="1437388" y="118117"/>
                  <a:pt x="1440453" y="113910"/>
                </a:cubicBezTo>
                <a:cubicBezTo>
                  <a:pt x="1443518" y="109703"/>
                  <a:pt x="1445050" y="101519"/>
                  <a:pt x="1445050" y="89357"/>
                </a:cubicBezTo>
                <a:cubicBezTo>
                  <a:pt x="1445050" y="75668"/>
                  <a:pt x="1443326" y="66337"/>
                  <a:pt x="1439878" y="61364"/>
                </a:cubicBezTo>
                <a:cubicBezTo>
                  <a:pt x="1437427" y="57693"/>
                  <a:pt x="1433978" y="55858"/>
                  <a:pt x="1429534" y="55858"/>
                </a:cubicBezTo>
                <a:moveTo>
                  <a:pt x="1422753" y="175159"/>
                </a:moveTo>
                <a:cubicBezTo>
                  <a:pt x="1414938" y="175159"/>
                  <a:pt x="1409766" y="175808"/>
                  <a:pt x="1407237" y="177106"/>
                </a:cubicBezTo>
                <a:cubicBezTo>
                  <a:pt x="1402870" y="179469"/>
                  <a:pt x="1400686" y="182673"/>
                  <a:pt x="1400686" y="186717"/>
                </a:cubicBezTo>
                <a:cubicBezTo>
                  <a:pt x="1400686" y="190608"/>
                  <a:pt x="1402946" y="194136"/>
                  <a:pt x="1407467" y="197302"/>
                </a:cubicBezTo>
                <a:cubicBezTo>
                  <a:pt x="1411988" y="200470"/>
                  <a:pt x="1420493" y="202054"/>
                  <a:pt x="1432982" y="202054"/>
                </a:cubicBezTo>
                <a:cubicBezTo>
                  <a:pt x="1443633" y="202054"/>
                  <a:pt x="1452004" y="200642"/>
                  <a:pt x="1458095" y="197819"/>
                </a:cubicBezTo>
                <a:cubicBezTo>
                  <a:pt x="1464187" y="194996"/>
                  <a:pt x="1467233" y="191028"/>
                  <a:pt x="1467233" y="185916"/>
                </a:cubicBezTo>
                <a:cubicBezTo>
                  <a:pt x="1467233" y="184010"/>
                  <a:pt x="1466658" y="182408"/>
                  <a:pt x="1465509" y="181111"/>
                </a:cubicBezTo>
                <a:cubicBezTo>
                  <a:pt x="1463440" y="178822"/>
                  <a:pt x="1460317" y="177257"/>
                  <a:pt x="1456142" y="176416"/>
                </a:cubicBezTo>
                <a:cubicBezTo>
                  <a:pt x="1451966" y="175578"/>
                  <a:pt x="1440836" y="175159"/>
                  <a:pt x="1422753" y="175159"/>
                </a:cubicBezTo>
                <a:close/>
                <a:moveTo>
                  <a:pt x="1544156" y="51720"/>
                </a:moveTo>
                <a:lnTo>
                  <a:pt x="1544156" y="65972"/>
                </a:lnTo>
                <a:cubicBezTo>
                  <a:pt x="1550056" y="59493"/>
                  <a:pt x="1555516" y="54961"/>
                  <a:pt x="1560534" y="52378"/>
                </a:cubicBezTo>
                <a:cubicBezTo>
                  <a:pt x="1565553" y="49794"/>
                  <a:pt x="1571051" y="48502"/>
                  <a:pt x="1577027" y="48502"/>
                </a:cubicBezTo>
                <a:cubicBezTo>
                  <a:pt x="1583923" y="48502"/>
                  <a:pt x="1589708" y="50121"/>
                  <a:pt x="1594382" y="53358"/>
                </a:cubicBezTo>
                <a:cubicBezTo>
                  <a:pt x="1599056" y="56595"/>
                  <a:pt x="1602658" y="61528"/>
                  <a:pt x="1605186" y="68156"/>
                </a:cubicBezTo>
                <a:cubicBezTo>
                  <a:pt x="1611316" y="61219"/>
                  <a:pt x="1617197" y="56210"/>
                  <a:pt x="1622829" y="53128"/>
                </a:cubicBezTo>
                <a:cubicBezTo>
                  <a:pt x="1628460" y="50044"/>
                  <a:pt x="1634341" y="48502"/>
                  <a:pt x="1640471" y="48502"/>
                </a:cubicBezTo>
                <a:cubicBezTo>
                  <a:pt x="1647903" y="48502"/>
                  <a:pt x="1653822" y="50209"/>
                  <a:pt x="1658228" y="53624"/>
                </a:cubicBezTo>
                <a:cubicBezTo>
                  <a:pt x="1662634" y="57038"/>
                  <a:pt x="1665699" y="61373"/>
                  <a:pt x="1667423" y="66629"/>
                </a:cubicBezTo>
                <a:cubicBezTo>
                  <a:pt x="1669147" y="71885"/>
                  <a:pt x="1670009" y="80267"/>
                  <a:pt x="1670009" y="91775"/>
                </a:cubicBezTo>
                <a:lnTo>
                  <a:pt x="1670009" y="135852"/>
                </a:lnTo>
                <a:cubicBezTo>
                  <a:pt x="1670009" y="144127"/>
                  <a:pt x="1670756" y="149261"/>
                  <a:pt x="1672250" y="151253"/>
                </a:cubicBezTo>
                <a:cubicBezTo>
                  <a:pt x="1673744" y="153245"/>
                  <a:pt x="1676867" y="154548"/>
                  <a:pt x="1681617" y="155161"/>
                </a:cubicBezTo>
                <a:lnTo>
                  <a:pt x="1681617" y="159298"/>
                </a:lnTo>
                <a:lnTo>
                  <a:pt x="1626104" y="159298"/>
                </a:lnTo>
                <a:lnTo>
                  <a:pt x="1626104" y="155161"/>
                </a:lnTo>
                <a:cubicBezTo>
                  <a:pt x="1630472" y="154778"/>
                  <a:pt x="1633690" y="153092"/>
                  <a:pt x="1635759" y="150104"/>
                </a:cubicBezTo>
                <a:cubicBezTo>
                  <a:pt x="1637138" y="148035"/>
                  <a:pt x="1637827" y="143284"/>
                  <a:pt x="1637827" y="135852"/>
                </a:cubicBezTo>
                <a:lnTo>
                  <a:pt x="1637827" y="89648"/>
                </a:lnTo>
                <a:cubicBezTo>
                  <a:pt x="1637827" y="80071"/>
                  <a:pt x="1637444" y="73979"/>
                  <a:pt x="1636678" y="71374"/>
                </a:cubicBezTo>
                <a:cubicBezTo>
                  <a:pt x="1635912" y="68769"/>
                  <a:pt x="1634705" y="66834"/>
                  <a:pt x="1633058" y="65570"/>
                </a:cubicBezTo>
                <a:cubicBezTo>
                  <a:pt x="1631410" y="64305"/>
                  <a:pt x="1629476" y="63673"/>
                  <a:pt x="1627253" y="63673"/>
                </a:cubicBezTo>
                <a:cubicBezTo>
                  <a:pt x="1623959" y="63673"/>
                  <a:pt x="1620626" y="64880"/>
                  <a:pt x="1617254" y="67294"/>
                </a:cubicBezTo>
                <a:cubicBezTo>
                  <a:pt x="1613883" y="69707"/>
                  <a:pt x="1610473" y="73328"/>
                  <a:pt x="1607025" y="78155"/>
                </a:cubicBezTo>
                <a:lnTo>
                  <a:pt x="1607025" y="135852"/>
                </a:lnTo>
                <a:cubicBezTo>
                  <a:pt x="1607025" y="143591"/>
                  <a:pt x="1607676" y="148456"/>
                  <a:pt x="1608979" y="150448"/>
                </a:cubicBezTo>
                <a:cubicBezTo>
                  <a:pt x="1610741" y="153283"/>
                  <a:pt x="1614113" y="154854"/>
                  <a:pt x="1619093" y="155161"/>
                </a:cubicBezTo>
                <a:lnTo>
                  <a:pt x="1619093" y="159298"/>
                </a:lnTo>
                <a:lnTo>
                  <a:pt x="1563465" y="159298"/>
                </a:lnTo>
                <a:lnTo>
                  <a:pt x="1563465" y="155161"/>
                </a:lnTo>
                <a:cubicBezTo>
                  <a:pt x="1566453" y="155007"/>
                  <a:pt x="1568810" y="154260"/>
                  <a:pt x="1570534" y="152920"/>
                </a:cubicBezTo>
                <a:cubicBezTo>
                  <a:pt x="1572258" y="151579"/>
                  <a:pt x="1573407" y="149970"/>
                  <a:pt x="1573982" y="148092"/>
                </a:cubicBezTo>
                <a:cubicBezTo>
                  <a:pt x="1574556" y="146215"/>
                  <a:pt x="1574844" y="142135"/>
                  <a:pt x="1574844" y="135852"/>
                </a:cubicBezTo>
                <a:lnTo>
                  <a:pt x="1574844" y="89577"/>
                </a:lnTo>
                <a:cubicBezTo>
                  <a:pt x="1574844" y="79829"/>
                  <a:pt x="1574461" y="73728"/>
                  <a:pt x="1573694" y="71273"/>
                </a:cubicBezTo>
                <a:cubicBezTo>
                  <a:pt x="1572928" y="68817"/>
                  <a:pt x="1571645" y="66897"/>
                  <a:pt x="1569844" y="65516"/>
                </a:cubicBezTo>
                <a:cubicBezTo>
                  <a:pt x="1568043" y="64134"/>
                  <a:pt x="1566109" y="63443"/>
                  <a:pt x="1564040" y="63443"/>
                </a:cubicBezTo>
                <a:cubicBezTo>
                  <a:pt x="1560975" y="63443"/>
                  <a:pt x="1558178" y="64254"/>
                  <a:pt x="1555650" y="65875"/>
                </a:cubicBezTo>
                <a:cubicBezTo>
                  <a:pt x="1552048" y="68270"/>
                  <a:pt x="1548217" y="72363"/>
                  <a:pt x="1544156" y="78155"/>
                </a:cubicBezTo>
                <a:lnTo>
                  <a:pt x="1544156" y="135852"/>
                </a:lnTo>
                <a:cubicBezTo>
                  <a:pt x="1544156" y="143437"/>
                  <a:pt x="1544903" y="148437"/>
                  <a:pt x="1546397" y="150851"/>
                </a:cubicBezTo>
                <a:cubicBezTo>
                  <a:pt x="1547892" y="153264"/>
                  <a:pt x="1551014" y="154701"/>
                  <a:pt x="1555765" y="155161"/>
                </a:cubicBezTo>
                <a:lnTo>
                  <a:pt x="1555765" y="159298"/>
                </a:lnTo>
                <a:lnTo>
                  <a:pt x="1500366" y="159298"/>
                </a:lnTo>
                <a:lnTo>
                  <a:pt x="1500366" y="155161"/>
                </a:lnTo>
                <a:cubicBezTo>
                  <a:pt x="1504887" y="154701"/>
                  <a:pt x="1508105" y="153245"/>
                  <a:pt x="1510021" y="150793"/>
                </a:cubicBezTo>
                <a:cubicBezTo>
                  <a:pt x="1511323" y="149108"/>
                  <a:pt x="1511975" y="144127"/>
                  <a:pt x="1511975" y="135852"/>
                </a:cubicBezTo>
                <a:lnTo>
                  <a:pt x="1511975" y="75167"/>
                </a:lnTo>
                <a:cubicBezTo>
                  <a:pt x="1511975" y="66947"/>
                  <a:pt x="1511228" y="61828"/>
                  <a:pt x="1509734" y="59812"/>
                </a:cubicBezTo>
                <a:cubicBezTo>
                  <a:pt x="1508239" y="57796"/>
                  <a:pt x="1505117" y="56478"/>
                  <a:pt x="1500366" y="55858"/>
                </a:cubicBezTo>
                <a:lnTo>
                  <a:pt x="1500366" y="51720"/>
                </a:lnTo>
                <a:lnTo>
                  <a:pt x="1544156" y="51720"/>
                </a:lnTo>
                <a:close/>
                <a:moveTo>
                  <a:pt x="1778895" y="101602"/>
                </a:moveTo>
                <a:lnTo>
                  <a:pt x="1719934" y="101602"/>
                </a:lnTo>
                <a:cubicBezTo>
                  <a:pt x="1720624" y="115892"/>
                  <a:pt x="1724417" y="127185"/>
                  <a:pt x="1731313" y="135482"/>
                </a:cubicBezTo>
                <a:cubicBezTo>
                  <a:pt x="1736600" y="141858"/>
                  <a:pt x="1742959" y="145047"/>
                  <a:pt x="1750392" y="145047"/>
                </a:cubicBezTo>
                <a:cubicBezTo>
                  <a:pt x="1754989" y="145047"/>
                  <a:pt x="1759165" y="143763"/>
                  <a:pt x="1762920" y="141196"/>
                </a:cubicBezTo>
                <a:cubicBezTo>
                  <a:pt x="1766674" y="138629"/>
                  <a:pt x="1770697" y="134013"/>
                  <a:pt x="1774988" y="127347"/>
                </a:cubicBezTo>
                <a:lnTo>
                  <a:pt x="1778895" y="129875"/>
                </a:lnTo>
                <a:cubicBezTo>
                  <a:pt x="1773072" y="141752"/>
                  <a:pt x="1766636" y="150161"/>
                  <a:pt x="1759586" y="155103"/>
                </a:cubicBezTo>
                <a:cubicBezTo>
                  <a:pt x="1752537" y="160045"/>
                  <a:pt x="1744377" y="162516"/>
                  <a:pt x="1735106" y="162516"/>
                </a:cubicBezTo>
                <a:cubicBezTo>
                  <a:pt x="1719168" y="162516"/>
                  <a:pt x="1707100" y="156381"/>
                  <a:pt x="1698901" y="144109"/>
                </a:cubicBezTo>
                <a:cubicBezTo>
                  <a:pt x="1692312" y="134215"/>
                  <a:pt x="1689017" y="121944"/>
                  <a:pt x="1689017" y="107294"/>
                </a:cubicBezTo>
                <a:cubicBezTo>
                  <a:pt x="1689017" y="89346"/>
                  <a:pt x="1693863" y="75060"/>
                  <a:pt x="1703556" y="64438"/>
                </a:cubicBezTo>
                <a:cubicBezTo>
                  <a:pt x="1713249" y="53814"/>
                  <a:pt x="1724608" y="48502"/>
                  <a:pt x="1737634" y="48502"/>
                </a:cubicBezTo>
                <a:cubicBezTo>
                  <a:pt x="1748514" y="48502"/>
                  <a:pt x="1757958" y="52965"/>
                  <a:pt x="1765965" y="61892"/>
                </a:cubicBezTo>
                <a:cubicBezTo>
                  <a:pt x="1773972" y="70818"/>
                  <a:pt x="1778282" y="84055"/>
                  <a:pt x="1778895" y="101602"/>
                </a:cubicBezTo>
                <a:moveTo>
                  <a:pt x="1750622" y="94016"/>
                </a:moveTo>
                <a:cubicBezTo>
                  <a:pt x="1750622" y="81680"/>
                  <a:pt x="1749951" y="73213"/>
                  <a:pt x="1748610" y="68616"/>
                </a:cubicBezTo>
                <a:cubicBezTo>
                  <a:pt x="1747269" y="64018"/>
                  <a:pt x="1745181" y="60532"/>
                  <a:pt x="1742346" y="58157"/>
                </a:cubicBezTo>
                <a:cubicBezTo>
                  <a:pt x="1740737" y="56777"/>
                  <a:pt x="1738592" y="56088"/>
                  <a:pt x="1735910" y="56088"/>
                </a:cubicBezTo>
                <a:cubicBezTo>
                  <a:pt x="1731926" y="56088"/>
                  <a:pt x="1728669" y="58042"/>
                  <a:pt x="1726141" y="61949"/>
                </a:cubicBezTo>
                <a:cubicBezTo>
                  <a:pt x="1721620" y="68769"/>
                  <a:pt x="1719360" y="78117"/>
                  <a:pt x="1719360" y="89993"/>
                </a:cubicBezTo>
                <a:lnTo>
                  <a:pt x="1719360" y="94016"/>
                </a:lnTo>
                <a:lnTo>
                  <a:pt x="1750622" y="94016"/>
                </a:lnTo>
                <a:close/>
                <a:moveTo>
                  <a:pt x="1835342" y="51720"/>
                </a:moveTo>
                <a:lnTo>
                  <a:pt x="1835342" y="65742"/>
                </a:lnTo>
                <a:cubicBezTo>
                  <a:pt x="1840859" y="59725"/>
                  <a:pt x="1846146" y="55348"/>
                  <a:pt x="1851203" y="52611"/>
                </a:cubicBezTo>
                <a:cubicBezTo>
                  <a:pt x="1856260" y="49872"/>
                  <a:pt x="1861700" y="48502"/>
                  <a:pt x="1867523" y="48502"/>
                </a:cubicBezTo>
                <a:cubicBezTo>
                  <a:pt x="1874496" y="48502"/>
                  <a:pt x="1880281" y="50439"/>
                  <a:pt x="1884879" y="54313"/>
                </a:cubicBezTo>
                <a:cubicBezTo>
                  <a:pt x="1889476" y="58188"/>
                  <a:pt x="1892541" y="63002"/>
                  <a:pt x="1894073" y="68756"/>
                </a:cubicBezTo>
                <a:cubicBezTo>
                  <a:pt x="1895299" y="73130"/>
                  <a:pt x="1895912" y="81532"/>
                  <a:pt x="1895912" y="93962"/>
                </a:cubicBezTo>
                <a:lnTo>
                  <a:pt x="1895912" y="135852"/>
                </a:lnTo>
                <a:cubicBezTo>
                  <a:pt x="1895912" y="144127"/>
                  <a:pt x="1896659" y="149280"/>
                  <a:pt x="1898153" y="151310"/>
                </a:cubicBezTo>
                <a:cubicBezTo>
                  <a:pt x="1899648" y="153341"/>
                  <a:pt x="1902770" y="154624"/>
                  <a:pt x="1907520" y="155161"/>
                </a:cubicBezTo>
                <a:lnTo>
                  <a:pt x="1907520" y="159298"/>
                </a:lnTo>
                <a:lnTo>
                  <a:pt x="1853157" y="159298"/>
                </a:lnTo>
                <a:lnTo>
                  <a:pt x="1853157" y="155161"/>
                </a:lnTo>
                <a:cubicBezTo>
                  <a:pt x="1857218" y="154624"/>
                  <a:pt x="1860129" y="152939"/>
                  <a:pt x="1861892" y="150104"/>
                </a:cubicBezTo>
                <a:cubicBezTo>
                  <a:pt x="1863118" y="148188"/>
                  <a:pt x="1863731" y="143437"/>
                  <a:pt x="1863731" y="135852"/>
                </a:cubicBezTo>
                <a:lnTo>
                  <a:pt x="1863731" y="88039"/>
                </a:lnTo>
                <a:cubicBezTo>
                  <a:pt x="1863731" y="79228"/>
                  <a:pt x="1863386" y="73673"/>
                  <a:pt x="1862696" y="71374"/>
                </a:cubicBezTo>
                <a:cubicBezTo>
                  <a:pt x="1862007" y="69075"/>
                  <a:pt x="1860838" y="67294"/>
                  <a:pt x="1859191" y="66030"/>
                </a:cubicBezTo>
                <a:cubicBezTo>
                  <a:pt x="1857543" y="64765"/>
                  <a:pt x="1855724" y="64133"/>
                  <a:pt x="1853731" y="64133"/>
                </a:cubicBezTo>
                <a:cubicBezTo>
                  <a:pt x="1847142" y="64133"/>
                  <a:pt x="1841012" y="68884"/>
                  <a:pt x="1835342" y="78385"/>
                </a:cubicBezTo>
                <a:lnTo>
                  <a:pt x="1835342" y="135852"/>
                </a:lnTo>
                <a:cubicBezTo>
                  <a:pt x="1835342" y="143897"/>
                  <a:pt x="1836089" y="148993"/>
                  <a:pt x="1837583" y="151138"/>
                </a:cubicBezTo>
                <a:cubicBezTo>
                  <a:pt x="1839077" y="153283"/>
                  <a:pt x="1841855" y="154624"/>
                  <a:pt x="1845916" y="155161"/>
                </a:cubicBezTo>
                <a:lnTo>
                  <a:pt x="1845916" y="159298"/>
                </a:lnTo>
                <a:lnTo>
                  <a:pt x="1791552" y="159298"/>
                </a:lnTo>
                <a:lnTo>
                  <a:pt x="1791552" y="155161"/>
                </a:lnTo>
                <a:cubicBezTo>
                  <a:pt x="1796073" y="154701"/>
                  <a:pt x="1799291" y="153245"/>
                  <a:pt x="1801207" y="150793"/>
                </a:cubicBezTo>
                <a:cubicBezTo>
                  <a:pt x="1802509" y="149108"/>
                  <a:pt x="1803161" y="144127"/>
                  <a:pt x="1803161" y="135852"/>
                </a:cubicBezTo>
                <a:lnTo>
                  <a:pt x="1803161" y="75167"/>
                </a:lnTo>
                <a:cubicBezTo>
                  <a:pt x="1803161" y="66947"/>
                  <a:pt x="1802413" y="61828"/>
                  <a:pt x="1800919" y="59812"/>
                </a:cubicBezTo>
                <a:cubicBezTo>
                  <a:pt x="1799425" y="57796"/>
                  <a:pt x="1796303" y="56478"/>
                  <a:pt x="1791552" y="55858"/>
                </a:cubicBezTo>
                <a:lnTo>
                  <a:pt x="1791552" y="51720"/>
                </a:lnTo>
                <a:lnTo>
                  <a:pt x="1835342" y="51720"/>
                </a:lnTo>
                <a:close/>
                <a:moveTo>
                  <a:pt x="1962832" y="12183"/>
                </a:moveTo>
                <a:lnTo>
                  <a:pt x="1962832" y="51720"/>
                </a:lnTo>
                <a:lnTo>
                  <a:pt x="1988347" y="51720"/>
                </a:lnTo>
                <a:lnTo>
                  <a:pt x="1988347" y="62984"/>
                </a:lnTo>
                <a:lnTo>
                  <a:pt x="1962832" y="62984"/>
                </a:lnTo>
                <a:lnTo>
                  <a:pt x="1962832" y="129480"/>
                </a:lnTo>
                <a:cubicBezTo>
                  <a:pt x="1962832" y="135703"/>
                  <a:pt x="1963119" y="139718"/>
                  <a:pt x="1963694" y="141523"/>
                </a:cubicBezTo>
                <a:cubicBezTo>
                  <a:pt x="1964269" y="143329"/>
                  <a:pt x="1965284" y="144789"/>
                  <a:pt x="1966740" y="145905"/>
                </a:cubicBezTo>
                <a:cubicBezTo>
                  <a:pt x="1968196" y="147018"/>
                  <a:pt x="1969537" y="147575"/>
                  <a:pt x="1970763" y="147575"/>
                </a:cubicBezTo>
                <a:cubicBezTo>
                  <a:pt x="1975743" y="147575"/>
                  <a:pt x="1980455" y="143744"/>
                  <a:pt x="1984899" y="136082"/>
                </a:cubicBezTo>
                <a:lnTo>
                  <a:pt x="1988347" y="138635"/>
                </a:lnTo>
                <a:cubicBezTo>
                  <a:pt x="1982141" y="153483"/>
                  <a:pt x="1972065" y="160907"/>
                  <a:pt x="1958120" y="160907"/>
                </a:cubicBezTo>
                <a:cubicBezTo>
                  <a:pt x="1951300" y="160907"/>
                  <a:pt x="1945535" y="159005"/>
                  <a:pt x="1940822" y="155200"/>
                </a:cubicBezTo>
                <a:cubicBezTo>
                  <a:pt x="1936110" y="151393"/>
                  <a:pt x="1933103" y="147144"/>
                  <a:pt x="1931800" y="142453"/>
                </a:cubicBezTo>
                <a:cubicBezTo>
                  <a:pt x="1931034" y="139839"/>
                  <a:pt x="1930651" y="132764"/>
                  <a:pt x="1930651" y="121230"/>
                </a:cubicBezTo>
                <a:lnTo>
                  <a:pt x="1930651" y="62984"/>
                </a:lnTo>
                <a:lnTo>
                  <a:pt x="1916629" y="62984"/>
                </a:lnTo>
                <a:lnTo>
                  <a:pt x="1916629" y="58950"/>
                </a:lnTo>
                <a:cubicBezTo>
                  <a:pt x="1926283" y="52117"/>
                  <a:pt x="1934501" y="44937"/>
                  <a:pt x="1941282" y="37411"/>
                </a:cubicBezTo>
                <a:cubicBezTo>
                  <a:pt x="1948063" y="29885"/>
                  <a:pt x="1953982" y="21476"/>
                  <a:pt x="1959039" y="12183"/>
                </a:cubicBezTo>
                <a:lnTo>
                  <a:pt x="1962832" y="12183"/>
                </a:lnTo>
                <a:close/>
                <a:moveTo>
                  <a:pt x="2057881" y="143437"/>
                </a:moveTo>
                <a:cubicBezTo>
                  <a:pt x="2044778" y="155084"/>
                  <a:pt x="2033017" y="160907"/>
                  <a:pt x="2022596" y="160907"/>
                </a:cubicBezTo>
                <a:cubicBezTo>
                  <a:pt x="2016466" y="160907"/>
                  <a:pt x="2011371" y="158890"/>
                  <a:pt x="2007310" y="154855"/>
                </a:cubicBezTo>
                <a:cubicBezTo>
                  <a:pt x="2003249" y="150818"/>
                  <a:pt x="2001218" y="145764"/>
                  <a:pt x="2001218" y="139691"/>
                </a:cubicBezTo>
                <a:cubicBezTo>
                  <a:pt x="2001218" y="131464"/>
                  <a:pt x="2004743" y="124064"/>
                  <a:pt x="2011792" y="117491"/>
                </a:cubicBezTo>
                <a:cubicBezTo>
                  <a:pt x="2018842" y="110918"/>
                  <a:pt x="2034204" y="102174"/>
                  <a:pt x="2057881" y="91257"/>
                </a:cubicBezTo>
                <a:lnTo>
                  <a:pt x="2057881" y="80454"/>
                </a:lnTo>
                <a:cubicBezTo>
                  <a:pt x="2057881" y="72332"/>
                  <a:pt x="2057440" y="67217"/>
                  <a:pt x="2056559" y="65110"/>
                </a:cubicBezTo>
                <a:cubicBezTo>
                  <a:pt x="2055678" y="63003"/>
                  <a:pt x="2054011" y="61164"/>
                  <a:pt x="2051559" y="59593"/>
                </a:cubicBezTo>
                <a:cubicBezTo>
                  <a:pt x="2049107" y="58022"/>
                  <a:pt x="2046349" y="57237"/>
                  <a:pt x="2043284" y="57237"/>
                </a:cubicBezTo>
                <a:cubicBezTo>
                  <a:pt x="2038304" y="57237"/>
                  <a:pt x="2034204" y="58348"/>
                  <a:pt x="2030986" y="60570"/>
                </a:cubicBezTo>
                <a:cubicBezTo>
                  <a:pt x="2028994" y="61949"/>
                  <a:pt x="2027998" y="63558"/>
                  <a:pt x="2027998" y="65397"/>
                </a:cubicBezTo>
                <a:cubicBezTo>
                  <a:pt x="2027998" y="67006"/>
                  <a:pt x="2029071" y="68999"/>
                  <a:pt x="2031216" y="71374"/>
                </a:cubicBezTo>
                <a:cubicBezTo>
                  <a:pt x="2034128" y="74669"/>
                  <a:pt x="2035584" y="77849"/>
                  <a:pt x="2035584" y="80913"/>
                </a:cubicBezTo>
                <a:cubicBezTo>
                  <a:pt x="2035584" y="84668"/>
                  <a:pt x="2034185" y="87867"/>
                  <a:pt x="2031388" y="90510"/>
                </a:cubicBezTo>
                <a:cubicBezTo>
                  <a:pt x="2028592" y="93154"/>
                  <a:pt x="2024933" y="94476"/>
                  <a:pt x="2020412" y="94476"/>
                </a:cubicBezTo>
                <a:cubicBezTo>
                  <a:pt x="2015585" y="94476"/>
                  <a:pt x="2011543" y="93020"/>
                  <a:pt x="2008287" y="90108"/>
                </a:cubicBezTo>
                <a:cubicBezTo>
                  <a:pt x="2005030" y="87196"/>
                  <a:pt x="2003402" y="83787"/>
                  <a:pt x="2003402" y="79879"/>
                </a:cubicBezTo>
                <a:cubicBezTo>
                  <a:pt x="2003402" y="74362"/>
                  <a:pt x="2005586" y="69094"/>
                  <a:pt x="2009953" y="64076"/>
                </a:cubicBezTo>
                <a:cubicBezTo>
                  <a:pt x="2014321" y="59057"/>
                  <a:pt x="2020412" y="55207"/>
                  <a:pt x="2028228" y="52525"/>
                </a:cubicBezTo>
                <a:cubicBezTo>
                  <a:pt x="2036043" y="49843"/>
                  <a:pt x="2044165" y="48502"/>
                  <a:pt x="2052594" y="48502"/>
                </a:cubicBezTo>
                <a:cubicBezTo>
                  <a:pt x="2062785" y="48502"/>
                  <a:pt x="2070849" y="50673"/>
                  <a:pt x="2076787" y="55014"/>
                </a:cubicBezTo>
                <a:cubicBezTo>
                  <a:pt x="2082726" y="59353"/>
                  <a:pt x="2086576" y="64056"/>
                  <a:pt x="2088338" y="69126"/>
                </a:cubicBezTo>
                <a:cubicBezTo>
                  <a:pt x="2089411" y="72351"/>
                  <a:pt x="2089947" y="79762"/>
                  <a:pt x="2089947" y="91358"/>
                </a:cubicBezTo>
                <a:lnTo>
                  <a:pt x="2089947" y="133176"/>
                </a:lnTo>
                <a:cubicBezTo>
                  <a:pt x="2089947" y="138092"/>
                  <a:pt x="2090139" y="141184"/>
                  <a:pt x="2090522" y="142453"/>
                </a:cubicBezTo>
                <a:cubicBezTo>
                  <a:pt x="2090905" y="143720"/>
                  <a:pt x="2091480" y="144661"/>
                  <a:pt x="2092246" y="145276"/>
                </a:cubicBezTo>
                <a:cubicBezTo>
                  <a:pt x="2093012" y="145889"/>
                  <a:pt x="2093893" y="146196"/>
                  <a:pt x="2094889" y="146196"/>
                </a:cubicBezTo>
                <a:cubicBezTo>
                  <a:pt x="2096882" y="146196"/>
                  <a:pt x="2098912" y="144778"/>
                  <a:pt x="2100981" y="141943"/>
                </a:cubicBezTo>
                <a:lnTo>
                  <a:pt x="2104429" y="144702"/>
                </a:lnTo>
                <a:cubicBezTo>
                  <a:pt x="2100598" y="150372"/>
                  <a:pt x="2096633" y="154490"/>
                  <a:pt x="2092533" y="157057"/>
                </a:cubicBezTo>
                <a:cubicBezTo>
                  <a:pt x="2088434" y="159624"/>
                  <a:pt x="2083779" y="160907"/>
                  <a:pt x="2078569" y="160907"/>
                </a:cubicBezTo>
                <a:cubicBezTo>
                  <a:pt x="2072439" y="160907"/>
                  <a:pt x="2067650" y="159461"/>
                  <a:pt x="2064202" y="156569"/>
                </a:cubicBezTo>
                <a:cubicBezTo>
                  <a:pt x="2060754" y="153676"/>
                  <a:pt x="2058647" y="149299"/>
                  <a:pt x="2057881" y="143437"/>
                </a:cubicBezTo>
                <a:moveTo>
                  <a:pt x="2057881" y="134932"/>
                </a:moveTo>
                <a:lnTo>
                  <a:pt x="2057881" y="98980"/>
                </a:lnTo>
                <a:cubicBezTo>
                  <a:pt x="2048609" y="104446"/>
                  <a:pt x="2041713" y="110298"/>
                  <a:pt x="2037193" y="116536"/>
                </a:cubicBezTo>
                <a:cubicBezTo>
                  <a:pt x="2034204" y="120693"/>
                  <a:pt x="2032710" y="124889"/>
                  <a:pt x="2032710" y="129125"/>
                </a:cubicBezTo>
                <a:cubicBezTo>
                  <a:pt x="2032710" y="132666"/>
                  <a:pt x="2033975" y="135785"/>
                  <a:pt x="2036503" y="138481"/>
                </a:cubicBezTo>
                <a:cubicBezTo>
                  <a:pt x="2038419" y="140559"/>
                  <a:pt x="2041100" y="141599"/>
                  <a:pt x="2044548" y="141599"/>
                </a:cubicBezTo>
                <a:cubicBezTo>
                  <a:pt x="2048380" y="141599"/>
                  <a:pt x="2052824" y="139376"/>
                  <a:pt x="2057881" y="134932"/>
                </a:cubicBezTo>
                <a:close/>
                <a:moveTo>
                  <a:pt x="2157495" y="12183"/>
                </a:moveTo>
                <a:lnTo>
                  <a:pt x="2157495" y="51720"/>
                </a:lnTo>
                <a:lnTo>
                  <a:pt x="2183011" y="51720"/>
                </a:lnTo>
                <a:lnTo>
                  <a:pt x="2183011" y="62984"/>
                </a:lnTo>
                <a:lnTo>
                  <a:pt x="2157495" y="62984"/>
                </a:lnTo>
                <a:lnTo>
                  <a:pt x="2157495" y="129480"/>
                </a:lnTo>
                <a:cubicBezTo>
                  <a:pt x="2157495" y="135703"/>
                  <a:pt x="2157783" y="139718"/>
                  <a:pt x="2158357" y="141523"/>
                </a:cubicBezTo>
                <a:cubicBezTo>
                  <a:pt x="2158932" y="143329"/>
                  <a:pt x="2159947" y="144789"/>
                  <a:pt x="2161403" y="145905"/>
                </a:cubicBezTo>
                <a:cubicBezTo>
                  <a:pt x="2162859" y="147018"/>
                  <a:pt x="2164200" y="147575"/>
                  <a:pt x="2165426" y="147575"/>
                </a:cubicBezTo>
                <a:cubicBezTo>
                  <a:pt x="2170406" y="147575"/>
                  <a:pt x="2175118" y="143744"/>
                  <a:pt x="2179563" y="136082"/>
                </a:cubicBezTo>
                <a:lnTo>
                  <a:pt x="2183011" y="138635"/>
                </a:lnTo>
                <a:cubicBezTo>
                  <a:pt x="2176804" y="153483"/>
                  <a:pt x="2166728" y="160907"/>
                  <a:pt x="2152783" y="160907"/>
                </a:cubicBezTo>
                <a:cubicBezTo>
                  <a:pt x="2145964" y="160907"/>
                  <a:pt x="2140198" y="159005"/>
                  <a:pt x="2135485" y="155200"/>
                </a:cubicBezTo>
                <a:cubicBezTo>
                  <a:pt x="2130773" y="151393"/>
                  <a:pt x="2127766" y="147144"/>
                  <a:pt x="2126463" y="142453"/>
                </a:cubicBezTo>
                <a:cubicBezTo>
                  <a:pt x="2125697" y="139839"/>
                  <a:pt x="2125314" y="132764"/>
                  <a:pt x="2125314" y="121230"/>
                </a:cubicBezTo>
                <a:lnTo>
                  <a:pt x="2125314" y="62984"/>
                </a:lnTo>
                <a:lnTo>
                  <a:pt x="2111292" y="62984"/>
                </a:lnTo>
                <a:lnTo>
                  <a:pt x="2111292" y="58950"/>
                </a:lnTo>
                <a:cubicBezTo>
                  <a:pt x="2120946" y="52117"/>
                  <a:pt x="2129164" y="44937"/>
                  <a:pt x="2135945" y="37411"/>
                </a:cubicBezTo>
                <a:cubicBezTo>
                  <a:pt x="2142726" y="29885"/>
                  <a:pt x="2148645" y="21476"/>
                  <a:pt x="2153702" y="12183"/>
                </a:cubicBezTo>
                <a:lnTo>
                  <a:pt x="2157495" y="12183"/>
                </a:lnTo>
                <a:close/>
                <a:moveTo>
                  <a:pt x="2219098" y="0"/>
                </a:moveTo>
                <a:cubicBezTo>
                  <a:pt x="2224078" y="0"/>
                  <a:pt x="2228293" y="1749"/>
                  <a:pt x="2231741" y="5247"/>
                </a:cubicBezTo>
                <a:cubicBezTo>
                  <a:pt x="2235189" y="8743"/>
                  <a:pt x="2236913" y="12952"/>
                  <a:pt x="2236913" y="17872"/>
                </a:cubicBezTo>
                <a:cubicBezTo>
                  <a:pt x="2236913" y="22793"/>
                  <a:pt x="2235169" y="26983"/>
                  <a:pt x="2231683" y="30443"/>
                </a:cubicBezTo>
                <a:cubicBezTo>
                  <a:pt x="2228197" y="33901"/>
                  <a:pt x="2224002" y="35630"/>
                  <a:pt x="2219098" y="35630"/>
                </a:cubicBezTo>
                <a:cubicBezTo>
                  <a:pt x="2214194" y="35630"/>
                  <a:pt x="2210018" y="33901"/>
                  <a:pt x="2206570" y="30443"/>
                </a:cubicBezTo>
                <a:cubicBezTo>
                  <a:pt x="2203122" y="26983"/>
                  <a:pt x="2201398" y="22793"/>
                  <a:pt x="2201398" y="17872"/>
                </a:cubicBezTo>
                <a:cubicBezTo>
                  <a:pt x="2201398" y="12952"/>
                  <a:pt x="2203122" y="8743"/>
                  <a:pt x="2206570" y="5247"/>
                </a:cubicBezTo>
                <a:cubicBezTo>
                  <a:pt x="2210018" y="1749"/>
                  <a:pt x="2214194" y="0"/>
                  <a:pt x="2219098" y="0"/>
                </a:cubicBezTo>
                <a:moveTo>
                  <a:pt x="2235189" y="51720"/>
                </a:moveTo>
                <a:lnTo>
                  <a:pt x="2235189" y="137001"/>
                </a:lnTo>
                <a:cubicBezTo>
                  <a:pt x="2235189" y="144587"/>
                  <a:pt x="2236070" y="149433"/>
                  <a:pt x="2237832" y="151540"/>
                </a:cubicBezTo>
                <a:cubicBezTo>
                  <a:pt x="2239594" y="153647"/>
                  <a:pt x="2243042" y="154854"/>
                  <a:pt x="2248176" y="155161"/>
                </a:cubicBezTo>
                <a:lnTo>
                  <a:pt x="2248176" y="159298"/>
                </a:lnTo>
                <a:lnTo>
                  <a:pt x="2190135" y="159298"/>
                </a:lnTo>
                <a:lnTo>
                  <a:pt x="2190135" y="155161"/>
                </a:lnTo>
                <a:cubicBezTo>
                  <a:pt x="2194885" y="155007"/>
                  <a:pt x="2198410" y="153628"/>
                  <a:pt x="2200708" y="151023"/>
                </a:cubicBezTo>
                <a:cubicBezTo>
                  <a:pt x="2202241" y="149261"/>
                  <a:pt x="2203007" y="144587"/>
                  <a:pt x="2203007" y="137001"/>
                </a:cubicBezTo>
                <a:lnTo>
                  <a:pt x="2203007" y="74247"/>
                </a:lnTo>
                <a:cubicBezTo>
                  <a:pt x="2203007" y="66566"/>
                  <a:pt x="2202126" y="61658"/>
                  <a:pt x="2200364" y="59525"/>
                </a:cubicBezTo>
                <a:cubicBezTo>
                  <a:pt x="2198601" y="57392"/>
                  <a:pt x="2195192" y="56169"/>
                  <a:pt x="2190135" y="55858"/>
                </a:cubicBezTo>
                <a:lnTo>
                  <a:pt x="2190135" y="51720"/>
                </a:lnTo>
                <a:lnTo>
                  <a:pt x="2235189" y="51720"/>
                </a:lnTo>
                <a:close/>
                <a:moveTo>
                  <a:pt x="2309361" y="48502"/>
                </a:moveTo>
                <a:cubicBezTo>
                  <a:pt x="2318709" y="48502"/>
                  <a:pt x="2327405" y="50918"/>
                  <a:pt x="2335451" y="55750"/>
                </a:cubicBezTo>
                <a:cubicBezTo>
                  <a:pt x="2343496" y="60582"/>
                  <a:pt x="2349607" y="67447"/>
                  <a:pt x="2353783" y="76345"/>
                </a:cubicBezTo>
                <a:cubicBezTo>
                  <a:pt x="2357959" y="85243"/>
                  <a:pt x="2360046" y="94983"/>
                  <a:pt x="2360046" y="105567"/>
                </a:cubicBezTo>
                <a:cubicBezTo>
                  <a:pt x="2360046" y="120829"/>
                  <a:pt x="2356177" y="133600"/>
                  <a:pt x="2348438" y="143879"/>
                </a:cubicBezTo>
                <a:cubicBezTo>
                  <a:pt x="2339090" y="156304"/>
                  <a:pt x="2326179" y="162516"/>
                  <a:pt x="2309705" y="162516"/>
                </a:cubicBezTo>
                <a:cubicBezTo>
                  <a:pt x="2293538" y="162516"/>
                  <a:pt x="2281087" y="156840"/>
                  <a:pt x="2272352" y="145488"/>
                </a:cubicBezTo>
                <a:cubicBezTo>
                  <a:pt x="2263617" y="134136"/>
                  <a:pt x="2259249" y="120982"/>
                  <a:pt x="2259249" y="106026"/>
                </a:cubicBezTo>
                <a:cubicBezTo>
                  <a:pt x="2259249" y="90611"/>
                  <a:pt x="2263713" y="77170"/>
                  <a:pt x="2272639" y="65703"/>
                </a:cubicBezTo>
                <a:cubicBezTo>
                  <a:pt x="2281566" y="54236"/>
                  <a:pt x="2293806" y="48502"/>
                  <a:pt x="2309361" y="48502"/>
                </a:cubicBezTo>
                <a:moveTo>
                  <a:pt x="2309820" y="56547"/>
                </a:moveTo>
                <a:cubicBezTo>
                  <a:pt x="2305913" y="56547"/>
                  <a:pt x="2302560" y="58025"/>
                  <a:pt x="2299764" y="60980"/>
                </a:cubicBezTo>
                <a:cubicBezTo>
                  <a:pt x="2296967" y="63932"/>
                  <a:pt x="2295128" y="69761"/>
                  <a:pt x="2294247" y="78468"/>
                </a:cubicBezTo>
                <a:cubicBezTo>
                  <a:pt x="2293366" y="87174"/>
                  <a:pt x="2292925" y="99275"/>
                  <a:pt x="2292925" y="114772"/>
                </a:cubicBezTo>
                <a:cubicBezTo>
                  <a:pt x="2292925" y="122980"/>
                  <a:pt x="2293461" y="130652"/>
                  <a:pt x="2294534" y="137788"/>
                </a:cubicBezTo>
                <a:cubicBezTo>
                  <a:pt x="2295377" y="143233"/>
                  <a:pt x="2297178" y="147375"/>
                  <a:pt x="2299936" y="150215"/>
                </a:cubicBezTo>
                <a:cubicBezTo>
                  <a:pt x="2302694" y="153052"/>
                  <a:pt x="2305836" y="154471"/>
                  <a:pt x="2309361" y="154471"/>
                </a:cubicBezTo>
                <a:cubicBezTo>
                  <a:pt x="2312809" y="154471"/>
                  <a:pt x="2315682" y="153512"/>
                  <a:pt x="2317981" y="151594"/>
                </a:cubicBezTo>
                <a:cubicBezTo>
                  <a:pt x="2320969" y="148987"/>
                  <a:pt x="2322961" y="145342"/>
                  <a:pt x="2323957" y="140661"/>
                </a:cubicBezTo>
                <a:cubicBezTo>
                  <a:pt x="2325490" y="133375"/>
                  <a:pt x="2326256" y="118646"/>
                  <a:pt x="2326256" y="96476"/>
                </a:cubicBezTo>
                <a:cubicBezTo>
                  <a:pt x="2326256" y="83436"/>
                  <a:pt x="2325528" y="74481"/>
                  <a:pt x="2324072" y="69610"/>
                </a:cubicBezTo>
                <a:cubicBezTo>
                  <a:pt x="2322616" y="64738"/>
                  <a:pt x="2320471" y="61189"/>
                  <a:pt x="2317636" y="58965"/>
                </a:cubicBezTo>
                <a:cubicBezTo>
                  <a:pt x="2315644" y="57353"/>
                  <a:pt x="2313039" y="56547"/>
                  <a:pt x="2309820" y="56547"/>
                </a:cubicBezTo>
                <a:close/>
                <a:moveTo>
                  <a:pt x="2419330" y="51720"/>
                </a:moveTo>
                <a:lnTo>
                  <a:pt x="2419330" y="65742"/>
                </a:lnTo>
                <a:cubicBezTo>
                  <a:pt x="2424847" y="59725"/>
                  <a:pt x="2430134" y="55348"/>
                  <a:pt x="2435191" y="52611"/>
                </a:cubicBezTo>
                <a:cubicBezTo>
                  <a:pt x="2440248" y="49872"/>
                  <a:pt x="2445688" y="48502"/>
                  <a:pt x="2451511" y="48502"/>
                </a:cubicBezTo>
                <a:cubicBezTo>
                  <a:pt x="2458484" y="48502"/>
                  <a:pt x="2464269" y="50439"/>
                  <a:pt x="2468866" y="54313"/>
                </a:cubicBezTo>
                <a:cubicBezTo>
                  <a:pt x="2473464" y="58188"/>
                  <a:pt x="2476529" y="63002"/>
                  <a:pt x="2478061" y="68756"/>
                </a:cubicBezTo>
                <a:cubicBezTo>
                  <a:pt x="2479287" y="73130"/>
                  <a:pt x="2479900" y="81532"/>
                  <a:pt x="2479900" y="93962"/>
                </a:cubicBezTo>
                <a:lnTo>
                  <a:pt x="2479900" y="135852"/>
                </a:lnTo>
                <a:cubicBezTo>
                  <a:pt x="2479900" y="144127"/>
                  <a:pt x="2480647" y="149280"/>
                  <a:pt x="2482141" y="151310"/>
                </a:cubicBezTo>
                <a:cubicBezTo>
                  <a:pt x="2483635" y="153341"/>
                  <a:pt x="2486758" y="154624"/>
                  <a:pt x="2491508" y="155161"/>
                </a:cubicBezTo>
                <a:lnTo>
                  <a:pt x="2491508" y="159298"/>
                </a:lnTo>
                <a:lnTo>
                  <a:pt x="2437145" y="159298"/>
                </a:lnTo>
                <a:lnTo>
                  <a:pt x="2437145" y="155161"/>
                </a:lnTo>
                <a:cubicBezTo>
                  <a:pt x="2441206" y="154624"/>
                  <a:pt x="2444117" y="152939"/>
                  <a:pt x="2445880" y="150104"/>
                </a:cubicBezTo>
                <a:cubicBezTo>
                  <a:pt x="2447106" y="148188"/>
                  <a:pt x="2447719" y="143437"/>
                  <a:pt x="2447719" y="135852"/>
                </a:cubicBezTo>
                <a:lnTo>
                  <a:pt x="2447719" y="88039"/>
                </a:lnTo>
                <a:cubicBezTo>
                  <a:pt x="2447719" y="79228"/>
                  <a:pt x="2447374" y="73673"/>
                  <a:pt x="2446684" y="71374"/>
                </a:cubicBezTo>
                <a:cubicBezTo>
                  <a:pt x="2445995" y="69075"/>
                  <a:pt x="2444826" y="67294"/>
                  <a:pt x="2443179" y="66030"/>
                </a:cubicBezTo>
                <a:cubicBezTo>
                  <a:pt x="2441531" y="64765"/>
                  <a:pt x="2439711" y="64133"/>
                  <a:pt x="2437719" y="64133"/>
                </a:cubicBezTo>
                <a:cubicBezTo>
                  <a:pt x="2431130" y="64133"/>
                  <a:pt x="2425000" y="68884"/>
                  <a:pt x="2419330" y="78385"/>
                </a:cubicBezTo>
                <a:lnTo>
                  <a:pt x="2419330" y="135852"/>
                </a:lnTo>
                <a:cubicBezTo>
                  <a:pt x="2419330" y="143897"/>
                  <a:pt x="2420077" y="148993"/>
                  <a:pt x="2421571" y="151138"/>
                </a:cubicBezTo>
                <a:cubicBezTo>
                  <a:pt x="2423065" y="153283"/>
                  <a:pt x="2425843" y="154624"/>
                  <a:pt x="2429904" y="155161"/>
                </a:cubicBezTo>
                <a:lnTo>
                  <a:pt x="2429904" y="159298"/>
                </a:lnTo>
                <a:lnTo>
                  <a:pt x="2375540" y="159298"/>
                </a:lnTo>
                <a:lnTo>
                  <a:pt x="2375540" y="155161"/>
                </a:lnTo>
                <a:cubicBezTo>
                  <a:pt x="2380061" y="154701"/>
                  <a:pt x="2383279" y="153245"/>
                  <a:pt x="2385194" y="150793"/>
                </a:cubicBezTo>
                <a:cubicBezTo>
                  <a:pt x="2386497" y="149108"/>
                  <a:pt x="2387148" y="144127"/>
                  <a:pt x="2387148" y="135852"/>
                </a:cubicBezTo>
                <a:lnTo>
                  <a:pt x="2387148" y="75167"/>
                </a:lnTo>
                <a:cubicBezTo>
                  <a:pt x="2387148" y="66947"/>
                  <a:pt x="2386401" y="61828"/>
                  <a:pt x="2384907" y="59812"/>
                </a:cubicBezTo>
                <a:cubicBezTo>
                  <a:pt x="2383413" y="57796"/>
                  <a:pt x="2380291" y="56478"/>
                  <a:pt x="2375540" y="55858"/>
                </a:cubicBezTo>
                <a:lnTo>
                  <a:pt x="2375540" y="51720"/>
                </a:lnTo>
                <a:lnTo>
                  <a:pt x="2419330" y="51720"/>
                </a:lnTo>
                <a:close/>
                <a:moveTo>
                  <a:pt x="2626391" y="62984"/>
                </a:moveTo>
                <a:lnTo>
                  <a:pt x="2626391" y="137691"/>
                </a:lnTo>
                <a:cubicBezTo>
                  <a:pt x="2626391" y="144893"/>
                  <a:pt x="2627158" y="149414"/>
                  <a:pt x="2628690" y="151253"/>
                </a:cubicBezTo>
                <a:cubicBezTo>
                  <a:pt x="2631142" y="154088"/>
                  <a:pt x="2635663" y="155391"/>
                  <a:pt x="2642252" y="155161"/>
                </a:cubicBezTo>
                <a:lnTo>
                  <a:pt x="2642252" y="159298"/>
                </a:lnTo>
                <a:lnTo>
                  <a:pt x="2578924" y="159298"/>
                </a:lnTo>
                <a:lnTo>
                  <a:pt x="2578924" y="155161"/>
                </a:lnTo>
                <a:cubicBezTo>
                  <a:pt x="2583751" y="155084"/>
                  <a:pt x="2587180" y="154529"/>
                  <a:pt x="2589210" y="153494"/>
                </a:cubicBezTo>
                <a:cubicBezTo>
                  <a:pt x="2591241" y="152460"/>
                  <a:pt x="2592639" y="151023"/>
                  <a:pt x="2593405" y="149184"/>
                </a:cubicBezTo>
                <a:cubicBezTo>
                  <a:pt x="2594172" y="147345"/>
                  <a:pt x="2594555" y="143514"/>
                  <a:pt x="2594555" y="137691"/>
                </a:cubicBezTo>
                <a:lnTo>
                  <a:pt x="2594555" y="62984"/>
                </a:lnTo>
                <a:lnTo>
                  <a:pt x="2578924" y="62984"/>
                </a:lnTo>
                <a:lnTo>
                  <a:pt x="2578924" y="51720"/>
                </a:lnTo>
                <a:lnTo>
                  <a:pt x="2594555" y="51720"/>
                </a:lnTo>
                <a:lnTo>
                  <a:pt x="2594555" y="43826"/>
                </a:lnTo>
                <a:lnTo>
                  <a:pt x="2594440" y="38445"/>
                </a:lnTo>
                <a:cubicBezTo>
                  <a:pt x="2594440" y="27462"/>
                  <a:pt x="2598482" y="18309"/>
                  <a:pt x="2606565" y="10987"/>
                </a:cubicBezTo>
                <a:cubicBezTo>
                  <a:pt x="2614649" y="3662"/>
                  <a:pt x="2625587" y="0"/>
                  <a:pt x="2639379" y="0"/>
                </a:cubicBezTo>
                <a:cubicBezTo>
                  <a:pt x="2648804" y="0"/>
                  <a:pt x="2655795" y="1770"/>
                  <a:pt x="2660354" y="5309"/>
                </a:cubicBezTo>
                <a:cubicBezTo>
                  <a:pt x="2664913" y="8845"/>
                  <a:pt x="2667193" y="12767"/>
                  <a:pt x="2667193" y="17075"/>
                </a:cubicBezTo>
                <a:cubicBezTo>
                  <a:pt x="2667193" y="20537"/>
                  <a:pt x="2665775" y="23537"/>
                  <a:pt x="2662940" y="26076"/>
                </a:cubicBezTo>
                <a:cubicBezTo>
                  <a:pt x="2660105" y="28614"/>
                  <a:pt x="2656351" y="29883"/>
                  <a:pt x="2651677" y="29883"/>
                </a:cubicBezTo>
                <a:cubicBezTo>
                  <a:pt x="2647692" y="29883"/>
                  <a:pt x="2644532" y="28848"/>
                  <a:pt x="2642195" y="26780"/>
                </a:cubicBezTo>
                <a:cubicBezTo>
                  <a:pt x="2639858" y="24711"/>
                  <a:pt x="2638689" y="22412"/>
                  <a:pt x="2638689" y="19884"/>
                </a:cubicBezTo>
                <a:cubicBezTo>
                  <a:pt x="2638689" y="19194"/>
                  <a:pt x="2638919" y="17776"/>
                  <a:pt x="2639379" y="15631"/>
                </a:cubicBezTo>
                <a:cubicBezTo>
                  <a:pt x="2639685" y="14328"/>
                  <a:pt x="2639839" y="13102"/>
                  <a:pt x="2639839" y="11953"/>
                </a:cubicBezTo>
                <a:cubicBezTo>
                  <a:pt x="2639839" y="10344"/>
                  <a:pt x="2639379" y="9156"/>
                  <a:pt x="2638459" y="8390"/>
                </a:cubicBezTo>
                <a:cubicBezTo>
                  <a:pt x="2637234" y="7241"/>
                  <a:pt x="2635739" y="6666"/>
                  <a:pt x="2633977" y="6666"/>
                </a:cubicBezTo>
                <a:cubicBezTo>
                  <a:pt x="2631755" y="6666"/>
                  <a:pt x="2629897" y="7578"/>
                  <a:pt x="2628403" y="9403"/>
                </a:cubicBezTo>
                <a:cubicBezTo>
                  <a:pt x="2626909" y="11228"/>
                  <a:pt x="2626162" y="14155"/>
                  <a:pt x="2626162" y="18185"/>
                </a:cubicBezTo>
                <a:lnTo>
                  <a:pt x="2626391" y="38147"/>
                </a:lnTo>
                <a:lnTo>
                  <a:pt x="2626391" y="51720"/>
                </a:lnTo>
                <a:lnTo>
                  <a:pt x="2642252" y="51720"/>
                </a:lnTo>
                <a:lnTo>
                  <a:pt x="2642252" y="62984"/>
                </a:lnTo>
                <a:lnTo>
                  <a:pt x="2626391" y="6298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orProf">
            <a:extLst xmlns:a="http://schemas.openxmlformats.org/drawingml/2006/main">
              <a:ext uri="{FF2B5EF4-FFF2-40B4-BE49-F238E27FC236}">
                <a16:creationId xmlns:a16="http://schemas.microsoft.com/office/drawing/2014/main" id="{4E3F4C76-2702-44B3-82B8-C8FA7DEA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153" y="3282188"/>
            <a:ext cx="730656" cy="162516"/>
          </a:xfrm>
          <a:custGeom xmlns:a="http://schemas.openxmlformats.org/drawingml/2006/main">
            <a:pathLst>
              <a:path w="730656" h="162516">
                <a:moveTo>
                  <a:pt x="50111" y="48502"/>
                </a:moveTo>
                <a:cubicBezTo>
                  <a:pt x="59459" y="48502"/>
                  <a:pt x="68156" y="50918"/>
                  <a:pt x="76201" y="55750"/>
                </a:cubicBezTo>
                <a:cubicBezTo>
                  <a:pt x="84247" y="60582"/>
                  <a:pt x="90357" y="67447"/>
                  <a:pt x="94533" y="76345"/>
                </a:cubicBezTo>
                <a:cubicBezTo>
                  <a:pt x="98709" y="85243"/>
                  <a:pt x="100797" y="94983"/>
                  <a:pt x="100797" y="105567"/>
                </a:cubicBezTo>
                <a:cubicBezTo>
                  <a:pt x="100797" y="120829"/>
                  <a:pt x="96928" y="133600"/>
                  <a:pt x="89189" y="143879"/>
                </a:cubicBezTo>
                <a:cubicBezTo>
                  <a:pt x="79841" y="156304"/>
                  <a:pt x="66930" y="162516"/>
                  <a:pt x="50456" y="162516"/>
                </a:cubicBezTo>
                <a:cubicBezTo>
                  <a:pt x="34289" y="162516"/>
                  <a:pt x="21837" y="156840"/>
                  <a:pt x="13102" y="145488"/>
                </a:cubicBezTo>
                <a:cubicBezTo>
                  <a:pt x="4367" y="134136"/>
                  <a:pt x="0" y="120982"/>
                  <a:pt x="0" y="106026"/>
                </a:cubicBezTo>
                <a:cubicBezTo>
                  <a:pt x="0" y="90611"/>
                  <a:pt x="4463" y="77170"/>
                  <a:pt x="13390" y="65703"/>
                </a:cubicBezTo>
                <a:cubicBezTo>
                  <a:pt x="22316" y="54236"/>
                  <a:pt x="34557" y="48502"/>
                  <a:pt x="50111" y="48502"/>
                </a:cubicBezTo>
                <a:moveTo>
                  <a:pt x="50571" y="56547"/>
                </a:moveTo>
                <a:cubicBezTo>
                  <a:pt x="46663" y="56547"/>
                  <a:pt x="43311" y="58025"/>
                  <a:pt x="40514" y="60980"/>
                </a:cubicBezTo>
                <a:cubicBezTo>
                  <a:pt x="37717" y="63932"/>
                  <a:pt x="35879" y="69761"/>
                  <a:pt x="34997" y="78468"/>
                </a:cubicBezTo>
                <a:cubicBezTo>
                  <a:pt x="34116" y="87174"/>
                  <a:pt x="33676" y="99275"/>
                  <a:pt x="33676" y="114772"/>
                </a:cubicBezTo>
                <a:cubicBezTo>
                  <a:pt x="33676" y="122980"/>
                  <a:pt x="34212" y="130652"/>
                  <a:pt x="35285" y="137788"/>
                </a:cubicBezTo>
                <a:cubicBezTo>
                  <a:pt x="36128" y="143233"/>
                  <a:pt x="37928" y="147375"/>
                  <a:pt x="40687" y="150215"/>
                </a:cubicBezTo>
                <a:cubicBezTo>
                  <a:pt x="43445" y="153052"/>
                  <a:pt x="46587" y="154471"/>
                  <a:pt x="50111" y="154471"/>
                </a:cubicBezTo>
                <a:cubicBezTo>
                  <a:pt x="53559" y="154471"/>
                  <a:pt x="56433" y="153512"/>
                  <a:pt x="58731" y="151594"/>
                </a:cubicBezTo>
                <a:cubicBezTo>
                  <a:pt x="61719" y="148987"/>
                  <a:pt x="63712" y="145342"/>
                  <a:pt x="64708" y="140661"/>
                </a:cubicBezTo>
                <a:cubicBezTo>
                  <a:pt x="66240" y="133375"/>
                  <a:pt x="67006" y="118646"/>
                  <a:pt x="67006" y="96476"/>
                </a:cubicBezTo>
                <a:cubicBezTo>
                  <a:pt x="67006" y="83436"/>
                  <a:pt x="66279" y="74481"/>
                  <a:pt x="64823" y="69610"/>
                </a:cubicBezTo>
                <a:cubicBezTo>
                  <a:pt x="63367" y="64738"/>
                  <a:pt x="61221" y="61189"/>
                  <a:pt x="58386" y="58965"/>
                </a:cubicBezTo>
                <a:cubicBezTo>
                  <a:pt x="56394" y="57353"/>
                  <a:pt x="53789" y="56547"/>
                  <a:pt x="50571" y="56547"/>
                </a:cubicBezTo>
                <a:close/>
                <a:moveTo>
                  <a:pt x="160299" y="51720"/>
                </a:moveTo>
                <a:lnTo>
                  <a:pt x="160299" y="76086"/>
                </a:lnTo>
                <a:cubicBezTo>
                  <a:pt x="167425" y="64976"/>
                  <a:pt x="173670" y="57601"/>
                  <a:pt x="179034" y="53961"/>
                </a:cubicBezTo>
                <a:cubicBezTo>
                  <a:pt x="184397" y="50322"/>
                  <a:pt x="189569" y="48502"/>
                  <a:pt x="194550" y="48502"/>
                </a:cubicBezTo>
                <a:cubicBezTo>
                  <a:pt x="198841" y="48502"/>
                  <a:pt x="202269" y="49829"/>
                  <a:pt x="204836" y="52482"/>
                </a:cubicBezTo>
                <a:cubicBezTo>
                  <a:pt x="207403" y="55135"/>
                  <a:pt x="208687" y="58883"/>
                  <a:pt x="208687" y="63727"/>
                </a:cubicBezTo>
                <a:cubicBezTo>
                  <a:pt x="208687" y="68880"/>
                  <a:pt x="207441" y="72880"/>
                  <a:pt x="204951" y="75727"/>
                </a:cubicBezTo>
                <a:cubicBezTo>
                  <a:pt x="202461" y="78572"/>
                  <a:pt x="199453" y="79994"/>
                  <a:pt x="195929" y="79994"/>
                </a:cubicBezTo>
                <a:cubicBezTo>
                  <a:pt x="191868" y="79994"/>
                  <a:pt x="188343" y="78691"/>
                  <a:pt x="185355" y="76086"/>
                </a:cubicBezTo>
                <a:cubicBezTo>
                  <a:pt x="182367" y="73481"/>
                  <a:pt x="180604" y="72025"/>
                  <a:pt x="180068" y="71719"/>
                </a:cubicBezTo>
                <a:cubicBezTo>
                  <a:pt x="179302" y="71259"/>
                  <a:pt x="178421" y="71029"/>
                  <a:pt x="177424" y="71029"/>
                </a:cubicBezTo>
                <a:cubicBezTo>
                  <a:pt x="175202" y="71029"/>
                  <a:pt x="173095" y="71872"/>
                  <a:pt x="171103" y="73558"/>
                </a:cubicBezTo>
                <a:cubicBezTo>
                  <a:pt x="167962" y="76163"/>
                  <a:pt x="165586" y="79879"/>
                  <a:pt x="163977" y="84706"/>
                </a:cubicBezTo>
                <a:cubicBezTo>
                  <a:pt x="161525" y="92139"/>
                  <a:pt x="160299" y="100337"/>
                  <a:pt x="160299" y="109302"/>
                </a:cubicBezTo>
                <a:lnTo>
                  <a:pt x="160299" y="134013"/>
                </a:lnTo>
                <a:lnTo>
                  <a:pt x="160414" y="140449"/>
                </a:lnTo>
                <a:cubicBezTo>
                  <a:pt x="160414" y="144817"/>
                  <a:pt x="160682" y="147613"/>
                  <a:pt x="161219" y="148839"/>
                </a:cubicBezTo>
                <a:cubicBezTo>
                  <a:pt x="162138" y="150908"/>
                  <a:pt x="163498" y="152421"/>
                  <a:pt x="165299" y="153379"/>
                </a:cubicBezTo>
                <a:cubicBezTo>
                  <a:pt x="167100" y="154337"/>
                  <a:pt x="170145" y="154931"/>
                  <a:pt x="174436" y="155161"/>
                </a:cubicBezTo>
                <a:lnTo>
                  <a:pt x="174436" y="159298"/>
                </a:lnTo>
                <a:lnTo>
                  <a:pt x="116395" y="159298"/>
                </a:lnTo>
                <a:lnTo>
                  <a:pt x="116395" y="155161"/>
                </a:lnTo>
                <a:cubicBezTo>
                  <a:pt x="121069" y="154778"/>
                  <a:pt x="124229" y="153494"/>
                  <a:pt x="125877" y="151310"/>
                </a:cubicBezTo>
                <a:cubicBezTo>
                  <a:pt x="127524" y="149127"/>
                  <a:pt x="128348" y="143361"/>
                  <a:pt x="128348" y="134013"/>
                </a:cubicBezTo>
                <a:lnTo>
                  <a:pt x="128348" y="74477"/>
                </a:lnTo>
                <a:cubicBezTo>
                  <a:pt x="128348" y="68309"/>
                  <a:pt x="128041" y="64377"/>
                  <a:pt x="127428" y="62682"/>
                </a:cubicBezTo>
                <a:cubicBezTo>
                  <a:pt x="126662" y="60522"/>
                  <a:pt x="125551" y="58942"/>
                  <a:pt x="124095" y="57941"/>
                </a:cubicBezTo>
                <a:cubicBezTo>
                  <a:pt x="122639" y="56938"/>
                  <a:pt x="120072" y="56243"/>
                  <a:pt x="116395" y="55858"/>
                </a:cubicBezTo>
                <a:lnTo>
                  <a:pt x="116395" y="51720"/>
                </a:lnTo>
                <a:lnTo>
                  <a:pt x="160299" y="51720"/>
                </a:lnTo>
                <a:close/>
                <a:moveTo>
                  <a:pt x="334220" y="88729"/>
                </a:moveTo>
                <a:lnTo>
                  <a:pt x="334220" y="131944"/>
                </a:lnTo>
                <a:cubicBezTo>
                  <a:pt x="334220" y="140416"/>
                  <a:pt x="334737" y="145749"/>
                  <a:pt x="335772" y="147945"/>
                </a:cubicBezTo>
                <a:cubicBezTo>
                  <a:pt x="336806" y="150138"/>
                  <a:pt x="338645" y="151890"/>
                  <a:pt x="341288" y="153200"/>
                </a:cubicBezTo>
                <a:cubicBezTo>
                  <a:pt x="343932" y="154507"/>
                  <a:pt x="348778" y="155161"/>
                  <a:pt x="355827" y="155161"/>
                </a:cubicBezTo>
                <a:lnTo>
                  <a:pt x="355827" y="159298"/>
                </a:lnTo>
                <a:lnTo>
                  <a:pt x="276638" y="159298"/>
                </a:lnTo>
                <a:lnTo>
                  <a:pt x="276638" y="155161"/>
                </a:lnTo>
                <a:cubicBezTo>
                  <a:pt x="283841" y="155161"/>
                  <a:pt x="288725" y="154487"/>
                  <a:pt x="291292" y="153139"/>
                </a:cubicBezTo>
                <a:cubicBezTo>
                  <a:pt x="293859" y="151791"/>
                  <a:pt x="295660" y="150039"/>
                  <a:pt x="296694" y="147884"/>
                </a:cubicBezTo>
                <a:cubicBezTo>
                  <a:pt x="297728" y="145729"/>
                  <a:pt x="298246" y="140416"/>
                  <a:pt x="298246" y="131944"/>
                </a:cubicBezTo>
                <a:lnTo>
                  <a:pt x="298246" y="30802"/>
                </a:lnTo>
                <a:cubicBezTo>
                  <a:pt x="298246" y="22331"/>
                  <a:pt x="297728" y="16998"/>
                  <a:pt x="296694" y="14805"/>
                </a:cubicBezTo>
                <a:cubicBezTo>
                  <a:pt x="295660" y="12609"/>
                  <a:pt x="293840" y="10858"/>
                  <a:pt x="291235" y="9550"/>
                </a:cubicBezTo>
                <a:cubicBezTo>
                  <a:pt x="288629" y="8241"/>
                  <a:pt x="283764" y="7586"/>
                  <a:pt x="276638" y="7586"/>
                </a:cubicBezTo>
                <a:lnTo>
                  <a:pt x="276638" y="3448"/>
                </a:lnTo>
                <a:lnTo>
                  <a:pt x="344564" y="3448"/>
                </a:lnTo>
                <a:cubicBezTo>
                  <a:pt x="366938" y="3448"/>
                  <a:pt x="382990" y="7432"/>
                  <a:pt x="392721" y="15401"/>
                </a:cubicBezTo>
                <a:cubicBezTo>
                  <a:pt x="402452" y="23370"/>
                  <a:pt x="407318" y="33331"/>
                  <a:pt x="407318" y="45284"/>
                </a:cubicBezTo>
                <a:cubicBezTo>
                  <a:pt x="407318" y="55398"/>
                  <a:pt x="404176" y="64056"/>
                  <a:pt x="397893" y="71259"/>
                </a:cubicBezTo>
                <a:cubicBezTo>
                  <a:pt x="391610" y="78462"/>
                  <a:pt x="382952" y="83365"/>
                  <a:pt x="371918" y="85971"/>
                </a:cubicBezTo>
                <a:cubicBezTo>
                  <a:pt x="364486" y="87809"/>
                  <a:pt x="351920" y="88729"/>
                  <a:pt x="334220" y="88729"/>
                </a:cubicBezTo>
                <a:moveTo>
                  <a:pt x="334220" y="12413"/>
                </a:moveTo>
                <a:lnTo>
                  <a:pt x="334220" y="79764"/>
                </a:lnTo>
                <a:cubicBezTo>
                  <a:pt x="336748" y="79917"/>
                  <a:pt x="338664" y="79994"/>
                  <a:pt x="339967" y="79994"/>
                </a:cubicBezTo>
                <a:cubicBezTo>
                  <a:pt x="349315" y="79994"/>
                  <a:pt x="356517" y="77216"/>
                  <a:pt x="361574" y="71661"/>
                </a:cubicBezTo>
                <a:cubicBezTo>
                  <a:pt x="366631" y="66106"/>
                  <a:pt x="369160" y="57505"/>
                  <a:pt x="369160" y="45859"/>
                </a:cubicBezTo>
                <a:cubicBezTo>
                  <a:pt x="369160" y="34289"/>
                  <a:pt x="366631" y="25822"/>
                  <a:pt x="361574" y="20458"/>
                </a:cubicBezTo>
                <a:cubicBezTo>
                  <a:pt x="356517" y="15095"/>
                  <a:pt x="348970" y="12413"/>
                  <a:pt x="338932" y="12413"/>
                </a:cubicBezTo>
                <a:lnTo>
                  <a:pt x="334220" y="12413"/>
                </a:lnTo>
                <a:close/>
                <a:moveTo>
                  <a:pt x="467006" y="51720"/>
                </a:moveTo>
                <a:lnTo>
                  <a:pt x="467006" y="76086"/>
                </a:lnTo>
                <a:cubicBezTo>
                  <a:pt x="474132" y="64976"/>
                  <a:pt x="480377" y="57601"/>
                  <a:pt x="485740" y="53961"/>
                </a:cubicBezTo>
                <a:cubicBezTo>
                  <a:pt x="491104" y="50322"/>
                  <a:pt x="496276" y="48502"/>
                  <a:pt x="501257" y="48502"/>
                </a:cubicBezTo>
                <a:cubicBezTo>
                  <a:pt x="505547" y="48502"/>
                  <a:pt x="508976" y="49829"/>
                  <a:pt x="511543" y="52482"/>
                </a:cubicBezTo>
                <a:cubicBezTo>
                  <a:pt x="514110" y="55135"/>
                  <a:pt x="515393" y="58883"/>
                  <a:pt x="515393" y="63727"/>
                </a:cubicBezTo>
                <a:cubicBezTo>
                  <a:pt x="515393" y="68880"/>
                  <a:pt x="514148" y="72880"/>
                  <a:pt x="511658" y="75727"/>
                </a:cubicBezTo>
                <a:cubicBezTo>
                  <a:pt x="509168" y="78572"/>
                  <a:pt x="506160" y="79994"/>
                  <a:pt x="502636" y="79994"/>
                </a:cubicBezTo>
                <a:cubicBezTo>
                  <a:pt x="498575" y="79994"/>
                  <a:pt x="495050" y="78691"/>
                  <a:pt x="492062" y="76086"/>
                </a:cubicBezTo>
                <a:cubicBezTo>
                  <a:pt x="489074" y="73481"/>
                  <a:pt x="487311" y="72025"/>
                  <a:pt x="486775" y="71719"/>
                </a:cubicBezTo>
                <a:cubicBezTo>
                  <a:pt x="486009" y="71259"/>
                  <a:pt x="485127" y="71029"/>
                  <a:pt x="484131" y="71029"/>
                </a:cubicBezTo>
                <a:cubicBezTo>
                  <a:pt x="481909" y="71029"/>
                  <a:pt x="479802" y="71872"/>
                  <a:pt x="477810" y="73558"/>
                </a:cubicBezTo>
                <a:cubicBezTo>
                  <a:pt x="474668" y="76163"/>
                  <a:pt x="472293" y="79879"/>
                  <a:pt x="470684" y="84706"/>
                </a:cubicBezTo>
                <a:cubicBezTo>
                  <a:pt x="468232" y="92139"/>
                  <a:pt x="467006" y="100337"/>
                  <a:pt x="467006" y="109302"/>
                </a:cubicBezTo>
                <a:lnTo>
                  <a:pt x="467006" y="134013"/>
                </a:lnTo>
                <a:lnTo>
                  <a:pt x="467121" y="140449"/>
                </a:lnTo>
                <a:cubicBezTo>
                  <a:pt x="467121" y="144817"/>
                  <a:pt x="467389" y="147613"/>
                  <a:pt x="467926" y="148839"/>
                </a:cubicBezTo>
                <a:cubicBezTo>
                  <a:pt x="468845" y="150908"/>
                  <a:pt x="470205" y="152421"/>
                  <a:pt x="472006" y="153379"/>
                </a:cubicBezTo>
                <a:cubicBezTo>
                  <a:pt x="473806" y="154337"/>
                  <a:pt x="476852" y="154931"/>
                  <a:pt x="481143" y="155161"/>
                </a:cubicBezTo>
                <a:lnTo>
                  <a:pt x="481143" y="159298"/>
                </a:lnTo>
                <a:lnTo>
                  <a:pt x="423101" y="159298"/>
                </a:lnTo>
                <a:lnTo>
                  <a:pt x="423101" y="155161"/>
                </a:lnTo>
                <a:cubicBezTo>
                  <a:pt x="427775" y="154778"/>
                  <a:pt x="430936" y="153494"/>
                  <a:pt x="432584" y="151310"/>
                </a:cubicBezTo>
                <a:cubicBezTo>
                  <a:pt x="434231" y="149127"/>
                  <a:pt x="435055" y="143361"/>
                  <a:pt x="435055" y="134013"/>
                </a:cubicBezTo>
                <a:lnTo>
                  <a:pt x="435055" y="74477"/>
                </a:lnTo>
                <a:cubicBezTo>
                  <a:pt x="435055" y="68309"/>
                  <a:pt x="434748" y="64377"/>
                  <a:pt x="434135" y="62682"/>
                </a:cubicBezTo>
                <a:cubicBezTo>
                  <a:pt x="433369" y="60522"/>
                  <a:pt x="432258" y="58942"/>
                  <a:pt x="430802" y="57941"/>
                </a:cubicBezTo>
                <a:cubicBezTo>
                  <a:pt x="429346" y="56938"/>
                  <a:pt x="426779" y="56243"/>
                  <a:pt x="423101" y="55858"/>
                </a:cubicBezTo>
                <a:lnTo>
                  <a:pt x="423101" y="51720"/>
                </a:lnTo>
                <a:lnTo>
                  <a:pt x="467006" y="51720"/>
                </a:lnTo>
                <a:close/>
                <a:moveTo>
                  <a:pt x="577609" y="48502"/>
                </a:moveTo>
                <a:cubicBezTo>
                  <a:pt x="586956" y="48502"/>
                  <a:pt x="595653" y="50918"/>
                  <a:pt x="603699" y="55750"/>
                </a:cubicBezTo>
                <a:cubicBezTo>
                  <a:pt x="611744" y="60582"/>
                  <a:pt x="617855" y="67447"/>
                  <a:pt x="622030" y="76345"/>
                </a:cubicBezTo>
                <a:cubicBezTo>
                  <a:pt x="626206" y="85243"/>
                  <a:pt x="628294" y="94983"/>
                  <a:pt x="628294" y="105567"/>
                </a:cubicBezTo>
                <a:cubicBezTo>
                  <a:pt x="628294" y="120829"/>
                  <a:pt x="624425" y="133600"/>
                  <a:pt x="616686" y="143879"/>
                </a:cubicBezTo>
                <a:cubicBezTo>
                  <a:pt x="607338" y="156304"/>
                  <a:pt x="594427" y="162516"/>
                  <a:pt x="577953" y="162516"/>
                </a:cubicBezTo>
                <a:cubicBezTo>
                  <a:pt x="561786" y="162516"/>
                  <a:pt x="549335" y="156840"/>
                  <a:pt x="540600" y="145488"/>
                </a:cubicBezTo>
                <a:cubicBezTo>
                  <a:pt x="531865" y="134136"/>
                  <a:pt x="527497" y="120982"/>
                  <a:pt x="527497" y="106026"/>
                </a:cubicBezTo>
                <a:cubicBezTo>
                  <a:pt x="527497" y="90611"/>
                  <a:pt x="531961" y="77170"/>
                  <a:pt x="540887" y="65703"/>
                </a:cubicBezTo>
                <a:cubicBezTo>
                  <a:pt x="549814" y="54236"/>
                  <a:pt x="562054" y="48502"/>
                  <a:pt x="577609" y="48502"/>
                </a:cubicBezTo>
                <a:moveTo>
                  <a:pt x="578068" y="56547"/>
                </a:moveTo>
                <a:cubicBezTo>
                  <a:pt x="574161" y="56547"/>
                  <a:pt x="570808" y="58025"/>
                  <a:pt x="568012" y="60980"/>
                </a:cubicBezTo>
                <a:cubicBezTo>
                  <a:pt x="565215" y="63932"/>
                  <a:pt x="563376" y="69761"/>
                  <a:pt x="562495" y="78468"/>
                </a:cubicBezTo>
                <a:cubicBezTo>
                  <a:pt x="561614" y="87174"/>
                  <a:pt x="561173" y="99275"/>
                  <a:pt x="561173" y="114772"/>
                </a:cubicBezTo>
                <a:cubicBezTo>
                  <a:pt x="561173" y="122980"/>
                  <a:pt x="561709" y="130652"/>
                  <a:pt x="562782" y="137788"/>
                </a:cubicBezTo>
                <a:cubicBezTo>
                  <a:pt x="563625" y="143233"/>
                  <a:pt x="565426" y="147375"/>
                  <a:pt x="568184" y="150215"/>
                </a:cubicBezTo>
                <a:cubicBezTo>
                  <a:pt x="570942" y="153052"/>
                  <a:pt x="574084" y="154471"/>
                  <a:pt x="577609" y="154471"/>
                </a:cubicBezTo>
                <a:cubicBezTo>
                  <a:pt x="581057" y="154471"/>
                  <a:pt x="583930" y="153512"/>
                  <a:pt x="586229" y="151594"/>
                </a:cubicBezTo>
                <a:cubicBezTo>
                  <a:pt x="589217" y="148987"/>
                  <a:pt x="591209" y="145342"/>
                  <a:pt x="592205" y="140661"/>
                </a:cubicBezTo>
                <a:cubicBezTo>
                  <a:pt x="593738" y="133375"/>
                  <a:pt x="594504" y="118646"/>
                  <a:pt x="594504" y="96476"/>
                </a:cubicBezTo>
                <a:cubicBezTo>
                  <a:pt x="594504" y="83436"/>
                  <a:pt x="593776" y="74481"/>
                  <a:pt x="592320" y="69610"/>
                </a:cubicBezTo>
                <a:cubicBezTo>
                  <a:pt x="590864" y="64738"/>
                  <a:pt x="588719" y="61189"/>
                  <a:pt x="585884" y="58965"/>
                </a:cubicBezTo>
                <a:cubicBezTo>
                  <a:pt x="583892" y="57353"/>
                  <a:pt x="581286" y="56547"/>
                  <a:pt x="578068" y="56547"/>
                </a:cubicBezTo>
                <a:close/>
                <a:moveTo>
                  <a:pt x="689854" y="62984"/>
                </a:moveTo>
                <a:lnTo>
                  <a:pt x="689854" y="137691"/>
                </a:lnTo>
                <a:cubicBezTo>
                  <a:pt x="689854" y="144893"/>
                  <a:pt x="690621" y="149414"/>
                  <a:pt x="692153" y="151253"/>
                </a:cubicBezTo>
                <a:cubicBezTo>
                  <a:pt x="694605" y="154088"/>
                  <a:pt x="699126" y="155391"/>
                  <a:pt x="705715" y="155161"/>
                </a:cubicBezTo>
                <a:lnTo>
                  <a:pt x="705715" y="159298"/>
                </a:lnTo>
                <a:lnTo>
                  <a:pt x="642387" y="159298"/>
                </a:lnTo>
                <a:lnTo>
                  <a:pt x="642387" y="155161"/>
                </a:lnTo>
                <a:cubicBezTo>
                  <a:pt x="647214" y="155084"/>
                  <a:pt x="650643" y="154529"/>
                  <a:pt x="652673" y="153494"/>
                </a:cubicBezTo>
                <a:cubicBezTo>
                  <a:pt x="654704" y="152460"/>
                  <a:pt x="656102" y="151023"/>
                  <a:pt x="656868" y="149184"/>
                </a:cubicBezTo>
                <a:cubicBezTo>
                  <a:pt x="657635" y="147345"/>
                  <a:pt x="658018" y="143514"/>
                  <a:pt x="658018" y="137691"/>
                </a:cubicBezTo>
                <a:lnTo>
                  <a:pt x="658018" y="62984"/>
                </a:lnTo>
                <a:lnTo>
                  <a:pt x="642387" y="62984"/>
                </a:lnTo>
                <a:lnTo>
                  <a:pt x="642387" y="51720"/>
                </a:lnTo>
                <a:lnTo>
                  <a:pt x="658018" y="51720"/>
                </a:lnTo>
                <a:lnTo>
                  <a:pt x="658018" y="43826"/>
                </a:lnTo>
                <a:lnTo>
                  <a:pt x="657903" y="38445"/>
                </a:lnTo>
                <a:cubicBezTo>
                  <a:pt x="657903" y="27462"/>
                  <a:pt x="661945" y="18309"/>
                  <a:pt x="670028" y="10987"/>
                </a:cubicBezTo>
                <a:cubicBezTo>
                  <a:pt x="678112" y="3662"/>
                  <a:pt x="689050" y="0"/>
                  <a:pt x="702842" y="0"/>
                </a:cubicBezTo>
                <a:cubicBezTo>
                  <a:pt x="712266" y="0"/>
                  <a:pt x="719258" y="1770"/>
                  <a:pt x="723817" y="5309"/>
                </a:cubicBezTo>
                <a:cubicBezTo>
                  <a:pt x="728376" y="8845"/>
                  <a:pt x="730656" y="12767"/>
                  <a:pt x="730656" y="17075"/>
                </a:cubicBezTo>
                <a:cubicBezTo>
                  <a:pt x="730656" y="20537"/>
                  <a:pt x="729238" y="23537"/>
                  <a:pt x="726403" y="26076"/>
                </a:cubicBezTo>
                <a:cubicBezTo>
                  <a:pt x="723568" y="28614"/>
                  <a:pt x="719814" y="29883"/>
                  <a:pt x="715140" y="29883"/>
                </a:cubicBezTo>
                <a:cubicBezTo>
                  <a:pt x="711155" y="29883"/>
                  <a:pt x="707995" y="28848"/>
                  <a:pt x="705658" y="26780"/>
                </a:cubicBezTo>
                <a:cubicBezTo>
                  <a:pt x="703321" y="24711"/>
                  <a:pt x="702152" y="22412"/>
                  <a:pt x="702152" y="19884"/>
                </a:cubicBezTo>
                <a:cubicBezTo>
                  <a:pt x="702152" y="19194"/>
                  <a:pt x="702382" y="17776"/>
                  <a:pt x="702842" y="15631"/>
                </a:cubicBezTo>
                <a:cubicBezTo>
                  <a:pt x="703148" y="14328"/>
                  <a:pt x="703302" y="13102"/>
                  <a:pt x="703302" y="11953"/>
                </a:cubicBezTo>
                <a:cubicBezTo>
                  <a:pt x="703302" y="10344"/>
                  <a:pt x="702842" y="9156"/>
                  <a:pt x="701922" y="8390"/>
                </a:cubicBezTo>
                <a:cubicBezTo>
                  <a:pt x="700696" y="7241"/>
                  <a:pt x="699202" y="6666"/>
                  <a:pt x="697440" y="6666"/>
                </a:cubicBezTo>
                <a:cubicBezTo>
                  <a:pt x="695218" y="6666"/>
                  <a:pt x="693360" y="7578"/>
                  <a:pt x="691866" y="9403"/>
                </a:cubicBezTo>
                <a:cubicBezTo>
                  <a:pt x="690372" y="11228"/>
                  <a:pt x="689624" y="14155"/>
                  <a:pt x="689624" y="18185"/>
                </a:cubicBezTo>
                <a:lnTo>
                  <a:pt x="689854" y="38147"/>
                </a:lnTo>
                <a:lnTo>
                  <a:pt x="689854" y="51720"/>
                </a:lnTo>
                <a:lnTo>
                  <a:pt x="705715" y="51720"/>
                </a:lnTo>
                <a:lnTo>
                  <a:pt x="705715" y="62984"/>
                </a:lnTo>
                <a:lnTo>
                  <a:pt x="689854" y="6298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ileEnrichment">
            <a:extLst xmlns:a="http://schemas.openxmlformats.org/drawingml/2006/main">
              <a:ext uri="{FF2B5EF4-FFF2-40B4-BE49-F238E27FC236}">
                <a16:creationId xmlns:a16="http://schemas.microsoft.com/office/drawing/2014/main" id="{0ACBC8EF-C5D7-40A0-9AC9-EA03D8AC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164" y="3282188"/>
            <a:ext cx="1478536" cy="162516"/>
          </a:xfrm>
          <a:custGeom xmlns:a="http://schemas.openxmlformats.org/drawingml/2006/main">
            <a:pathLst>
              <a:path w="1478536" h="162516">
                <a:moveTo>
                  <a:pt x="28963" y="0"/>
                </a:moveTo>
                <a:cubicBezTo>
                  <a:pt x="33944" y="0"/>
                  <a:pt x="38158" y="1749"/>
                  <a:pt x="41606" y="5247"/>
                </a:cubicBezTo>
                <a:cubicBezTo>
                  <a:pt x="45054" y="8743"/>
                  <a:pt x="46778" y="12952"/>
                  <a:pt x="46778" y="17872"/>
                </a:cubicBezTo>
                <a:cubicBezTo>
                  <a:pt x="46778" y="22793"/>
                  <a:pt x="45035" y="26983"/>
                  <a:pt x="41549" y="30443"/>
                </a:cubicBezTo>
                <a:cubicBezTo>
                  <a:pt x="38062" y="33901"/>
                  <a:pt x="33867" y="35630"/>
                  <a:pt x="28963" y="35630"/>
                </a:cubicBezTo>
                <a:cubicBezTo>
                  <a:pt x="24059" y="35630"/>
                  <a:pt x="19884" y="33901"/>
                  <a:pt x="16436" y="30443"/>
                </a:cubicBezTo>
                <a:cubicBezTo>
                  <a:pt x="12988" y="26983"/>
                  <a:pt x="11264" y="22793"/>
                  <a:pt x="11264" y="17872"/>
                </a:cubicBezTo>
                <a:cubicBezTo>
                  <a:pt x="11264" y="12952"/>
                  <a:pt x="12988" y="8743"/>
                  <a:pt x="16436" y="5247"/>
                </a:cubicBezTo>
                <a:cubicBezTo>
                  <a:pt x="19884" y="1749"/>
                  <a:pt x="24059" y="0"/>
                  <a:pt x="28963" y="0"/>
                </a:cubicBezTo>
                <a:moveTo>
                  <a:pt x="45054" y="51720"/>
                </a:moveTo>
                <a:lnTo>
                  <a:pt x="45054" y="137001"/>
                </a:lnTo>
                <a:cubicBezTo>
                  <a:pt x="45054" y="144587"/>
                  <a:pt x="45935" y="149433"/>
                  <a:pt x="47698" y="151540"/>
                </a:cubicBezTo>
                <a:cubicBezTo>
                  <a:pt x="49460" y="153647"/>
                  <a:pt x="52908" y="154854"/>
                  <a:pt x="58042" y="155161"/>
                </a:cubicBezTo>
                <a:lnTo>
                  <a:pt x="58042" y="159298"/>
                </a:lnTo>
                <a:lnTo>
                  <a:pt x="0" y="159298"/>
                </a:lnTo>
                <a:lnTo>
                  <a:pt x="0" y="155161"/>
                </a:lnTo>
                <a:cubicBezTo>
                  <a:pt x="4751" y="155007"/>
                  <a:pt x="8275" y="153628"/>
                  <a:pt x="10574" y="151023"/>
                </a:cubicBezTo>
                <a:cubicBezTo>
                  <a:pt x="12106" y="149261"/>
                  <a:pt x="12873" y="144587"/>
                  <a:pt x="12873" y="137001"/>
                </a:cubicBezTo>
                <a:lnTo>
                  <a:pt x="12873" y="74247"/>
                </a:lnTo>
                <a:cubicBezTo>
                  <a:pt x="12873" y="66566"/>
                  <a:pt x="11991" y="61658"/>
                  <a:pt x="10229" y="59525"/>
                </a:cubicBezTo>
                <a:cubicBezTo>
                  <a:pt x="8467" y="57392"/>
                  <a:pt x="5057" y="56169"/>
                  <a:pt x="0" y="55858"/>
                </a:cubicBezTo>
                <a:lnTo>
                  <a:pt x="0" y="51720"/>
                </a:lnTo>
                <a:lnTo>
                  <a:pt x="45054" y="51720"/>
                </a:lnTo>
                <a:close/>
                <a:moveTo>
                  <a:pt x="110606" y="3448"/>
                </a:moveTo>
                <a:lnTo>
                  <a:pt x="110606" y="137001"/>
                </a:lnTo>
                <a:cubicBezTo>
                  <a:pt x="110606" y="144587"/>
                  <a:pt x="111487" y="149433"/>
                  <a:pt x="113249" y="151540"/>
                </a:cubicBezTo>
                <a:cubicBezTo>
                  <a:pt x="115012" y="153647"/>
                  <a:pt x="118460" y="154854"/>
                  <a:pt x="123593" y="155161"/>
                </a:cubicBezTo>
                <a:lnTo>
                  <a:pt x="123593" y="159298"/>
                </a:lnTo>
                <a:lnTo>
                  <a:pt x="65552" y="159298"/>
                </a:lnTo>
                <a:lnTo>
                  <a:pt x="65552" y="155161"/>
                </a:lnTo>
                <a:cubicBezTo>
                  <a:pt x="70302" y="155007"/>
                  <a:pt x="73827" y="153628"/>
                  <a:pt x="76126" y="151023"/>
                </a:cubicBezTo>
                <a:cubicBezTo>
                  <a:pt x="77658" y="149261"/>
                  <a:pt x="78424" y="144587"/>
                  <a:pt x="78424" y="137001"/>
                </a:cubicBezTo>
                <a:lnTo>
                  <a:pt x="78424" y="25745"/>
                </a:lnTo>
                <a:cubicBezTo>
                  <a:pt x="78424" y="18188"/>
                  <a:pt x="77543" y="13350"/>
                  <a:pt x="75781" y="11231"/>
                </a:cubicBezTo>
                <a:cubicBezTo>
                  <a:pt x="74018" y="9110"/>
                  <a:pt x="70609" y="7895"/>
                  <a:pt x="65552" y="7586"/>
                </a:cubicBezTo>
                <a:lnTo>
                  <a:pt x="65552" y="3448"/>
                </a:lnTo>
                <a:lnTo>
                  <a:pt x="110606" y="3448"/>
                </a:lnTo>
                <a:close/>
                <a:moveTo>
                  <a:pt x="225711" y="101602"/>
                </a:moveTo>
                <a:lnTo>
                  <a:pt x="166750" y="101602"/>
                </a:lnTo>
                <a:cubicBezTo>
                  <a:pt x="167440" y="115892"/>
                  <a:pt x="171233" y="127185"/>
                  <a:pt x="178129" y="135482"/>
                </a:cubicBezTo>
                <a:cubicBezTo>
                  <a:pt x="183416" y="141858"/>
                  <a:pt x="189775" y="145047"/>
                  <a:pt x="197208" y="145047"/>
                </a:cubicBezTo>
                <a:cubicBezTo>
                  <a:pt x="201805" y="145047"/>
                  <a:pt x="205981" y="143763"/>
                  <a:pt x="209735" y="141196"/>
                </a:cubicBezTo>
                <a:cubicBezTo>
                  <a:pt x="213490" y="138629"/>
                  <a:pt x="217513" y="134013"/>
                  <a:pt x="221804" y="127347"/>
                </a:cubicBezTo>
                <a:lnTo>
                  <a:pt x="225711" y="129875"/>
                </a:lnTo>
                <a:cubicBezTo>
                  <a:pt x="219888" y="141752"/>
                  <a:pt x="213452" y="150161"/>
                  <a:pt x="206402" y="155103"/>
                </a:cubicBezTo>
                <a:cubicBezTo>
                  <a:pt x="199353" y="160045"/>
                  <a:pt x="191193" y="162516"/>
                  <a:pt x="181921" y="162516"/>
                </a:cubicBezTo>
                <a:cubicBezTo>
                  <a:pt x="165984" y="162516"/>
                  <a:pt x="153916" y="156381"/>
                  <a:pt x="145717" y="144109"/>
                </a:cubicBezTo>
                <a:cubicBezTo>
                  <a:pt x="139128" y="134215"/>
                  <a:pt x="135833" y="121944"/>
                  <a:pt x="135833" y="107294"/>
                </a:cubicBezTo>
                <a:cubicBezTo>
                  <a:pt x="135833" y="89346"/>
                  <a:pt x="140679" y="75060"/>
                  <a:pt x="150372" y="64438"/>
                </a:cubicBezTo>
                <a:cubicBezTo>
                  <a:pt x="160065" y="53814"/>
                  <a:pt x="171424" y="48502"/>
                  <a:pt x="184450" y="48502"/>
                </a:cubicBezTo>
                <a:cubicBezTo>
                  <a:pt x="195330" y="48502"/>
                  <a:pt x="204774" y="52965"/>
                  <a:pt x="212781" y="61892"/>
                </a:cubicBezTo>
                <a:cubicBezTo>
                  <a:pt x="220788" y="70818"/>
                  <a:pt x="225098" y="84055"/>
                  <a:pt x="225711" y="101602"/>
                </a:cubicBezTo>
                <a:moveTo>
                  <a:pt x="197438" y="94016"/>
                </a:moveTo>
                <a:cubicBezTo>
                  <a:pt x="197438" y="81680"/>
                  <a:pt x="196767" y="73213"/>
                  <a:pt x="195426" y="68616"/>
                </a:cubicBezTo>
                <a:cubicBezTo>
                  <a:pt x="194085" y="64018"/>
                  <a:pt x="191997" y="60532"/>
                  <a:pt x="189162" y="58157"/>
                </a:cubicBezTo>
                <a:cubicBezTo>
                  <a:pt x="187553" y="56777"/>
                  <a:pt x="185408" y="56088"/>
                  <a:pt x="182726" y="56088"/>
                </a:cubicBezTo>
                <a:cubicBezTo>
                  <a:pt x="178742" y="56088"/>
                  <a:pt x="175485" y="58042"/>
                  <a:pt x="172957" y="61949"/>
                </a:cubicBezTo>
                <a:cubicBezTo>
                  <a:pt x="168436" y="68769"/>
                  <a:pt x="166176" y="78117"/>
                  <a:pt x="166176" y="89993"/>
                </a:cubicBezTo>
                <a:lnTo>
                  <a:pt x="166176" y="94016"/>
                </a:lnTo>
                <a:lnTo>
                  <a:pt x="197438" y="94016"/>
                </a:lnTo>
                <a:close/>
                <a:moveTo>
                  <a:pt x="358629" y="12413"/>
                </a:moveTo>
                <a:lnTo>
                  <a:pt x="358629" y="75626"/>
                </a:lnTo>
                <a:lnTo>
                  <a:pt x="361732" y="75626"/>
                </a:lnTo>
                <a:cubicBezTo>
                  <a:pt x="371616" y="75626"/>
                  <a:pt x="378780" y="72523"/>
                  <a:pt x="383225" y="66317"/>
                </a:cubicBezTo>
                <a:cubicBezTo>
                  <a:pt x="387669" y="60110"/>
                  <a:pt x="390504" y="50954"/>
                  <a:pt x="391730" y="38848"/>
                </a:cubicBezTo>
                <a:lnTo>
                  <a:pt x="396097" y="38848"/>
                </a:lnTo>
                <a:lnTo>
                  <a:pt x="396097" y="120681"/>
                </a:lnTo>
                <a:lnTo>
                  <a:pt x="391730" y="120681"/>
                </a:lnTo>
                <a:cubicBezTo>
                  <a:pt x="390810" y="111764"/>
                  <a:pt x="388875" y="104462"/>
                  <a:pt x="385926" y="98775"/>
                </a:cubicBezTo>
                <a:cubicBezTo>
                  <a:pt x="382976" y="93086"/>
                  <a:pt x="379547" y="89262"/>
                  <a:pt x="375639" y="87303"/>
                </a:cubicBezTo>
                <a:cubicBezTo>
                  <a:pt x="371731" y="85342"/>
                  <a:pt x="366061" y="84361"/>
                  <a:pt x="358629" y="84361"/>
                </a:cubicBezTo>
                <a:lnTo>
                  <a:pt x="358629" y="128266"/>
                </a:lnTo>
                <a:cubicBezTo>
                  <a:pt x="358629" y="136848"/>
                  <a:pt x="358993" y="142097"/>
                  <a:pt x="359721" y="144012"/>
                </a:cubicBezTo>
                <a:cubicBezTo>
                  <a:pt x="360449" y="145928"/>
                  <a:pt x="361809" y="147498"/>
                  <a:pt x="363801" y="148724"/>
                </a:cubicBezTo>
                <a:cubicBezTo>
                  <a:pt x="365793" y="149950"/>
                  <a:pt x="369011" y="150563"/>
                  <a:pt x="373455" y="150563"/>
                </a:cubicBezTo>
                <a:lnTo>
                  <a:pt x="382765" y="150563"/>
                </a:lnTo>
                <a:cubicBezTo>
                  <a:pt x="397323" y="150563"/>
                  <a:pt x="408989" y="147211"/>
                  <a:pt x="417762" y="140507"/>
                </a:cubicBezTo>
                <a:cubicBezTo>
                  <a:pt x="426535" y="133802"/>
                  <a:pt x="432838" y="123554"/>
                  <a:pt x="436669" y="109762"/>
                </a:cubicBezTo>
                <a:lnTo>
                  <a:pt x="440921" y="109762"/>
                </a:lnTo>
                <a:lnTo>
                  <a:pt x="433910" y="159298"/>
                </a:lnTo>
                <a:lnTo>
                  <a:pt x="299208" y="159298"/>
                </a:lnTo>
                <a:lnTo>
                  <a:pt x="299208" y="155161"/>
                </a:lnTo>
                <a:lnTo>
                  <a:pt x="304380" y="155161"/>
                </a:lnTo>
                <a:cubicBezTo>
                  <a:pt x="308901" y="155161"/>
                  <a:pt x="312540" y="154353"/>
                  <a:pt x="315299" y="152736"/>
                </a:cubicBezTo>
                <a:cubicBezTo>
                  <a:pt x="317291" y="151656"/>
                  <a:pt x="318823" y="149808"/>
                  <a:pt x="319896" y="147191"/>
                </a:cubicBezTo>
                <a:cubicBezTo>
                  <a:pt x="320739" y="145342"/>
                  <a:pt x="321160" y="140490"/>
                  <a:pt x="321160" y="132634"/>
                </a:cubicBezTo>
                <a:lnTo>
                  <a:pt x="321160" y="30113"/>
                </a:lnTo>
                <a:cubicBezTo>
                  <a:pt x="321160" y="23027"/>
                  <a:pt x="320969" y="18676"/>
                  <a:pt x="320586" y="17057"/>
                </a:cubicBezTo>
                <a:cubicBezTo>
                  <a:pt x="319819" y="14363"/>
                  <a:pt x="318402" y="12285"/>
                  <a:pt x="316333" y="10822"/>
                </a:cubicBezTo>
                <a:cubicBezTo>
                  <a:pt x="313421" y="8664"/>
                  <a:pt x="309437" y="7586"/>
                  <a:pt x="304380" y="7586"/>
                </a:cubicBezTo>
                <a:lnTo>
                  <a:pt x="299208" y="7586"/>
                </a:lnTo>
                <a:lnTo>
                  <a:pt x="299208" y="3448"/>
                </a:lnTo>
                <a:lnTo>
                  <a:pt x="429658" y="3448"/>
                </a:lnTo>
                <a:lnTo>
                  <a:pt x="429658" y="49651"/>
                </a:lnTo>
                <a:lnTo>
                  <a:pt x="425290" y="49651"/>
                </a:lnTo>
                <a:cubicBezTo>
                  <a:pt x="423068" y="38352"/>
                  <a:pt x="419946" y="30243"/>
                  <a:pt x="415923" y="25325"/>
                </a:cubicBezTo>
                <a:cubicBezTo>
                  <a:pt x="411901" y="20407"/>
                  <a:pt x="406211" y="16795"/>
                  <a:pt x="398856" y="14489"/>
                </a:cubicBezTo>
                <a:cubicBezTo>
                  <a:pt x="394565" y="13105"/>
                  <a:pt x="386519" y="12413"/>
                  <a:pt x="374719" y="12413"/>
                </a:cubicBezTo>
                <a:lnTo>
                  <a:pt x="358629" y="12413"/>
                </a:lnTo>
                <a:close/>
                <a:moveTo>
                  <a:pt x="503332" y="51720"/>
                </a:moveTo>
                <a:lnTo>
                  <a:pt x="503332" y="65742"/>
                </a:lnTo>
                <a:cubicBezTo>
                  <a:pt x="508849" y="59725"/>
                  <a:pt x="514136" y="55348"/>
                  <a:pt x="519193" y="52611"/>
                </a:cubicBezTo>
                <a:cubicBezTo>
                  <a:pt x="524250" y="49872"/>
                  <a:pt x="529691" y="48502"/>
                  <a:pt x="535514" y="48502"/>
                </a:cubicBezTo>
                <a:cubicBezTo>
                  <a:pt x="542487" y="48502"/>
                  <a:pt x="548272" y="50439"/>
                  <a:pt x="552869" y="54313"/>
                </a:cubicBezTo>
                <a:cubicBezTo>
                  <a:pt x="557466" y="58188"/>
                  <a:pt x="560531" y="63002"/>
                  <a:pt x="562064" y="68756"/>
                </a:cubicBezTo>
                <a:cubicBezTo>
                  <a:pt x="563290" y="73130"/>
                  <a:pt x="563903" y="81532"/>
                  <a:pt x="563903" y="93962"/>
                </a:cubicBezTo>
                <a:lnTo>
                  <a:pt x="563903" y="135852"/>
                </a:lnTo>
                <a:cubicBezTo>
                  <a:pt x="563903" y="144127"/>
                  <a:pt x="564650" y="149280"/>
                  <a:pt x="566144" y="151310"/>
                </a:cubicBezTo>
                <a:cubicBezTo>
                  <a:pt x="567638" y="153341"/>
                  <a:pt x="570760" y="154624"/>
                  <a:pt x="575511" y="155161"/>
                </a:cubicBezTo>
                <a:lnTo>
                  <a:pt x="575511" y="159298"/>
                </a:lnTo>
                <a:lnTo>
                  <a:pt x="521147" y="159298"/>
                </a:lnTo>
                <a:lnTo>
                  <a:pt x="521147" y="155161"/>
                </a:lnTo>
                <a:cubicBezTo>
                  <a:pt x="525208" y="154624"/>
                  <a:pt x="528120" y="152939"/>
                  <a:pt x="529882" y="150104"/>
                </a:cubicBezTo>
                <a:cubicBezTo>
                  <a:pt x="531108" y="148188"/>
                  <a:pt x="531721" y="143437"/>
                  <a:pt x="531721" y="135852"/>
                </a:cubicBezTo>
                <a:lnTo>
                  <a:pt x="531721" y="88039"/>
                </a:lnTo>
                <a:cubicBezTo>
                  <a:pt x="531721" y="79228"/>
                  <a:pt x="531376" y="73673"/>
                  <a:pt x="530687" y="71374"/>
                </a:cubicBezTo>
                <a:cubicBezTo>
                  <a:pt x="529997" y="69075"/>
                  <a:pt x="528829" y="67294"/>
                  <a:pt x="527181" y="66030"/>
                </a:cubicBezTo>
                <a:cubicBezTo>
                  <a:pt x="525534" y="64765"/>
                  <a:pt x="523714" y="64133"/>
                  <a:pt x="521722" y="64133"/>
                </a:cubicBezTo>
                <a:cubicBezTo>
                  <a:pt x="515132" y="64133"/>
                  <a:pt x="509002" y="68884"/>
                  <a:pt x="503332" y="78385"/>
                </a:cubicBezTo>
                <a:lnTo>
                  <a:pt x="503332" y="135852"/>
                </a:lnTo>
                <a:cubicBezTo>
                  <a:pt x="503332" y="143897"/>
                  <a:pt x="504079" y="148993"/>
                  <a:pt x="505574" y="151138"/>
                </a:cubicBezTo>
                <a:cubicBezTo>
                  <a:pt x="507068" y="153283"/>
                  <a:pt x="509845" y="154624"/>
                  <a:pt x="513906" y="155161"/>
                </a:cubicBezTo>
                <a:lnTo>
                  <a:pt x="513906" y="159298"/>
                </a:lnTo>
                <a:lnTo>
                  <a:pt x="459543" y="159298"/>
                </a:lnTo>
                <a:lnTo>
                  <a:pt x="459543" y="155161"/>
                </a:lnTo>
                <a:cubicBezTo>
                  <a:pt x="464063" y="154701"/>
                  <a:pt x="467281" y="153245"/>
                  <a:pt x="469197" y="150793"/>
                </a:cubicBezTo>
                <a:cubicBezTo>
                  <a:pt x="470500" y="149108"/>
                  <a:pt x="471151" y="144127"/>
                  <a:pt x="471151" y="135852"/>
                </a:cubicBezTo>
                <a:lnTo>
                  <a:pt x="471151" y="75167"/>
                </a:lnTo>
                <a:cubicBezTo>
                  <a:pt x="471151" y="66947"/>
                  <a:pt x="470404" y="61828"/>
                  <a:pt x="468910" y="59812"/>
                </a:cubicBezTo>
                <a:cubicBezTo>
                  <a:pt x="467416" y="57796"/>
                  <a:pt x="464293" y="56478"/>
                  <a:pt x="459543" y="55858"/>
                </a:cubicBezTo>
                <a:lnTo>
                  <a:pt x="459543" y="51720"/>
                </a:lnTo>
                <a:lnTo>
                  <a:pt x="503332" y="51720"/>
                </a:lnTo>
                <a:close/>
                <a:moveTo>
                  <a:pt x="632542" y="51720"/>
                </a:moveTo>
                <a:lnTo>
                  <a:pt x="632542" y="76086"/>
                </a:lnTo>
                <a:cubicBezTo>
                  <a:pt x="639668" y="64976"/>
                  <a:pt x="645913" y="57601"/>
                  <a:pt x="651277" y="53961"/>
                </a:cubicBezTo>
                <a:cubicBezTo>
                  <a:pt x="656640" y="50322"/>
                  <a:pt x="661812" y="48502"/>
                  <a:pt x="666793" y="48502"/>
                </a:cubicBezTo>
                <a:cubicBezTo>
                  <a:pt x="671084" y="48502"/>
                  <a:pt x="674512" y="49829"/>
                  <a:pt x="677079" y="52482"/>
                </a:cubicBezTo>
                <a:cubicBezTo>
                  <a:pt x="679646" y="55135"/>
                  <a:pt x="680930" y="58883"/>
                  <a:pt x="680930" y="63727"/>
                </a:cubicBezTo>
                <a:cubicBezTo>
                  <a:pt x="680930" y="68880"/>
                  <a:pt x="679684" y="72880"/>
                  <a:pt x="677194" y="75727"/>
                </a:cubicBezTo>
                <a:cubicBezTo>
                  <a:pt x="674704" y="78572"/>
                  <a:pt x="671697" y="79994"/>
                  <a:pt x="668172" y="79994"/>
                </a:cubicBezTo>
                <a:cubicBezTo>
                  <a:pt x="664111" y="79994"/>
                  <a:pt x="660586" y="78691"/>
                  <a:pt x="657598" y="76086"/>
                </a:cubicBezTo>
                <a:cubicBezTo>
                  <a:pt x="654610" y="73481"/>
                  <a:pt x="652847" y="72025"/>
                  <a:pt x="652311" y="71719"/>
                </a:cubicBezTo>
                <a:cubicBezTo>
                  <a:pt x="651545" y="71259"/>
                  <a:pt x="650664" y="71029"/>
                  <a:pt x="649668" y="71029"/>
                </a:cubicBezTo>
                <a:cubicBezTo>
                  <a:pt x="647445" y="71029"/>
                  <a:pt x="645338" y="71872"/>
                  <a:pt x="643346" y="73558"/>
                </a:cubicBezTo>
                <a:cubicBezTo>
                  <a:pt x="640205" y="76163"/>
                  <a:pt x="637829" y="79879"/>
                  <a:pt x="636220" y="84706"/>
                </a:cubicBezTo>
                <a:cubicBezTo>
                  <a:pt x="633768" y="92139"/>
                  <a:pt x="632542" y="100337"/>
                  <a:pt x="632542" y="109302"/>
                </a:cubicBezTo>
                <a:lnTo>
                  <a:pt x="632542" y="134013"/>
                </a:lnTo>
                <a:lnTo>
                  <a:pt x="632657" y="140449"/>
                </a:lnTo>
                <a:cubicBezTo>
                  <a:pt x="632657" y="144817"/>
                  <a:pt x="632925" y="147613"/>
                  <a:pt x="633462" y="148839"/>
                </a:cubicBezTo>
                <a:cubicBezTo>
                  <a:pt x="634381" y="150908"/>
                  <a:pt x="635741" y="152421"/>
                  <a:pt x="637542" y="153379"/>
                </a:cubicBezTo>
                <a:cubicBezTo>
                  <a:pt x="639343" y="154337"/>
                  <a:pt x="642388" y="154931"/>
                  <a:pt x="646679" y="155161"/>
                </a:cubicBezTo>
                <a:lnTo>
                  <a:pt x="646679" y="159298"/>
                </a:lnTo>
                <a:lnTo>
                  <a:pt x="588638" y="159298"/>
                </a:lnTo>
                <a:lnTo>
                  <a:pt x="588638" y="155161"/>
                </a:lnTo>
                <a:cubicBezTo>
                  <a:pt x="593312" y="154778"/>
                  <a:pt x="596472" y="153494"/>
                  <a:pt x="598120" y="151310"/>
                </a:cubicBezTo>
                <a:cubicBezTo>
                  <a:pt x="599767" y="149127"/>
                  <a:pt x="600591" y="143361"/>
                  <a:pt x="600591" y="134013"/>
                </a:cubicBezTo>
                <a:lnTo>
                  <a:pt x="600591" y="74477"/>
                </a:lnTo>
                <a:cubicBezTo>
                  <a:pt x="600591" y="68309"/>
                  <a:pt x="600284" y="64377"/>
                  <a:pt x="599671" y="62682"/>
                </a:cubicBezTo>
                <a:cubicBezTo>
                  <a:pt x="598905" y="60522"/>
                  <a:pt x="597794" y="58942"/>
                  <a:pt x="596338" y="57941"/>
                </a:cubicBezTo>
                <a:cubicBezTo>
                  <a:pt x="594882" y="56938"/>
                  <a:pt x="592316" y="56243"/>
                  <a:pt x="588638" y="55858"/>
                </a:cubicBezTo>
                <a:lnTo>
                  <a:pt x="588638" y="51720"/>
                </a:lnTo>
                <a:lnTo>
                  <a:pt x="632542" y="51720"/>
                </a:lnTo>
                <a:close/>
                <a:moveTo>
                  <a:pt x="717378" y="0"/>
                </a:moveTo>
                <a:cubicBezTo>
                  <a:pt x="722358" y="0"/>
                  <a:pt x="726572" y="1749"/>
                  <a:pt x="730020" y="5247"/>
                </a:cubicBezTo>
                <a:cubicBezTo>
                  <a:pt x="733468" y="8743"/>
                  <a:pt x="735192" y="12952"/>
                  <a:pt x="735192" y="17872"/>
                </a:cubicBezTo>
                <a:cubicBezTo>
                  <a:pt x="735192" y="22793"/>
                  <a:pt x="733449" y="26983"/>
                  <a:pt x="729963" y="30443"/>
                </a:cubicBezTo>
                <a:cubicBezTo>
                  <a:pt x="726477" y="33901"/>
                  <a:pt x="722282" y="35630"/>
                  <a:pt x="717378" y="35630"/>
                </a:cubicBezTo>
                <a:cubicBezTo>
                  <a:pt x="712474" y="35630"/>
                  <a:pt x="708298" y="33901"/>
                  <a:pt x="704850" y="30443"/>
                </a:cubicBezTo>
                <a:cubicBezTo>
                  <a:pt x="701402" y="26983"/>
                  <a:pt x="699678" y="22793"/>
                  <a:pt x="699678" y="17872"/>
                </a:cubicBezTo>
                <a:cubicBezTo>
                  <a:pt x="699678" y="12952"/>
                  <a:pt x="701402" y="8743"/>
                  <a:pt x="704850" y="5247"/>
                </a:cubicBezTo>
                <a:cubicBezTo>
                  <a:pt x="708298" y="1749"/>
                  <a:pt x="712474" y="0"/>
                  <a:pt x="717378" y="0"/>
                </a:cubicBezTo>
                <a:moveTo>
                  <a:pt x="733468" y="51720"/>
                </a:moveTo>
                <a:lnTo>
                  <a:pt x="733468" y="137001"/>
                </a:lnTo>
                <a:cubicBezTo>
                  <a:pt x="733468" y="144587"/>
                  <a:pt x="734350" y="149433"/>
                  <a:pt x="736112" y="151540"/>
                </a:cubicBezTo>
                <a:cubicBezTo>
                  <a:pt x="737874" y="153647"/>
                  <a:pt x="741322" y="154854"/>
                  <a:pt x="746456" y="155161"/>
                </a:cubicBezTo>
                <a:lnTo>
                  <a:pt x="746456" y="159298"/>
                </a:lnTo>
                <a:lnTo>
                  <a:pt x="688414" y="159298"/>
                </a:lnTo>
                <a:lnTo>
                  <a:pt x="688414" y="155161"/>
                </a:lnTo>
                <a:cubicBezTo>
                  <a:pt x="693165" y="155007"/>
                  <a:pt x="696690" y="153628"/>
                  <a:pt x="698988" y="151023"/>
                </a:cubicBezTo>
                <a:cubicBezTo>
                  <a:pt x="700521" y="149261"/>
                  <a:pt x="701287" y="144587"/>
                  <a:pt x="701287" y="137001"/>
                </a:cubicBezTo>
                <a:lnTo>
                  <a:pt x="701287" y="74247"/>
                </a:lnTo>
                <a:cubicBezTo>
                  <a:pt x="701287" y="66566"/>
                  <a:pt x="700406" y="61658"/>
                  <a:pt x="698643" y="59525"/>
                </a:cubicBezTo>
                <a:cubicBezTo>
                  <a:pt x="696881" y="57392"/>
                  <a:pt x="693471" y="56169"/>
                  <a:pt x="688414" y="55858"/>
                </a:cubicBezTo>
                <a:lnTo>
                  <a:pt x="688414" y="51720"/>
                </a:lnTo>
                <a:lnTo>
                  <a:pt x="733468" y="51720"/>
                </a:lnTo>
                <a:close/>
                <a:moveTo>
                  <a:pt x="844649" y="131509"/>
                </a:moveTo>
                <a:lnTo>
                  <a:pt x="848212" y="134264"/>
                </a:lnTo>
                <a:cubicBezTo>
                  <a:pt x="843155" y="143797"/>
                  <a:pt x="836853" y="150889"/>
                  <a:pt x="829305" y="155541"/>
                </a:cubicBezTo>
                <a:cubicBezTo>
                  <a:pt x="821758" y="160191"/>
                  <a:pt x="813732" y="162516"/>
                  <a:pt x="805227" y="162516"/>
                </a:cubicBezTo>
                <a:cubicBezTo>
                  <a:pt x="790898" y="162516"/>
                  <a:pt x="779443" y="157110"/>
                  <a:pt x="770862" y="146296"/>
                </a:cubicBezTo>
                <a:cubicBezTo>
                  <a:pt x="762280" y="135481"/>
                  <a:pt x="757989" y="122480"/>
                  <a:pt x="757989" y="107294"/>
                </a:cubicBezTo>
                <a:cubicBezTo>
                  <a:pt x="757989" y="92643"/>
                  <a:pt x="761897" y="79757"/>
                  <a:pt x="769712" y="68637"/>
                </a:cubicBezTo>
                <a:cubicBezTo>
                  <a:pt x="779137" y="55214"/>
                  <a:pt x="792124" y="48502"/>
                  <a:pt x="808675" y="48502"/>
                </a:cubicBezTo>
                <a:cubicBezTo>
                  <a:pt x="819785" y="48502"/>
                  <a:pt x="828616" y="51307"/>
                  <a:pt x="835167" y="56917"/>
                </a:cubicBezTo>
                <a:cubicBezTo>
                  <a:pt x="841718" y="62525"/>
                  <a:pt x="844994" y="68787"/>
                  <a:pt x="844994" y="75702"/>
                </a:cubicBezTo>
                <a:cubicBezTo>
                  <a:pt x="844994" y="80081"/>
                  <a:pt x="843672" y="83577"/>
                  <a:pt x="841029" y="86190"/>
                </a:cubicBezTo>
                <a:cubicBezTo>
                  <a:pt x="838385" y="88802"/>
                  <a:pt x="834918" y="90108"/>
                  <a:pt x="830627" y="90108"/>
                </a:cubicBezTo>
                <a:cubicBezTo>
                  <a:pt x="826106" y="90108"/>
                  <a:pt x="822371" y="88609"/>
                  <a:pt x="819421" y="85611"/>
                </a:cubicBezTo>
                <a:cubicBezTo>
                  <a:pt x="816471" y="82611"/>
                  <a:pt x="814651" y="77267"/>
                  <a:pt x="813962" y="69578"/>
                </a:cubicBezTo>
                <a:cubicBezTo>
                  <a:pt x="813502" y="64734"/>
                  <a:pt x="812391" y="61351"/>
                  <a:pt x="810629" y="59428"/>
                </a:cubicBezTo>
                <a:cubicBezTo>
                  <a:pt x="808866" y="57508"/>
                  <a:pt x="806798" y="56547"/>
                  <a:pt x="804422" y="56547"/>
                </a:cubicBezTo>
                <a:cubicBezTo>
                  <a:pt x="800744" y="56547"/>
                  <a:pt x="797603" y="58501"/>
                  <a:pt x="794998" y="62409"/>
                </a:cubicBezTo>
                <a:cubicBezTo>
                  <a:pt x="791013" y="68309"/>
                  <a:pt x="789021" y="77350"/>
                  <a:pt x="789021" y="89533"/>
                </a:cubicBezTo>
                <a:cubicBezTo>
                  <a:pt x="789021" y="99648"/>
                  <a:pt x="790630" y="109321"/>
                  <a:pt x="793848" y="118554"/>
                </a:cubicBezTo>
                <a:cubicBezTo>
                  <a:pt x="797066" y="127787"/>
                  <a:pt x="801472" y="134664"/>
                  <a:pt x="807066" y="139185"/>
                </a:cubicBezTo>
                <a:cubicBezTo>
                  <a:pt x="811280" y="142480"/>
                  <a:pt x="816260" y="144127"/>
                  <a:pt x="822007" y="144127"/>
                </a:cubicBezTo>
                <a:cubicBezTo>
                  <a:pt x="825762" y="144127"/>
                  <a:pt x="829325" y="143248"/>
                  <a:pt x="832696" y="141491"/>
                </a:cubicBezTo>
                <a:cubicBezTo>
                  <a:pt x="836067" y="139731"/>
                  <a:pt x="840052" y="136404"/>
                  <a:pt x="844649" y="131509"/>
                </a:cubicBezTo>
                <a:close/>
                <a:moveTo>
                  <a:pt x="905370" y="3448"/>
                </a:moveTo>
                <a:lnTo>
                  <a:pt x="905370" y="65627"/>
                </a:lnTo>
                <a:cubicBezTo>
                  <a:pt x="911270" y="59378"/>
                  <a:pt x="916672" y="54961"/>
                  <a:pt x="921576" y="52378"/>
                </a:cubicBezTo>
                <a:cubicBezTo>
                  <a:pt x="926480" y="49794"/>
                  <a:pt x="931575" y="48502"/>
                  <a:pt x="936862" y="48502"/>
                </a:cubicBezTo>
                <a:cubicBezTo>
                  <a:pt x="943605" y="48502"/>
                  <a:pt x="949371" y="50418"/>
                  <a:pt x="954160" y="54249"/>
                </a:cubicBezTo>
                <a:cubicBezTo>
                  <a:pt x="958948" y="58080"/>
                  <a:pt x="962128" y="62581"/>
                  <a:pt x="963699" y="67754"/>
                </a:cubicBezTo>
                <a:cubicBezTo>
                  <a:pt x="965270" y="72926"/>
                  <a:pt x="966055" y="81641"/>
                  <a:pt x="966055" y="93901"/>
                </a:cubicBezTo>
                <a:lnTo>
                  <a:pt x="966055" y="135852"/>
                </a:lnTo>
                <a:cubicBezTo>
                  <a:pt x="966055" y="144101"/>
                  <a:pt x="966821" y="149246"/>
                  <a:pt x="968354" y="151289"/>
                </a:cubicBezTo>
                <a:cubicBezTo>
                  <a:pt x="969886" y="153331"/>
                  <a:pt x="972990" y="154622"/>
                  <a:pt x="977663" y="155161"/>
                </a:cubicBezTo>
                <a:lnTo>
                  <a:pt x="977663" y="159298"/>
                </a:lnTo>
                <a:lnTo>
                  <a:pt x="923185" y="159298"/>
                </a:lnTo>
                <a:lnTo>
                  <a:pt x="923185" y="155161"/>
                </a:lnTo>
                <a:cubicBezTo>
                  <a:pt x="927016" y="154622"/>
                  <a:pt x="929889" y="153080"/>
                  <a:pt x="931805" y="150535"/>
                </a:cubicBezTo>
                <a:cubicBezTo>
                  <a:pt x="933184" y="148530"/>
                  <a:pt x="933874" y="143636"/>
                  <a:pt x="933874" y="135852"/>
                </a:cubicBezTo>
                <a:lnTo>
                  <a:pt x="933874" y="88000"/>
                </a:lnTo>
                <a:cubicBezTo>
                  <a:pt x="933874" y="79126"/>
                  <a:pt x="933529" y="73561"/>
                  <a:pt x="932839" y="71306"/>
                </a:cubicBezTo>
                <a:cubicBezTo>
                  <a:pt x="932150" y="69048"/>
                  <a:pt x="930981" y="67288"/>
                  <a:pt x="929334" y="66026"/>
                </a:cubicBezTo>
                <a:cubicBezTo>
                  <a:pt x="927686" y="64764"/>
                  <a:pt x="925828" y="64133"/>
                  <a:pt x="923760" y="64133"/>
                </a:cubicBezTo>
                <a:cubicBezTo>
                  <a:pt x="920695" y="64133"/>
                  <a:pt x="917706" y="65187"/>
                  <a:pt x="914795" y="67294"/>
                </a:cubicBezTo>
                <a:cubicBezTo>
                  <a:pt x="911883" y="69401"/>
                  <a:pt x="908741" y="73098"/>
                  <a:pt x="905370" y="78385"/>
                </a:cubicBezTo>
                <a:lnTo>
                  <a:pt x="905370" y="135852"/>
                </a:lnTo>
                <a:cubicBezTo>
                  <a:pt x="905370" y="143560"/>
                  <a:pt x="905945" y="148377"/>
                  <a:pt x="907094" y="150305"/>
                </a:cubicBezTo>
                <a:cubicBezTo>
                  <a:pt x="908550" y="152924"/>
                  <a:pt x="911538" y="154543"/>
                  <a:pt x="916059" y="155161"/>
                </a:cubicBezTo>
                <a:lnTo>
                  <a:pt x="916059" y="159298"/>
                </a:lnTo>
                <a:lnTo>
                  <a:pt x="861580" y="159298"/>
                </a:lnTo>
                <a:lnTo>
                  <a:pt x="861580" y="155161"/>
                </a:lnTo>
                <a:cubicBezTo>
                  <a:pt x="866101" y="154699"/>
                  <a:pt x="869319" y="153234"/>
                  <a:pt x="871235" y="150768"/>
                </a:cubicBezTo>
                <a:cubicBezTo>
                  <a:pt x="872537" y="149073"/>
                  <a:pt x="873189" y="144101"/>
                  <a:pt x="873189" y="135852"/>
                </a:cubicBezTo>
                <a:lnTo>
                  <a:pt x="873189" y="26895"/>
                </a:lnTo>
                <a:cubicBezTo>
                  <a:pt x="873189" y="18674"/>
                  <a:pt x="872442" y="13556"/>
                  <a:pt x="870947" y="11540"/>
                </a:cubicBezTo>
                <a:cubicBezTo>
                  <a:pt x="869453" y="9524"/>
                  <a:pt x="866331" y="8206"/>
                  <a:pt x="861580" y="7586"/>
                </a:cubicBezTo>
                <a:lnTo>
                  <a:pt x="861580" y="3448"/>
                </a:lnTo>
                <a:lnTo>
                  <a:pt x="905370" y="3448"/>
                </a:lnTo>
                <a:close/>
                <a:moveTo>
                  <a:pt x="1034344" y="51720"/>
                </a:moveTo>
                <a:lnTo>
                  <a:pt x="1034344" y="65972"/>
                </a:lnTo>
                <a:cubicBezTo>
                  <a:pt x="1040244" y="59493"/>
                  <a:pt x="1045704" y="54961"/>
                  <a:pt x="1050722" y="52378"/>
                </a:cubicBezTo>
                <a:cubicBezTo>
                  <a:pt x="1055741" y="49794"/>
                  <a:pt x="1061239" y="48502"/>
                  <a:pt x="1067215" y="48502"/>
                </a:cubicBezTo>
                <a:cubicBezTo>
                  <a:pt x="1074111" y="48502"/>
                  <a:pt x="1079896" y="50121"/>
                  <a:pt x="1084570" y="53358"/>
                </a:cubicBezTo>
                <a:cubicBezTo>
                  <a:pt x="1089244" y="56595"/>
                  <a:pt x="1092846" y="61528"/>
                  <a:pt x="1095374" y="68156"/>
                </a:cubicBezTo>
                <a:cubicBezTo>
                  <a:pt x="1101504" y="61219"/>
                  <a:pt x="1107385" y="56210"/>
                  <a:pt x="1113017" y="53128"/>
                </a:cubicBezTo>
                <a:cubicBezTo>
                  <a:pt x="1118648" y="50044"/>
                  <a:pt x="1124529" y="48502"/>
                  <a:pt x="1130659" y="48502"/>
                </a:cubicBezTo>
                <a:cubicBezTo>
                  <a:pt x="1138091" y="48502"/>
                  <a:pt x="1144010" y="50209"/>
                  <a:pt x="1148416" y="53624"/>
                </a:cubicBezTo>
                <a:cubicBezTo>
                  <a:pt x="1152822" y="57038"/>
                  <a:pt x="1155887" y="61373"/>
                  <a:pt x="1157611" y="66629"/>
                </a:cubicBezTo>
                <a:cubicBezTo>
                  <a:pt x="1159335" y="71885"/>
                  <a:pt x="1160197" y="80267"/>
                  <a:pt x="1160197" y="91775"/>
                </a:cubicBezTo>
                <a:lnTo>
                  <a:pt x="1160197" y="135852"/>
                </a:lnTo>
                <a:cubicBezTo>
                  <a:pt x="1160197" y="144127"/>
                  <a:pt x="1160944" y="149261"/>
                  <a:pt x="1162438" y="151253"/>
                </a:cubicBezTo>
                <a:cubicBezTo>
                  <a:pt x="1163932" y="153245"/>
                  <a:pt x="1167055" y="154548"/>
                  <a:pt x="1171805" y="155161"/>
                </a:cubicBezTo>
                <a:lnTo>
                  <a:pt x="1171805" y="159298"/>
                </a:lnTo>
                <a:lnTo>
                  <a:pt x="1116292" y="159298"/>
                </a:lnTo>
                <a:lnTo>
                  <a:pt x="1116292" y="155161"/>
                </a:lnTo>
                <a:cubicBezTo>
                  <a:pt x="1120660" y="154778"/>
                  <a:pt x="1123878" y="153092"/>
                  <a:pt x="1125947" y="150104"/>
                </a:cubicBezTo>
                <a:cubicBezTo>
                  <a:pt x="1127326" y="148035"/>
                  <a:pt x="1128015" y="143284"/>
                  <a:pt x="1128015" y="135852"/>
                </a:cubicBezTo>
                <a:lnTo>
                  <a:pt x="1128015" y="89648"/>
                </a:lnTo>
                <a:cubicBezTo>
                  <a:pt x="1128015" y="80071"/>
                  <a:pt x="1127632" y="73979"/>
                  <a:pt x="1126866" y="71374"/>
                </a:cubicBezTo>
                <a:cubicBezTo>
                  <a:pt x="1126100" y="68769"/>
                  <a:pt x="1124893" y="66834"/>
                  <a:pt x="1123246" y="65570"/>
                </a:cubicBezTo>
                <a:cubicBezTo>
                  <a:pt x="1121598" y="64305"/>
                  <a:pt x="1119664" y="63673"/>
                  <a:pt x="1117441" y="63673"/>
                </a:cubicBezTo>
                <a:cubicBezTo>
                  <a:pt x="1114147" y="63673"/>
                  <a:pt x="1110814" y="64880"/>
                  <a:pt x="1107442" y="67294"/>
                </a:cubicBezTo>
                <a:cubicBezTo>
                  <a:pt x="1104071" y="69707"/>
                  <a:pt x="1100661" y="73328"/>
                  <a:pt x="1097213" y="78155"/>
                </a:cubicBezTo>
                <a:lnTo>
                  <a:pt x="1097213" y="135852"/>
                </a:lnTo>
                <a:cubicBezTo>
                  <a:pt x="1097213" y="143591"/>
                  <a:pt x="1097864" y="148456"/>
                  <a:pt x="1099167" y="150448"/>
                </a:cubicBezTo>
                <a:cubicBezTo>
                  <a:pt x="1100929" y="153283"/>
                  <a:pt x="1104301" y="154854"/>
                  <a:pt x="1109281" y="155161"/>
                </a:cubicBezTo>
                <a:lnTo>
                  <a:pt x="1109281" y="159298"/>
                </a:lnTo>
                <a:lnTo>
                  <a:pt x="1053653" y="159298"/>
                </a:lnTo>
                <a:lnTo>
                  <a:pt x="1053653" y="155161"/>
                </a:lnTo>
                <a:cubicBezTo>
                  <a:pt x="1056641" y="155007"/>
                  <a:pt x="1058998" y="154260"/>
                  <a:pt x="1060722" y="152920"/>
                </a:cubicBezTo>
                <a:cubicBezTo>
                  <a:pt x="1062446" y="151579"/>
                  <a:pt x="1063595" y="149970"/>
                  <a:pt x="1064170" y="148092"/>
                </a:cubicBezTo>
                <a:cubicBezTo>
                  <a:pt x="1064744" y="146215"/>
                  <a:pt x="1065032" y="142135"/>
                  <a:pt x="1065032" y="135852"/>
                </a:cubicBezTo>
                <a:lnTo>
                  <a:pt x="1065032" y="89577"/>
                </a:lnTo>
                <a:cubicBezTo>
                  <a:pt x="1065032" y="79829"/>
                  <a:pt x="1064649" y="73728"/>
                  <a:pt x="1063882" y="71273"/>
                </a:cubicBezTo>
                <a:cubicBezTo>
                  <a:pt x="1063116" y="68817"/>
                  <a:pt x="1061833" y="66897"/>
                  <a:pt x="1060032" y="65516"/>
                </a:cubicBezTo>
                <a:cubicBezTo>
                  <a:pt x="1058231" y="64134"/>
                  <a:pt x="1056297" y="63443"/>
                  <a:pt x="1054228" y="63443"/>
                </a:cubicBezTo>
                <a:cubicBezTo>
                  <a:pt x="1051163" y="63443"/>
                  <a:pt x="1048366" y="64254"/>
                  <a:pt x="1045838" y="65875"/>
                </a:cubicBezTo>
                <a:cubicBezTo>
                  <a:pt x="1042236" y="68270"/>
                  <a:pt x="1038405" y="72363"/>
                  <a:pt x="1034344" y="78155"/>
                </a:cubicBezTo>
                <a:lnTo>
                  <a:pt x="1034344" y="135852"/>
                </a:lnTo>
                <a:cubicBezTo>
                  <a:pt x="1034344" y="143437"/>
                  <a:pt x="1035091" y="148437"/>
                  <a:pt x="1036586" y="150851"/>
                </a:cubicBezTo>
                <a:cubicBezTo>
                  <a:pt x="1038080" y="153264"/>
                  <a:pt x="1041202" y="154701"/>
                  <a:pt x="1045953" y="155161"/>
                </a:cubicBezTo>
                <a:lnTo>
                  <a:pt x="1045953" y="159298"/>
                </a:lnTo>
                <a:lnTo>
                  <a:pt x="990554" y="159298"/>
                </a:lnTo>
                <a:lnTo>
                  <a:pt x="990554" y="155161"/>
                </a:lnTo>
                <a:cubicBezTo>
                  <a:pt x="995075" y="154701"/>
                  <a:pt x="998293" y="153245"/>
                  <a:pt x="1000209" y="150793"/>
                </a:cubicBezTo>
                <a:cubicBezTo>
                  <a:pt x="1001512" y="149108"/>
                  <a:pt x="1002163" y="144127"/>
                  <a:pt x="1002163" y="135852"/>
                </a:cubicBezTo>
                <a:lnTo>
                  <a:pt x="1002163" y="75167"/>
                </a:lnTo>
                <a:cubicBezTo>
                  <a:pt x="1002163" y="66947"/>
                  <a:pt x="1001416" y="61828"/>
                  <a:pt x="999922" y="59812"/>
                </a:cubicBezTo>
                <a:cubicBezTo>
                  <a:pt x="998427" y="57796"/>
                  <a:pt x="995305" y="56478"/>
                  <a:pt x="990554" y="55858"/>
                </a:cubicBezTo>
                <a:lnTo>
                  <a:pt x="990554" y="51720"/>
                </a:lnTo>
                <a:lnTo>
                  <a:pt x="1034344" y="51720"/>
                </a:lnTo>
                <a:close/>
                <a:moveTo>
                  <a:pt x="1269084" y="101602"/>
                </a:moveTo>
                <a:lnTo>
                  <a:pt x="1210123" y="101602"/>
                </a:lnTo>
                <a:cubicBezTo>
                  <a:pt x="1210812" y="115892"/>
                  <a:pt x="1214605" y="127185"/>
                  <a:pt x="1221501" y="135482"/>
                </a:cubicBezTo>
                <a:cubicBezTo>
                  <a:pt x="1226788" y="141858"/>
                  <a:pt x="1233148" y="145047"/>
                  <a:pt x="1240580" y="145047"/>
                </a:cubicBezTo>
                <a:cubicBezTo>
                  <a:pt x="1245177" y="145047"/>
                  <a:pt x="1249353" y="143763"/>
                  <a:pt x="1253108" y="141196"/>
                </a:cubicBezTo>
                <a:cubicBezTo>
                  <a:pt x="1256862" y="138629"/>
                  <a:pt x="1260885" y="134013"/>
                  <a:pt x="1265176" y="127347"/>
                </a:cubicBezTo>
                <a:lnTo>
                  <a:pt x="1269084" y="129875"/>
                </a:lnTo>
                <a:cubicBezTo>
                  <a:pt x="1263260" y="141752"/>
                  <a:pt x="1256824" y="150161"/>
                  <a:pt x="1249775" y="155103"/>
                </a:cubicBezTo>
                <a:cubicBezTo>
                  <a:pt x="1242726" y="160045"/>
                  <a:pt x="1234565" y="162516"/>
                  <a:pt x="1225294" y="162516"/>
                </a:cubicBezTo>
                <a:cubicBezTo>
                  <a:pt x="1209356" y="162516"/>
                  <a:pt x="1197288" y="156381"/>
                  <a:pt x="1189090" y="144109"/>
                </a:cubicBezTo>
                <a:cubicBezTo>
                  <a:pt x="1182500" y="134215"/>
                  <a:pt x="1179205" y="121944"/>
                  <a:pt x="1179205" y="107294"/>
                </a:cubicBezTo>
                <a:cubicBezTo>
                  <a:pt x="1179205" y="89346"/>
                  <a:pt x="1184052" y="75060"/>
                  <a:pt x="1193745" y="64438"/>
                </a:cubicBezTo>
                <a:cubicBezTo>
                  <a:pt x="1203437" y="53814"/>
                  <a:pt x="1214797" y="48502"/>
                  <a:pt x="1227822" y="48502"/>
                </a:cubicBezTo>
                <a:cubicBezTo>
                  <a:pt x="1238703" y="48502"/>
                  <a:pt x="1248147" y="52965"/>
                  <a:pt x="1256154" y="61892"/>
                </a:cubicBezTo>
                <a:cubicBezTo>
                  <a:pt x="1264161" y="70818"/>
                  <a:pt x="1268471" y="84055"/>
                  <a:pt x="1269084" y="101602"/>
                </a:cubicBezTo>
                <a:moveTo>
                  <a:pt x="1240810" y="94016"/>
                </a:moveTo>
                <a:cubicBezTo>
                  <a:pt x="1240810" y="81680"/>
                  <a:pt x="1240140" y="73213"/>
                  <a:pt x="1238799" y="68616"/>
                </a:cubicBezTo>
                <a:cubicBezTo>
                  <a:pt x="1237458" y="64018"/>
                  <a:pt x="1235370" y="60532"/>
                  <a:pt x="1232535" y="58157"/>
                </a:cubicBezTo>
                <a:cubicBezTo>
                  <a:pt x="1230926" y="56777"/>
                  <a:pt x="1228780" y="56088"/>
                  <a:pt x="1226098" y="56088"/>
                </a:cubicBezTo>
                <a:cubicBezTo>
                  <a:pt x="1222114" y="56088"/>
                  <a:pt x="1218858" y="58042"/>
                  <a:pt x="1216329" y="61949"/>
                </a:cubicBezTo>
                <a:cubicBezTo>
                  <a:pt x="1211808" y="68769"/>
                  <a:pt x="1209548" y="78117"/>
                  <a:pt x="1209548" y="89993"/>
                </a:cubicBezTo>
                <a:lnTo>
                  <a:pt x="1209548" y="94016"/>
                </a:lnTo>
                <a:lnTo>
                  <a:pt x="1240810" y="94016"/>
                </a:lnTo>
                <a:close/>
                <a:moveTo>
                  <a:pt x="1325530" y="51720"/>
                </a:moveTo>
                <a:lnTo>
                  <a:pt x="1325530" y="65742"/>
                </a:lnTo>
                <a:cubicBezTo>
                  <a:pt x="1331047" y="59725"/>
                  <a:pt x="1336334" y="55348"/>
                  <a:pt x="1341391" y="52611"/>
                </a:cubicBezTo>
                <a:cubicBezTo>
                  <a:pt x="1346448" y="49872"/>
                  <a:pt x="1351888" y="48502"/>
                  <a:pt x="1357711" y="48502"/>
                </a:cubicBezTo>
                <a:cubicBezTo>
                  <a:pt x="1364684" y="48502"/>
                  <a:pt x="1370469" y="50439"/>
                  <a:pt x="1375066" y="54313"/>
                </a:cubicBezTo>
                <a:cubicBezTo>
                  <a:pt x="1379664" y="58188"/>
                  <a:pt x="1382729" y="63002"/>
                  <a:pt x="1384261" y="68756"/>
                </a:cubicBezTo>
                <a:cubicBezTo>
                  <a:pt x="1385487" y="73130"/>
                  <a:pt x="1386100" y="81532"/>
                  <a:pt x="1386100" y="93962"/>
                </a:cubicBezTo>
                <a:lnTo>
                  <a:pt x="1386100" y="135852"/>
                </a:lnTo>
                <a:cubicBezTo>
                  <a:pt x="1386100" y="144127"/>
                  <a:pt x="1386847" y="149280"/>
                  <a:pt x="1388341" y="151310"/>
                </a:cubicBezTo>
                <a:cubicBezTo>
                  <a:pt x="1389835" y="153341"/>
                  <a:pt x="1392958" y="154624"/>
                  <a:pt x="1397708" y="155161"/>
                </a:cubicBezTo>
                <a:lnTo>
                  <a:pt x="1397708" y="159298"/>
                </a:lnTo>
                <a:lnTo>
                  <a:pt x="1343344" y="159298"/>
                </a:lnTo>
                <a:lnTo>
                  <a:pt x="1343344" y="155161"/>
                </a:lnTo>
                <a:cubicBezTo>
                  <a:pt x="1347405" y="154624"/>
                  <a:pt x="1350317" y="152939"/>
                  <a:pt x="1352079" y="150104"/>
                </a:cubicBezTo>
                <a:cubicBezTo>
                  <a:pt x="1353305" y="148188"/>
                  <a:pt x="1353918" y="143437"/>
                  <a:pt x="1353918" y="135852"/>
                </a:cubicBezTo>
                <a:lnTo>
                  <a:pt x="1353918" y="88039"/>
                </a:lnTo>
                <a:cubicBezTo>
                  <a:pt x="1353918" y="79228"/>
                  <a:pt x="1353574" y="73673"/>
                  <a:pt x="1352884" y="71374"/>
                </a:cubicBezTo>
                <a:cubicBezTo>
                  <a:pt x="1352194" y="69075"/>
                  <a:pt x="1351026" y="67294"/>
                  <a:pt x="1349379" y="66030"/>
                </a:cubicBezTo>
                <a:cubicBezTo>
                  <a:pt x="1347731" y="64765"/>
                  <a:pt x="1345911" y="64133"/>
                  <a:pt x="1343919" y="64133"/>
                </a:cubicBezTo>
                <a:cubicBezTo>
                  <a:pt x="1337330" y="64133"/>
                  <a:pt x="1331200" y="68884"/>
                  <a:pt x="1325530" y="78385"/>
                </a:cubicBezTo>
                <a:lnTo>
                  <a:pt x="1325530" y="135852"/>
                </a:lnTo>
                <a:cubicBezTo>
                  <a:pt x="1325530" y="143897"/>
                  <a:pt x="1326277" y="148993"/>
                  <a:pt x="1327771" y="151138"/>
                </a:cubicBezTo>
                <a:cubicBezTo>
                  <a:pt x="1329265" y="153283"/>
                  <a:pt x="1332043" y="154624"/>
                  <a:pt x="1336104" y="155161"/>
                </a:cubicBezTo>
                <a:lnTo>
                  <a:pt x="1336104" y="159298"/>
                </a:lnTo>
                <a:lnTo>
                  <a:pt x="1281740" y="159298"/>
                </a:lnTo>
                <a:lnTo>
                  <a:pt x="1281740" y="155161"/>
                </a:lnTo>
                <a:cubicBezTo>
                  <a:pt x="1286261" y="154701"/>
                  <a:pt x="1289479" y="153245"/>
                  <a:pt x="1291394" y="150793"/>
                </a:cubicBezTo>
                <a:cubicBezTo>
                  <a:pt x="1292697" y="149108"/>
                  <a:pt x="1293348" y="144127"/>
                  <a:pt x="1293348" y="135852"/>
                </a:cubicBezTo>
                <a:lnTo>
                  <a:pt x="1293348" y="75167"/>
                </a:lnTo>
                <a:cubicBezTo>
                  <a:pt x="1293348" y="66947"/>
                  <a:pt x="1292601" y="61828"/>
                  <a:pt x="1291107" y="59812"/>
                </a:cubicBezTo>
                <a:cubicBezTo>
                  <a:pt x="1289613" y="57796"/>
                  <a:pt x="1286491" y="56478"/>
                  <a:pt x="1281740" y="55858"/>
                </a:cubicBezTo>
                <a:lnTo>
                  <a:pt x="1281740" y="51720"/>
                </a:lnTo>
                <a:lnTo>
                  <a:pt x="1325530" y="51720"/>
                </a:lnTo>
                <a:close/>
                <a:moveTo>
                  <a:pt x="1453021" y="12183"/>
                </a:moveTo>
                <a:lnTo>
                  <a:pt x="1453021" y="51720"/>
                </a:lnTo>
                <a:lnTo>
                  <a:pt x="1478536" y="51720"/>
                </a:lnTo>
                <a:lnTo>
                  <a:pt x="1478536" y="62984"/>
                </a:lnTo>
                <a:lnTo>
                  <a:pt x="1453021" y="62984"/>
                </a:lnTo>
                <a:lnTo>
                  <a:pt x="1453021" y="129480"/>
                </a:lnTo>
                <a:cubicBezTo>
                  <a:pt x="1453021" y="135703"/>
                  <a:pt x="1453308" y="139718"/>
                  <a:pt x="1453883" y="141523"/>
                </a:cubicBezTo>
                <a:cubicBezTo>
                  <a:pt x="1454457" y="143329"/>
                  <a:pt x="1455473" y="144789"/>
                  <a:pt x="1456928" y="145905"/>
                </a:cubicBezTo>
                <a:cubicBezTo>
                  <a:pt x="1458384" y="147018"/>
                  <a:pt x="1459725" y="147575"/>
                  <a:pt x="1460951" y="147575"/>
                </a:cubicBezTo>
                <a:cubicBezTo>
                  <a:pt x="1465932" y="147575"/>
                  <a:pt x="1470644" y="143744"/>
                  <a:pt x="1475088" y="136082"/>
                </a:cubicBezTo>
                <a:lnTo>
                  <a:pt x="1478536" y="138635"/>
                </a:lnTo>
                <a:cubicBezTo>
                  <a:pt x="1472330" y="153483"/>
                  <a:pt x="1462254" y="160907"/>
                  <a:pt x="1448308" y="160907"/>
                </a:cubicBezTo>
                <a:cubicBezTo>
                  <a:pt x="1441489" y="160907"/>
                  <a:pt x="1435723" y="159005"/>
                  <a:pt x="1431011" y="155200"/>
                </a:cubicBezTo>
                <a:cubicBezTo>
                  <a:pt x="1426299" y="151393"/>
                  <a:pt x="1423291" y="147144"/>
                  <a:pt x="1421989" y="142453"/>
                </a:cubicBezTo>
                <a:cubicBezTo>
                  <a:pt x="1421222" y="139839"/>
                  <a:pt x="1420839" y="132764"/>
                  <a:pt x="1420839" y="121230"/>
                </a:cubicBezTo>
                <a:lnTo>
                  <a:pt x="1420839" y="62984"/>
                </a:lnTo>
                <a:lnTo>
                  <a:pt x="1406817" y="62984"/>
                </a:lnTo>
                <a:lnTo>
                  <a:pt x="1406817" y="58950"/>
                </a:lnTo>
                <a:cubicBezTo>
                  <a:pt x="1416472" y="52117"/>
                  <a:pt x="1424690" y="44937"/>
                  <a:pt x="1431471" y="37411"/>
                </a:cubicBezTo>
                <a:cubicBezTo>
                  <a:pt x="1438252" y="29885"/>
                  <a:pt x="1444171" y="21476"/>
                  <a:pt x="1449228" y="12183"/>
                </a:cubicBezTo>
                <a:lnTo>
                  <a:pt x="1453021" y="1218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1175D-F153-40DB-BCF4-5C673FFE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256" y="2770373"/>
            <a:ext cx="156923" cy="336864"/>
          </a:xfrm>
          <a:custGeom xmlns:a="http://schemas.openxmlformats.org/drawingml/2006/main">
            <a:pathLst>
              <a:path w="156923" h="336864">
                <a:moveTo>
                  <a:pt x="104615" y="0"/>
                </a:moveTo>
                <a:lnTo>
                  <a:pt x="52308" y="0"/>
                </a:lnTo>
                <a:lnTo>
                  <a:pt x="52308" y="232248"/>
                </a:lnTo>
                <a:lnTo>
                  <a:pt x="0" y="232248"/>
                </a:lnTo>
                <a:lnTo>
                  <a:pt x="78462" y="336864"/>
                </a:lnTo>
                <a:lnTo>
                  <a:pt x="156923" y="232248"/>
                </a:lnTo>
                <a:lnTo>
                  <a:pt x="104615" y="232248"/>
                </a:lnTo>
                <a:lnTo>
                  <a:pt x="10461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D4BC4-905A-4098-854C-036F863D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00" y="3593010"/>
            <a:ext cx="2745892" cy="412088"/>
          </a:xfrm>
          <a:custGeom xmlns:a="http://schemas.openxmlformats.org/drawingml/2006/main">
            <a:pathLst>
              <a:path w="2745892" h="412088">
                <a:moveTo>
                  <a:pt x="0" y="412088"/>
                </a:moveTo>
                <a:lnTo>
                  <a:pt x="0" y="0"/>
                </a:lnTo>
                <a:lnTo>
                  <a:pt x="2745892" y="0"/>
                </a:lnTo>
                <a:lnTo>
                  <a:pt x="2745892" y="412088"/>
                </a:lnTo>
                <a:lnTo>
                  <a:pt x="0" y="412088"/>
                </a:lnTo>
                <a:close/>
              </a:path>
            </a:pathLst>
          </a:custGeom>
          <a:solidFill xmlns:a="http://schemas.openxmlformats.org/drawingml/2006/main">
            <a:srgbClr val="A9D2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88686-4624-4072-9496-6F926EF8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00" y="3593010"/>
            <a:ext cx="2745892" cy="412088"/>
          </a:xfrm>
          <a:custGeom xmlns:a="http://schemas.openxmlformats.org/drawingml/2006/main">
            <a:pathLst>
              <a:path w="2745892" h="412088" fill="none">
                <a:moveTo>
                  <a:pt x="0" y="412088"/>
                </a:moveTo>
                <a:lnTo>
                  <a:pt x="2745892" y="412088"/>
                </a:lnTo>
                <a:lnTo>
                  <a:pt x="2745892" y="0"/>
                </a:lnTo>
                <a:lnTo>
                  <a:pt x="0" y="0"/>
                </a:lnTo>
                <a:lnTo>
                  <a:pt x="0" y="4120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54" cap="flat">
            <a:solidFill>
              <a:srgbClr val="54823B"/>
            </a:solidFill>
            <a:custDash>
              <a:ds d="300000" sp="100000"/>
            </a:custDash>
            <a:miter/>
          </a:ln>
        </p:spPr>
      </p:sp>
      <p:sp>
        <p:nvSpPr>
          <p:cNvPr id="31" name="Text HarmonicEnergyIn">
            <a:extLst xmlns:a="http://schemas.openxmlformats.org/drawingml/2006/main">
              <a:ext uri="{FF2B5EF4-FFF2-40B4-BE49-F238E27FC236}">
                <a16:creationId xmlns:a16="http://schemas.microsoft.com/office/drawing/2014/main" id="{61860687-B47F-44E1-AA99-A48053C9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52" y="3719349"/>
            <a:ext cx="1822419" cy="202811"/>
          </a:xfrm>
          <a:custGeom xmlns:a="http://schemas.openxmlformats.org/drawingml/2006/main">
            <a:pathLst>
              <a:path w="1822419" h="202811">
                <a:moveTo>
                  <a:pt x="41998" y="75510"/>
                </a:moveTo>
                <a:lnTo>
                  <a:pt x="110545" y="75510"/>
                </a:lnTo>
                <a:lnTo>
                  <a:pt x="110545" y="33365"/>
                </a:lnTo>
                <a:cubicBezTo>
                  <a:pt x="110545" y="25835"/>
                  <a:pt x="110073" y="20875"/>
                  <a:pt x="109130" y="18483"/>
                </a:cubicBezTo>
                <a:cubicBezTo>
                  <a:pt x="108405" y="16674"/>
                  <a:pt x="106882" y="15118"/>
                  <a:pt x="104561" y="13815"/>
                </a:cubicBezTo>
                <a:cubicBezTo>
                  <a:pt x="101442" y="12076"/>
                  <a:pt x="98141" y="11207"/>
                  <a:pt x="94660" y="11207"/>
                </a:cubicBezTo>
                <a:lnTo>
                  <a:pt x="89437" y="11207"/>
                </a:lnTo>
                <a:lnTo>
                  <a:pt x="89437" y="7181"/>
                </a:lnTo>
                <a:lnTo>
                  <a:pt x="152543" y="7181"/>
                </a:lnTo>
                <a:lnTo>
                  <a:pt x="152543" y="11207"/>
                </a:lnTo>
                <a:lnTo>
                  <a:pt x="147321" y="11207"/>
                </a:lnTo>
                <a:cubicBezTo>
                  <a:pt x="143839" y="11207"/>
                  <a:pt x="140539" y="12041"/>
                  <a:pt x="137420" y="13709"/>
                </a:cubicBezTo>
                <a:cubicBezTo>
                  <a:pt x="135098" y="14870"/>
                  <a:pt x="133521" y="16629"/>
                  <a:pt x="132687" y="18986"/>
                </a:cubicBezTo>
                <a:cubicBezTo>
                  <a:pt x="131852" y="21344"/>
                  <a:pt x="131435" y="26149"/>
                  <a:pt x="131435" y="33403"/>
                </a:cubicBezTo>
                <a:lnTo>
                  <a:pt x="131435" y="128606"/>
                </a:lnTo>
                <a:cubicBezTo>
                  <a:pt x="131435" y="136078"/>
                  <a:pt x="131907" y="141010"/>
                  <a:pt x="132850" y="143404"/>
                </a:cubicBezTo>
                <a:cubicBezTo>
                  <a:pt x="133575" y="145217"/>
                  <a:pt x="135062" y="146777"/>
                  <a:pt x="137311" y="148082"/>
                </a:cubicBezTo>
                <a:cubicBezTo>
                  <a:pt x="140502" y="149823"/>
                  <a:pt x="143839" y="150694"/>
                  <a:pt x="147321" y="150694"/>
                </a:cubicBezTo>
                <a:lnTo>
                  <a:pt x="152543" y="150694"/>
                </a:lnTo>
                <a:lnTo>
                  <a:pt x="152543" y="154719"/>
                </a:lnTo>
                <a:lnTo>
                  <a:pt x="89437" y="154719"/>
                </a:lnTo>
                <a:lnTo>
                  <a:pt x="89437" y="150694"/>
                </a:lnTo>
                <a:lnTo>
                  <a:pt x="94660" y="150694"/>
                </a:lnTo>
                <a:cubicBezTo>
                  <a:pt x="100680" y="150694"/>
                  <a:pt x="105068" y="148913"/>
                  <a:pt x="107825" y="145352"/>
                </a:cubicBezTo>
                <a:cubicBezTo>
                  <a:pt x="109638" y="143029"/>
                  <a:pt x="110545" y="137434"/>
                  <a:pt x="110545" y="128569"/>
                </a:cubicBezTo>
                <a:lnTo>
                  <a:pt x="110545" y="83562"/>
                </a:lnTo>
                <a:lnTo>
                  <a:pt x="41998" y="83562"/>
                </a:lnTo>
                <a:lnTo>
                  <a:pt x="41998" y="128569"/>
                </a:lnTo>
                <a:cubicBezTo>
                  <a:pt x="41998" y="136054"/>
                  <a:pt x="42470" y="140995"/>
                  <a:pt x="43413" y="143394"/>
                </a:cubicBezTo>
                <a:cubicBezTo>
                  <a:pt x="44138" y="145209"/>
                  <a:pt x="45661" y="146771"/>
                  <a:pt x="47983" y="148079"/>
                </a:cubicBezTo>
                <a:cubicBezTo>
                  <a:pt x="51102" y="149822"/>
                  <a:pt x="54402" y="150694"/>
                  <a:pt x="57884" y="150694"/>
                </a:cubicBezTo>
                <a:lnTo>
                  <a:pt x="63215" y="150694"/>
                </a:lnTo>
                <a:lnTo>
                  <a:pt x="63215" y="154719"/>
                </a:lnTo>
                <a:lnTo>
                  <a:pt x="0" y="154719"/>
                </a:lnTo>
                <a:lnTo>
                  <a:pt x="0" y="150694"/>
                </a:lnTo>
                <a:lnTo>
                  <a:pt x="5223" y="150694"/>
                </a:lnTo>
                <a:cubicBezTo>
                  <a:pt x="11316" y="150694"/>
                  <a:pt x="15740" y="148917"/>
                  <a:pt x="18497" y="145362"/>
                </a:cubicBezTo>
                <a:cubicBezTo>
                  <a:pt x="20238" y="143041"/>
                  <a:pt x="21108" y="137456"/>
                  <a:pt x="21108" y="128606"/>
                </a:cubicBezTo>
                <a:lnTo>
                  <a:pt x="21108" y="33403"/>
                </a:lnTo>
                <a:cubicBezTo>
                  <a:pt x="21108" y="25859"/>
                  <a:pt x="20637" y="20890"/>
                  <a:pt x="19694" y="18497"/>
                </a:cubicBezTo>
                <a:cubicBezTo>
                  <a:pt x="18968" y="16683"/>
                  <a:pt x="17481" y="15124"/>
                  <a:pt x="15233" y="13818"/>
                </a:cubicBezTo>
                <a:cubicBezTo>
                  <a:pt x="12041" y="12077"/>
                  <a:pt x="8704" y="11207"/>
                  <a:pt x="5223" y="11207"/>
                </a:cubicBezTo>
                <a:lnTo>
                  <a:pt x="0" y="11207"/>
                </a:lnTo>
                <a:lnTo>
                  <a:pt x="0" y="7181"/>
                </a:lnTo>
                <a:lnTo>
                  <a:pt x="63215" y="7181"/>
                </a:lnTo>
                <a:lnTo>
                  <a:pt x="63215" y="11207"/>
                </a:lnTo>
                <a:lnTo>
                  <a:pt x="57884" y="11207"/>
                </a:lnTo>
                <a:cubicBezTo>
                  <a:pt x="54402" y="11207"/>
                  <a:pt x="51102" y="12040"/>
                  <a:pt x="47983" y="13706"/>
                </a:cubicBezTo>
                <a:cubicBezTo>
                  <a:pt x="45734" y="14864"/>
                  <a:pt x="44174" y="16620"/>
                  <a:pt x="43304" y="18973"/>
                </a:cubicBezTo>
                <a:cubicBezTo>
                  <a:pt x="42434" y="21326"/>
                  <a:pt x="41998" y="26123"/>
                  <a:pt x="41998" y="33365"/>
                </a:cubicBezTo>
                <a:lnTo>
                  <a:pt x="41998" y="75510"/>
                </a:lnTo>
                <a:close/>
                <a:moveTo>
                  <a:pt x="219617" y="140357"/>
                </a:moveTo>
                <a:cubicBezTo>
                  <a:pt x="209390" y="148264"/>
                  <a:pt x="202970" y="152833"/>
                  <a:pt x="200359" y="154067"/>
                </a:cubicBezTo>
                <a:cubicBezTo>
                  <a:pt x="196442" y="155952"/>
                  <a:pt x="192271" y="156895"/>
                  <a:pt x="187846" y="156895"/>
                </a:cubicBezTo>
                <a:cubicBezTo>
                  <a:pt x="180955" y="156895"/>
                  <a:pt x="175279" y="154538"/>
                  <a:pt x="170818" y="149823"/>
                </a:cubicBezTo>
                <a:cubicBezTo>
                  <a:pt x="166358" y="145108"/>
                  <a:pt x="164127" y="138907"/>
                  <a:pt x="164127" y="131218"/>
                </a:cubicBezTo>
                <a:cubicBezTo>
                  <a:pt x="164127" y="126358"/>
                  <a:pt x="165215" y="122151"/>
                  <a:pt x="167391" y="118596"/>
                </a:cubicBezTo>
                <a:cubicBezTo>
                  <a:pt x="170365" y="113664"/>
                  <a:pt x="175533" y="109022"/>
                  <a:pt x="182896" y="104670"/>
                </a:cubicBezTo>
                <a:cubicBezTo>
                  <a:pt x="190258" y="100317"/>
                  <a:pt x="202499" y="95022"/>
                  <a:pt x="219617" y="88784"/>
                </a:cubicBezTo>
                <a:lnTo>
                  <a:pt x="219617" y="84867"/>
                </a:lnTo>
                <a:cubicBezTo>
                  <a:pt x="219617" y="74930"/>
                  <a:pt x="218039" y="68111"/>
                  <a:pt x="214884" y="64412"/>
                </a:cubicBezTo>
                <a:cubicBezTo>
                  <a:pt x="211729" y="60713"/>
                  <a:pt x="207141" y="58863"/>
                  <a:pt x="201120" y="58863"/>
                </a:cubicBezTo>
                <a:cubicBezTo>
                  <a:pt x="196551" y="58863"/>
                  <a:pt x="192924" y="60092"/>
                  <a:pt x="190240" y="62549"/>
                </a:cubicBezTo>
                <a:cubicBezTo>
                  <a:pt x="187484" y="65006"/>
                  <a:pt x="186105" y="67825"/>
                  <a:pt x="186105" y="71005"/>
                </a:cubicBezTo>
                <a:lnTo>
                  <a:pt x="186323" y="77292"/>
                </a:lnTo>
                <a:cubicBezTo>
                  <a:pt x="186323" y="80615"/>
                  <a:pt x="185471" y="83180"/>
                  <a:pt x="183766" y="84986"/>
                </a:cubicBezTo>
                <a:cubicBezTo>
                  <a:pt x="182062" y="86793"/>
                  <a:pt x="179831" y="87696"/>
                  <a:pt x="177075" y="87696"/>
                </a:cubicBezTo>
                <a:cubicBezTo>
                  <a:pt x="174391" y="87696"/>
                  <a:pt x="172197" y="86757"/>
                  <a:pt x="170492" y="84877"/>
                </a:cubicBezTo>
                <a:cubicBezTo>
                  <a:pt x="168787" y="82996"/>
                  <a:pt x="167935" y="80428"/>
                  <a:pt x="167935" y="77173"/>
                </a:cubicBezTo>
                <a:cubicBezTo>
                  <a:pt x="167935" y="70955"/>
                  <a:pt x="171127" y="65243"/>
                  <a:pt x="177510" y="60036"/>
                </a:cubicBezTo>
                <a:cubicBezTo>
                  <a:pt x="183893" y="54829"/>
                  <a:pt x="192851" y="52226"/>
                  <a:pt x="204385" y="52226"/>
                </a:cubicBezTo>
                <a:cubicBezTo>
                  <a:pt x="213234" y="52226"/>
                  <a:pt x="220488" y="53711"/>
                  <a:pt x="226145" y="56680"/>
                </a:cubicBezTo>
                <a:cubicBezTo>
                  <a:pt x="230425" y="58926"/>
                  <a:pt x="233580" y="62441"/>
                  <a:pt x="235611" y="67224"/>
                </a:cubicBezTo>
                <a:cubicBezTo>
                  <a:pt x="236917" y="70338"/>
                  <a:pt x="237570" y="76714"/>
                  <a:pt x="237570" y="86350"/>
                </a:cubicBezTo>
                <a:lnTo>
                  <a:pt x="237570" y="120147"/>
                </a:lnTo>
                <a:cubicBezTo>
                  <a:pt x="237570" y="129638"/>
                  <a:pt x="237751" y="135452"/>
                  <a:pt x="238114" y="137590"/>
                </a:cubicBezTo>
                <a:cubicBezTo>
                  <a:pt x="238476" y="139727"/>
                  <a:pt x="239075" y="141159"/>
                  <a:pt x="239909" y="141884"/>
                </a:cubicBezTo>
                <a:cubicBezTo>
                  <a:pt x="240743" y="142607"/>
                  <a:pt x="241704" y="142969"/>
                  <a:pt x="242792" y="142969"/>
                </a:cubicBezTo>
                <a:cubicBezTo>
                  <a:pt x="243953" y="142969"/>
                  <a:pt x="244968" y="142715"/>
                  <a:pt x="245839" y="142207"/>
                </a:cubicBezTo>
                <a:cubicBezTo>
                  <a:pt x="247362" y="141264"/>
                  <a:pt x="250300" y="138616"/>
                  <a:pt x="254652" y="134264"/>
                </a:cubicBezTo>
                <a:lnTo>
                  <a:pt x="254652" y="140357"/>
                </a:lnTo>
                <a:cubicBezTo>
                  <a:pt x="246528" y="151238"/>
                  <a:pt x="238767" y="156678"/>
                  <a:pt x="231368" y="156678"/>
                </a:cubicBezTo>
                <a:cubicBezTo>
                  <a:pt x="227814" y="156678"/>
                  <a:pt x="224985" y="155445"/>
                  <a:pt x="222881" y="152979"/>
                </a:cubicBezTo>
                <a:cubicBezTo>
                  <a:pt x="220778" y="150512"/>
                  <a:pt x="219690" y="146305"/>
                  <a:pt x="219617" y="140357"/>
                </a:cubicBezTo>
                <a:moveTo>
                  <a:pt x="219617" y="133224"/>
                </a:moveTo>
                <a:lnTo>
                  <a:pt x="219617" y="95421"/>
                </a:lnTo>
                <a:cubicBezTo>
                  <a:pt x="208664" y="99753"/>
                  <a:pt x="201592" y="102822"/>
                  <a:pt x="198400" y="104629"/>
                </a:cubicBezTo>
                <a:cubicBezTo>
                  <a:pt x="192670" y="107807"/>
                  <a:pt x="188572" y="111129"/>
                  <a:pt x="186105" y="114594"/>
                </a:cubicBezTo>
                <a:cubicBezTo>
                  <a:pt x="183639" y="118060"/>
                  <a:pt x="182406" y="121851"/>
                  <a:pt x="182406" y="125968"/>
                </a:cubicBezTo>
                <a:cubicBezTo>
                  <a:pt x="182406" y="131168"/>
                  <a:pt x="183966" y="135483"/>
                  <a:pt x="187085" y="138912"/>
                </a:cubicBezTo>
                <a:cubicBezTo>
                  <a:pt x="190204" y="142342"/>
                  <a:pt x="193794" y="144057"/>
                  <a:pt x="197856" y="144057"/>
                </a:cubicBezTo>
                <a:cubicBezTo>
                  <a:pt x="203369" y="144057"/>
                  <a:pt x="210623" y="140446"/>
                  <a:pt x="219617" y="133224"/>
                </a:cubicBezTo>
                <a:close/>
                <a:moveTo>
                  <a:pt x="292581" y="52226"/>
                </a:moveTo>
                <a:lnTo>
                  <a:pt x="292581" y="74640"/>
                </a:lnTo>
                <a:cubicBezTo>
                  <a:pt x="300923" y="59697"/>
                  <a:pt x="309482" y="52226"/>
                  <a:pt x="318259" y="52226"/>
                </a:cubicBezTo>
                <a:cubicBezTo>
                  <a:pt x="322249" y="52226"/>
                  <a:pt x="325549" y="53441"/>
                  <a:pt x="328160" y="55871"/>
                </a:cubicBezTo>
                <a:cubicBezTo>
                  <a:pt x="330772" y="58301"/>
                  <a:pt x="332077" y="61112"/>
                  <a:pt x="332077" y="64303"/>
                </a:cubicBezTo>
                <a:cubicBezTo>
                  <a:pt x="332077" y="67132"/>
                  <a:pt x="331134" y="69526"/>
                  <a:pt x="329248" y="71484"/>
                </a:cubicBezTo>
                <a:cubicBezTo>
                  <a:pt x="327362" y="73443"/>
                  <a:pt x="325114" y="74422"/>
                  <a:pt x="322502" y="74422"/>
                </a:cubicBezTo>
                <a:cubicBezTo>
                  <a:pt x="319964" y="74422"/>
                  <a:pt x="317117" y="73171"/>
                  <a:pt x="313961" y="70668"/>
                </a:cubicBezTo>
                <a:cubicBezTo>
                  <a:pt x="310806" y="68166"/>
                  <a:pt x="308467" y="66915"/>
                  <a:pt x="306943" y="66915"/>
                </a:cubicBezTo>
                <a:cubicBezTo>
                  <a:pt x="305638" y="66915"/>
                  <a:pt x="304223" y="67638"/>
                  <a:pt x="302700" y="69084"/>
                </a:cubicBezTo>
                <a:cubicBezTo>
                  <a:pt x="299436" y="72051"/>
                  <a:pt x="296063" y="76935"/>
                  <a:pt x="292581" y="83735"/>
                </a:cubicBezTo>
                <a:lnTo>
                  <a:pt x="292581" y="131378"/>
                </a:lnTo>
                <a:cubicBezTo>
                  <a:pt x="292581" y="136874"/>
                  <a:pt x="293270" y="141034"/>
                  <a:pt x="294649" y="143856"/>
                </a:cubicBezTo>
                <a:cubicBezTo>
                  <a:pt x="295592" y="145810"/>
                  <a:pt x="297260" y="147439"/>
                  <a:pt x="299654" y="148742"/>
                </a:cubicBezTo>
                <a:cubicBezTo>
                  <a:pt x="302047" y="150043"/>
                  <a:pt x="305493" y="150694"/>
                  <a:pt x="309990" y="150694"/>
                </a:cubicBezTo>
                <a:lnTo>
                  <a:pt x="309990" y="154719"/>
                </a:lnTo>
                <a:lnTo>
                  <a:pt x="258961" y="154719"/>
                </a:lnTo>
                <a:lnTo>
                  <a:pt x="258961" y="150694"/>
                </a:lnTo>
                <a:cubicBezTo>
                  <a:pt x="264038" y="150694"/>
                  <a:pt x="267810" y="149898"/>
                  <a:pt x="270277" y="148307"/>
                </a:cubicBezTo>
                <a:cubicBezTo>
                  <a:pt x="272090" y="147148"/>
                  <a:pt x="273359" y="145302"/>
                  <a:pt x="274085" y="142768"/>
                </a:cubicBezTo>
                <a:cubicBezTo>
                  <a:pt x="274447" y="141537"/>
                  <a:pt x="274629" y="138027"/>
                  <a:pt x="274629" y="132238"/>
                </a:cubicBezTo>
                <a:lnTo>
                  <a:pt x="274629" y="93697"/>
                </a:lnTo>
                <a:cubicBezTo>
                  <a:pt x="274629" y="82116"/>
                  <a:pt x="274393" y="75223"/>
                  <a:pt x="273921" y="73018"/>
                </a:cubicBezTo>
                <a:cubicBezTo>
                  <a:pt x="273450" y="70810"/>
                  <a:pt x="272580" y="69199"/>
                  <a:pt x="271310" y="68186"/>
                </a:cubicBezTo>
                <a:cubicBezTo>
                  <a:pt x="270041" y="67173"/>
                  <a:pt x="268463" y="66666"/>
                  <a:pt x="266577" y="66666"/>
                </a:cubicBezTo>
                <a:cubicBezTo>
                  <a:pt x="264329" y="66666"/>
                  <a:pt x="261790" y="67209"/>
                  <a:pt x="258961" y="68295"/>
                </a:cubicBezTo>
                <a:lnTo>
                  <a:pt x="257873" y="64385"/>
                </a:lnTo>
                <a:lnTo>
                  <a:pt x="288012" y="52226"/>
                </a:lnTo>
                <a:lnTo>
                  <a:pt x="292581" y="52226"/>
                </a:lnTo>
                <a:close/>
                <a:moveTo>
                  <a:pt x="368109" y="73443"/>
                </a:moveTo>
                <a:cubicBezTo>
                  <a:pt x="375362" y="66189"/>
                  <a:pt x="379642" y="62018"/>
                  <a:pt x="380948" y="60930"/>
                </a:cubicBezTo>
                <a:cubicBezTo>
                  <a:pt x="384212" y="58174"/>
                  <a:pt x="387730" y="56034"/>
                  <a:pt x="391502" y="54511"/>
                </a:cubicBezTo>
                <a:cubicBezTo>
                  <a:pt x="395273" y="52988"/>
                  <a:pt x="399009" y="52226"/>
                  <a:pt x="402708" y="52226"/>
                </a:cubicBezTo>
                <a:cubicBezTo>
                  <a:pt x="408946" y="52226"/>
                  <a:pt x="414314" y="54039"/>
                  <a:pt x="418811" y="57666"/>
                </a:cubicBezTo>
                <a:cubicBezTo>
                  <a:pt x="423309" y="61293"/>
                  <a:pt x="426319" y="66552"/>
                  <a:pt x="427842" y="73443"/>
                </a:cubicBezTo>
                <a:cubicBezTo>
                  <a:pt x="435313" y="64738"/>
                  <a:pt x="441624" y="59026"/>
                  <a:pt x="446774" y="56306"/>
                </a:cubicBezTo>
                <a:cubicBezTo>
                  <a:pt x="451924" y="53586"/>
                  <a:pt x="457219" y="52226"/>
                  <a:pt x="462659" y="52226"/>
                </a:cubicBezTo>
                <a:cubicBezTo>
                  <a:pt x="467955" y="52226"/>
                  <a:pt x="472651" y="53584"/>
                  <a:pt x="476750" y="56299"/>
                </a:cubicBezTo>
                <a:cubicBezTo>
                  <a:pt x="480848" y="59013"/>
                  <a:pt x="484094" y="63445"/>
                  <a:pt x="486487" y="69597"/>
                </a:cubicBezTo>
                <a:cubicBezTo>
                  <a:pt x="488083" y="73795"/>
                  <a:pt x="488881" y="80381"/>
                  <a:pt x="488881" y="89355"/>
                </a:cubicBezTo>
                <a:lnTo>
                  <a:pt x="488881" y="132129"/>
                </a:lnTo>
                <a:cubicBezTo>
                  <a:pt x="488881" y="138353"/>
                  <a:pt x="489353" y="142624"/>
                  <a:pt x="490296" y="144941"/>
                </a:cubicBezTo>
                <a:cubicBezTo>
                  <a:pt x="491021" y="146532"/>
                  <a:pt x="492363" y="147889"/>
                  <a:pt x="494321" y="149011"/>
                </a:cubicBezTo>
                <a:cubicBezTo>
                  <a:pt x="496280" y="150133"/>
                  <a:pt x="499471" y="150694"/>
                  <a:pt x="503896" y="150694"/>
                </a:cubicBezTo>
                <a:lnTo>
                  <a:pt x="503896" y="154719"/>
                </a:lnTo>
                <a:lnTo>
                  <a:pt x="454717" y="154719"/>
                </a:lnTo>
                <a:lnTo>
                  <a:pt x="454717" y="150694"/>
                </a:lnTo>
                <a:lnTo>
                  <a:pt x="456784" y="150694"/>
                </a:lnTo>
                <a:cubicBezTo>
                  <a:pt x="461064" y="150694"/>
                  <a:pt x="464400" y="149864"/>
                  <a:pt x="466794" y="148205"/>
                </a:cubicBezTo>
                <a:cubicBezTo>
                  <a:pt x="468462" y="147049"/>
                  <a:pt x="469659" y="145208"/>
                  <a:pt x="470384" y="142683"/>
                </a:cubicBezTo>
                <a:cubicBezTo>
                  <a:pt x="470675" y="141457"/>
                  <a:pt x="470820" y="137957"/>
                  <a:pt x="470820" y="132183"/>
                </a:cubicBezTo>
                <a:lnTo>
                  <a:pt x="470820" y="89532"/>
                </a:lnTo>
                <a:cubicBezTo>
                  <a:pt x="470820" y="81449"/>
                  <a:pt x="469840" y="75748"/>
                  <a:pt x="467882" y="72430"/>
                </a:cubicBezTo>
                <a:cubicBezTo>
                  <a:pt x="465053" y="67810"/>
                  <a:pt x="460520" y="65500"/>
                  <a:pt x="454281" y="65500"/>
                </a:cubicBezTo>
                <a:cubicBezTo>
                  <a:pt x="450437" y="65500"/>
                  <a:pt x="446575" y="66457"/>
                  <a:pt x="442694" y="68370"/>
                </a:cubicBezTo>
                <a:cubicBezTo>
                  <a:pt x="438813" y="70281"/>
                  <a:pt x="434116" y="73835"/>
                  <a:pt x="428604" y="79033"/>
                </a:cubicBezTo>
                <a:lnTo>
                  <a:pt x="428386" y="80223"/>
                </a:lnTo>
                <a:lnTo>
                  <a:pt x="428604" y="84877"/>
                </a:lnTo>
                <a:lnTo>
                  <a:pt x="428604" y="132183"/>
                </a:lnTo>
                <a:cubicBezTo>
                  <a:pt x="428604" y="138968"/>
                  <a:pt x="428985" y="143190"/>
                  <a:pt x="429746" y="144849"/>
                </a:cubicBezTo>
                <a:cubicBezTo>
                  <a:pt x="430508" y="146508"/>
                  <a:pt x="431940" y="147898"/>
                  <a:pt x="434044" y="149017"/>
                </a:cubicBezTo>
                <a:cubicBezTo>
                  <a:pt x="436147" y="150135"/>
                  <a:pt x="439738" y="150694"/>
                  <a:pt x="444816" y="150694"/>
                </a:cubicBezTo>
                <a:lnTo>
                  <a:pt x="444816" y="154719"/>
                </a:lnTo>
                <a:lnTo>
                  <a:pt x="394439" y="154719"/>
                </a:lnTo>
                <a:lnTo>
                  <a:pt x="394439" y="150694"/>
                </a:lnTo>
                <a:cubicBezTo>
                  <a:pt x="399952" y="150694"/>
                  <a:pt x="403742" y="150044"/>
                  <a:pt x="405809" y="148745"/>
                </a:cubicBezTo>
                <a:cubicBezTo>
                  <a:pt x="407877" y="147447"/>
                  <a:pt x="409309" y="145498"/>
                  <a:pt x="410107" y="142901"/>
                </a:cubicBezTo>
                <a:cubicBezTo>
                  <a:pt x="410470" y="141672"/>
                  <a:pt x="410651" y="138100"/>
                  <a:pt x="410651" y="132183"/>
                </a:cubicBezTo>
                <a:lnTo>
                  <a:pt x="410651" y="89532"/>
                </a:lnTo>
                <a:cubicBezTo>
                  <a:pt x="410651" y="81449"/>
                  <a:pt x="409454" y="75639"/>
                  <a:pt x="407061" y="72103"/>
                </a:cubicBezTo>
                <a:cubicBezTo>
                  <a:pt x="403869" y="67483"/>
                  <a:pt x="399408" y="65174"/>
                  <a:pt x="393678" y="65174"/>
                </a:cubicBezTo>
                <a:cubicBezTo>
                  <a:pt x="389761" y="65174"/>
                  <a:pt x="385880" y="66220"/>
                  <a:pt x="382036" y="68312"/>
                </a:cubicBezTo>
                <a:cubicBezTo>
                  <a:pt x="376015" y="71488"/>
                  <a:pt x="371373" y="75060"/>
                  <a:pt x="368109" y="79029"/>
                </a:cubicBezTo>
                <a:lnTo>
                  <a:pt x="368109" y="132183"/>
                </a:lnTo>
                <a:cubicBezTo>
                  <a:pt x="368109" y="138678"/>
                  <a:pt x="368562" y="142899"/>
                  <a:pt x="369469" y="144849"/>
                </a:cubicBezTo>
                <a:cubicBezTo>
                  <a:pt x="370375" y="146796"/>
                  <a:pt x="371717" y="148257"/>
                  <a:pt x="373494" y="149232"/>
                </a:cubicBezTo>
                <a:cubicBezTo>
                  <a:pt x="375272" y="150206"/>
                  <a:pt x="378880" y="150694"/>
                  <a:pt x="384320" y="150694"/>
                </a:cubicBezTo>
                <a:lnTo>
                  <a:pt x="384320" y="154719"/>
                </a:lnTo>
                <a:lnTo>
                  <a:pt x="335032" y="154719"/>
                </a:lnTo>
                <a:lnTo>
                  <a:pt x="335032" y="150694"/>
                </a:lnTo>
                <a:cubicBezTo>
                  <a:pt x="339602" y="150694"/>
                  <a:pt x="342794" y="150205"/>
                  <a:pt x="344607" y="149228"/>
                </a:cubicBezTo>
                <a:cubicBezTo>
                  <a:pt x="346420" y="148251"/>
                  <a:pt x="347799" y="146695"/>
                  <a:pt x="348742" y="144560"/>
                </a:cubicBezTo>
                <a:cubicBezTo>
                  <a:pt x="349684" y="142425"/>
                  <a:pt x="350156" y="138281"/>
                  <a:pt x="350156" y="132129"/>
                </a:cubicBezTo>
                <a:lnTo>
                  <a:pt x="350156" y="94133"/>
                </a:lnTo>
                <a:cubicBezTo>
                  <a:pt x="350156" y="83202"/>
                  <a:pt x="349830" y="76146"/>
                  <a:pt x="349177" y="72963"/>
                </a:cubicBezTo>
                <a:cubicBezTo>
                  <a:pt x="348669" y="70574"/>
                  <a:pt x="347871" y="68927"/>
                  <a:pt x="346783" y="68023"/>
                </a:cubicBezTo>
                <a:cubicBezTo>
                  <a:pt x="345695" y="67119"/>
                  <a:pt x="344208" y="66666"/>
                  <a:pt x="342322" y="66666"/>
                </a:cubicBezTo>
                <a:cubicBezTo>
                  <a:pt x="340291" y="66666"/>
                  <a:pt x="337861" y="67209"/>
                  <a:pt x="335032" y="68295"/>
                </a:cubicBezTo>
                <a:lnTo>
                  <a:pt x="333400" y="64385"/>
                </a:lnTo>
                <a:lnTo>
                  <a:pt x="363430" y="52226"/>
                </a:lnTo>
                <a:lnTo>
                  <a:pt x="368109" y="52226"/>
                </a:lnTo>
                <a:lnTo>
                  <a:pt x="368109" y="73443"/>
                </a:lnTo>
                <a:close/>
                <a:moveTo>
                  <a:pt x="556832" y="52226"/>
                </a:moveTo>
                <a:cubicBezTo>
                  <a:pt x="571920" y="52226"/>
                  <a:pt x="584033" y="57951"/>
                  <a:pt x="593173" y="69400"/>
                </a:cubicBezTo>
                <a:cubicBezTo>
                  <a:pt x="600934" y="79181"/>
                  <a:pt x="604815" y="90413"/>
                  <a:pt x="604815" y="103095"/>
                </a:cubicBezTo>
                <a:cubicBezTo>
                  <a:pt x="604815" y="112008"/>
                  <a:pt x="602675" y="121030"/>
                  <a:pt x="598396" y="130160"/>
                </a:cubicBezTo>
                <a:cubicBezTo>
                  <a:pt x="594116" y="139288"/>
                  <a:pt x="588222" y="146171"/>
                  <a:pt x="580715" y="150809"/>
                </a:cubicBezTo>
                <a:cubicBezTo>
                  <a:pt x="573207" y="155447"/>
                  <a:pt x="564848" y="157766"/>
                  <a:pt x="555636" y="157766"/>
                </a:cubicBezTo>
                <a:cubicBezTo>
                  <a:pt x="540621" y="157766"/>
                  <a:pt x="528688" y="151787"/>
                  <a:pt x="519839" y="139830"/>
                </a:cubicBezTo>
                <a:cubicBezTo>
                  <a:pt x="512368" y="129759"/>
                  <a:pt x="508632" y="118456"/>
                  <a:pt x="508632" y="105921"/>
                </a:cubicBezTo>
                <a:cubicBezTo>
                  <a:pt x="508632" y="96790"/>
                  <a:pt x="510899" y="87714"/>
                  <a:pt x="515432" y="78693"/>
                </a:cubicBezTo>
                <a:cubicBezTo>
                  <a:pt x="519966" y="69671"/>
                  <a:pt x="525932" y="63004"/>
                  <a:pt x="533331" y="58693"/>
                </a:cubicBezTo>
                <a:cubicBezTo>
                  <a:pt x="540729" y="54382"/>
                  <a:pt x="548563" y="52226"/>
                  <a:pt x="556832" y="52226"/>
                </a:cubicBezTo>
                <a:moveTo>
                  <a:pt x="553459" y="59407"/>
                </a:moveTo>
                <a:cubicBezTo>
                  <a:pt x="549615" y="59407"/>
                  <a:pt x="545753" y="60548"/>
                  <a:pt x="541872" y="62831"/>
                </a:cubicBezTo>
                <a:cubicBezTo>
                  <a:pt x="537991" y="65114"/>
                  <a:pt x="534854" y="69117"/>
                  <a:pt x="532460" y="74840"/>
                </a:cubicBezTo>
                <a:cubicBezTo>
                  <a:pt x="530067" y="80564"/>
                  <a:pt x="528870" y="87917"/>
                  <a:pt x="528870" y="96900"/>
                </a:cubicBezTo>
                <a:cubicBezTo>
                  <a:pt x="528870" y="111389"/>
                  <a:pt x="531753" y="123887"/>
                  <a:pt x="537520" y="134393"/>
                </a:cubicBezTo>
                <a:cubicBezTo>
                  <a:pt x="543286" y="144898"/>
                  <a:pt x="550884" y="150150"/>
                  <a:pt x="560314" y="150150"/>
                </a:cubicBezTo>
                <a:cubicBezTo>
                  <a:pt x="567350" y="150150"/>
                  <a:pt x="573153" y="147252"/>
                  <a:pt x="577723" y="141455"/>
                </a:cubicBezTo>
                <a:cubicBezTo>
                  <a:pt x="582293" y="135659"/>
                  <a:pt x="584577" y="125698"/>
                  <a:pt x="584577" y="111572"/>
                </a:cubicBezTo>
                <a:cubicBezTo>
                  <a:pt x="584577" y="93893"/>
                  <a:pt x="580769" y="79982"/>
                  <a:pt x="573153" y="69839"/>
                </a:cubicBezTo>
                <a:cubicBezTo>
                  <a:pt x="568003" y="62884"/>
                  <a:pt x="561438" y="59407"/>
                  <a:pt x="553459" y="59407"/>
                </a:cubicBezTo>
                <a:close/>
                <a:moveTo>
                  <a:pt x="646994" y="73334"/>
                </a:moveTo>
                <a:cubicBezTo>
                  <a:pt x="658673" y="59262"/>
                  <a:pt x="669807" y="52226"/>
                  <a:pt x="680397" y="52226"/>
                </a:cubicBezTo>
                <a:cubicBezTo>
                  <a:pt x="685837" y="52226"/>
                  <a:pt x="690516" y="53584"/>
                  <a:pt x="694433" y="56299"/>
                </a:cubicBezTo>
                <a:cubicBezTo>
                  <a:pt x="698350" y="59013"/>
                  <a:pt x="701469" y="63482"/>
                  <a:pt x="703790" y="69706"/>
                </a:cubicBezTo>
                <a:cubicBezTo>
                  <a:pt x="705386" y="74047"/>
                  <a:pt x="706184" y="80705"/>
                  <a:pt x="706184" y="89682"/>
                </a:cubicBezTo>
                <a:lnTo>
                  <a:pt x="706184" y="132129"/>
                </a:lnTo>
                <a:cubicBezTo>
                  <a:pt x="706184" y="138426"/>
                  <a:pt x="706692" y="142697"/>
                  <a:pt x="707707" y="144941"/>
                </a:cubicBezTo>
                <a:cubicBezTo>
                  <a:pt x="708505" y="146749"/>
                  <a:pt x="709792" y="148161"/>
                  <a:pt x="711570" y="149174"/>
                </a:cubicBezTo>
                <a:cubicBezTo>
                  <a:pt x="713347" y="150187"/>
                  <a:pt x="716629" y="150694"/>
                  <a:pt x="721416" y="150694"/>
                </a:cubicBezTo>
                <a:lnTo>
                  <a:pt x="721416" y="154719"/>
                </a:lnTo>
                <a:lnTo>
                  <a:pt x="672128" y="154719"/>
                </a:lnTo>
                <a:lnTo>
                  <a:pt x="672128" y="150694"/>
                </a:lnTo>
                <a:lnTo>
                  <a:pt x="674195" y="150694"/>
                </a:lnTo>
                <a:cubicBezTo>
                  <a:pt x="678838" y="150694"/>
                  <a:pt x="682084" y="149990"/>
                  <a:pt x="683933" y="148582"/>
                </a:cubicBezTo>
                <a:cubicBezTo>
                  <a:pt x="685783" y="147175"/>
                  <a:pt x="687071" y="145100"/>
                  <a:pt x="687796" y="142360"/>
                </a:cubicBezTo>
                <a:cubicBezTo>
                  <a:pt x="688086" y="141276"/>
                  <a:pt x="688231" y="137884"/>
                  <a:pt x="688231" y="132183"/>
                </a:cubicBezTo>
                <a:lnTo>
                  <a:pt x="688231" y="91589"/>
                </a:lnTo>
                <a:cubicBezTo>
                  <a:pt x="688231" y="82570"/>
                  <a:pt x="687052" y="76021"/>
                  <a:pt x="684695" y="71943"/>
                </a:cubicBezTo>
                <a:cubicBezTo>
                  <a:pt x="682338" y="67865"/>
                  <a:pt x="678366" y="65826"/>
                  <a:pt x="672781" y="65826"/>
                </a:cubicBezTo>
                <a:cubicBezTo>
                  <a:pt x="664149" y="65826"/>
                  <a:pt x="655554" y="70518"/>
                  <a:pt x="646994" y="79900"/>
                </a:cubicBezTo>
                <a:lnTo>
                  <a:pt x="646994" y="132183"/>
                </a:lnTo>
                <a:cubicBezTo>
                  <a:pt x="646994" y="138895"/>
                  <a:pt x="647393" y="143044"/>
                  <a:pt x="648191" y="144631"/>
                </a:cubicBezTo>
                <a:cubicBezTo>
                  <a:pt x="649207" y="146723"/>
                  <a:pt x="650603" y="148257"/>
                  <a:pt x="652380" y="149232"/>
                </a:cubicBezTo>
                <a:cubicBezTo>
                  <a:pt x="654157" y="150206"/>
                  <a:pt x="657766" y="150694"/>
                  <a:pt x="663206" y="150694"/>
                </a:cubicBezTo>
                <a:lnTo>
                  <a:pt x="663206" y="154719"/>
                </a:lnTo>
                <a:lnTo>
                  <a:pt x="613918" y="154719"/>
                </a:lnTo>
                <a:lnTo>
                  <a:pt x="613918" y="150694"/>
                </a:lnTo>
                <a:lnTo>
                  <a:pt x="616094" y="150694"/>
                </a:lnTo>
                <a:cubicBezTo>
                  <a:pt x="621172" y="150694"/>
                  <a:pt x="624599" y="149410"/>
                  <a:pt x="626376" y="146841"/>
                </a:cubicBezTo>
                <a:cubicBezTo>
                  <a:pt x="628153" y="144271"/>
                  <a:pt x="629042" y="139367"/>
                  <a:pt x="629042" y="132129"/>
                </a:cubicBezTo>
                <a:lnTo>
                  <a:pt x="629042" y="95217"/>
                </a:lnTo>
                <a:cubicBezTo>
                  <a:pt x="629042" y="83276"/>
                  <a:pt x="628770" y="76003"/>
                  <a:pt x="628226" y="73399"/>
                </a:cubicBezTo>
                <a:cubicBezTo>
                  <a:pt x="627682" y="70792"/>
                  <a:pt x="626848" y="69018"/>
                  <a:pt x="625723" y="68077"/>
                </a:cubicBezTo>
                <a:cubicBezTo>
                  <a:pt x="624599" y="67137"/>
                  <a:pt x="623094" y="66666"/>
                  <a:pt x="621208" y="66666"/>
                </a:cubicBezTo>
                <a:cubicBezTo>
                  <a:pt x="619177" y="66666"/>
                  <a:pt x="616747" y="67209"/>
                  <a:pt x="613918" y="68295"/>
                </a:cubicBezTo>
                <a:lnTo>
                  <a:pt x="612286" y="64385"/>
                </a:lnTo>
                <a:lnTo>
                  <a:pt x="642316" y="52226"/>
                </a:lnTo>
                <a:lnTo>
                  <a:pt x="646994" y="52226"/>
                </a:lnTo>
                <a:lnTo>
                  <a:pt x="646994" y="73334"/>
                </a:lnTo>
                <a:close/>
                <a:moveTo>
                  <a:pt x="753151" y="0"/>
                </a:moveTo>
                <a:cubicBezTo>
                  <a:pt x="756197" y="0"/>
                  <a:pt x="758790" y="1076"/>
                  <a:pt x="760930" y="3227"/>
                </a:cubicBezTo>
                <a:cubicBezTo>
                  <a:pt x="763070" y="5376"/>
                  <a:pt x="764140" y="7981"/>
                  <a:pt x="764140" y="11044"/>
                </a:cubicBezTo>
                <a:cubicBezTo>
                  <a:pt x="764140" y="14106"/>
                  <a:pt x="763070" y="16731"/>
                  <a:pt x="760930" y="18918"/>
                </a:cubicBezTo>
                <a:cubicBezTo>
                  <a:pt x="758790" y="21103"/>
                  <a:pt x="756197" y="22196"/>
                  <a:pt x="753151" y="22196"/>
                </a:cubicBezTo>
                <a:cubicBezTo>
                  <a:pt x="750104" y="22196"/>
                  <a:pt x="747493" y="21103"/>
                  <a:pt x="745317" y="18918"/>
                </a:cubicBezTo>
                <a:cubicBezTo>
                  <a:pt x="743141" y="16731"/>
                  <a:pt x="742053" y="14106"/>
                  <a:pt x="742053" y="11044"/>
                </a:cubicBezTo>
                <a:cubicBezTo>
                  <a:pt x="742053" y="7981"/>
                  <a:pt x="743122" y="5376"/>
                  <a:pt x="745262" y="3227"/>
                </a:cubicBezTo>
                <a:cubicBezTo>
                  <a:pt x="747402" y="1076"/>
                  <a:pt x="750032" y="0"/>
                  <a:pt x="753151" y="0"/>
                </a:cubicBezTo>
                <a:moveTo>
                  <a:pt x="762181" y="52226"/>
                </a:moveTo>
                <a:lnTo>
                  <a:pt x="762181" y="132129"/>
                </a:lnTo>
                <a:cubicBezTo>
                  <a:pt x="762181" y="138353"/>
                  <a:pt x="762635" y="142497"/>
                  <a:pt x="763541" y="144560"/>
                </a:cubicBezTo>
                <a:cubicBezTo>
                  <a:pt x="764448" y="146623"/>
                  <a:pt x="765790" y="148161"/>
                  <a:pt x="767567" y="149174"/>
                </a:cubicBezTo>
                <a:cubicBezTo>
                  <a:pt x="769344" y="150187"/>
                  <a:pt x="772590" y="150694"/>
                  <a:pt x="777305" y="150694"/>
                </a:cubicBezTo>
                <a:lnTo>
                  <a:pt x="777305" y="154719"/>
                </a:lnTo>
                <a:lnTo>
                  <a:pt x="728887" y="154719"/>
                </a:lnTo>
                <a:lnTo>
                  <a:pt x="728887" y="150694"/>
                </a:lnTo>
                <a:cubicBezTo>
                  <a:pt x="733747" y="150694"/>
                  <a:pt x="737011" y="150223"/>
                  <a:pt x="738680" y="149283"/>
                </a:cubicBezTo>
                <a:cubicBezTo>
                  <a:pt x="740348" y="148342"/>
                  <a:pt x="741672" y="146786"/>
                  <a:pt x="742651" y="144614"/>
                </a:cubicBezTo>
                <a:cubicBezTo>
                  <a:pt x="743630" y="142443"/>
                  <a:pt x="744120" y="138281"/>
                  <a:pt x="744120" y="132129"/>
                </a:cubicBezTo>
                <a:lnTo>
                  <a:pt x="744120" y="93806"/>
                </a:lnTo>
                <a:cubicBezTo>
                  <a:pt x="744120" y="83021"/>
                  <a:pt x="743793" y="76037"/>
                  <a:pt x="743141" y="72855"/>
                </a:cubicBezTo>
                <a:cubicBezTo>
                  <a:pt x="742633" y="70538"/>
                  <a:pt x="741835" y="68927"/>
                  <a:pt x="740747" y="68023"/>
                </a:cubicBezTo>
                <a:cubicBezTo>
                  <a:pt x="739659" y="67119"/>
                  <a:pt x="738172" y="66666"/>
                  <a:pt x="736286" y="66666"/>
                </a:cubicBezTo>
                <a:cubicBezTo>
                  <a:pt x="734255" y="66666"/>
                  <a:pt x="731789" y="67209"/>
                  <a:pt x="728887" y="68295"/>
                </a:cubicBezTo>
                <a:lnTo>
                  <a:pt x="727364" y="64385"/>
                </a:lnTo>
                <a:lnTo>
                  <a:pt x="757394" y="52226"/>
                </a:lnTo>
                <a:lnTo>
                  <a:pt x="762181" y="52226"/>
                </a:lnTo>
                <a:close/>
                <a:moveTo>
                  <a:pt x="875064" y="116856"/>
                </a:moveTo>
                <a:cubicBezTo>
                  <a:pt x="872380" y="129985"/>
                  <a:pt x="867122" y="140085"/>
                  <a:pt x="859288" y="147158"/>
                </a:cubicBezTo>
                <a:cubicBezTo>
                  <a:pt x="851454" y="154230"/>
                  <a:pt x="842786" y="157766"/>
                  <a:pt x="833283" y="157766"/>
                </a:cubicBezTo>
                <a:cubicBezTo>
                  <a:pt x="821968" y="157766"/>
                  <a:pt x="812103" y="153020"/>
                  <a:pt x="803689" y="143530"/>
                </a:cubicBezTo>
                <a:cubicBezTo>
                  <a:pt x="795275" y="134036"/>
                  <a:pt x="791067" y="121210"/>
                  <a:pt x="791067" y="105050"/>
                </a:cubicBezTo>
                <a:cubicBezTo>
                  <a:pt x="791067" y="89398"/>
                  <a:pt x="795728" y="76682"/>
                  <a:pt x="805049" y="66901"/>
                </a:cubicBezTo>
                <a:cubicBezTo>
                  <a:pt x="814370" y="57118"/>
                  <a:pt x="825558" y="52226"/>
                  <a:pt x="838615" y="52226"/>
                </a:cubicBezTo>
                <a:cubicBezTo>
                  <a:pt x="848407" y="52226"/>
                  <a:pt x="856459" y="54811"/>
                  <a:pt x="862769" y="59982"/>
                </a:cubicBezTo>
                <a:cubicBezTo>
                  <a:pt x="869080" y="65150"/>
                  <a:pt x="872235" y="70518"/>
                  <a:pt x="872235" y="76085"/>
                </a:cubicBezTo>
                <a:cubicBezTo>
                  <a:pt x="872235" y="78832"/>
                  <a:pt x="871347" y="81056"/>
                  <a:pt x="869570" y="82756"/>
                </a:cubicBezTo>
                <a:cubicBezTo>
                  <a:pt x="867792" y="84453"/>
                  <a:pt x="865308" y="85302"/>
                  <a:pt x="862117" y="85302"/>
                </a:cubicBezTo>
                <a:cubicBezTo>
                  <a:pt x="857837" y="85302"/>
                  <a:pt x="854609" y="83924"/>
                  <a:pt x="852433" y="81168"/>
                </a:cubicBezTo>
                <a:cubicBezTo>
                  <a:pt x="851200" y="79645"/>
                  <a:pt x="850384" y="76743"/>
                  <a:pt x="849985" y="72464"/>
                </a:cubicBezTo>
                <a:cubicBezTo>
                  <a:pt x="849586" y="68184"/>
                  <a:pt x="848117" y="64920"/>
                  <a:pt x="845578" y="62671"/>
                </a:cubicBezTo>
                <a:cubicBezTo>
                  <a:pt x="843040" y="60495"/>
                  <a:pt x="839522" y="59407"/>
                  <a:pt x="835024" y="59407"/>
                </a:cubicBezTo>
                <a:cubicBezTo>
                  <a:pt x="827771" y="59407"/>
                  <a:pt x="821932" y="62091"/>
                  <a:pt x="817507" y="67459"/>
                </a:cubicBezTo>
                <a:cubicBezTo>
                  <a:pt x="811631" y="74567"/>
                  <a:pt x="808694" y="83960"/>
                  <a:pt x="808694" y="95639"/>
                </a:cubicBezTo>
                <a:cubicBezTo>
                  <a:pt x="808694" y="107535"/>
                  <a:pt x="811613" y="118034"/>
                  <a:pt x="817452" y="127138"/>
                </a:cubicBezTo>
                <a:cubicBezTo>
                  <a:pt x="823292" y="136241"/>
                  <a:pt x="831180" y="140792"/>
                  <a:pt x="841117" y="140792"/>
                </a:cubicBezTo>
                <a:cubicBezTo>
                  <a:pt x="848226" y="140792"/>
                  <a:pt x="854609" y="138363"/>
                  <a:pt x="860267" y="133503"/>
                </a:cubicBezTo>
                <a:cubicBezTo>
                  <a:pt x="864256" y="130166"/>
                  <a:pt x="868137" y="124109"/>
                  <a:pt x="871909" y="115332"/>
                </a:cubicBezTo>
                <a:lnTo>
                  <a:pt x="875064" y="116856"/>
                </a:lnTo>
                <a:close/>
                <a:moveTo>
                  <a:pt x="986669" y="15233"/>
                </a:moveTo>
                <a:lnTo>
                  <a:pt x="986669" y="73552"/>
                </a:lnTo>
                <a:lnTo>
                  <a:pt x="1019093" y="73552"/>
                </a:lnTo>
                <a:cubicBezTo>
                  <a:pt x="1027507" y="73552"/>
                  <a:pt x="1033129" y="72275"/>
                  <a:pt x="1035958" y="69723"/>
                </a:cubicBezTo>
                <a:cubicBezTo>
                  <a:pt x="1039729" y="66370"/>
                  <a:pt x="1041833" y="60466"/>
                  <a:pt x="1042268" y="52008"/>
                </a:cubicBezTo>
                <a:lnTo>
                  <a:pt x="1046294" y="52008"/>
                </a:lnTo>
                <a:lnTo>
                  <a:pt x="1046294" y="103364"/>
                </a:lnTo>
                <a:lnTo>
                  <a:pt x="1042268" y="103364"/>
                </a:lnTo>
                <a:cubicBezTo>
                  <a:pt x="1041253" y="96253"/>
                  <a:pt x="1040237" y="91692"/>
                  <a:pt x="1039222" y="89682"/>
                </a:cubicBezTo>
                <a:cubicBezTo>
                  <a:pt x="1037916" y="87168"/>
                  <a:pt x="1035776" y="85194"/>
                  <a:pt x="1032802" y="83759"/>
                </a:cubicBezTo>
                <a:cubicBezTo>
                  <a:pt x="1029828" y="82322"/>
                  <a:pt x="1025258" y="81603"/>
                  <a:pt x="1019093" y="81603"/>
                </a:cubicBezTo>
                <a:lnTo>
                  <a:pt x="986669" y="81603"/>
                </a:lnTo>
                <a:lnTo>
                  <a:pt x="986669" y="130157"/>
                </a:lnTo>
                <a:cubicBezTo>
                  <a:pt x="986669" y="136674"/>
                  <a:pt x="986959" y="140638"/>
                  <a:pt x="987540" y="142051"/>
                </a:cubicBezTo>
                <a:cubicBezTo>
                  <a:pt x="988120" y="143463"/>
                  <a:pt x="989136" y="144586"/>
                  <a:pt x="990586" y="145420"/>
                </a:cubicBezTo>
                <a:cubicBezTo>
                  <a:pt x="992037" y="146252"/>
                  <a:pt x="994793" y="146668"/>
                  <a:pt x="998855" y="146668"/>
                </a:cubicBezTo>
                <a:lnTo>
                  <a:pt x="1023880" y="146668"/>
                </a:lnTo>
                <a:cubicBezTo>
                  <a:pt x="1032222" y="146668"/>
                  <a:pt x="1038279" y="146088"/>
                  <a:pt x="1042051" y="144927"/>
                </a:cubicBezTo>
                <a:cubicBezTo>
                  <a:pt x="1045822" y="143766"/>
                  <a:pt x="1049449" y="141482"/>
                  <a:pt x="1052931" y="138072"/>
                </a:cubicBezTo>
                <a:cubicBezTo>
                  <a:pt x="1057428" y="133575"/>
                  <a:pt x="1062034" y="126793"/>
                  <a:pt x="1066749" y="117726"/>
                </a:cubicBezTo>
                <a:lnTo>
                  <a:pt x="1071101" y="117726"/>
                </a:lnTo>
                <a:lnTo>
                  <a:pt x="1058371" y="154719"/>
                </a:lnTo>
                <a:lnTo>
                  <a:pt x="944671" y="154719"/>
                </a:lnTo>
                <a:lnTo>
                  <a:pt x="944671" y="150694"/>
                </a:lnTo>
                <a:lnTo>
                  <a:pt x="949894" y="150694"/>
                </a:lnTo>
                <a:cubicBezTo>
                  <a:pt x="953375" y="150694"/>
                  <a:pt x="956676" y="149859"/>
                  <a:pt x="959795" y="148191"/>
                </a:cubicBezTo>
                <a:cubicBezTo>
                  <a:pt x="962116" y="147031"/>
                  <a:pt x="963694" y="145290"/>
                  <a:pt x="964528" y="142969"/>
                </a:cubicBezTo>
                <a:cubicBezTo>
                  <a:pt x="965362" y="140647"/>
                  <a:pt x="965779" y="135896"/>
                  <a:pt x="965779" y="128715"/>
                </a:cubicBezTo>
                <a:lnTo>
                  <a:pt x="965779" y="32859"/>
                </a:lnTo>
                <a:cubicBezTo>
                  <a:pt x="965779" y="23502"/>
                  <a:pt x="964836" y="17735"/>
                  <a:pt x="962950" y="15559"/>
                </a:cubicBezTo>
                <a:cubicBezTo>
                  <a:pt x="960339" y="12658"/>
                  <a:pt x="955987" y="11207"/>
                  <a:pt x="949894" y="11207"/>
                </a:cubicBezTo>
                <a:lnTo>
                  <a:pt x="944671" y="11207"/>
                </a:lnTo>
                <a:lnTo>
                  <a:pt x="944671" y="7181"/>
                </a:lnTo>
                <a:lnTo>
                  <a:pt x="1058371" y="7181"/>
                </a:lnTo>
                <a:lnTo>
                  <a:pt x="1060003" y="39387"/>
                </a:lnTo>
                <a:lnTo>
                  <a:pt x="1055760" y="39387"/>
                </a:lnTo>
                <a:cubicBezTo>
                  <a:pt x="1054237" y="31660"/>
                  <a:pt x="1052550" y="26352"/>
                  <a:pt x="1050701" y="23464"/>
                </a:cubicBezTo>
                <a:cubicBezTo>
                  <a:pt x="1048851" y="20576"/>
                  <a:pt x="1046113" y="18374"/>
                  <a:pt x="1042486" y="16858"/>
                </a:cubicBezTo>
                <a:cubicBezTo>
                  <a:pt x="1039584" y="15774"/>
                  <a:pt x="1034471" y="15233"/>
                  <a:pt x="1027144" y="15233"/>
                </a:cubicBezTo>
                <a:lnTo>
                  <a:pt x="986669" y="15233"/>
                </a:lnTo>
                <a:close/>
                <a:moveTo>
                  <a:pt x="1111149" y="73334"/>
                </a:moveTo>
                <a:cubicBezTo>
                  <a:pt x="1122827" y="59262"/>
                  <a:pt x="1133962" y="52226"/>
                  <a:pt x="1144552" y="52226"/>
                </a:cubicBezTo>
                <a:cubicBezTo>
                  <a:pt x="1149992" y="52226"/>
                  <a:pt x="1154671" y="53584"/>
                  <a:pt x="1158588" y="56299"/>
                </a:cubicBezTo>
                <a:cubicBezTo>
                  <a:pt x="1162505" y="59013"/>
                  <a:pt x="1165624" y="63482"/>
                  <a:pt x="1167945" y="69706"/>
                </a:cubicBezTo>
                <a:cubicBezTo>
                  <a:pt x="1169541" y="74047"/>
                  <a:pt x="1170338" y="80705"/>
                  <a:pt x="1170338" y="89682"/>
                </a:cubicBezTo>
                <a:lnTo>
                  <a:pt x="1170338" y="132129"/>
                </a:lnTo>
                <a:cubicBezTo>
                  <a:pt x="1170338" y="138426"/>
                  <a:pt x="1170846" y="142697"/>
                  <a:pt x="1171862" y="144941"/>
                </a:cubicBezTo>
                <a:cubicBezTo>
                  <a:pt x="1172660" y="146749"/>
                  <a:pt x="1173947" y="148161"/>
                  <a:pt x="1175724" y="149174"/>
                </a:cubicBezTo>
                <a:cubicBezTo>
                  <a:pt x="1177501" y="150187"/>
                  <a:pt x="1180784" y="150694"/>
                  <a:pt x="1185571" y="150694"/>
                </a:cubicBezTo>
                <a:lnTo>
                  <a:pt x="1185571" y="154719"/>
                </a:lnTo>
                <a:lnTo>
                  <a:pt x="1136283" y="154719"/>
                </a:lnTo>
                <a:lnTo>
                  <a:pt x="1136283" y="150694"/>
                </a:lnTo>
                <a:lnTo>
                  <a:pt x="1138350" y="150694"/>
                </a:lnTo>
                <a:cubicBezTo>
                  <a:pt x="1142992" y="150694"/>
                  <a:pt x="1146238" y="149990"/>
                  <a:pt x="1148088" y="148582"/>
                </a:cubicBezTo>
                <a:cubicBezTo>
                  <a:pt x="1149938" y="147175"/>
                  <a:pt x="1151225" y="145100"/>
                  <a:pt x="1151951" y="142360"/>
                </a:cubicBezTo>
                <a:cubicBezTo>
                  <a:pt x="1152241" y="141276"/>
                  <a:pt x="1152386" y="137884"/>
                  <a:pt x="1152386" y="132183"/>
                </a:cubicBezTo>
                <a:lnTo>
                  <a:pt x="1152386" y="91589"/>
                </a:lnTo>
                <a:cubicBezTo>
                  <a:pt x="1152386" y="82570"/>
                  <a:pt x="1151207" y="76021"/>
                  <a:pt x="1148850" y="71943"/>
                </a:cubicBezTo>
                <a:cubicBezTo>
                  <a:pt x="1146492" y="67865"/>
                  <a:pt x="1142521" y="65826"/>
                  <a:pt x="1136936" y="65826"/>
                </a:cubicBezTo>
                <a:cubicBezTo>
                  <a:pt x="1128304" y="65826"/>
                  <a:pt x="1119708" y="70518"/>
                  <a:pt x="1111149" y="79900"/>
                </a:cubicBezTo>
                <a:lnTo>
                  <a:pt x="1111149" y="132183"/>
                </a:lnTo>
                <a:cubicBezTo>
                  <a:pt x="1111149" y="138895"/>
                  <a:pt x="1111548" y="143044"/>
                  <a:pt x="1112346" y="144631"/>
                </a:cubicBezTo>
                <a:cubicBezTo>
                  <a:pt x="1113361" y="146723"/>
                  <a:pt x="1114758" y="148257"/>
                  <a:pt x="1116535" y="149232"/>
                </a:cubicBezTo>
                <a:cubicBezTo>
                  <a:pt x="1118312" y="150206"/>
                  <a:pt x="1121921" y="150694"/>
                  <a:pt x="1127361" y="150694"/>
                </a:cubicBezTo>
                <a:lnTo>
                  <a:pt x="1127361" y="154719"/>
                </a:lnTo>
                <a:lnTo>
                  <a:pt x="1078073" y="154719"/>
                </a:lnTo>
                <a:lnTo>
                  <a:pt x="1078073" y="150694"/>
                </a:lnTo>
                <a:lnTo>
                  <a:pt x="1080249" y="150694"/>
                </a:lnTo>
                <a:cubicBezTo>
                  <a:pt x="1085326" y="150694"/>
                  <a:pt x="1088754" y="149410"/>
                  <a:pt x="1090531" y="146841"/>
                </a:cubicBezTo>
                <a:cubicBezTo>
                  <a:pt x="1092308" y="144271"/>
                  <a:pt x="1093196" y="139367"/>
                  <a:pt x="1093196" y="132129"/>
                </a:cubicBezTo>
                <a:lnTo>
                  <a:pt x="1093196" y="95217"/>
                </a:lnTo>
                <a:cubicBezTo>
                  <a:pt x="1093196" y="83276"/>
                  <a:pt x="1092924" y="76003"/>
                  <a:pt x="1092380" y="73399"/>
                </a:cubicBezTo>
                <a:cubicBezTo>
                  <a:pt x="1091836" y="70792"/>
                  <a:pt x="1091002" y="69018"/>
                  <a:pt x="1089878" y="68077"/>
                </a:cubicBezTo>
                <a:cubicBezTo>
                  <a:pt x="1088754" y="67137"/>
                  <a:pt x="1087248" y="66666"/>
                  <a:pt x="1085362" y="66666"/>
                </a:cubicBezTo>
                <a:cubicBezTo>
                  <a:pt x="1083331" y="66666"/>
                  <a:pt x="1080902" y="67209"/>
                  <a:pt x="1078073" y="68295"/>
                </a:cubicBezTo>
                <a:lnTo>
                  <a:pt x="1076441" y="64385"/>
                </a:lnTo>
                <a:lnTo>
                  <a:pt x="1106470" y="52226"/>
                </a:lnTo>
                <a:lnTo>
                  <a:pt x="1111149" y="52226"/>
                </a:lnTo>
                <a:lnTo>
                  <a:pt x="1111149" y="73334"/>
                </a:lnTo>
                <a:close/>
                <a:moveTo>
                  <a:pt x="1208710" y="92701"/>
                </a:moveTo>
                <a:cubicBezTo>
                  <a:pt x="1208637" y="107464"/>
                  <a:pt x="1212228" y="119044"/>
                  <a:pt x="1219481" y="127440"/>
                </a:cubicBezTo>
                <a:cubicBezTo>
                  <a:pt x="1226735" y="135834"/>
                  <a:pt x="1235258" y="140031"/>
                  <a:pt x="1245050" y="140031"/>
                </a:cubicBezTo>
                <a:cubicBezTo>
                  <a:pt x="1251578" y="140031"/>
                  <a:pt x="1257254" y="138236"/>
                  <a:pt x="1262078" y="134645"/>
                </a:cubicBezTo>
                <a:cubicBezTo>
                  <a:pt x="1266902" y="131055"/>
                  <a:pt x="1270946" y="124907"/>
                  <a:pt x="1274210" y="116203"/>
                </a:cubicBezTo>
                <a:lnTo>
                  <a:pt x="1277583" y="118379"/>
                </a:lnTo>
                <a:cubicBezTo>
                  <a:pt x="1276059" y="128316"/>
                  <a:pt x="1271635" y="137365"/>
                  <a:pt x="1264309" y="145525"/>
                </a:cubicBezTo>
                <a:cubicBezTo>
                  <a:pt x="1256982" y="153686"/>
                  <a:pt x="1247807" y="157766"/>
                  <a:pt x="1236781" y="157766"/>
                </a:cubicBezTo>
                <a:cubicBezTo>
                  <a:pt x="1224813" y="157766"/>
                  <a:pt x="1214567" y="153116"/>
                  <a:pt x="1206044" y="143815"/>
                </a:cubicBezTo>
                <a:cubicBezTo>
                  <a:pt x="1197521" y="134512"/>
                  <a:pt x="1193259" y="122007"/>
                  <a:pt x="1193259" y="106298"/>
                </a:cubicBezTo>
                <a:cubicBezTo>
                  <a:pt x="1193259" y="89288"/>
                  <a:pt x="1197630" y="76025"/>
                  <a:pt x="1206370" y="66506"/>
                </a:cubicBezTo>
                <a:cubicBezTo>
                  <a:pt x="1215111" y="56986"/>
                  <a:pt x="1226082" y="52226"/>
                  <a:pt x="1239284" y="52226"/>
                </a:cubicBezTo>
                <a:cubicBezTo>
                  <a:pt x="1250454" y="52226"/>
                  <a:pt x="1259630" y="55898"/>
                  <a:pt x="1266811" y="63242"/>
                </a:cubicBezTo>
                <a:cubicBezTo>
                  <a:pt x="1273992" y="70584"/>
                  <a:pt x="1277583" y="80404"/>
                  <a:pt x="1277583" y="92701"/>
                </a:cubicBezTo>
                <a:lnTo>
                  <a:pt x="1208710" y="92701"/>
                </a:lnTo>
                <a:moveTo>
                  <a:pt x="1208710" y="86390"/>
                </a:moveTo>
                <a:lnTo>
                  <a:pt x="1254843" y="86390"/>
                </a:lnTo>
                <a:cubicBezTo>
                  <a:pt x="1254480" y="80007"/>
                  <a:pt x="1253718" y="75510"/>
                  <a:pt x="1252558" y="72899"/>
                </a:cubicBezTo>
                <a:cubicBezTo>
                  <a:pt x="1250744" y="68837"/>
                  <a:pt x="1248042" y="65645"/>
                  <a:pt x="1244452" y="63324"/>
                </a:cubicBezTo>
                <a:cubicBezTo>
                  <a:pt x="1240861" y="61003"/>
                  <a:pt x="1237108" y="59842"/>
                  <a:pt x="1233191" y="59842"/>
                </a:cubicBezTo>
                <a:cubicBezTo>
                  <a:pt x="1227170" y="59842"/>
                  <a:pt x="1221784" y="62182"/>
                  <a:pt x="1217033" y="66860"/>
                </a:cubicBezTo>
                <a:cubicBezTo>
                  <a:pt x="1212282" y="71539"/>
                  <a:pt x="1209508" y="78049"/>
                  <a:pt x="1208710" y="86390"/>
                </a:cubicBezTo>
                <a:close/>
                <a:moveTo>
                  <a:pt x="1318491" y="52226"/>
                </a:moveTo>
                <a:lnTo>
                  <a:pt x="1318491" y="74640"/>
                </a:lnTo>
                <a:cubicBezTo>
                  <a:pt x="1326832" y="59697"/>
                  <a:pt x="1335391" y="52226"/>
                  <a:pt x="1344168" y="52226"/>
                </a:cubicBezTo>
                <a:cubicBezTo>
                  <a:pt x="1348158" y="52226"/>
                  <a:pt x="1351458" y="53441"/>
                  <a:pt x="1354069" y="55871"/>
                </a:cubicBezTo>
                <a:cubicBezTo>
                  <a:pt x="1356681" y="58301"/>
                  <a:pt x="1357986" y="61112"/>
                  <a:pt x="1357986" y="64303"/>
                </a:cubicBezTo>
                <a:cubicBezTo>
                  <a:pt x="1357986" y="67132"/>
                  <a:pt x="1357043" y="69526"/>
                  <a:pt x="1355158" y="71484"/>
                </a:cubicBezTo>
                <a:cubicBezTo>
                  <a:pt x="1353272" y="73443"/>
                  <a:pt x="1351023" y="74422"/>
                  <a:pt x="1348412" y="74422"/>
                </a:cubicBezTo>
                <a:cubicBezTo>
                  <a:pt x="1345873" y="74422"/>
                  <a:pt x="1343026" y="73171"/>
                  <a:pt x="1339871" y="70668"/>
                </a:cubicBezTo>
                <a:cubicBezTo>
                  <a:pt x="1336715" y="68166"/>
                  <a:pt x="1334376" y="66915"/>
                  <a:pt x="1332853" y="66915"/>
                </a:cubicBezTo>
                <a:cubicBezTo>
                  <a:pt x="1331547" y="66915"/>
                  <a:pt x="1330133" y="67638"/>
                  <a:pt x="1328609" y="69084"/>
                </a:cubicBezTo>
                <a:cubicBezTo>
                  <a:pt x="1325345" y="72051"/>
                  <a:pt x="1321972" y="76935"/>
                  <a:pt x="1318491" y="83735"/>
                </a:cubicBezTo>
                <a:lnTo>
                  <a:pt x="1318491" y="131378"/>
                </a:lnTo>
                <a:cubicBezTo>
                  <a:pt x="1318491" y="136874"/>
                  <a:pt x="1319180" y="141034"/>
                  <a:pt x="1320558" y="143856"/>
                </a:cubicBezTo>
                <a:cubicBezTo>
                  <a:pt x="1321501" y="145810"/>
                  <a:pt x="1323169" y="147439"/>
                  <a:pt x="1325563" y="148742"/>
                </a:cubicBezTo>
                <a:cubicBezTo>
                  <a:pt x="1327957" y="150043"/>
                  <a:pt x="1331402" y="150694"/>
                  <a:pt x="1335899" y="150694"/>
                </a:cubicBezTo>
                <a:lnTo>
                  <a:pt x="1335899" y="154719"/>
                </a:lnTo>
                <a:lnTo>
                  <a:pt x="1284870" y="154719"/>
                </a:lnTo>
                <a:lnTo>
                  <a:pt x="1284870" y="150694"/>
                </a:lnTo>
                <a:cubicBezTo>
                  <a:pt x="1289948" y="150694"/>
                  <a:pt x="1293720" y="149898"/>
                  <a:pt x="1296186" y="148307"/>
                </a:cubicBezTo>
                <a:cubicBezTo>
                  <a:pt x="1297999" y="147148"/>
                  <a:pt x="1299269" y="145302"/>
                  <a:pt x="1299994" y="142768"/>
                </a:cubicBezTo>
                <a:cubicBezTo>
                  <a:pt x="1300357" y="141537"/>
                  <a:pt x="1300538" y="138027"/>
                  <a:pt x="1300538" y="132238"/>
                </a:cubicBezTo>
                <a:lnTo>
                  <a:pt x="1300538" y="93697"/>
                </a:lnTo>
                <a:cubicBezTo>
                  <a:pt x="1300538" y="82116"/>
                  <a:pt x="1300302" y="75223"/>
                  <a:pt x="1299831" y="73018"/>
                </a:cubicBezTo>
                <a:cubicBezTo>
                  <a:pt x="1299359" y="70810"/>
                  <a:pt x="1298489" y="69199"/>
                  <a:pt x="1297219" y="68186"/>
                </a:cubicBezTo>
                <a:cubicBezTo>
                  <a:pt x="1295950" y="67173"/>
                  <a:pt x="1294372" y="66666"/>
                  <a:pt x="1292486" y="66666"/>
                </a:cubicBezTo>
                <a:cubicBezTo>
                  <a:pt x="1290238" y="66666"/>
                  <a:pt x="1287699" y="67209"/>
                  <a:pt x="1284870" y="68295"/>
                </a:cubicBezTo>
                <a:lnTo>
                  <a:pt x="1283782" y="64385"/>
                </a:lnTo>
                <a:lnTo>
                  <a:pt x="1313921" y="52226"/>
                </a:lnTo>
                <a:lnTo>
                  <a:pt x="1318491" y="52226"/>
                </a:lnTo>
                <a:close/>
                <a:moveTo>
                  <a:pt x="1391081" y="118403"/>
                </a:moveTo>
                <a:cubicBezTo>
                  <a:pt x="1384988" y="115433"/>
                  <a:pt x="1380309" y="111286"/>
                  <a:pt x="1377045" y="105962"/>
                </a:cubicBezTo>
                <a:cubicBezTo>
                  <a:pt x="1373781" y="100637"/>
                  <a:pt x="1372149" y="94750"/>
                  <a:pt x="1372149" y="88301"/>
                </a:cubicBezTo>
                <a:cubicBezTo>
                  <a:pt x="1372149" y="78450"/>
                  <a:pt x="1375866" y="69975"/>
                  <a:pt x="1383301" y="62875"/>
                </a:cubicBezTo>
                <a:cubicBezTo>
                  <a:pt x="1390736" y="55776"/>
                  <a:pt x="1400257" y="52226"/>
                  <a:pt x="1411862" y="52226"/>
                </a:cubicBezTo>
                <a:cubicBezTo>
                  <a:pt x="1421365" y="52226"/>
                  <a:pt x="1429598" y="54547"/>
                  <a:pt x="1436561" y="59189"/>
                </a:cubicBezTo>
                <a:lnTo>
                  <a:pt x="1457669" y="59189"/>
                </a:lnTo>
                <a:cubicBezTo>
                  <a:pt x="1460788" y="59189"/>
                  <a:pt x="1462601" y="59279"/>
                  <a:pt x="1463109" y="59458"/>
                </a:cubicBezTo>
                <a:cubicBezTo>
                  <a:pt x="1463617" y="59637"/>
                  <a:pt x="1463980" y="59942"/>
                  <a:pt x="1464197" y="60373"/>
                </a:cubicBezTo>
                <a:cubicBezTo>
                  <a:pt x="1464632" y="61019"/>
                  <a:pt x="1464850" y="62167"/>
                  <a:pt x="1464850" y="63817"/>
                </a:cubicBezTo>
                <a:cubicBezTo>
                  <a:pt x="1464850" y="65680"/>
                  <a:pt x="1464669" y="66971"/>
                  <a:pt x="1464306" y="67690"/>
                </a:cubicBezTo>
                <a:cubicBezTo>
                  <a:pt x="1464088" y="68048"/>
                  <a:pt x="1463708" y="68335"/>
                  <a:pt x="1463164" y="68550"/>
                </a:cubicBezTo>
                <a:cubicBezTo>
                  <a:pt x="1462620" y="68765"/>
                  <a:pt x="1460788" y="68873"/>
                  <a:pt x="1457669" y="68873"/>
                </a:cubicBezTo>
                <a:lnTo>
                  <a:pt x="1444721" y="68873"/>
                </a:lnTo>
                <a:cubicBezTo>
                  <a:pt x="1448783" y="74107"/>
                  <a:pt x="1450814" y="80794"/>
                  <a:pt x="1450814" y="88934"/>
                </a:cubicBezTo>
                <a:cubicBezTo>
                  <a:pt x="1450814" y="98236"/>
                  <a:pt x="1447260" y="106195"/>
                  <a:pt x="1440152" y="112809"/>
                </a:cubicBezTo>
                <a:cubicBezTo>
                  <a:pt x="1433043" y="119424"/>
                  <a:pt x="1423504" y="122731"/>
                  <a:pt x="1411536" y="122731"/>
                </a:cubicBezTo>
                <a:cubicBezTo>
                  <a:pt x="1406604" y="122731"/>
                  <a:pt x="1401562" y="121991"/>
                  <a:pt x="1396412" y="120511"/>
                </a:cubicBezTo>
                <a:cubicBezTo>
                  <a:pt x="1393221" y="123265"/>
                  <a:pt x="1391063" y="125676"/>
                  <a:pt x="1389938" y="127743"/>
                </a:cubicBezTo>
                <a:cubicBezTo>
                  <a:pt x="1388814" y="129808"/>
                  <a:pt x="1388252" y="131565"/>
                  <a:pt x="1388252" y="133013"/>
                </a:cubicBezTo>
                <a:cubicBezTo>
                  <a:pt x="1388252" y="134246"/>
                  <a:pt x="1388850" y="135443"/>
                  <a:pt x="1390047" y="136604"/>
                </a:cubicBezTo>
                <a:cubicBezTo>
                  <a:pt x="1391244" y="137762"/>
                  <a:pt x="1393583" y="138595"/>
                  <a:pt x="1397065" y="139103"/>
                </a:cubicBezTo>
                <a:cubicBezTo>
                  <a:pt x="1399096" y="139393"/>
                  <a:pt x="1404174" y="139647"/>
                  <a:pt x="1412298" y="139864"/>
                </a:cubicBezTo>
                <a:cubicBezTo>
                  <a:pt x="1427240" y="140225"/>
                  <a:pt x="1436924" y="140731"/>
                  <a:pt x="1441348" y="141384"/>
                </a:cubicBezTo>
                <a:cubicBezTo>
                  <a:pt x="1448094" y="142327"/>
                  <a:pt x="1453480" y="144828"/>
                  <a:pt x="1457506" y="148888"/>
                </a:cubicBezTo>
                <a:cubicBezTo>
                  <a:pt x="1461532" y="152946"/>
                  <a:pt x="1463544" y="157946"/>
                  <a:pt x="1463544" y="163890"/>
                </a:cubicBezTo>
                <a:cubicBezTo>
                  <a:pt x="1463544" y="172079"/>
                  <a:pt x="1459700" y="179762"/>
                  <a:pt x="1452011" y="186939"/>
                </a:cubicBezTo>
                <a:cubicBezTo>
                  <a:pt x="1440696" y="197520"/>
                  <a:pt x="1425934" y="202811"/>
                  <a:pt x="1407728" y="202811"/>
                </a:cubicBezTo>
                <a:cubicBezTo>
                  <a:pt x="1393728" y="202811"/>
                  <a:pt x="1381905" y="199660"/>
                  <a:pt x="1372258" y="193358"/>
                </a:cubicBezTo>
                <a:cubicBezTo>
                  <a:pt x="1366818" y="189736"/>
                  <a:pt x="1364097" y="185969"/>
                  <a:pt x="1364097" y="182056"/>
                </a:cubicBezTo>
                <a:cubicBezTo>
                  <a:pt x="1364097" y="180320"/>
                  <a:pt x="1364496" y="178583"/>
                  <a:pt x="1365294" y="176844"/>
                </a:cubicBezTo>
                <a:cubicBezTo>
                  <a:pt x="1366527" y="174162"/>
                  <a:pt x="1369066" y="170431"/>
                  <a:pt x="1372911" y="165651"/>
                </a:cubicBezTo>
                <a:cubicBezTo>
                  <a:pt x="1373418" y="165000"/>
                  <a:pt x="1377118" y="161089"/>
                  <a:pt x="1384009" y="153917"/>
                </a:cubicBezTo>
                <a:cubicBezTo>
                  <a:pt x="1380237" y="151666"/>
                  <a:pt x="1377571" y="149651"/>
                  <a:pt x="1376012" y="147872"/>
                </a:cubicBezTo>
                <a:cubicBezTo>
                  <a:pt x="1374452" y="146092"/>
                  <a:pt x="1373672" y="144077"/>
                  <a:pt x="1373672" y="141826"/>
                </a:cubicBezTo>
                <a:cubicBezTo>
                  <a:pt x="1373672" y="139283"/>
                  <a:pt x="1374706" y="136304"/>
                  <a:pt x="1376773" y="132891"/>
                </a:cubicBezTo>
                <a:cubicBezTo>
                  <a:pt x="1378840" y="129477"/>
                  <a:pt x="1383610" y="124648"/>
                  <a:pt x="1391081" y="118403"/>
                </a:cubicBezTo>
                <a:moveTo>
                  <a:pt x="1410013" y="57666"/>
                </a:moveTo>
                <a:cubicBezTo>
                  <a:pt x="1404645" y="57666"/>
                  <a:pt x="1400148" y="59795"/>
                  <a:pt x="1396521" y="64052"/>
                </a:cubicBezTo>
                <a:cubicBezTo>
                  <a:pt x="1392894" y="68306"/>
                  <a:pt x="1391081" y="74835"/>
                  <a:pt x="1391081" y="83636"/>
                </a:cubicBezTo>
                <a:cubicBezTo>
                  <a:pt x="1391081" y="95036"/>
                  <a:pt x="1393547" y="103873"/>
                  <a:pt x="1398480" y="110147"/>
                </a:cubicBezTo>
                <a:cubicBezTo>
                  <a:pt x="1402251" y="114910"/>
                  <a:pt x="1407039" y="117291"/>
                  <a:pt x="1412842" y="117291"/>
                </a:cubicBezTo>
                <a:cubicBezTo>
                  <a:pt x="1418354" y="117291"/>
                  <a:pt x="1422888" y="115235"/>
                  <a:pt x="1426442" y="111123"/>
                </a:cubicBezTo>
                <a:cubicBezTo>
                  <a:pt x="1429996" y="107011"/>
                  <a:pt x="1431774" y="100554"/>
                  <a:pt x="1431774" y="91752"/>
                </a:cubicBezTo>
                <a:cubicBezTo>
                  <a:pt x="1431774" y="80283"/>
                  <a:pt x="1429271" y="71301"/>
                  <a:pt x="1424266" y="64806"/>
                </a:cubicBezTo>
                <a:cubicBezTo>
                  <a:pt x="1420567" y="60046"/>
                  <a:pt x="1415816" y="57666"/>
                  <a:pt x="1410013" y="57666"/>
                </a:cubicBezTo>
                <a:moveTo>
                  <a:pt x="1389993" y="154784"/>
                </a:moveTo>
                <a:cubicBezTo>
                  <a:pt x="1386584" y="158477"/>
                  <a:pt x="1384009" y="161915"/>
                  <a:pt x="1382268" y="165100"/>
                </a:cubicBezTo>
                <a:cubicBezTo>
                  <a:pt x="1380527" y="168287"/>
                  <a:pt x="1379656" y="171220"/>
                  <a:pt x="1379656" y="173900"/>
                </a:cubicBezTo>
                <a:cubicBezTo>
                  <a:pt x="1379656" y="177374"/>
                  <a:pt x="1381760" y="180415"/>
                  <a:pt x="1385967" y="183022"/>
                </a:cubicBezTo>
                <a:cubicBezTo>
                  <a:pt x="1393221" y="187510"/>
                  <a:pt x="1403702" y="189754"/>
                  <a:pt x="1417411" y="189754"/>
                </a:cubicBezTo>
                <a:cubicBezTo>
                  <a:pt x="1430468" y="189754"/>
                  <a:pt x="1440097" y="187455"/>
                  <a:pt x="1446299" y="182855"/>
                </a:cubicBezTo>
                <a:cubicBezTo>
                  <a:pt x="1452501" y="178258"/>
                  <a:pt x="1455602" y="173354"/>
                  <a:pt x="1455602" y="168143"/>
                </a:cubicBezTo>
                <a:cubicBezTo>
                  <a:pt x="1455602" y="164378"/>
                  <a:pt x="1453752" y="161699"/>
                  <a:pt x="1450053" y="160105"/>
                </a:cubicBezTo>
                <a:cubicBezTo>
                  <a:pt x="1446281" y="158512"/>
                  <a:pt x="1438810" y="157571"/>
                  <a:pt x="1427639" y="157283"/>
                </a:cubicBezTo>
                <a:cubicBezTo>
                  <a:pt x="1411318" y="156848"/>
                  <a:pt x="1398770" y="156015"/>
                  <a:pt x="1389993" y="154784"/>
                </a:cubicBezTo>
                <a:close/>
                <a:moveTo>
                  <a:pt x="1468622" y="55055"/>
                </a:moveTo>
                <a:lnTo>
                  <a:pt x="1515081" y="55055"/>
                </a:lnTo>
                <a:lnTo>
                  <a:pt x="1515081" y="59081"/>
                </a:lnTo>
                <a:lnTo>
                  <a:pt x="1512797" y="59081"/>
                </a:lnTo>
                <a:cubicBezTo>
                  <a:pt x="1509532" y="59081"/>
                  <a:pt x="1507084" y="59788"/>
                  <a:pt x="1505452" y="61202"/>
                </a:cubicBezTo>
                <a:cubicBezTo>
                  <a:pt x="1503820" y="62617"/>
                  <a:pt x="1503004" y="64376"/>
                  <a:pt x="1503004" y="66479"/>
                </a:cubicBezTo>
                <a:cubicBezTo>
                  <a:pt x="1503004" y="69308"/>
                  <a:pt x="1504201" y="73225"/>
                  <a:pt x="1506595" y="78230"/>
                </a:cubicBezTo>
                <a:lnTo>
                  <a:pt x="1530858" y="128498"/>
                </a:lnTo>
                <a:lnTo>
                  <a:pt x="1553163" y="73443"/>
                </a:lnTo>
                <a:cubicBezTo>
                  <a:pt x="1554396" y="70469"/>
                  <a:pt x="1555013" y="67531"/>
                  <a:pt x="1555013" y="64630"/>
                </a:cubicBezTo>
                <a:cubicBezTo>
                  <a:pt x="1555013" y="63324"/>
                  <a:pt x="1554759" y="62345"/>
                  <a:pt x="1554251" y="61692"/>
                </a:cubicBezTo>
                <a:cubicBezTo>
                  <a:pt x="1553671" y="60894"/>
                  <a:pt x="1552764" y="60259"/>
                  <a:pt x="1551531" y="59788"/>
                </a:cubicBezTo>
                <a:cubicBezTo>
                  <a:pt x="1550298" y="59316"/>
                  <a:pt x="1548122" y="59081"/>
                  <a:pt x="1545003" y="59081"/>
                </a:cubicBezTo>
                <a:lnTo>
                  <a:pt x="1545003" y="55055"/>
                </a:lnTo>
                <a:lnTo>
                  <a:pt x="1577426" y="55055"/>
                </a:lnTo>
                <a:lnTo>
                  <a:pt x="1577426" y="59081"/>
                </a:lnTo>
                <a:cubicBezTo>
                  <a:pt x="1574742" y="59371"/>
                  <a:pt x="1572675" y="59951"/>
                  <a:pt x="1571224" y="60821"/>
                </a:cubicBezTo>
                <a:cubicBezTo>
                  <a:pt x="1569774" y="61692"/>
                  <a:pt x="1568178" y="63324"/>
                  <a:pt x="1566437" y="65718"/>
                </a:cubicBezTo>
                <a:cubicBezTo>
                  <a:pt x="1565784" y="66733"/>
                  <a:pt x="1564551" y="69526"/>
                  <a:pt x="1562738" y="74096"/>
                </a:cubicBezTo>
                <a:lnTo>
                  <a:pt x="1522154" y="173542"/>
                </a:lnTo>
                <a:cubicBezTo>
                  <a:pt x="1518237" y="183190"/>
                  <a:pt x="1513105" y="190480"/>
                  <a:pt x="1506758" y="195412"/>
                </a:cubicBezTo>
                <a:cubicBezTo>
                  <a:pt x="1500411" y="200345"/>
                  <a:pt x="1494300" y="202811"/>
                  <a:pt x="1488424" y="202811"/>
                </a:cubicBezTo>
                <a:cubicBezTo>
                  <a:pt x="1484145" y="202811"/>
                  <a:pt x="1480627" y="201592"/>
                  <a:pt x="1477870" y="199156"/>
                </a:cubicBezTo>
                <a:cubicBezTo>
                  <a:pt x="1475114" y="196719"/>
                  <a:pt x="1473736" y="193924"/>
                  <a:pt x="1473736" y="190771"/>
                </a:cubicBezTo>
                <a:cubicBezTo>
                  <a:pt x="1473736" y="187761"/>
                  <a:pt x="1474733" y="185333"/>
                  <a:pt x="1476728" y="183488"/>
                </a:cubicBezTo>
                <a:cubicBezTo>
                  <a:pt x="1478723" y="181645"/>
                  <a:pt x="1481461" y="180724"/>
                  <a:pt x="1484943" y="180724"/>
                </a:cubicBezTo>
                <a:cubicBezTo>
                  <a:pt x="1487336" y="180724"/>
                  <a:pt x="1490601" y="181521"/>
                  <a:pt x="1494735" y="183117"/>
                </a:cubicBezTo>
                <a:cubicBezTo>
                  <a:pt x="1497637" y="184205"/>
                  <a:pt x="1499450" y="184749"/>
                  <a:pt x="1500175" y="184749"/>
                </a:cubicBezTo>
                <a:cubicBezTo>
                  <a:pt x="1502351" y="184749"/>
                  <a:pt x="1504727" y="183617"/>
                  <a:pt x="1507302" y="181353"/>
                </a:cubicBezTo>
                <a:cubicBezTo>
                  <a:pt x="1509877" y="179090"/>
                  <a:pt x="1512470" y="174711"/>
                  <a:pt x="1515081" y="168214"/>
                </a:cubicBezTo>
                <a:lnTo>
                  <a:pt x="1522154" y="150802"/>
                </a:lnTo>
                <a:lnTo>
                  <a:pt x="1486357" y="75619"/>
                </a:lnTo>
                <a:cubicBezTo>
                  <a:pt x="1485269" y="73370"/>
                  <a:pt x="1483528" y="70578"/>
                  <a:pt x="1481135" y="67241"/>
                </a:cubicBezTo>
                <a:cubicBezTo>
                  <a:pt x="1479321" y="64702"/>
                  <a:pt x="1477834" y="62998"/>
                  <a:pt x="1476674" y="62127"/>
                </a:cubicBezTo>
                <a:cubicBezTo>
                  <a:pt x="1475005" y="60967"/>
                  <a:pt x="1472321" y="59951"/>
                  <a:pt x="1468622" y="59081"/>
                </a:cubicBezTo>
                <a:lnTo>
                  <a:pt x="1468622" y="55055"/>
                </a:lnTo>
                <a:close/>
                <a:moveTo>
                  <a:pt x="1708552" y="150694"/>
                </a:moveTo>
                <a:lnTo>
                  <a:pt x="1708552" y="154719"/>
                </a:lnTo>
                <a:lnTo>
                  <a:pt x="1645336" y="154719"/>
                </a:lnTo>
                <a:lnTo>
                  <a:pt x="1645336" y="150694"/>
                </a:lnTo>
                <a:lnTo>
                  <a:pt x="1650559" y="150694"/>
                </a:lnTo>
                <a:cubicBezTo>
                  <a:pt x="1656652" y="150694"/>
                  <a:pt x="1661077" y="148917"/>
                  <a:pt x="1663833" y="145362"/>
                </a:cubicBezTo>
                <a:cubicBezTo>
                  <a:pt x="1665574" y="143041"/>
                  <a:pt x="1666444" y="137456"/>
                  <a:pt x="1666444" y="128606"/>
                </a:cubicBezTo>
                <a:lnTo>
                  <a:pt x="1666444" y="33294"/>
                </a:lnTo>
                <a:cubicBezTo>
                  <a:pt x="1666444" y="25823"/>
                  <a:pt x="1665973" y="20890"/>
                  <a:pt x="1665030" y="18497"/>
                </a:cubicBezTo>
                <a:cubicBezTo>
                  <a:pt x="1664305" y="16683"/>
                  <a:pt x="1662818" y="15124"/>
                  <a:pt x="1660569" y="13818"/>
                </a:cubicBezTo>
                <a:cubicBezTo>
                  <a:pt x="1657377" y="12077"/>
                  <a:pt x="1654041" y="11207"/>
                  <a:pt x="1650559" y="11207"/>
                </a:cubicBezTo>
                <a:lnTo>
                  <a:pt x="1645336" y="11207"/>
                </a:lnTo>
                <a:lnTo>
                  <a:pt x="1645336" y="7181"/>
                </a:lnTo>
                <a:lnTo>
                  <a:pt x="1708552" y="7181"/>
                </a:lnTo>
                <a:lnTo>
                  <a:pt x="1708552" y="11207"/>
                </a:lnTo>
                <a:lnTo>
                  <a:pt x="1703220" y="11207"/>
                </a:lnTo>
                <a:cubicBezTo>
                  <a:pt x="1697200" y="11207"/>
                  <a:pt x="1692811" y="12984"/>
                  <a:pt x="1690055" y="16538"/>
                </a:cubicBezTo>
                <a:cubicBezTo>
                  <a:pt x="1688242" y="18859"/>
                  <a:pt x="1687335" y="24445"/>
                  <a:pt x="1687335" y="33294"/>
                </a:cubicBezTo>
                <a:lnTo>
                  <a:pt x="1687335" y="128606"/>
                </a:lnTo>
                <a:cubicBezTo>
                  <a:pt x="1687335" y="136078"/>
                  <a:pt x="1687806" y="141010"/>
                  <a:pt x="1688749" y="143404"/>
                </a:cubicBezTo>
                <a:cubicBezTo>
                  <a:pt x="1689475" y="145217"/>
                  <a:pt x="1690998" y="146777"/>
                  <a:pt x="1693319" y="148082"/>
                </a:cubicBezTo>
                <a:cubicBezTo>
                  <a:pt x="1696438" y="149823"/>
                  <a:pt x="1699739" y="150694"/>
                  <a:pt x="1703220" y="150694"/>
                </a:cubicBezTo>
                <a:lnTo>
                  <a:pt x="1708552" y="150694"/>
                </a:lnTo>
                <a:close/>
                <a:moveTo>
                  <a:pt x="1747998" y="73334"/>
                </a:moveTo>
                <a:cubicBezTo>
                  <a:pt x="1759676" y="59262"/>
                  <a:pt x="1770810" y="52226"/>
                  <a:pt x="1781400" y="52226"/>
                </a:cubicBezTo>
                <a:cubicBezTo>
                  <a:pt x="1786841" y="52226"/>
                  <a:pt x="1791519" y="53584"/>
                  <a:pt x="1795436" y="56299"/>
                </a:cubicBezTo>
                <a:cubicBezTo>
                  <a:pt x="1799353" y="59013"/>
                  <a:pt x="1802472" y="63482"/>
                  <a:pt x="1804793" y="69706"/>
                </a:cubicBezTo>
                <a:cubicBezTo>
                  <a:pt x="1806389" y="74047"/>
                  <a:pt x="1807187" y="80705"/>
                  <a:pt x="1807187" y="89682"/>
                </a:cubicBezTo>
                <a:lnTo>
                  <a:pt x="1807187" y="132129"/>
                </a:lnTo>
                <a:cubicBezTo>
                  <a:pt x="1807187" y="138426"/>
                  <a:pt x="1807695" y="142697"/>
                  <a:pt x="1808710" y="144941"/>
                </a:cubicBezTo>
                <a:cubicBezTo>
                  <a:pt x="1809508" y="146749"/>
                  <a:pt x="1810796" y="148161"/>
                  <a:pt x="1812573" y="149174"/>
                </a:cubicBezTo>
                <a:cubicBezTo>
                  <a:pt x="1814350" y="150187"/>
                  <a:pt x="1817632" y="150694"/>
                  <a:pt x="1822419" y="150694"/>
                </a:cubicBezTo>
                <a:lnTo>
                  <a:pt x="1822419" y="154719"/>
                </a:lnTo>
                <a:lnTo>
                  <a:pt x="1773131" y="154719"/>
                </a:lnTo>
                <a:lnTo>
                  <a:pt x="1773131" y="150694"/>
                </a:lnTo>
                <a:lnTo>
                  <a:pt x="1775199" y="150694"/>
                </a:lnTo>
                <a:cubicBezTo>
                  <a:pt x="1779841" y="150694"/>
                  <a:pt x="1783087" y="149990"/>
                  <a:pt x="1784936" y="148582"/>
                </a:cubicBezTo>
                <a:cubicBezTo>
                  <a:pt x="1786786" y="147175"/>
                  <a:pt x="1788074" y="145100"/>
                  <a:pt x="1788799" y="142360"/>
                </a:cubicBezTo>
                <a:cubicBezTo>
                  <a:pt x="1789089" y="141276"/>
                  <a:pt x="1789234" y="137884"/>
                  <a:pt x="1789234" y="132183"/>
                </a:cubicBezTo>
                <a:lnTo>
                  <a:pt x="1789234" y="91589"/>
                </a:lnTo>
                <a:cubicBezTo>
                  <a:pt x="1789234" y="82570"/>
                  <a:pt x="1788056" y="76021"/>
                  <a:pt x="1785698" y="71943"/>
                </a:cubicBezTo>
                <a:cubicBezTo>
                  <a:pt x="1783341" y="67865"/>
                  <a:pt x="1779369" y="65826"/>
                  <a:pt x="1773784" y="65826"/>
                </a:cubicBezTo>
                <a:cubicBezTo>
                  <a:pt x="1765152" y="65826"/>
                  <a:pt x="1756557" y="70518"/>
                  <a:pt x="1747998" y="79900"/>
                </a:cubicBezTo>
                <a:lnTo>
                  <a:pt x="1747998" y="132183"/>
                </a:lnTo>
                <a:cubicBezTo>
                  <a:pt x="1747998" y="138895"/>
                  <a:pt x="1748396" y="143044"/>
                  <a:pt x="1749194" y="144631"/>
                </a:cubicBezTo>
                <a:cubicBezTo>
                  <a:pt x="1750210" y="146723"/>
                  <a:pt x="1751606" y="148257"/>
                  <a:pt x="1753383" y="149232"/>
                </a:cubicBezTo>
                <a:cubicBezTo>
                  <a:pt x="1755160" y="150206"/>
                  <a:pt x="1758769" y="150694"/>
                  <a:pt x="1764209" y="150694"/>
                </a:cubicBezTo>
                <a:lnTo>
                  <a:pt x="1764209" y="154719"/>
                </a:lnTo>
                <a:lnTo>
                  <a:pt x="1714921" y="154719"/>
                </a:lnTo>
                <a:lnTo>
                  <a:pt x="1714921" y="150694"/>
                </a:lnTo>
                <a:lnTo>
                  <a:pt x="1717097" y="150694"/>
                </a:lnTo>
                <a:cubicBezTo>
                  <a:pt x="1722175" y="150694"/>
                  <a:pt x="1725602" y="149410"/>
                  <a:pt x="1727379" y="146841"/>
                </a:cubicBezTo>
                <a:cubicBezTo>
                  <a:pt x="1729156" y="144271"/>
                  <a:pt x="1730045" y="139367"/>
                  <a:pt x="1730045" y="132129"/>
                </a:cubicBezTo>
                <a:lnTo>
                  <a:pt x="1730045" y="95217"/>
                </a:lnTo>
                <a:cubicBezTo>
                  <a:pt x="1730045" y="83276"/>
                  <a:pt x="1729773" y="76003"/>
                  <a:pt x="1729229" y="73399"/>
                </a:cubicBezTo>
                <a:cubicBezTo>
                  <a:pt x="1728685" y="70792"/>
                  <a:pt x="1727851" y="69018"/>
                  <a:pt x="1726726" y="68077"/>
                </a:cubicBezTo>
                <a:cubicBezTo>
                  <a:pt x="1725602" y="67137"/>
                  <a:pt x="1724097" y="66666"/>
                  <a:pt x="1722211" y="66666"/>
                </a:cubicBezTo>
                <a:cubicBezTo>
                  <a:pt x="1720180" y="66666"/>
                  <a:pt x="1717750" y="67209"/>
                  <a:pt x="1714921" y="68295"/>
                </a:cubicBezTo>
                <a:lnTo>
                  <a:pt x="1713289" y="64385"/>
                </a:lnTo>
                <a:lnTo>
                  <a:pt x="1743319" y="52226"/>
                </a:lnTo>
                <a:lnTo>
                  <a:pt x="1747998" y="52226"/>
                </a:lnTo>
                <a:lnTo>
                  <a:pt x="1747998" y="7333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jection">
            <a:extLst xmlns:a="http://schemas.openxmlformats.org/drawingml/2006/main">
              <a:ext uri="{FF2B5EF4-FFF2-40B4-BE49-F238E27FC236}">
                <a16:creationId xmlns:a16="http://schemas.microsoft.com/office/drawing/2014/main" id="{F933A698-27CD-4614-B08A-B8B9F6F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99" y="3719349"/>
            <a:ext cx="622981" cy="202811"/>
          </a:xfrm>
          <a:custGeom xmlns:a="http://schemas.openxmlformats.org/drawingml/2006/main">
            <a:pathLst>
              <a:path w="622981" h="202811">
                <a:moveTo>
                  <a:pt x="49288" y="0"/>
                </a:moveTo>
                <a:cubicBezTo>
                  <a:pt x="52407" y="0"/>
                  <a:pt x="55055" y="1084"/>
                  <a:pt x="57231" y="3251"/>
                </a:cubicBezTo>
                <a:cubicBezTo>
                  <a:pt x="59407" y="5415"/>
                  <a:pt x="60495" y="8049"/>
                  <a:pt x="60495" y="11152"/>
                </a:cubicBezTo>
                <a:cubicBezTo>
                  <a:pt x="60495" y="14183"/>
                  <a:pt x="59407" y="16782"/>
                  <a:pt x="57231" y="18949"/>
                </a:cubicBezTo>
                <a:cubicBezTo>
                  <a:pt x="55055" y="21114"/>
                  <a:pt x="52407" y="22196"/>
                  <a:pt x="49288" y="22196"/>
                </a:cubicBezTo>
                <a:cubicBezTo>
                  <a:pt x="46242" y="22196"/>
                  <a:pt x="43630" y="21114"/>
                  <a:pt x="41454" y="18949"/>
                </a:cubicBezTo>
                <a:cubicBezTo>
                  <a:pt x="39278" y="16782"/>
                  <a:pt x="38190" y="14183"/>
                  <a:pt x="38190" y="11152"/>
                </a:cubicBezTo>
                <a:cubicBezTo>
                  <a:pt x="38190" y="8049"/>
                  <a:pt x="39278" y="5415"/>
                  <a:pt x="41454" y="3251"/>
                </a:cubicBezTo>
                <a:cubicBezTo>
                  <a:pt x="43630" y="1084"/>
                  <a:pt x="46242" y="0"/>
                  <a:pt x="49288" y="0"/>
                </a:cubicBezTo>
                <a:moveTo>
                  <a:pt x="58645" y="52226"/>
                </a:moveTo>
                <a:lnTo>
                  <a:pt x="58645" y="152472"/>
                </a:lnTo>
                <a:cubicBezTo>
                  <a:pt x="58645" y="169504"/>
                  <a:pt x="55019" y="182152"/>
                  <a:pt x="47765" y="190414"/>
                </a:cubicBezTo>
                <a:cubicBezTo>
                  <a:pt x="40511" y="198678"/>
                  <a:pt x="31082" y="202811"/>
                  <a:pt x="19476" y="202811"/>
                </a:cubicBezTo>
                <a:cubicBezTo>
                  <a:pt x="12875" y="202811"/>
                  <a:pt x="7979" y="201614"/>
                  <a:pt x="4787" y="199220"/>
                </a:cubicBezTo>
                <a:cubicBezTo>
                  <a:pt x="1596" y="196827"/>
                  <a:pt x="0" y="194360"/>
                  <a:pt x="0" y="191822"/>
                </a:cubicBezTo>
                <a:cubicBezTo>
                  <a:pt x="0" y="189283"/>
                  <a:pt x="889" y="187107"/>
                  <a:pt x="2666" y="185293"/>
                </a:cubicBezTo>
                <a:cubicBezTo>
                  <a:pt x="4443" y="183480"/>
                  <a:pt x="6528" y="182573"/>
                  <a:pt x="8922" y="182573"/>
                </a:cubicBezTo>
                <a:cubicBezTo>
                  <a:pt x="10808" y="182573"/>
                  <a:pt x="12730" y="183045"/>
                  <a:pt x="14689" y="183988"/>
                </a:cubicBezTo>
                <a:cubicBezTo>
                  <a:pt x="15922" y="184495"/>
                  <a:pt x="18297" y="186327"/>
                  <a:pt x="21815" y="189482"/>
                </a:cubicBezTo>
                <a:cubicBezTo>
                  <a:pt x="25333" y="192638"/>
                  <a:pt x="28289" y="194215"/>
                  <a:pt x="30683" y="194215"/>
                </a:cubicBezTo>
                <a:cubicBezTo>
                  <a:pt x="32424" y="194215"/>
                  <a:pt x="34128" y="193544"/>
                  <a:pt x="35797" y="192202"/>
                </a:cubicBezTo>
                <a:cubicBezTo>
                  <a:pt x="37465" y="190863"/>
                  <a:pt x="38698" y="188616"/>
                  <a:pt x="39496" y="185463"/>
                </a:cubicBezTo>
                <a:cubicBezTo>
                  <a:pt x="40294" y="182310"/>
                  <a:pt x="40693" y="175479"/>
                  <a:pt x="40693" y="164971"/>
                </a:cubicBezTo>
                <a:lnTo>
                  <a:pt x="40693" y="94085"/>
                </a:lnTo>
                <a:cubicBezTo>
                  <a:pt x="40693" y="83139"/>
                  <a:pt x="40366" y="76107"/>
                  <a:pt x="39713" y="72991"/>
                </a:cubicBezTo>
                <a:cubicBezTo>
                  <a:pt x="39206" y="70599"/>
                  <a:pt x="38408" y="68951"/>
                  <a:pt x="37320" y="68047"/>
                </a:cubicBezTo>
                <a:cubicBezTo>
                  <a:pt x="36232" y="67140"/>
                  <a:pt x="34745" y="66687"/>
                  <a:pt x="32859" y="66687"/>
                </a:cubicBezTo>
                <a:cubicBezTo>
                  <a:pt x="30828" y="66687"/>
                  <a:pt x="28362" y="67230"/>
                  <a:pt x="25460" y="68315"/>
                </a:cubicBezTo>
                <a:lnTo>
                  <a:pt x="23937" y="64402"/>
                </a:lnTo>
                <a:lnTo>
                  <a:pt x="53967" y="52226"/>
                </a:lnTo>
                <a:lnTo>
                  <a:pt x="58645" y="52226"/>
                </a:lnTo>
                <a:close/>
                <a:moveTo>
                  <a:pt x="103526" y="92701"/>
                </a:moveTo>
                <a:cubicBezTo>
                  <a:pt x="103453" y="107464"/>
                  <a:pt x="107044" y="119044"/>
                  <a:pt x="114298" y="127440"/>
                </a:cubicBezTo>
                <a:cubicBezTo>
                  <a:pt x="121551" y="135834"/>
                  <a:pt x="130074" y="140031"/>
                  <a:pt x="139867" y="140031"/>
                </a:cubicBezTo>
                <a:cubicBezTo>
                  <a:pt x="146395" y="140031"/>
                  <a:pt x="152071" y="138236"/>
                  <a:pt x="156894" y="134645"/>
                </a:cubicBezTo>
                <a:cubicBezTo>
                  <a:pt x="161718" y="131055"/>
                  <a:pt x="165762" y="124907"/>
                  <a:pt x="169026" y="116203"/>
                </a:cubicBezTo>
                <a:lnTo>
                  <a:pt x="172399" y="118379"/>
                </a:lnTo>
                <a:cubicBezTo>
                  <a:pt x="170876" y="128316"/>
                  <a:pt x="166451" y="137365"/>
                  <a:pt x="159125" y="145525"/>
                </a:cubicBezTo>
                <a:cubicBezTo>
                  <a:pt x="151799" y="153686"/>
                  <a:pt x="142623" y="157766"/>
                  <a:pt x="131597" y="157766"/>
                </a:cubicBezTo>
                <a:cubicBezTo>
                  <a:pt x="119629" y="157766"/>
                  <a:pt x="109383" y="153116"/>
                  <a:pt x="100860" y="143815"/>
                </a:cubicBezTo>
                <a:cubicBezTo>
                  <a:pt x="92337" y="134512"/>
                  <a:pt x="88076" y="122007"/>
                  <a:pt x="88076" y="106298"/>
                </a:cubicBezTo>
                <a:cubicBezTo>
                  <a:pt x="88076" y="89288"/>
                  <a:pt x="92446" y="76025"/>
                  <a:pt x="101187" y="66506"/>
                </a:cubicBezTo>
                <a:cubicBezTo>
                  <a:pt x="109927" y="56986"/>
                  <a:pt x="120898" y="52226"/>
                  <a:pt x="134100" y="52226"/>
                </a:cubicBezTo>
                <a:cubicBezTo>
                  <a:pt x="145270" y="52226"/>
                  <a:pt x="154446" y="55898"/>
                  <a:pt x="161627" y="63242"/>
                </a:cubicBezTo>
                <a:cubicBezTo>
                  <a:pt x="168808" y="70584"/>
                  <a:pt x="172399" y="80404"/>
                  <a:pt x="172399" y="92701"/>
                </a:cubicBezTo>
                <a:lnTo>
                  <a:pt x="103526" y="92701"/>
                </a:lnTo>
                <a:moveTo>
                  <a:pt x="103526" y="86390"/>
                </a:moveTo>
                <a:lnTo>
                  <a:pt x="149659" y="86390"/>
                </a:lnTo>
                <a:cubicBezTo>
                  <a:pt x="149296" y="80007"/>
                  <a:pt x="148535" y="75510"/>
                  <a:pt x="147374" y="72899"/>
                </a:cubicBezTo>
                <a:cubicBezTo>
                  <a:pt x="145561" y="68837"/>
                  <a:pt x="142859" y="65645"/>
                  <a:pt x="139268" y="63324"/>
                </a:cubicBezTo>
                <a:cubicBezTo>
                  <a:pt x="135678" y="61003"/>
                  <a:pt x="131924" y="59842"/>
                  <a:pt x="128007" y="59842"/>
                </a:cubicBezTo>
                <a:cubicBezTo>
                  <a:pt x="121986" y="59842"/>
                  <a:pt x="116601" y="62182"/>
                  <a:pt x="111849" y="66860"/>
                </a:cubicBezTo>
                <a:cubicBezTo>
                  <a:pt x="107098" y="71539"/>
                  <a:pt x="104324" y="78049"/>
                  <a:pt x="103526" y="86390"/>
                </a:cubicBezTo>
                <a:close/>
                <a:moveTo>
                  <a:pt x="268797" y="116856"/>
                </a:moveTo>
                <a:cubicBezTo>
                  <a:pt x="266113" y="129985"/>
                  <a:pt x="260854" y="140085"/>
                  <a:pt x="253020" y="147158"/>
                </a:cubicBezTo>
                <a:cubicBezTo>
                  <a:pt x="245187" y="154230"/>
                  <a:pt x="236518" y="157766"/>
                  <a:pt x="227016" y="157766"/>
                </a:cubicBezTo>
                <a:cubicBezTo>
                  <a:pt x="215701" y="157766"/>
                  <a:pt x="205836" y="153020"/>
                  <a:pt x="197422" y="143530"/>
                </a:cubicBezTo>
                <a:cubicBezTo>
                  <a:pt x="189007" y="134036"/>
                  <a:pt x="184800" y="121210"/>
                  <a:pt x="184800" y="105050"/>
                </a:cubicBezTo>
                <a:cubicBezTo>
                  <a:pt x="184800" y="89398"/>
                  <a:pt x="189461" y="76682"/>
                  <a:pt x="198782" y="66901"/>
                </a:cubicBezTo>
                <a:cubicBezTo>
                  <a:pt x="208102" y="57118"/>
                  <a:pt x="219291" y="52226"/>
                  <a:pt x="232348" y="52226"/>
                </a:cubicBezTo>
                <a:cubicBezTo>
                  <a:pt x="242140" y="52226"/>
                  <a:pt x="250191" y="54811"/>
                  <a:pt x="256502" y="59982"/>
                </a:cubicBezTo>
                <a:cubicBezTo>
                  <a:pt x="262813" y="65150"/>
                  <a:pt x="265968" y="70518"/>
                  <a:pt x="265968" y="76085"/>
                </a:cubicBezTo>
                <a:cubicBezTo>
                  <a:pt x="265968" y="78832"/>
                  <a:pt x="265080" y="81056"/>
                  <a:pt x="263302" y="82756"/>
                </a:cubicBezTo>
                <a:cubicBezTo>
                  <a:pt x="261525" y="84453"/>
                  <a:pt x="259041" y="85302"/>
                  <a:pt x="255849" y="85302"/>
                </a:cubicBezTo>
                <a:cubicBezTo>
                  <a:pt x="251570" y="85302"/>
                  <a:pt x="248342" y="83924"/>
                  <a:pt x="246166" y="81168"/>
                </a:cubicBezTo>
                <a:cubicBezTo>
                  <a:pt x="244933" y="79645"/>
                  <a:pt x="244117" y="76743"/>
                  <a:pt x="243718" y="72464"/>
                </a:cubicBezTo>
                <a:cubicBezTo>
                  <a:pt x="243319" y="68184"/>
                  <a:pt x="241850" y="64920"/>
                  <a:pt x="239311" y="62671"/>
                </a:cubicBezTo>
                <a:cubicBezTo>
                  <a:pt x="236772" y="60495"/>
                  <a:pt x="233254" y="59407"/>
                  <a:pt x="228757" y="59407"/>
                </a:cubicBezTo>
                <a:cubicBezTo>
                  <a:pt x="221503" y="59407"/>
                  <a:pt x="215664" y="62091"/>
                  <a:pt x="211240" y="67459"/>
                </a:cubicBezTo>
                <a:cubicBezTo>
                  <a:pt x="205364" y="74567"/>
                  <a:pt x="202427" y="83960"/>
                  <a:pt x="202427" y="95639"/>
                </a:cubicBezTo>
                <a:cubicBezTo>
                  <a:pt x="202427" y="107535"/>
                  <a:pt x="205346" y="118034"/>
                  <a:pt x="211185" y="127138"/>
                </a:cubicBezTo>
                <a:cubicBezTo>
                  <a:pt x="217024" y="136241"/>
                  <a:pt x="224913" y="140792"/>
                  <a:pt x="234850" y="140792"/>
                </a:cubicBezTo>
                <a:cubicBezTo>
                  <a:pt x="241959" y="140792"/>
                  <a:pt x="248342" y="138363"/>
                  <a:pt x="254000" y="133503"/>
                </a:cubicBezTo>
                <a:cubicBezTo>
                  <a:pt x="257989" y="130166"/>
                  <a:pt x="261870" y="124109"/>
                  <a:pt x="265642" y="115332"/>
                </a:cubicBezTo>
                <a:lnTo>
                  <a:pt x="268797" y="116856"/>
                </a:lnTo>
                <a:close/>
                <a:moveTo>
                  <a:pt x="313363" y="22196"/>
                </a:moveTo>
                <a:lnTo>
                  <a:pt x="313363" y="55055"/>
                </a:lnTo>
                <a:lnTo>
                  <a:pt x="336647" y="55055"/>
                </a:lnTo>
                <a:lnTo>
                  <a:pt x="336647" y="62671"/>
                </a:lnTo>
                <a:lnTo>
                  <a:pt x="313363" y="62671"/>
                </a:lnTo>
                <a:lnTo>
                  <a:pt x="313363" y="127212"/>
                </a:lnTo>
                <a:cubicBezTo>
                  <a:pt x="313363" y="133661"/>
                  <a:pt x="314288" y="138009"/>
                  <a:pt x="316137" y="140255"/>
                </a:cubicBezTo>
                <a:cubicBezTo>
                  <a:pt x="317987" y="142499"/>
                  <a:pt x="320363" y="143621"/>
                  <a:pt x="323264" y="143621"/>
                </a:cubicBezTo>
                <a:cubicBezTo>
                  <a:pt x="325658" y="143621"/>
                  <a:pt x="327979" y="142878"/>
                  <a:pt x="330228" y="141391"/>
                </a:cubicBezTo>
                <a:cubicBezTo>
                  <a:pt x="332476" y="139904"/>
                  <a:pt x="334217" y="137710"/>
                  <a:pt x="335450" y="134808"/>
                </a:cubicBezTo>
                <a:lnTo>
                  <a:pt x="339694" y="134808"/>
                </a:lnTo>
                <a:cubicBezTo>
                  <a:pt x="337155" y="141937"/>
                  <a:pt x="333564" y="147329"/>
                  <a:pt x="328922" y="150983"/>
                </a:cubicBezTo>
                <a:cubicBezTo>
                  <a:pt x="324280" y="154634"/>
                  <a:pt x="319492" y="156460"/>
                  <a:pt x="314560" y="156460"/>
                </a:cubicBezTo>
                <a:cubicBezTo>
                  <a:pt x="311223" y="156460"/>
                  <a:pt x="307959" y="155534"/>
                  <a:pt x="304767" y="153682"/>
                </a:cubicBezTo>
                <a:cubicBezTo>
                  <a:pt x="301576" y="151830"/>
                  <a:pt x="299218" y="149181"/>
                  <a:pt x="297695" y="145733"/>
                </a:cubicBezTo>
                <a:cubicBezTo>
                  <a:pt x="296172" y="142283"/>
                  <a:pt x="295410" y="136963"/>
                  <a:pt x="295410" y="129773"/>
                </a:cubicBezTo>
                <a:lnTo>
                  <a:pt x="295410" y="62671"/>
                </a:lnTo>
                <a:lnTo>
                  <a:pt x="279634" y="62671"/>
                </a:lnTo>
                <a:lnTo>
                  <a:pt x="279634" y="59081"/>
                </a:lnTo>
                <a:cubicBezTo>
                  <a:pt x="283623" y="57480"/>
                  <a:pt x="287703" y="54770"/>
                  <a:pt x="291874" y="50951"/>
                </a:cubicBezTo>
                <a:cubicBezTo>
                  <a:pt x="296045" y="47131"/>
                  <a:pt x="299762" y="42602"/>
                  <a:pt x="303027" y="37364"/>
                </a:cubicBezTo>
                <a:cubicBezTo>
                  <a:pt x="304695" y="34601"/>
                  <a:pt x="307016" y="29545"/>
                  <a:pt x="309990" y="22196"/>
                </a:cubicBezTo>
                <a:lnTo>
                  <a:pt x="313363" y="22196"/>
                </a:lnTo>
                <a:close/>
                <a:moveTo>
                  <a:pt x="372388" y="0"/>
                </a:moveTo>
                <a:cubicBezTo>
                  <a:pt x="375434" y="0"/>
                  <a:pt x="378028" y="1076"/>
                  <a:pt x="380167" y="3227"/>
                </a:cubicBezTo>
                <a:cubicBezTo>
                  <a:pt x="382307" y="5376"/>
                  <a:pt x="383377" y="7981"/>
                  <a:pt x="383377" y="11044"/>
                </a:cubicBezTo>
                <a:cubicBezTo>
                  <a:pt x="383377" y="14106"/>
                  <a:pt x="382307" y="16731"/>
                  <a:pt x="380167" y="18918"/>
                </a:cubicBezTo>
                <a:cubicBezTo>
                  <a:pt x="378028" y="21103"/>
                  <a:pt x="375434" y="22196"/>
                  <a:pt x="372388" y="22196"/>
                </a:cubicBezTo>
                <a:cubicBezTo>
                  <a:pt x="369341" y="22196"/>
                  <a:pt x="366730" y="21103"/>
                  <a:pt x="364554" y="18918"/>
                </a:cubicBezTo>
                <a:cubicBezTo>
                  <a:pt x="362378" y="16731"/>
                  <a:pt x="361290" y="14106"/>
                  <a:pt x="361290" y="11044"/>
                </a:cubicBezTo>
                <a:cubicBezTo>
                  <a:pt x="361290" y="7981"/>
                  <a:pt x="362360" y="5376"/>
                  <a:pt x="364500" y="3227"/>
                </a:cubicBezTo>
                <a:cubicBezTo>
                  <a:pt x="366639" y="1076"/>
                  <a:pt x="369269" y="0"/>
                  <a:pt x="372388" y="0"/>
                </a:cubicBezTo>
                <a:moveTo>
                  <a:pt x="381419" y="52226"/>
                </a:moveTo>
                <a:lnTo>
                  <a:pt x="381419" y="132129"/>
                </a:lnTo>
                <a:cubicBezTo>
                  <a:pt x="381419" y="138353"/>
                  <a:pt x="381872" y="142497"/>
                  <a:pt x="382779" y="144560"/>
                </a:cubicBezTo>
                <a:cubicBezTo>
                  <a:pt x="383685" y="146623"/>
                  <a:pt x="385027" y="148161"/>
                  <a:pt x="386804" y="149174"/>
                </a:cubicBezTo>
                <a:cubicBezTo>
                  <a:pt x="388582" y="150187"/>
                  <a:pt x="391828" y="150694"/>
                  <a:pt x="396542" y="150694"/>
                </a:cubicBezTo>
                <a:lnTo>
                  <a:pt x="396542" y="154719"/>
                </a:lnTo>
                <a:lnTo>
                  <a:pt x="348125" y="154719"/>
                </a:lnTo>
                <a:lnTo>
                  <a:pt x="348125" y="150694"/>
                </a:lnTo>
                <a:cubicBezTo>
                  <a:pt x="352985" y="150694"/>
                  <a:pt x="356249" y="150223"/>
                  <a:pt x="357917" y="149283"/>
                </a:cubicBezTo>
                <a:cubicBezTo>
                  <a:pt x="359585" y="148342"/>
                  <a:pt x="360909" y="146786"/>
                  <a:pt x="361888" y="144614"/>
                </a:cubicBezTo>
                <a:cubicBezTo>
                  <a:pt x="362868" y="142443"/>
                  <a:pt x="363357" y="138281"/>
                  <a:pt x="363357" y="132129"/>
                </a:cubicBezTo>
                <a:lnTo>
                  <a:pt x="363357" y="93806"/>
                </a:lnTo>
                <a:cubicBezTo>
                  <a:pt x="363357" y="83021"/>
                  <a:pt x="363031" y="76037"/>
                  <a:pt x="362378" y="72855"/>
                </a:cubicBezTo>
                <a:cubicBezTo>
                  <a:pt x="361870" y="70538"/>
                  <a:pt x="361072" y="68927"/>
                  <a:pt x="359984" y="68023"/>
                </a:cubicBezTo>
                <a:cubicBezTo>
                  <a:pt x="358896" y="67119"/>
                  <a:pt x="357409" y="66666"/>
                  <a:pt x="355523" y="66666"/>
                </a:cubicBezTo>
                <a:cubicBezTo>
                  <a:pt x="353492" y="66666"/>
                  <a:pt x="351026" y="67209"/>
                  <a:pt x="348125" y="68295"/>
                </a:cubicBezTo>
                <a:lnTo>
                  <a:pt x="346601" y="64385"/>
                </a:lnTo>
                <a:lnTo>
                  <a:pt x="376631" y="52226"/>
                </a:lnTo>
                <a:lnTo>
                  <a:pt x="381419" y="52226"/>
                </a:lnTo>
                <a:close/>
                <a:moveTo>
                  <a:pt x="458397" y="52226"/>
                </a:moveTo>
                <a:cubicBezTo>
                  <a:pt x="473484" y="52226"/>
                  <a:pt x="485598" y="57951"/>
                  <a:pt x="494737" y="69400"/>
                </a:cubicBezTo>
                <a:cubicBezTo>
                  <a:pt x="502499" y="79181"/>
                  <a:pt x="506379" y="90413"/>
                  <a:pt x="506379" y="103095"/>
                </a:cubicBezTo>
                <a:cubicBezTo>
                  <a:pt x="506379" y="112008"/>
                  <a:pt x="504239" y="121030"/>
                  <a:pt x="499960" y="130160"/>
                </a:cubicBezTo>
                <a:cubicBezTo>
                  <a:pt x="495680" y="139288"/>
                  <a:pt x="489787" y="146171"/>
                  <a:pt x="482279" y="150809"/>
                </a:cubicBezTo>
                <a:cubicBezTo>
                  <a:pt x="474772" y="155447"/>
                  <a:pt x="466412" y="157766"/>
                  <a:pt x="457200" y="157766"/>
                </a:cubicBezTo>
                <a:cubicBezTo>
                  <a:pt x="442185" y="157766"/>
                  <a:pt x="430253" y="151787"/>
                  <a:pt x="421403" y="139830"/>
                </a:cubicBezTo>
                <a:cubicBezTo>
                  <a:pt x="413932" y="129759"/>
                  <a:pt x="410197" y="118456"/>
                  <a:pt x="410197" y="105921"/>
                </a:cubicBezTo>
                <a:cubicBezTo>
                  <a:pt x="410197" y="96790"/>
                  <a:pt x="412463" y="87714"/>
                  <a:pt x="416997" y="78693"/>
                </a:cubicBezTo>
                <a:cubicBezTo>
                  <a:pt x="421530" y="69671"/>
                  <a:pt x="427496" y="63004"/>
                  <a:pt x="434895" y="58693"/>
                </a:cubicBezTo>
                <a:cubicBezTo>
                  <a:pt x="442294" y="54382"/>
                  <a:pt x="450128" y="52226"/>
                  <a:pt x="458397" y="52226"/>
                </a:cubicBezTo>
                <a:moveTo>
                  <a:pt x="455024" y="59407"/>
                </a:moveTo>
                <a:cubicBezTo>
                  <a:pt x="451179" y="59407"/>
                  <a:pt x="447317" y="60548"/>
                  <a:pt x="443436" y="62831"/>
                </a:cubicBezTo>
                <a:cubicBezTo>
                  <a:pt x="439555" y="65114"/>
                  <a:pt x="436418" y="69117"/>
                  <a:pt x="434025" y="74840"/>
                </a:cubicBezTo>
                <a:cubicBezTo>
                  <a:pt x="431631" y="80564"/>
                  <a:pt x="430434" y="87917"/>
                  <a:pt x="430434" y="96900"/>
                </a:cubicBezTo>
                <a:cubicBezTo>
                  <a:pt x="430434" y="111389"/>
                  <a:pt x="433317" y="123887"/>
                  <a:pt x="439084" y="134393"/>
                </a:cubicBezTo>
                <a:cubicBezTo>
                  <a:pt x="444851" y="144898"/>
                  <a:pt x="452449" y="150150"/>
                  <a:pt x="461878" y="150150"/>
                </a:cubicBezTo>
                <a:cubicBezTo>
                  <a:pt x="468914" y="150150"/>
                  <a:pt x="474717" y="147252"/>
                  <a:pt x="479287" y="141455"/>
                </a:cubicBezTo>
                <a:cubicBezTo>
                  <a:pt x="483857" y="135659"/>
                  <a:pt x="486142" y="125698"/>
                  <a:pt x="486142" y="111572"/>
                </a:cubicBezTo>
                <a:cubicBezTo>
                  <a:pt x="486142" y="93893"/>
                  <a:pt x="482334" y="79982"/>
                  <a:pt x="474717" y="69839"/>
                </a:cubicBezTo>
                <a:cubicBezTo>
                  <a:pt x="469567" y="62884"/>
                  <a:pt x="463003" y="59407"/>
                  <a:pt x="455024" y="59407"/>
                </a:cubicBezTo>
                <a:close/>
                <a:moveTo>
                  <a:pt x="548559" y="73334"/>
                </a:moveTo>
                <a:cubicBezTo>
                  <a:pt x="560237" y="59262"/>
                  <a:pt x="571371" y="52226"/>
                  <a:pt x="581962" y="52226"/>
                </a:cubicBezTo>
                <a:cubicBezTo>
                  <a:pt x="587402" y="52226"/>
                  <a:pt x="592081" y="53584"/>
                  <a:pt x="595997" y="56299"/>
                </a:cubicBezTo>
                <a:cubicBezTo>
                  <a:pt x="599914" y="59013"/>
                  <a:pt x="603033" y="63482"/>
                  <a:pt x="605355" y="69706"/>
                </a:cubicBezTo>
                <a:cubicBezTo>
                  <a:pt x="606950" y="74047"/>
                  <a:pt x="607748" y="80705"/>
                  <a:pt x="607748" y="89682"/>
                </a:cubicBezTo>
                <a:lnTo>
                  <a:pt x="607748" y="132129"/>
                </a:lnTo>
                <a:cubicBezTo>
                  <a:pt x="607748" y="138426"/>
                  <a:pt x="608256" y="142697"/>
                  <a:pt x="609272" y="144941"/>
                </a:cubicBezTo>
                <a:cubicBezTo>
                  <a:pt x="610069" y="146749"/>
                  <a:pt x="611357" y="148161"/>
                  <a:pt x="613134" y="149174"/>
                </a:cubicBezTo>
                <a:cubicBezTo>
                  <a:pt x="614911" y="150187"/>
                  <a:pt x="618193" y="150694"/>
                  <a:pt x="622981" y="150694"/>
                </a:cubicBezTo>
                <a:lnTo>
                  <a:pt x="622981" y="154719"/>
                </a:lnTo>
                <a:lnTo>
                  <a:pt x="573693" y="154719"/>
                </a:lnTo>
                <a:lnTo>
                  <a:pt x="573693" y="150694"/>
                </a:lnTo>
                <a:lnTo>
                  <a:pt x="575760" y="150694"/>
                </a:lnTo>
                <a:cubicBezTo>
                  <a:pt x="580402" y="150694"/>
                  <a:pt x="583648" y="149990"/>
                  <a:pt x="585498" y="148582"/>
                </a:cubicBezTo>
                <a:cubicBezTo>
                  <a:pt x="587348" y="147175"/>
                  <a:pt x="588635" y="145100"/>
                  <a:pt x="589360" y="142360"/>
                </a:cubicBezTo>
                <a:cubicBezTo>
                  <a:pt x="589651" y="141276"/>
                  <a:pt x="589796" y="137884"/>
                  <a:pt x="589796" y="132183"/>
                </a:cubicBezTo>
                <a:lnTo>
                  <a:pt x="589796" y="91589"/>
                </a:lnTo>
                <a:cubicBezTo>
                  <a:pt x="589796" y="82570"/>
                  <a:pt x="588617" y="76021"/>
                  <a:pt x="586259" y="71943"/>
                </a:cubicBezTo>
                <a:cubicBezTo>
                  <a:pt x="583902" y="67865"/>
                  <a:pt x="579931" y="65826"/>
                  <a:pt x="574345" y="65826"/>
                </a:cubicBezTo>
                <a:cubicBezTo>
                  <a:pt x="565714" y="65826"/>
                  <a:pt x="557118" y="70518"/>
                  <a:pt x="548559" y="79900"/>
                </a:cubicBezTo>
                <a:lnTo>
                  <a:pt x="548559" y="132183"/>
                </a:lnTo>
                <a:cubicBezTo>
                  <a:pt x="548559" y="138895"/>
                  <a:pt x="548958" y="143044"/>
                  <a:pt x="549756" y="144631"/>
                </a:cubicBezTo>
                <a:cubicBezTo>
                  <a:pt x="550771" y="146723"/>
                  <a:pt x="552168" y="148257"/>
                  <a:pt x="553945" y="149232"/>
                </a:cubicBezTo>
                <a:cubicBezTo>
                  <a:pt x="555722" y="150206"/>
                  <a:pt x="559330" y="150694"/>
                  <a:pt x="564771" y="150694"/>
                </a:cubicBezTo>
                <a:lnTo>
                  <a:pt x="564771" y="154719"/>
                </a:lnTo>
                <a:lnTo>
                  <a:pt x="515482" y="154719"/>
                </a:lnTo>
                <a:lnTo>
                  <a:pt x="515482" y="150694"/>
                </a:lnTo>
                <a:lnTo>
                  <a:pt x="517659" y="150694"/>
                </a:lnTo>
                <a:cubicBezTo>
                  <a:pt x="522736" y="150694"/>
                  <a:pt x="526163" y="149410"/>
                  <a:pt x="527941" y="146841"/>
                </a:cubicBezTo>
                <a:cubicBezTo>
                  <a:pt x="529718" y="144271"/>
                  <a:pt x="530606" y="139367"/>
                  <a:pt x="530606" y="132129"/>
                </a:cubicBezTo>
                <a:lnTo>
                  <a:pt x="530606" y="95217"/>
                </a:lnTo>
                <a:cubicBezTo>
                  <a:pt x="530606" y="83276"/>
                  <a:pt x="530334" y="76003"/>
                  <a:pt x="529790" y="73399"/>
                </a:cubicBezTo>
                <a:cubicBezTo>
                  <a:pt x="529246" y="70792"/>
                  <a:pt x="528412" y="69018"/>
                  <a:pt x="527288" y="68077"/>
                </a:cubicBezTo>
                <a:cubicBezTo>
                  <a:pt x="526163" y="67137"/>
                  <a:pt x="524658" y="66666"/>
                  <a:pt x="522772" y="66666"/>
                </a:cubicBezTo>
                <a:cubicBezTo>
                  <a:pt x="520741" y="66666"/>
                  <a:pt x="518311" y="67209"/>
                  <a:pt x="515482" y="68295"/>
                </a:cubicBezTo>
                <a:lnTo>
                  <a:pt x="513850" y="64385"/>
                </a:lnTo>
                <a:lnTo>
                  <a:pt x="543880" y="52226"/>
                </a:lnTo>
                <a:lnTo>
                  <a:pt x="548559" y="52226"/>
                </a:lnTo>
                <a:lnTo>
                  <a:pt x="548559" y="7333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EA738-A76A-4DE0-BFAD-A5C356CE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020" y="4334113"/>
            <a:ext cx="405905" cy="156923"/>
          </a:xfrm>
          <a:custGeom xmlns:a="http://schemas.openxmlformats.org/drawingml/2006/main">
            <a:pathLst>
              <a:path w="405905" h="156923">
                <a:moveTo>
                  <a:pt x="0" y="52308"/>
                </a:moveTo>
                <a:lnTo>
                  <a:pt x="0" y="104615"/>
                </a:lnTo>
                <a:lnTo>
                  <a:pt x="301290" y="104615"/>
                </a:lnTo>
                <a:lnTo>
                  <a:pt x="301290" y="156923"/>
                </a:lnTo>
                <a:lnTo>
                  <a:pt x="405905" y="78462"/>
                </a:lnTo>
                <a:lnTo>
                  <a:pt x="301290" y="0"/>
                </a:lnTo>
                <a:lnTo>
                  <a:pt x="301290" y="52308"/>
                </a:lnTo>
                <a:lnTo>
                  <a:pt x="0" y="5230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D02B9-1402-4C77-9DF8-66756538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855" y="4334113"/>
            <a:ext cx="405646" cy="156923"/>
          </a:xfrm>
          <a:custGeom xmlns:a="http://schemas.openxmlformats.org/drawingml/2006/main">
            <a:pathLst>
              <a:path w="405646" h="156923">
                <a:moveTo>
                  <a:pt x="0" y="52308"/>
                </a:moveTo>
                <a:lnTo>
                  <a:pt x="0" y="104615"/>
                </a:lnTo>
                <a:lnTo>
                  <a:pt x="301031" y="104615"/>
                </a:lnTo>
                <a:lnTo>
                  <a:pt x="301031" y="156923"/>
                </a:lnTo>
                <a:lnTo>
                  <a:pt x="405646" y="78462"/>
                </a:lnTo>
                <a:lnTo>
                  <a:pt x="301031" y="0"/>
                </a:lnTo>
                <a:lnTo>
                  <a:pt x="301031" y="52308"/>
                </a:lnTo>
                <a:lnTo>
                  <a:pt x="0" y="5230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VibrationSignalCalibration">
            <a:extLst xmlns:a="http://schemas.openxmlformats.org/drawingml/2006/main">
              <a:ext uri="{FF2B5EF4-FFF2-40B4-BE49-F238E27FC236}">
                <a16:creationId xmlns:a16="http://schemas.microsoft.com/office/drawing/2014/main" id="{F1029BB8-8655-4CE3-9078-ED36F3A0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31" y="1497708"/>
            <a:ext cx="2873584" cy="210099"/>
          </a:xfrm>
          <a:custGeom xmlns:a="http://schemas.openxmlformats.org/drawingml/2006/main">
            <a:pathLst>
              <a:path w="2873584" h="210099">
                <a:moveTo>
                  <a:pt x="165735" y="3448"/>
                </a:moveTo>
                <a:lnTo>
                  <a:pt x="165735" y="7586"/>
                </a:lnTo>
                <a:cubicBezTo>
                  <a:pt x="160065" y="8505"/>
                  <a:pt x="155007" y="11534"/>
                  <a:pt x="150563" y="16673"/>
                </a:cubicBezTo>
                <a:cubicBezTo>
                  <a:pt x="147345" y="20504"/>
                  <a:pt x="142556" y="29512"/>
                  <a:pt x="136197" y="43696"/>
                </a:cubicBezTo>
                <a:lnTo>
                  <a:pt x="82523" y="162746"/>
                </a:lnTo>
                <a:lnTo>
                  <a:pt x="78730" y="162746"/>
                </a:lnTo>
                <a:lnTo>
                  <a:pt x="25285" y="38894"/>
                </a:lnTo>
                <a:cubicBezTo>
                  <a:pt x="18849" y="23931"/>
                  <a:pt x="14539" y="15145"/>
                  <a:pt x="12355" y="12535"/>
                </a:cubicBezTo>
                <a:cubicBezTo>
                  <a:pt x="10172" y="9925"/>
                  <a:pt x="6053" y="8275"/>
                  <a:pt x="0" y="7586"/>
                </a:cubicBezTo>
                <a:lnTo>
                  <a:pt x="0" y="3448"/>
                </a:lnTo>
                <a:lnTo>
                  <a:pt x="74707" y="3448"/>
                </a:lnTo>
                <a:lnTo>
                  <a:pt x="74707" y="7586"/>
                </a:lnTo>
                <a:lnTo>
                  <a:pt x="72178" y="7586"/>
                </a:lnTo>
                <a:cubicBezTo>
                  <a:pt x="65436" y="7586"/>
                  <a:pt x="60838" y="8434"/>
                  <a:pt x="58386" y="10132"/>
                </a:cubicBezTo>
                <a:cubicBezTo>
                  <a:pt x="56624" y="11289"/>
                  <a:pt x="55743" y="12985"/>
                  <a:pt x="55743" y="15222"/>
                </a:cubicBezTo>
                <a:cubicBezTo>
                  <a:pt x="55743" y="16610"/>
                  <a:pt x="56049" y="18249"/>
                  <a:pt x="56662" y="20139"/>
                </a:cubicBezTo>
                <a:cubicBezTo>
                  <a:pt x="57275" y="22028"/>
                  <a:pt x="59344" y="27078"/>
                  <a:pt x="62869" y="35288"/>
                </a:cubicBezTo>
                <a:lnTo>
                  <a:pt x="96085" y="112786"/>
                </a:lnTo>
                <a:lnTo>
                  <a:pt x="126887" y="43761"/>
                </a:lnTo>
                <a:cubicBezTo>
                  <a:pt x="130565" y="35414"/>
                  <a:pt x="132825" y="29818"/>
                  <a:pt x="133668" y="26974"/>
                </a:cubicBezTo>
                <a:cubicBezTo>
                  <a:pt x="134511" y="24127"/>
                  <a:pt x="134932" y="21702"/>
                  <a:pt x="134932" y="19700"/>
                </a:cubicBezTo>
                <a:cubicBezTo>
                  <a:pt x="134932" y="17395"/>
                  <a:pt x="134319" y="15357"/>
                  <a:pt x="133093" y="13587"/>
                </a:cubicBezTo>
                <a:cubicBezTo>
                  <a:pt x="131867" y="11818"/>
                  <a:pt x="130067" y="10471"/>
                  <a:pt x="127692" y="9547"/>
                </a:cubicBezTo>
                <a:cubicBezTo>
                  <a:pt x="124397" y="8239"/>
                  <a:pt x="120029" y="7586"/>
                  <a:pt x="114589" y="7586"/>
                </a:cubicBezTo>
                <a:lnTo>
                  <a:pt x="114589" y="3448"/>
                </a:lnTo>
                <a:lnTo>
                  <a:pt x="165735" y="3448"/>
                </a:lnTo>
                <a:close/>
                <a:moveTo>
                  <a:pt x="198369" y="0"/>
                </a:moveTo>
                <a:cubicBezTo>
                  <a:pt x="203349" y="0"/>
                  <a:pt x="207563" y="1749"/>
                  <a:pt x="211011" y="5247"/>
                </a:cubicBezTo>
                <a:cubicBezTo>
                  <a:pt x="214459" y="8743"/>
                  <a:pt x="216184" y="12952"/>
                  <a:pt x="216184" y="17872"/>
                </a:cubicBezTo>
                <a:cubicBezTo>
                  <a:pt x="216184" y="22793"/>
                  <a:pt x="214440" y="26983"/>
                  <a:pt x="210954" y="30443"/>
                </a:cubicBezTo>
                <a:cubicBezTo>
                  <a:pt x="207468" y="33901"/>
                  <a:pt x="203273" y="35630"/>
                  <a:pt x="198369" y="35630"/>
                </a:cubicBezTo>
                <a:cubicBezTo>
                  <a:pt x="193465" y="35630"/>
                  <a:pt x="189289" y="33901"/>
                  <a:pt x="185841" y="30443"/>
                </a:cubicBezTo>
                <a:cubicBezTo>
                  <a:pt x="182393" y="26983"/>
                  <a:pt x="180669" y="22793"/>
                  <a:pt x="180669" y="17872"/>
                </a:cubicBezTo>
                <a:cubicBezTo>
                  <a:pt x="180669" y="12952"/>
                  <a:pt x="182393" y="8743"/>
                  <a:pt x="185841" y="5247"/>
                </a:cubicBezTo>
                <a:cubicBezTo>
                  <a:pt x="189289" y="1749"/>
                  <a:pt x="193465" y="0"/>
                  <a:pt x="198369" y="0"/>
                </a:cubicBezTo>
                <a:moveTo>
                  <a:pt x="214459" y="51720"/>
                </a:moveTo>
                <a:lnTo>
                  <a:pt x="214459" y="137001"/>
                </a:lnTo>
                <a:cubicBezTo>
                  <a:pt x="214459" y="144587"/>
                  <a:pt x="215341" y="149433"/>
                  <a:pt x="217103" y="151540"/>
                </a:cubicBezTo>
                <a:cubicBezTo>
                  <a:pt x="218865" y="153647"/>
                  <a:pt x="222313" y="154854"/>
                  <a:pt x="227447" y="155161"/>
                </a:cubicBezTo>
                <a:lnTo>
                  <a:pt x="227447" y="159298"/>
                </a:lnTo>
                <a:lnTo>
                  <a:pt x="169405" y="159298"/>
                </a:lnTo>
                <a:lnTo>
                  <a:pt x="169405" y="155161"/>
                </a:lnTo>
                <a:cubicBezTo>
                  <a:pt x="174156" y="155007"/>
                  <a:pt x="177681" y="153628"/>
                  <a:pt x="179979" y="151023"/>
                </a:cubicBezTo>
                <a:cubicBezTo>
                  <a:pt x="181512" y="149261"/>
                  <a:pt x="182278" y="144587"/>
                  <a:pt x="182278" y="137001"/>
                </a:cubicBezTo>
                <a:lnTo>
                  <a:pt x="182278" y="74247"/>
                </a:lnTo>
                <a:cubicBezTo>
                  <a:pt x="182278" y="66566"/>
                  <a:pt x="181397" y="61658"/>
                  <a:pt x="179635" y="59525"/>
                </a:cubicBezTo>
                <a:cubicBezTo>
                  <a:pt x="177872" y="57392"/>
                  <a:pt x="174463" y="56169"/>
                  <a:pt x="169405" y="55858"/>
                </a:cubicBezTo>
                <a:lnTo>
                  <a:pt x="169405" y="51720"/>
                </a:lnTo>
                <a:lnTo>
                  <a:pt x="214459" y="51720"/>
                </a:lnTo>
                <a:close/>
                <a:moveTo>
                  <a:pt x="279552" y="3448"/>
                </a:moveTo>
                <a:lnTo>
                  <a:pt x="279552" y="62524"/>
                </a:lnTo>
                <a:cubicBezTo>
                  <a:pt x="288593" y="53176"/>
                  <a:pt x="298477" y="48502"/>
                  <a:pt x="309205" y="48502"/>
                </a:cubicBezTo>
                <a:cubicBezTo>
                  <a:pt x="316560" y="48502"/>
                  <a:pt x="323495" y="50669"/>
                  <a:pt x="330008" y="55003"/>
                </a:cubicBezTo>
                <a:cubicBezTo>
                  <a:pt x="336520" y="59337"/>
                  <a:pt x="341616" y="65492"/>
                  <a:pt x="345294" y="73468"/>
                </a:cubicBezTo>
                <a:cubicBezTo>
                  <a:pt x="348972" y="81444"/>
                  <a:pt x="350811" y="90648"/>
                  <a:pt x="350811" y="101081"/>
                </a:cubicBezTo>
                <a:cubicBezTo>
                  <a:pt x="350811" y="112816"/>
                  <a:pt x="348474" y="123477"/>
                  <a:pt x="343800" y="133065"/>
                </a:cubicBezTo>
                <a:cubicBezTo>
                  <a:pt x="339126" y="142652"/>
                  <a:pt x="332881" y="149958"/>
                  <a:pt x="325065" y="154981"/>
                </a:cubicBezTo>
                <a:cubicBezTo>
                  <a:pt x="317250" y="160005"/>
                  <a:pt x="308323" y="162516"/>
                  <a:pt x="298286" y="162516"/>
                </a:cubicBezTo>
                <a:cubicBezTo>
                  <a:pt x="292462" y="162516"/>
                  <a:pt x="287290" y="161597"/>
                  <a:pt x="282770" y="159758"/>
                </a:cubicBezTo>
                <a:cubicBezTo>
                  <a:pt x="278249" y="157919"/>
                  <a:pt x="273805" y="154931"/>
                  <a:pt x="269437" y="150793"/>
                </a:cubicBezTo>
                <a:lnTo>
                  <a:pt x="251623" y="162516"/>
                </a:lnTo>
                <a:lnTo>
                  <a:pt x="247715" y="162516"/>
                </a:lnTo>
                <a:lnTo>
                  <a:pt x="247715" y="25745"/>
                </a:lnTo>
                <a:cubicBezTo>
                  <a:pt x="247715" y="19498"/>
                  <a:pt x="247447" y="15643"/>
                  <a:pt x="246910" y="14180"/>
                </a:cubicBezTo>
                <a:cubicBezTo>
                  <a:pt x="246144" y="12020"/>
                  <a:pt x="244937" y="10419"/>
                  <a:pt x="243290" y="9378"/>
                </a:cubicBezTo>
                <a:cubicBezTo>
                  <a:pt x="241643" y="8336"/>
                  <a:pt x="238865" y="7739"/>
                  <a:pt x="234957" y="7586"/>
                </a:cubicBezTo>
                <a:lnTo>
                  <a:pt x="234957" y="3448"/>
                </a:lnTo>
                <a:lnTo>
                  <a:pt x="279552" y="3448"/>
                </a:lnTo>
                <a:moveTo>
                  <a:pt x="279552" y="72767"/>
                </a:moveTo>
                <a:lnTo>
                  <a:pt x="279552" y="120637"/>
                </a:lnTo>
                <a:cubicBezTo>
                  <a:pt x="279552" y="130380"/>
                  <a:pt x="279781" y="136595"/>
                  <a:pt x="280241" y="139282"/>
                </a:cubicBezTo>
                <a:cubicBezTo>
                  <a:pt x="281007" y="143807"/>
                  <a:pt x="282846" y="147471"/>
                  <a:pt x="285758" y="150272"/>
                </a:cubicBezTo>
                <a:cubicBezTo>
                  <a:pt x="288670" y="153072"/>
                  <a:pt x="292386" y="154471"/>
                  <a:pt x="296907" y="154471"/>
                </a:cubicBezTo>
                <a:cubicBezTo>
                  <a:pt x="300814" y="154471"/>
                  <a:pt x="304167" y="153359"/>
                  <a:pt x="306963" y="151134"/>
                </a:cubicBezTo>
                <a:cubicBezTo>
                  <a:pt x="309760" y="148910"/>
                  <a:pt x="312097" y="144499"/>
                  <a:pt x="313974" y="137903"/>
                </a:cubicBezTo>
                <a:cubicBezTo>
                  <a:pt x="315852" y="131304"/>
                  <a:pt x="316790" y="119411"/>
                  <a:pt x="316790" y="102226"/>
                </a:cubicBezTo>
                <a:cubicBezTo>
                  <a:pt x="316790" y="85731"/>
                  <a:pt x="314721" y="74415"/>
                  <a:pt x="310584" y="68278"/>
                </a:cubicBezTo>
                <a:cubicBezTo>
                  <a:pt x="307595" y="63829"/>
                  <a:pt x="303573" y="61605"/>
                  <a:pt x="298516" y="61605"/>
                </a:cubicBezTo>
                <a:cubicBezTo>
                  <a:pt x="291926" y="61605"/>
                  <a:pt x="285605" y="65326"/>
                  <a:pt x="279552" y="72767"/>
                </a:cubicBezTo>
                <a:close/>
                <a:moveTo>
                  <a:pt x="411766" y="51720"/>
                </a:moveTo>
                <a:lnTo>
                  <a:pt x="411766" y="76086"/>
                </a:lnTo>
                <a:cubicBezTo>
                  <a:pt x="418892" y="64976"/>
                  <a:pt x="425136" y="57601"/>
                  <a:pt x="430500" y="53961"/>
                </a:cubicBezTo>
                <a:cubicBezTo>
                  <a:pt x="435864" y="50322"/>
                  <a:pt x="441036" y="48502"/>
                  <a:pt x="446016" y="48502"/>
                </a:cubicBezTo>
                <a:cubicBezTo>
                  <a:pt x="450307" y="48502"/>
                  <a:pt x="453736" y="49829"/>
                  <a:pt x="456303" y="52482"/>
                </a:cubicBezTo>
                <a:cubicBezTo>
                  <a:pt x="458869" y="55135"/>
                  <a:pt x="460153" y="58883"/>
                  <a:pt x="460153" y="63727"/>
                </a:cubicBezTo>
                <a:cubicBezTo>
                  <a:pt x="460153" y="68880"/>
                  <a:pt x="458908" y="72880"/>
                  <a:pt x="456418" y="75727"/>
                </a:cubicBezTo>
                <a:cubicBezTo>
                  <a:pt x="453927" y="78572"/>
                  <a:pt x="450920" y="79994"/>
                  <a:pt x="447395" y="79994"/>
                </a:cubicBezTo>
                <a:cubicBezTo>
                  <a:pt x="443334" y="79994"/>
                  <a:pt x="439810" y="78691"/>
                  <a:pt x="436821" y="76086"/>
                </a:cubicBezTo>
                <a:cubicBezTo>
                  <a:pt x="433833" y="73481"/>
                  <a:pt x="432071" y="72025"/>
                  <a:pt x="431534" y="71719"/>
                </a:cubicBezTo>
                <a:cubicBezTo>
                  <a:pt x="430768" y="71259"/>
                  <a:pt x="429887" y="71029"/>
                  <a:pt x="428891" y="71029"/>
                </a:cubicBezTo>
                <a:cubicBezTo>
                  <a:pt x="426669" y="71029"/>
                  <a:pt x="424562" y="71872"/>
                  <a:pt x="422570" y="73558"/>
                </a:cubicBezTo>
                <a:cubicBezTo>
                  <a:pt x="419428" y="76163"/>
                  <a:pt x="417053" y="79879"/>
                  <a:pt x="415444" y="84706"/>
                </a:cubicBezTo>
                <a:cubicBezTo>
                  <a:pt x="412992" y="92139"/>
                  <a:pt x="411766" y="100337"/>
                  <a:pt x="411766" y="109302"/>
                </a:cubicBezTo>
                <a:lnTo>
                  <a:pt x="411766" y="134013"/>
                </a:lnTo>
                <a:lnTo>
                  <a:pt x="411881" y="140449"/>
                </a:lnTo>
                <a:cubicBezTo>
                  <a:pt x="411881" y="144817"/>
                  <a:pt x="412149" y="147613"/>
                  <a:pt x="412685" y="148839"/>
                </a:cubicBezTo>
                <a:cubicBezTo>
                  <a:pt x="413605" y="150908"/>
                  <a:pt x="414965" y="152421"/>
                  <a:pt x="416765" y="153379"/>
                </a:cubicBezTo>
                <a:cubicBezTo>
                  <a:pt x="418566" y="154337"/>
                  <a:pt x="421612" y="154931"/>
                  <a:pt x="425903" y="155161"/>
                </a:cubicBezTo>
                <a:lnTo>
                  <a:pt x="425903" y="159298"/>
                </a:lnTo>
                <a:lnTo>
                  <a:pt x="367861" y="159298"/>
                </a:lnTo>
                <a:lnTo>
                  <a:pt x="367861" y="155161"/>
                </a:lnTo>
                <a:cubicBezTo>
                  <a:pt x="372535" y="154778"/>
                  <a:pt x="375696" y="153494"/>
                  <a:pt x="377343" y="151310"/>
                </a:cubicBezTo>
                <a:cubicBezTo>
                  <a:pt x="378990" y="149127"/>
                  <a:pt x="379814" y="143361"/>
                  <a:pt x="379814" y="134013"/>
                </a:cubicBezTo>
                <a:lnTo>
                  <a:pt x="379814" y="74477"/>
                </a:lnTo>
                <a:cubicBezTo>
                  <a:pt x="379814" y="68309"/>
                  <a:pt x="379508" y="64377"/>
                  <a:pt x="378895" y="62682"/>
                </a:cubicBezTo>
                <a:cubicBezTo>
                  <a:pt x="378128" y="60522"/>
                  <a:pt x="377017" y="58942"/>
                  <a:pt x="375562" y="57941"/>
                </a:cubicBezTo>
                <a:cubicBezTo>
                  <a:pt x="374106" y="56938"/>
                  <a:pt x="371539" y="56243"/>
                  <a:pt x="367861" y="55858"/>
                </a:cubicBezTo>
                <a:lnTo>
                  <a:pt x="367861" y="51720"/>
                </a:lnTo>
                <a:lnTo>
                  <a:pt x="411766" y="51720"/>
                </a:lnTo>
                <a:close/>
                <a:moveTo>
                  <a:pt x="530047" y="143437"/>
                </a:moveTo>
                <a:cubicBezTo>
                  <a:pt x="516944" y="155084"/>
                  <a:pt x="505183" y="160907"/>
                  <a:pt x="494762" y="160907"/>
                </a:cubicBezTo>
                <a:cubicBezTo>
                  <a:pt x="488632" y="160907"/>
                  <a:pt x="483537" y="158890"/>
                  <a:pt x="479476" y="154855"/>
                </a:cubicBezTo>
                <a:cubicBezTo>
                  <a:pt x="475415" y="150818"/>
                  <a:pt x="473384" y="145764"/>
                  <a:pt x="473384" y="139691"/>
                </a:cubicBezTo>
                <a:cubicBezTo>
                  <a:pt x="473384" y="131464"/>
                  <a:pt x="476909" y="124064"/>
                  <a:pt x="483958" y="117491"/>
                </a:cubicBezTo>
                <a:cubicBezTo>
                  <a:pt x="491008" y="110918"/>
                  <a:pt x="506370" y="102174"/>
                  <a:pt x="530047" y="91257"/>
                </a:cubicBezTo>
                <a:lnTo>
                  <a:pt x="530047" y="80454"/>
                </a:lnTo>
                <a:cubicBezTo>
                  <a:pt x="530047" y="72332"/>
                  <a:pt x="529606" y="67217"/>
                  <a:pt x="528725" y="65110"/>
                </a:cubicBezTo>
                <a:cubicBezTo>
                  <a:pt x="527844" y="63003"/>
                  <a:pt x="526177" y="61164"/>
                  <a:pt x="523725" y="59593"/>
                </a:cubicBezTo>
                <a:cubicBezTo>
                  <a:pt x="521274" y="58022"/>
                  <a:pt x="518515" y="57237"/>
                  <a:pt x="515450" y="57237"/>
                </a:cubicBezTo>
                <a:cubicBezTo>
                  <a:pt x="510470" y="57237"/>
                  <a:pt x="506370" y="58348"/>
                  <a:pt x="503152" y="60570"/>
                </a:cubicBezTo>
                <a:cubicBezTo>
                  <a:pt x="501160" y="61949"/>
                  <a:pt x="500164" y="63558"/>
                  <a:pt x="500164" y="65397"/>
                </a:cubicBezTo>
                <a:cubicBezTo>
                  <a:pt x="500164" y="67006"/>
                  <a:pt x="501237" y="68999"/>
                  <a:pt x="503382" y="71374"/>
                </a:cubicBezTo>
                <a:cubicBezTo>
                  <a:pt x="506294" y="74669"/>
                  <a:pt x="507750" y="77849"/>
                  <a:pt x="507750" y="80913"/>
                </a:cubicBezTo>
                <a:cubicBezTo>
                  <a:pt x="507750" y="84668"/>
                  <a:pt x="506351" y="87867"/>
                  <a:pt x="503555" y="90510"/>
                </a:cubicBezTo>
                <a:cubicBezTo>
                  <a:pt x="500758" y="93154"/>
                  <a:pt x="497099" y="94476"/>
                  <a:pt x="492578" y="94476"/>
                </a:cubicBezTo>
                <a:cubicBezTo>
                  <a:pt x="487751" y="94476"/>
                  <a:pt x="483709" y="93020"/>
                  <a:pt x="480453" y="90108"/>
                </a:cubicBezTo>
                <a:cubicBezTo>
                  <a:pt x="477196" y="87196"/>
                  <a:pt x="475568" y="83787"/>
                  <a:pt x="475568" y="79879"/>
                </a:cubicBezTo>
                <a:cubicBezTo>
                  <a:pt x="475568" y="74362"/>
                  <a:pt x="477752" y="69094"/>
                  <a:pt x="482119" y="64076"/>
                </a:cubicBezTo>
                <a:cubicBezTo>
                  <a:pt x="486487" y="59057"/>
                  <a:pt x="492578" y="55207"/>
                  <a:pt x="500394" y="52525"/>
                </a:cubicBezTo>
                <a:cubicBezTo>
                  <a:pt x="508209" y="49843"/>
                  <a:pt x="516331" y="48502"/>
                  <a:pt x="524760" y="48502"/>
                </a:cubicBezTo>
                <a:cubicBezTo>
                  <a:pt x="534951" y="48502"/>
                  <a:pt x="543015" y="50673"/>
                  <a:pt x="548953" y="55014"/>
                </a:cubicBezTo>
                <a:cubicBezTo>
                  <a:pt x="554892" y="59353"/>
                  <a:pt x="558742" y="64056"/>
                  <a:pt x="560504" y="69126"/>
                </a:cubicBezTo>
                <a:cubicBezTo>
                  <a:pt x="561577" y="72351"/>
                  <a:pt x="562113" y="79762"/>
                  <a:pt x="562113" y="91358"/>
                </a:cubicBezTo>
                <a:lnTo>
                  <a:pt x="562113" y="133176"/>
                </a:lnTo>
                <a:cubicBezTo>
                  <a:pt x="562113" y="138092"/>
                  <a:pt x="562305" y="141184"/>
                  <a:pt x="562688" y="142453"/>
                </a:cubicBezTo>
                <a:cubicBezTo>
                  <a:pt x="563071" y="143720"/>
                  <a:pt x="563646" y="144661"/>
                  <a:pt x="564412" y="145276"/>
                </a:cubicBezTo>
                <a:cubicBezTo>
                  <a:pt x="565178" y="145889"/>
                  <a:pt x="566059" y="146196"/>
                  <a:pt x="567055" y="146196"/>
                </a:cubicBezTo>
                <a:cubicBezTo>
                  <a:pt x="569048" y="146196"/>
                  <a:pt x="571078" y="144778"/>
                  <a:pt x="573147" y="141943"/>
                </a:cubicBezTo>
                <a:lnTo>
                  <a:pt x="576595" y="144702"/>
                </a:lnTo>
                <a:cubicBezTo>
                  <a:pt x="572764" y="150372"/>
                  <a:pt x="568799" y="154490"/>
                  <a:pt x="564699" y="157057"/>
                </a:cubicBezTo>
                <a:cubicBezTo>
                  <a:pt x="560600" y="159624"/>
                  <a:pt x="555945" y="160907"/>
                  <a:pt x="550735" y="160907"/>
                </a:cubicBezTo>
                <a:cubicBezTo>
                  <a:pt x="544605" y="160907"/>
                  <a:pt x="539816" y="159461"/>
                  <a:pt x="536368" y="156569"/>
                </a:cubicBezTo>
                <a:cubicBezTo>
                  <a:pt x="532920" y="153676"/>
                  <a:pt x="530813" y="149299"/>
                  <a:pt x="530047" y="143437"/>
                </a:cubicBezTo>
                <a:moveTo>
                  <a:pt x="530047" y="134932"/>
                </a:moveTo>
                <a:lnTo>
                  <a:pt x="530047" y="98980"/>
                </a:lnTo>
                <a:cubicBezTo>
                  <a:pt x="520775" y="104446"/>
                  <a:pt x="513879" y="110298"/>
                  <a:pt x="509359" y="116536"/>
                </a:cubicBezTo>
                <a:cubicBezTo>
                  <a:pt x="506370" y="120693"/>
                  <a:pt x="504876" y="124889"/>
                  <a:pt x="504876" y="129125"/>
                </a:cubicBezTo>
                <a:cubicBezTo>
                  <a:pt x="504876" y="132666"/>
                  <a:pt x="506141" y="135785"/>
                  <a:pt x="508669" y="138481"/>
                </a:cubicBezTo>
                <a:cubicBezTo>
                  <a:pt x="510585" y="140559"/>
                  <a:pt x="513266" y="141599"/>
                  <a:pt x="516714" y="141599"/>
                </a:cubicBezTo>
                <a:cubicBezTo>
                  <a:pt x="520546" y="141599"/>
                  <a:pt x="524990" y="139376"/>
                  <a:pt x="530047" y="134932"/>
                </a:cubicBezTo>
                <a:close/>
                <a:moveTo>
                  <a:pt x="629426" y="12183"/>
                </a:moveTo>
                <a:lnTo>
                  <a:pt x="629426" y="51720"/>
                </a:lnTo>
                <a:lnTo>
                  <a:pt x="654941" y="51720"/>
                </a:lnTo>
                <a:lnTo>
                  <a:pt x="654941" y="62984"/>
                </a:lnTo>
                <a:lnTo>
                  <a:pt x="629426" y="62984"/>
                </a:lnTo>
                <a:lnTo>
                  <a:pt x="629426" y="129480"/>
                </a:lnTo>
                <a:cubicBezTo>
                  <a:pt x="629426" y="135703"/>
                  <a:pt x="629713" y="139718"/>
                  <a:pt x="630288" y="141523"/>
                </a:cubicBezTo>
                <a:cubicBezTo>
                  <a:pt x="630863" y="143329"/>
                  <a:pt x="631878" y="144789"/>
                  <a:pt x="633334" y="145905"/>
                </a:cubicBezTo>
                <a:cubicBezTo>
                  <a:pt x="634790" y="147018"/>
                  <a:pt x="636131" y="147575"/>
                  <a:pt x="637357" y="147575"/>
                </a:cubicBezTo>
                <a:cubicBezTo>
                  <a:pt x="642337" y="147575"/>
                  <a:pt x="647049" y="143744"/>
                  <a:pt x="651493" y="136082"/>
                </a:cubicBezTo>
                <a:lnTo>
                  <a:pt x="654941" y="138635"/>
                </a:lnTo>
                <a:cubicBezTo>
                  <a:pt x="648735" y="153483"/>
                  <a:pt x="638659" y="160907"/>
                  <a:pt x="624714" y="160907"/>
                </a:cubicBezTo>
                <a:cubicBezTo>
                  <a:pt x="617894" y="160907"/>
                  <a:pt x="612129" y="159005"/>
                  <a:pt x="607416" y="155200"/>
                </a:cubicBezTo>
                <a:cubicBezTo>
                  <a:pt x="602704" y="151393"/>
                  <a:pt x="599697" y="147144"/>
                  <a:pt x="598394" y="142453"/>
                </a:cubicBezTo>
                <a:cubicBezTo>
                  <a:pt x="597628" y="139839"/>
                  <a:pt x="597245" y="132764"/>
                  <a:pt x="597245" y="121230"/>
                </a:cubicBezTo>
                <a:lnTo>
                  <a:pt x="597245" y="62984"/>
                </a:lnTo>
                <a:lnTo>
                  <a:pt x="583223" y="62984"/>
                </a:lnTo>
                <a:lnTo>
                  <a:pt x="583223" y="58950"/>
                </a:lnTo>
                <a:cubicBezTo>
                  <a:pt x="592877" y="52117"/>
                  <a:pt x="601095" y="44937"/>
                  <a:pt x="607876" y="37411"/>
                </a:cubicBezTo>
                <a:cubicBezTo>
                  <a:pt x="614657" y="29885"/>
                  <a:pt x="620576" y="21476"/>
                  <a:pt x="625633" y="12183"/>
                </a:cubicBezTo>
                <a:lnTo>
                  <a:pt x="629426" y="12183"/>
                </a:lnTo>
                <a:close/>
                <a:moveTo>
                  <a:pt x="691029" y="0"/>
                </a:moveTo>
                <a:cubicBezTo>
                  <a:pt x="696009" y="0"/>
                  <a:pt x="700223" y="1749"/>
                  <a:pt x="703671" y="5247"/>
                </a:cubicBezTo>
                <a:cubicBezTo>
                  <a:pt x="707120" y="8743"/>
                  <a:pt x="708844" y="12952"/>
                  <a:pt x="708844" y="17872"/>
                </a:cubicBezTo>
                <a:cubicBezTo>
                  <a:pt x="708844" y="22793"/>
                  <a:pt x="707100" y="26983"/>
                  <a:pt x="703614" y="30443"/>
                </a:cubicBezTo>
                <a:cubicBezTo>
                  <a:pt x="700128" y="33901"/>
                  <a:pt x="695933" y="35630"/>
                  <a:pt x="691029" y="35630"/>
                </a:cubicBezTo>
                <a:cubicBezTo>
                  <a:pt x="686125" y="35630"/>
                  <a:pt x="681949" y="33901"/>
                  <a:pt x="678501" y="30443"/>
                </a:cubicBezTo>
                <a:cubicBezTo>
                  <a:pt x="675053" y="26983"/>
                  <a:pt x="673329" y="22793"/>
                  <a:pt x="673329" y="17872"/>
                </a:cubicBezTo>
                <a:cubicBezTo>
                  <a:pt x="673329" y="12952"/>
                  <a:pt x="675053" y="8743"/>
                  <a:pt x="678501" y="5247"/>
                </a:cubicBezTo>
                <a:cubicBezTo>
                  <a:pt x="681949" y="1749"/>
                  <a:pt x="686125" y="0"/>
                  <a:pt x="691029" y="0"/>
                </a:cubicBezTo>
                <a:moveTo>
                  <a:pt x="707120" y="51720"/>
                </a:moveTo>
                <a:lnTo>
                  <a:pt x="707120" y="137001"/>
                </a:lnTo>
                <a:cubicBezTo>
                  <a:pt x="707120" y="144587"/>
                  <a:pt x="708001" y="149433"/>
                  <a:pt x="709763" y="151540"/>
                </a:cubicBezTo>
                <a:cubicBezTo>
                  <a:pt x="711525" y="153647"/>
                  <a:pt x="714973" y="154854"/>
                  <a:pt x="720107" y="155161"/>
                </a:cubicBezTo>
                <a:lnTo>
                  <a:pt x="720107" y="159298"/>
                </a:lnTo>
                <a:lnTo>
                  <a:pt x="662065" y="159298"/>
                </a:lnTo>
                <a:lnTo>
                  <a:pt x="662065" y="155161"/>
                </a:lnTo>
                <a:cubicBezTo>
                  <a:pt x="666816" y="155007"/>
                  <a:pt x="670341" y="153628"/>
                  <a:pt x="672639" y="151023"/>
                </a:cubicBezTo>
                <a:cubicBezTo>
                  <a:pt x="674172" y="149261"/>
                  <a:pt x="674938" y="144587"/>
                  <a:pt x="674938" y="137001"/>
                </a:cubicBezTo>
                <a:lnTo>
                  <a:pt x="674938" y="74247"/>
                </a:lnTo>
                <a:cubicBezTo>
                  <a:pt x="674938" y="66566"/>
                  <a:pt x="674057" y="61658"/>
                  <a:pt x="672295" y="59525"/>
                </a:cubicBezTo>
                <a:cubicBezTo>
                  <a:pt x="670532" y="57392"/>
                  <a:pt x="667123" y="56169"/>
                  <a:pt x="662065" y="55858"/>
                </a:cubicBezTo>
                <a:lnTo>
                  <a:pt x="662065" y="51720"/>
                </a:lnTo>
                <a:lnTo>
                  <a:pt x="707120" y="51720"/>
                </a:lnTo>
                <a:close/>
                <a:moveTo>
                  <a:pt x="781291" y="48502"/>
                </a:moveTo>
                <a:cubicBezTo>
                  <a:pt x="790639" y="48502"/>
                  <a:pt x="799336" y="50918"/>
                  <a:pt x="807381" y="55750"/>
                </a:cubicBezTo>
                <a:cubicBezTo>
                  <a:pt x="815427" y="60582"/>
                  <a:pt x="821537" y="67447"/>
                  <a:pt x="825713" y="76345"/>
                </a:cubicBezTo>
                <a:cubicBezTo>
                  <a:pt x="829889" y="85243"/>
                  <a:pt x="831977" y="94983"/>
                  <a:pt x="831977" y="105567"/>
                </a:cubicBezTo>
                <a:cubicBezTo>
                  <a:pt x="831977" y="120829"/>
                  <a:pt x="828108" y="133600"/>
                  <a:pt x="820369" y="143879"/>
                </a:cubicBezTo>
                <a:cubicBezTo>
                  <a:pt x="811021" y="156304"/>
                  <a:pt x="798110" y="162516"/>
                  <a:pt x="781636" y="162516"/>
                </a:cubicBezTo>
                <a:cubicBezTo>
                  <a:pt x="765469" y="162516"/>
                  <a:pt x="753018" y="156840"/>
                  <a:pt x="744283" y="145488"/>
                </a:cubicBezTo>
                <a:cubicBezTo>
                  <a:pt x="735548" y="134136"/>
                  <a:pt x="731180" y="120982"/>
                  <a:pt x="731180" y="106026"/>
                </a:cubicBezTo>
                <a:cubicBezTo>
                  <a:pt x="731180" y="90611"/>
                  <a:pt x="735643" y="77170"/>
                  <a:pt x="744570" y="65703"/>
                </a:cubicBezTo>
                <a:cubicBezTo>
                  <a:pt x="753497" y="54236"/>
                  <a:pt x="765737" y="48502"/>
                  <a:pt x="781291" y="48502"/>
                </a:cubicBezTo>
                <a:moveTo>
                  <a:pt x="781751" y="56547"/>
                </a:moveTo>
                <a:cubicBezTo>
                  <a:pt x="777843" y="56547"/>
                  <a:pt x="774491" y="58025"/>
                  <a:pt x="771694" y="60980"/>
                </a:cubicBezTo>
                <a:cubicBezTo>
                  <a:pt x="768898" y="63932"/>
                  <a:pt x="767059" y="69761"/>
                  <a:pt x="766178" y="78468"/>
                </a:cubicBezTo>
                <a:cubicBezTo>
                  <a:pt x="765296" y="87174"/>
                  <a:pt x="764856" y="99275"/>
                  <a:pt x="764856" y="114772"/>
                </a:cubicBezTo>
                <a:cubicBezTo>
                  <a:pt x="764856" y="122980"/>
                  <a:pt x="765392" y="130652"/>
                  <a:pt x="766465" y="137788"/>
                </a:cubicBezTo>
                <a:cubicBezTo>
                  <a:pt x="767308" y="143233"/>
                  <a:pt x="769108" y="147375"/>
                  <a:pt x="771867" y="150215"/>
                </a:cubicBezTo>
                <a:cubicBezTo>
                  <a:pt x="774625" y="153052"/>
                  <a:pt x="777767" y="154471"/>
                  <a:pt x="781291" y="154471"/>
                </a:cubicBezTo>
                <a:cubicBezTo>
                  <a:pt x="784739" y="154471"/>
                  <a:pt x="787613" y="153512"/>
                  <a:pt x="789911" y="151594"/>
                </a:cubicBezTo>
                <a:cubicBezTo>
                  <a:pt x="792900" y="148987"/>
                  <a:pt x="794892" y="145342"/>
                  <a:pt x="795888" y="140661"/>
                </a:cubicBezTo>
                <a:cubicBezTo>
                  <a:pt x="797420" y="133375"/>
                  <a:pt x="798187" y="118646"/>
                  <a:pt x="798187" y="96476"/>
                </a:cubicBezTo>
                <a:cubicBezTo>
                  <a:pt x="798187" y="83436"/>
                  <a:pt x="797459" y="74481"/>
                  <a:pt x="796003" y="69610"/>
                </a:cubicBezTo>
                <a:cubicBezTo>
                  <a:pt x="794547" y="64738"/>
                  <a:pt x="792402" y="61189"/>
                  <a:pt x="789567" y="58965"/>
                </a:cubicBezTo>
                <a:cubicBezTo>
                  <a:pt x="787574" y="57353"/>
                  <a:pt x="784969" y="56547"/>
                  <a:pt x="781751" y="56547"/>
                </a:cubicBezTo>
                <a:close/>
                <a:moveTo>
                  <a:pt x="891261" y="51720"/>
                </a:moveTo>
                <a:lnTo>
                  <a:pt x="891261" y="65742"/>
                </a:lnTo>
                <a:cubicBezTo>
                  <a:pt x="896778" y="59725"/>
                  <a:pt x="902065" y="55348"/>
                  <a:pt x="907122" y="52611"/>
                </a:cubicBezTo>
                <a:cubicBezTo>
                  <a:pt x="912179" y="49872"/>
                  <a:pt x="917619" y="48502"/>
                  <a:pt x="923442" y="48502"/>
                </a:cubicBezTo>
                <a:cubicBezTo>
                  <a:pt x="930415" y="48502"/>
                  <a:pt x="936200" y="50439"/>
                  <a:pt x="940798" y="54313"/>
                </a:cubicBezTo>
                <a:cubicBezTo>
                  <a:pt x="945395" y="58188"/>
                  <a:pt x="948460" y="63002"/>
                  <a:pt x="949992" y="68756"/>
                </a:cubicBezTo>
                <a:cubicBezTo>
                  <a:pt x="951218" y="73130"/>
                  <a:pt x="951831" y="81532"/>
                  <a:pt x="951831" y="93962"/>
                </a:cubicBezTo>
                <a:lnTo>
                  <a:pt x="951831" y="135852"/>
                </a:lnTo>
                <a:cubicBezTo>
                  <a:pt x="951831" y="144127"/>
                  <a:pt x="952578" y="149280"/>
                  <a:pt x="954072" y="151310"/>
                </a:cubicBezTo>
                <a:cubicBezTo>
                  <a:pt x="955567" y="153341"/>
                  <a:pt x="958689" y="154624"/>
                  <a:pt x="963439" y="155161"/>
                </a:cubicBezTo>
                <a:lnTo>
                  <a:pt x="963439" y="159298"/>
                </a:lnTo>
                <a:lnTo>
                  <a:pt x="909076" y="159298"/>
                </a:lnTo>
                <a:lnTo>
                  <a:pt x="909076" y="155161"/>
                </a:lnTo>
                <a:cubicBezTo>
                  <a:pt x="913137" y="154624"/>
                  <a:pt x="916048" y="152939"/>
                  <a:pt x="917811" y="150104"/>
                </a:cubicBezTo>
                <a:cubicBezTo>
                  <a:pt x="919037" y="148188"/>
                  <a:pt x="919650" y="143437"/>
                  <a:pt x="919650" y="135852"/>
                </a:cubicBezTo>
                <a:lnTo>
                  <a:pt x="919650" y="88039"/>
                </a:lnTo>
                <a:cubicBezTo>
                  <a:pt x="919650" y="79228"/>
                  <a:pt x="919305" y="73673"/>
                  <a:pt x="918615" y="71374"/>
                </a:cubicBezTo>
                <a:cubicBezTo>
                  <a:pt x="917926" y="69075"/>
                  <a:pt x="916757" y="67294"/>
                  <a:pt x="915110" y="66030"/>
                </a:cubicBezTo>
                <a:cubicBezTo>
                  <a:pt x="913462" y="64765"/>
                  <a:pt x="911643" y="64133"/>
                  <a:pt x="909650" y="64133"/>
                </a:cubicBezTo>
                <a:cubicBezTo>
                  <a:pt x="903061" y="64133"/>
                  <a:pt x="896931" y="68884"/>
                  <a:pt x="891261" y="78385"/>
                </a:cubicBezTo>
                <a:lnTo>
                  <a:pt x="891261" y="135852"/>
                </a:lnTo>
                <a:cubicBezTo>
                  <a:pt x="891261" y="143897"/>
                  <a:pt x="892008" y="148993"/>
                  <a:pt x="893502" y="151138"/>
                </a:cubicBezTo>
                <a:cubicBezTo>
                  <a:pt x="894996" y="153283"/>
                  <a:pt x="897774" y="154624"/>
                  <a:pt x="901835" y="155161"/>
                </a:cubicBezTo>
                <a:lnTo>
                  <a:pt x="901835" y="159298"/>
                </a:lnTo>
                <a:lnTo>
                  <a:pt x="847471" y="159298"/>
                </a:lnTo>
                <a:lnTo>
                  <a:pt x="847471" y="155161"/>
                </a:lnTo>
                <a:cubicBezTo>
                  <a:pt x="851992" y="154701"/>
                  <a:pt x="855210" y="153245"/>
                  <a:pt x="857126" y="150793"/>
                </a:cubicBezTo>
                <a:cubicBezTo>
                  <a:pt x="858428" y="149108"/>
                  <a:pt x="859080" y="144127"/>
                  <a:pt x="859080" y="135852"/>
                </a:cubicBezTo>
                <a:lnTo>
                  <a:pt x="859080" y="75167"/>
                </a:lnTo>
                <a:cubicBezTo>
                  <a:pt x="859080" y="66947"/>
                  <a:pt x="858332" y="61828"/>
                  <a:pt x="856838" y="59812"/>
                </a:cubicBezTo>
                <a:cubicBezTo>
                  <a:pt x="855344" y="57796"/>
                  <a:pt x="852222" y="56478"/>
                  <a:pt x="847471" y="55858"/>
                </a:cubicBezTo>
                <a:lnTo>
                  <a:pt x="847471" y="51720"/>
                </a:lnTo>
                <a:lnTo>
                  <a:pt x="891261" y="51720"/>
                </a:lnTo>
                <a:close/>
                <a:moveTo>
                  <a:pt x="1147480" y="0"/>
                </a:moveTo>
                <a:lnTo>
                  <a:pt x="1148744" y="51950"/>
                </a:lnTo>
                <a:lnTo>
                  <a:pt x="1144032" y="51950"/>
                </a:lnTo>
                <a:cubicBezTo>
                  <a:pt x="1141810" y="38958"/>
                  <a:pt x="1136350" y="28507"/>
                  <a:pt x="1127654" y="20598"/>
                </a:cubicBezTo>
                <a:cubicBezTo>
                  <a:pt x="1118957" y="12689"/>
                  <a:pt x="1109552" y="8735"/>
                  <a:pt x="1099438" y="8735"/>
                </a:cubicBezTo>
                <a:cubicBezTo>
                  <a:pt x="1091622" y="8735"/>
                  <a:pt x="1085435" y="10817"/>
                  <a:pt x="1080876" y="14981"/>
                </a:cubicBezTo>
                <a:cubicBezTo>
                  <a:pt x="1076317" y="19142"/>
                  <a:pt x="1074037" y="23935"/>
                  <a:pt x="1074037" y="29358"/>
                </a:cubicBezTo>
                <a:cubicBezTo>
                  <a:pt x="1074037" y="32794"/>
                  <a:pt x="1074842" y="35850"/>
                  <a:pt x="1076451" y="38524"/>
                </a:cubicBezTo>
                <a:cubicBezTo>
                  <a:pt x="1078673" y="42114"/>
                  <a:pt x="1082236" y="45665"/>
                  <a:pt x="1087140" y="49177"/>
                </a:cubicBezTo>
                <a:cubicBezTo>
                  <a:pt x="1090741" y="51699"/>
                  <a:pt x="1099054" y="56168"/>
                  <a:pt x="1112080" y="62585"/>
                </a:cubicBezTo>
                <a:cubicBezTo>
                  <a:pt x="1130316" y="71521"/>
                  <a:pt x="1142614" y="79963"/>
                  <a:pt x="1148974" y="87910"/>
                </a:cubicBezTo>
                <a:cubicBezTo>
                  <a:pt x="1155257" y="95855"/>
                  <a:pt x="1158399" y="104947"/>
                  <a:pt x="1158399" y="115185"/>
                </a:cubicBezTo>
                <a:cubicBezTo>
                  <a:pt x="1158399" y="128173"/>
                  <a:pt x="1153322" y="139347"/>
                  <a:pt x="1143170" y="148706"/>
                </a:cubicBezTo>
                <a:cubicBezTo>
                  <a:pt x="1133017" y="158066"/>
                  <a:pt x="1120126" y="162746"/>
                  <a:pt x="1104495" y="162746"/>
                </a:cubicBezTo>
                <a:cubicBezTo>
                  <a:pt x="1099591" y="162746"/>
                  <a:pt x="1094955" y="162248"/>
                  <a:pt x="1090588" y="161252"/>
                </a:cubicBezTo>
                <a:cubicBezTo>
                  <a:pt x="1086220" y="160256"/>
                  <a:pt x="1080742" y="158379"/>
                  <a:pt x="1074152" y="155620"/>
                </a:cubicBezTo>
                <a:cubicBezTo>
                  <a:pt x="1070474" y="154088"/>
                  <a:pt x="1067448" y="153322"/>
                  <a:pt x="1065072" y="153322"/>
                </a:cubicBezTo>
                <a:cubicBezTo>
                  <a:pt x="1063080" y="153322"/>
                  <a:pt x="1060973" y="154098"/>
                  <a:pt x="1058751" y="155649"/>
                </a:cubicBezTo>
                <a:cubicBezTo>
                  <a:pt x="1056529" y="157201"/>
                  <a:pt x="1054728" y="159567"/>
                  <a:pt x="1053349" y="162746"/>
                </a:cubicBezTo>
                <a:lnTo>
                  <a:pt x="1049096" y="162746"/>
                </a:lnTo>
                <a:lnTo>
                  <a:pt x="1049096" y="103900"/>
                </a:lnTo>
                <a:lnTo>
                  <a:pt x="1053349" y="103900"/>
                </a:lnTo>
                <a:cubicBezTo>
                  <a:pt x="1056720" y="120412"/>
                  <a:pt x="1063214" y="133007"/>
                  <a:pt x="1072830" y="141685"/>
                </a:cubicBezTo>
                <a:cubicBezTo>
                  <a:pt x="1082446" y="150362"/>
                  <a:pt x="1092810" y="154701"/>
                  <a:pt x="1103920" y="154701"/>
                </a:cubicBezTo>
                <a:cubicBezTo>
                  <a:pt x="1112502" y="154701"/>
                  <a:pt x="1119340" y="152371"/>
                  <a:pt x="1124436" y="147712"/>
                </a:cubicBezTo>
                <a:cubicBezTo>
                  <a:pt x="1129531" y="143052"/>
                  <a:pt x="1132079" y="137629"/>
                  <a:pt x="1132079" y="131441"/>
                </a:cubicBezTo>
                <a:cubicBezTo>
                  <a:pt x="1132079" y="127775"/>
                  <a:pt x="1131102" y="124224"/>
                  <a:pt x="1129148" y="120788"/>
                </a:cubicBezTo>
                <a:cubicBezTo>
                  <a:pt x="1127194" y="117350"/>
                  <a:pt x="1124225" y="114084"/>
                  <a:pt x="1120241" y="110990"/>
                </a:cubicBezTo>
                <a:cubicBezTo>
                  <a:pt x="1116256" y="107897"/>
                  <a:pt x="1109207" y="103868"/>
                  <a:pt x="1099093" y="98904"/>
                </a:cubicBezTo>
                <a:cubicBezTo>
                  <a:pt x="1084918" y="91953"/>
                  <a:pt x="1074727" y="86029"/>
                  <a:pt x="1068520" y="81133"/>
                </a:cubicBezTo>
                <a:cubicBezTo>
                  <a:pt x="1062314" y="76236"/>
                  <a:pt x="1057544" y="70766"/>
                  <a:pt x="1054211" y="64722"/>
                </a:cubicBezTo>
                <a:cubicBezTo>
                  <a:pt x="1050878" y="58679"/>
                  <a:pt x="1049211" y="52023"/>
                  <a:pt x="1049211" y="44756"/>
                </a:cubicBezTo>
                <a:cubicBezTo>
                  <a:pt x="1049211" y="32362"/>
                  <a:pt x="1053770" y="21805"/>
                  <a:pt x="1062889" y="13084"/>
                </a:cubicBezTo>
                <a:cubicBezTo>
                  <a:pt x="1072007" y="4361"/>
                  <a:pt x="1083500" y="0"/>
                  <a:pt x="1097369" y="0"/>
                </a:cubicBezTo>
                <a:cubicBezTo>
                  <a:pt x="1102426" y="0"/>
                  <a:pt x="1107330" y="620"/>
                  <a:pt x="1112080" y="1860"/>
                </a:cubicBezTo>
                <a:cubicBezTo>
                  <a:pt x="1115681" y="2790"/>
                  <a:pt x="1120068" y="4512"/>
                  <a:pt x="1125240" y="7029"/>
                </a:cubicBezTo>
                <a:cubicBezTo>
                  <a:pt x="1130412" y="9546"/>
                  <a:pt x="1134033" y="10804"/>
                  <a:pt x="1136101" y="10804"/>
                </a:cubicBezTo>
                <a:cubicBezTo>
                  <a:pt x="1138094" y="10804"/>
                  <a:pt x="1139664" y="10185"/>
                  <a:pt x="1140814" y="8947"/>
                </a:cubicBezTo>
                <a:cubicBezTo>
                  <a:pt x="1141963" y="7707"/>
                  <a:pt x="1143036" y="4724"/>
                  <a:pt x="1144032" y="0"/>
                </a:cubicBezTo>
                <a:lnTo>
                  <a:pt x="1147480" y="0"/>
                </a:lnTo>
                <a:close/>
                <a:moveTo>
                  <a:pt x="1202284" y="0"/>
                </a:moveTo>
                <a:cubicBezTo>
                  <a:pt x="1207265" y="0"/>
                  <a:pt x="1211479" y="1749"/>
                  <a:pt x="1214927" y="5247"/>
                </a:cubicBezTo>
                <a:cubicBezTo>
                  <a:pt x="1218375" y="8743"/>
                  <a:pt x="1220099" y="12952"/>
                  <a:pt x="1220099" y="17872"/>
                </a:cubicBezTo>
                <a:cubicBezTo>
                  <a:pt x="1220099" y="22793"/>
                  <a:pt x="1218356" y="26983"/>
                  <a:pt x="1214869" y="30443"/>
                </a:cubicBezTo>
                <a:cubicBezTo>
                  <a:pt x="1211383" y="33901"/>
                  <a:pt x="1207188" y="35630"/>
                  <a:pt x="1202284" y="35630"/>
                </a:cubicBezTo>
                <a:cubicBezTo>
                  <a:pt x="1197380" y="35630"/>
                  <a:pt x="1193204" y="33901"/>
                  <a:pt x="1189756" y="30443"/>
                </a:cubicBezTo>
                <a:cubicBezTo>
                  <a:pt x="1186308" y="26983"/>
                  <a:pt x="1184584" y="22793"/>
                  <a:pt x="1184584" y="17872"/>
                </a:cubicBezTo>
                <a:cubicBezTo>
                  <a:pt x="1184584" y="12952"/>
                  <a:pt x="1186308" y="8743"/>
                  <a:pt x="1189756" y="5247"/>
                </a:cubicBezTo>
                <a:cubicBezTo>
                  <a:pt x="1193204" y="1749"/>
                  <a:pt x="1197380" y="0"/>
                  <a:pt x="1202284" y="0"/>
                </a:cubicBezTo>
                <a:moveTo>
                  <a:pt x="1218375" y="51720"/>
                </a:moveTo>
                <a:lnTo>
                  <a:pt x="1218375" y="137001"/>
                </a:lnTo>
                <a:cubicBezTo>
                  <a:pt x="1218375" y="144587"/>
                  <a:pt x="1219256" y="149433"/>
                  <a:pt x="1221018" y="151540"/>
                </a:cubicBezTo>
                <a:cubicBezTo>
                  <a:pt x="1222781" y="153647"/>
                  <a:pt x="1226229" y="154854"/>
                  <a:pt x="1231362" y="155161"/>
                </a:cubicBezTo>
                <a:lnTo>
                  <a:pt x="1231362" y="159298"/>
                </a:lnTo>
                <a:lnTo>
                  <a:pt x="1173321" y="159298"/>
                </a:lnTo>
                <a:lnTo>
                  <a:pt x="1173321" y="155161"/>
                </a:lnTo>
                <a:cubicBezTo>
                  <a:pt x="1178071" y="155007"/>
                  <a:pt x="1181596" y="153628"/>
                  <a:pt x="1183895" y="151023"/>
                </a:cubicBezTo>
                <a:cubicBezTo>
                  <a:pt x="1185427" y="149261"/>
                  <a:pt x="1186193" y="144587"/>
                  <a:pt x="1186193" y="137001"/>
                </a:cubicBezTo>
                <a:lnTo>
                  <a:pt x="1186193" y="74247"/>
                </a:lnTo>
                <a:cubicBezTo>
                  <a:pt x="1186193" y="66566"/>
                  <a:pt x="1185312" y="61658"/>
                  <a:pt x="1183550" y="59525"/>
                </a:cubicBezTo>
                <a:cubicBezTo>
                  <a:pt x="1181787" y="57392"/>
                  <a:pt x="1178378" y="56169"/>
                  <a:pt x="1173321" y="55858"/>
                </a:cubicBezTo>
                <a:lnTo>
                  <a:pt x="1173321" y="51720"/>
                </a:lnTo>
                <a:lnTo>
                  <a:pt x="1218375" y="51720"/>
                </a:lnTo>
                <a:close/>
                <a:moveTo>
                  <a:pt x="1310821" y="53099"/>
                </a:moveTo>
                <a:lnTo>
                  <a:pt x="1347025" y="53099"/>
                </a:lnTo>
                <a:lnTo>
                  <a:pt x="1347025" y="65742"/>
                </a:lnTo>
                <a:lnTo>
                  <a:pt x="1326452" y="65742"/>
                </a:lnTo>
                <a:cubicBezTo>
                  <a:pt x="1330207" y="69497"/>
                  <a:pt x="1332812" y="72906"/>
                  <a:pt x="1334268" y="75971"/>
                </a:cubicBezTo>
                <a:cubicBezTo>
                  <a:pt x="1336106" y="80109"/>
                  <a:pt x="1337026" y="84438"/>
                  <a:pt x="1337026" y="88959"/>
                </a:cubicBezTo>
                <a:cubicBezTo>
                  <a:pt x="1337026" y="96621"/>
                  <a:pt x="1334900" y="103268"/>
                  <a:pt x="1330647" y="108900"/>
                </a:cubicBezTo>
                <a:cubicBezTo>
                  <a:pt x="1326395" y="114532"/>
                  <a:pt x="1320610" y="118937"/>
                  <a:pt x="1313292" y="122117"/>
                </a:cubicBezTo>
                <a:cubicBezTo>
                  <a:pt x="1305975" y="125297"/>
                  <a:pt x="1299481" y="126887"/>
                  <a:pt x="1293811" y="126887"/>
                </a:cubicBezTo>
                <a:cubicBezTo>
                  <a:pt x="1293351" y="126887"/>
                  <a:pt x="1288754" y="126695"/>
                  <a:pt x="1280019" y="126312"/>
                </a:cubicBezTo>
                <a:cubicBezTo>
                  <a:pt x="1276571" y="126312"/>
                  <a:pt x="1273678" y="127437"/>
                  <a:pt x="1271341" y="129685"/>
                </a:cubicBezTo>
                <a:cubicBezTo>
                  <a:pt x="1269004" y="131933"/>
                  <a:pt x="1267836" y="134619"/>
                  <a:pt x="1267836" y="137741"/>
                </a:cubicBezTo>
                <a:cubicBezTo>
                  <a:pt x="1267836" y="140485"/>
                  <a:pt x="1268889" y="142733"/>
                  <a:pt x="1270996" y="144486"/>
                </a:cubicBezTo>
                <a:cubicBezTo>
                  <a:pt x="1273104" y="146239"/>
                  <a:pt x="1276532" y="147115"/>
                  <a:pt x="1281283" y="147115"/>
                </a:cubicBezTo>
                <a:lnTo>
                  <a:pt x="1301167" y="146885"/>
                </a:lnTo>
                <a:cubicBezTo>
                  <a:pt x="1317257" y="146885"/>
                  <a:pt x="1328329" y="148651"/>
                  <a:pt x="1334382" y="152183"/>
                </a:cubicBezTo>
                <a:cubicBezTo>
                  <a:pt x="1343041" y="157094"/>
                  <a:pt x="1347370" y="164655"/>
                  <a:pt x="1347370" y="174865"/>
                </a:cubicBezTo>
                <a:cubicBezTo>
                  <a:pt x="1347370" y="181390"/>
                  <a:pt x="1345378" y="187319"/>
                  <a:pt x="1341393" y="192654"/>
                </a:cubicBezTo>
                <a:cubicBezTo>
                  <a:pt x="1337409" y="197989"/>
                  <a:pt x="1332160" y="201923"/>
                  <a:pt x="1325648" y="204457"/>
                </a:cubicBezTo>
                <a:cubicBezTo>
                  <a:pt x="1315763" y="208218"/>
                  <a:pt x="1304385" y="210099"/>
                  <a:pt x="1291512" y="210099"/>
                </a:cubicBezTo>
                <a:cubicBezTo>
                  <a:pt x="1281858" y="210099"/>
                  <a:pt x="1273046" y="209160"/>
                  <a:pt x="1265077" y="207283"/>
                </a:cubicBezTo>
                <a:cubicBezTo>
                  <a:pt x="1257109" y="205406"/>
                  <a:pt x="1251400" y="202800"/>
                  <a:pt x="1247952" y="199464"/>
                </a:cubicBezTo>
                <a:cubicBezTo>
                  <a:pt x="1244504" y="196131"/>
                  <a:pt x="1242780" y="192624"/>
                  <a:pt x="1242780" y="188944"/>
                </a:cubicBezTo>
                <a:cubicBezTo>
                  <a:pt x="1242780" y="185419"/>
                  <a:pt x="1244102" y="182258"/>
                  <a:pt x="1246745" y="179458"/>
                </a:cubicBezTo>
                <a:cubicBezTo>
                  <a:pt x="1249389" y="176662"/>
                  <a:pt x="1254312" y="174306"/>
                  <a:pt x="1261514" y="172390"/>
                </a:cubicBezTo>
                <a:cubicBezTo>
                  <a:pt x="1251553" y="167486"/>
                  <a:pt x="1246573" y="160668"/>
                  <a:pt x="1246573" y="151935"/>
                </a:cubicBezTo>
                <a:cubicBezTo>
                  <a:pt x="1246573" y="146648"/>
                  <a:pt x="1248604" y="141516"/>
                  <a:pt x="1252665" y="136538"/>
                </a:cubicBezTo>
                <a:cubicBezTo>
                  <a:pt x="1256725" y="131557"/>
                  <a:pt x="1263162" y="127228"/>
                  <a:pt x="1271973" y="123550"/>
                </a:cubicBezTo>
                <a:cubicBezTo>
                  <a:pt x="1261706" y="119791"/>
                  <a:pt x="1254274" y="114842"/>
                  <a:pt x="1249676" y="108702"/>
                </a:cubicBezTo>
                <a:cubicBezTo>
                  <a:pt x="1245079" y="102563"/>
                  <a:pt x="1242780" y="95465"/>
                  <a:pt x="1242780" y="87407"/>
                </a:cubicBezTo>
                <a:cubicBezTo>
                  <a:pt x="1242780" y="76896"/>
                  <a:pt x="1247071" y="67783"/>
                  <a:pt x="1255653" y="60071"/>
                </a:cubicBezTo>
                <a:cubicBezTo>
                  <a:pt x="1264235" y="52358"/>
                  <a:pt x="1275268" y="48502"/>
                  <a:pt x="1288754" y="48502"/>
                </a:cubicBezTo>
                <a:cubicBezTo>
                  <a:pt x="1295880" y="48502"/>
                  <a:pt x="1303235" y="50035"/>
                  <a:pt x="1310821" y="53099"/>
                </a:cubicBezTo>
                <a:moveTo>
                  <a:pt x="1290937" y="55858"/>
                </a:moveTo>
                <a:cubicBezTo>
                  <a:pt x="1286493" y="55858"/>
                  <a:pt x="1282739" y="58095"/>
                  <a:pt x="1279674" y="62571"/>
                </a:cubicBezTo>
                <a:cubicBezTo>
                  <a:pt x="1276609" y="67044"/>
                  <a:pt x="1275077" y="76317"/>
                  <a:pt x="1275077" y="90392"/>
                </a:cubicBezTo>
                <a:cubicBezTo>
                  <a:pt x="1275077" y="101787"/>
                  <a:pt x="1276590" y="109607"/>
                  <a:pt x="1279616" y="113853"/>
                </a:cubicBezTo>
                <a:cubicBezTo>
                  <a:pt x="1282643" y="118098"/>
                  <a:pt x="1286225" y="120221"/>
                  <a:pt x="1290363" y="120221"/>
                </a:cubicBezTo>
                <a:cubicBezTo>
                  <a:pt x="1294960" y="120221"/>
                  <a:pt x="1298791" y="118117"/>
                  <a:pt x="1301856" y="113910"/>
                </a:cubicBezTo>
                <a:cubicBezTo>
                  <a:pt x="1304921" y="109703"/>
                  <a:pt x="1306454" y="101519"/>
                  <a:pt x="1306454" y="89357"/>
                </a:cubicBezTo>
                <a:cubicBezTo>
                  <a:pt x="1306454" y="75668"/>
                  <a:pt x="1304730" y="66337"/>
                  <a:pt x="1301282" y="61364"/>
                </a:cubicBezTo>
                <a:cubicBezTo>
                  <a:pt x="1298830" y="57693"/>
                  <a:pt x="1295382" y="55858"/>
                  <a:pt x="1290937" y="55858"/>
                </a:cubicBezTo>
                <a:moveTo>
                  <a:pt x="1284156" y="175159"/>
                </a:moveTo>
                <a:cubicBezTo>
                  <a:pt x="1276341" y="175159"/>
                  <a:pt x="1271169" y="175808"/>
                  <a:pt x="1268640" y="177106"/>
                </a:cubicBezTo>
                <a:cubicBezTo>
                  <a:pt x="1264273" y="179469"/>
                  <a:pt x="1262089" y="182673"/>
                  <a:pt x="1262089" y="186717"/>
                </a:cubicBezTo>
                <a:cubicBezTo>
                  <a:pt x="1262089" y="190608"/>
                  <a:pt x="1264349" y="194136"/>
                  <a:pt x="1268870" y="197302"/>
                </a:cubicBezTo>
                <a:cubicBezTo>
                  <a:pt x="1273391" y="200470"/>
                  <a:pt x="1281896" y="202054"/>
                  <a:pt x="1294385" y="202054"/>
                </a:cubicBezTo>
                <a:cubicBezTo>
                  <a:pt x="1305036" y="202054"/>
                  <a:pt x="1313407" y="200642"/>
                  <a:pt x="1319499" y="197819"/>
                </a:cubicBezTo>
                <a:cubicBezTo>
                  <a:pt x="1325590" y="194996"/>
                  <a:pt x="1328636" y="191028"/>
                  <a:pt x="1328636" y="185916"/>
                </a:cubicBezTo>
                <a:cubicBezTo>
                  <a:pt x="1328636" y="184010"/>
                  <a:pt x="1328061" y="182408"/>
                  <a:pt x="1326912" y="181111"/>
                </a:cubicBezTo>
                <a:cubicBezTo>
                  <a:pt x="1324843" y="178822"/>
                  <a:pt x="1321721" y="177257"/>
                  <a:pt x="1317545" y="176416"/>
                </a:cubicBezTo>
                <a:cubicBezTo>
                  <a:pt x="1313369" y="175578"/>
                  <a:pt x="1302239" y="175159"/>
                  <a:pt x="1284156" y="175159"/>
                </a:cubicBezTo>
                <a:close/>
                <a:moveTo>
                  <a:pt x="1405340" y="51720"/>
                </a:moveTo>
                <a:lnTo>
                  <a:pt x="1405340" y="65742"/>
                </a:lnTo>
                <a:cubicBezTo>
                  <a:pt x="1410857" y="59725"/>
                  <a:pt x="1416144" y="55348"/>
                  <a:pt x="1421201" y="52611"/>
                </a:cubicBezTo>
                <a:cubicBezTo>
                  <a:pt x="1426258" y="49872"/>
                  <a:pt x="1431699" y="48502"/>
                  <a:pt x="1437522" y="48502"/>
                </a:cubicBezTo>
                <a:cubicBezTo>
                  <a:pt x="1444494" y="48502"/>
                  <a:pt x="1450279" y="50439"/>
                  <a:pt x="1454877" y="54313"/>
                </a:cubicBezTo>
                <a:cubicBezTo>
                  <a:pt x="1459474" y="58188"/>
                  <a:pt x="1462539" y="63002"/>
                  <a:pt x="1464072" y="68756"/>
                </a:cubicBezTo>
                <a:cubicBezTo>
                  <a:pt x="1465298" y="73130"/>
                  <a:pt x="1465910" y="81532"/>
                  <a:pt x="1465910" y="93962"/>
                </a:cubicBezTo>
                <a:lnTo>
                  <a:pt x="1465910" y="135852"/>
                </a:lnTo>
                <a:cubicBezTo>
                  <a:pt x="1465910" y="144127"/>
                  <a:pt x="1466658" y="149280"/>
                  <a:pt x="1468152" y="151310"/>
                </a:cubicBezTo>
                <a:cubicBezTo>
                  <a:pt x="1469646" y="153341"/>
                  <a:pt x="1472768" y="154624"/>
                  <a:pt x="1477519" y="155161"/>
                </a:cubicBezTo>
                <a:lnTo>
                  <a:pt x="1477519" y="159298"/>
                </a:lnTo>
                <a:lnTo>
                  <a:pt x="1423155" y="159298"/>
                </a:lnTo>
                <a:lnTo>
                  <a:pt x="1423155" y="155161"/>
                </a:lnTo>
                <a:cubicBezTo>
                  <a:pt x="1427216" y="154624"/>
                  <a:pt x="1430128" y="152939"/>
                  <a:pt x="1431890" y="150104"/>
                </a:cubicBezTo>
                <a:cubicBezTo>
                  <a:pt x="1433116" y="148188"/>
                  <a:pt x="1433729" y="143437"/>
                  <a:pt x="1433729" y="135852"/>
                </a:cubicBezTo>
                <a:lnTo>
                  <a:pt x="1433729" y="88039"/>
                </a:lnTo>
                <a:cubicBezTo>
                  <a:pt x="1433729" y="79228"/>
                  <a:pt x="1433384" y="73673"/>
                  <a:pt x="1432695" y="71374"/>
                </a:cubicBezTo>
                <a:cubicBezTo>
                  <a:pt x="1432005" y="69075"/>
                  <a:pt x="1430837" y="67294"/>
                  <a:pt x="1429189" y="66030"/>
                </a:cubicBezTo>
                <a:cubicBezTo>
                  <a:pt x="1427542" y="64765"/>
                  <a:pt x="1425722" y="64133"/>
                  <a:pt x="1423730" y="64133"/>
                </a:cubicBezTo>
                <a:cubicBezTo>
                  <a:pt x="1417140" y="64133"/>
                  <a:pt x="1411010" y="68884"/>
                  <a:pt x="1405340" y="78385"/>
                </a:cubicBezTo>
                <a:lnTo>
                  <a:pt x="1405340" y="135852"/>
                </a:lnTo>
                <a:cubicBezTo>
                  <a:pt x="1405340" y="143897"/>
                  <a:pt x="1406087" y="148993"/>
                  <a:pt x="1407582" y="151138"/>
                </a:cubicBezTo>
                <a:cubicBezTo>
                  <a:pt x="1409076" y="153283"/>
                  <a:pt x="1411853" y="154624"/>
                  <a:pt x="1415914" y="155161"/>
                </a:cubicBezTo>
                <a:lnTo>
                  <a:pt x="1415914" y="159298"/>
                </a:lnTo>
                <a:lnTo>
                  <a:pt x="1361551" y="159298"/>
                </a:lnTo>
                <a:lnTo>
                  <a:pt x="1361551" y="155161"/>
                </a:lnTo>
                <a:cubicBezTo>
                  <a:pt x="1366071" y="154701"/>
                  <a:pt x="1369289" y="153245"/>
                  <a:pt x="1371205" y="150793"/>
                </a:cubicBezTo>
                <a:cubicBezTo>
                  <a:pt x="1372508" y="149108"/>
                  <a:pt x="1373159" y="144127"/>
                  <a:pt x="1373159" y="135852"/>
                </a:cubicBezTo>
                <a:lnTo>
                  <a:pt x="1373159" y="75167"/>
                </a:lnTo>
                <a:cubicBezTo>
                  <a:pt x="1373159" y="66947"/>
                  <a:pt x="1372412" y="61828"/>
                  <a:pt x="1370918" y="59812"/>
                </a:cubicBezTo>
                <a:cubicBezTo>
                  <a:pt x="1369424" y="57796"/>
                  <a:pt x="1366301" y="56478"/>
                  <a:pt x="1361551" y="55858"/>
                </a:cubicBezTo>
                <a:lnTo>
                  <a:pt x="1361551" y="51720"/>
                </a:lnTo>
                <a:lnTo>
                  <a:pt x="1405340" y="51720"/>
                </a:lnTo>
                <a:close/>
                <a:moveTo>
                  <a:pt x="1549497" y="143437"/>
                </a:moveTo>
                <a:cubicBezTo>
                  <a:pt x="1536394" y="155084"/>
                  <a:pt x="1524633" y="160907"/>
                  <a:pt x="1514212" y="160907"/>
                </a:cubicBezTo>
                <a:cubicBezTo>
                  <a:pt x="1508082" y="160907"/>
                  <a:pt x="1502987" y="158890"/>
                  <a:pt x="1498926" y="154855"/>
                </a:cubicBezTo>
                <a:cubicBezTo>
                  <a:pt x="1494865" y="150818"/>
                  <a:pt x="1492834" y="145764"/>
                  <a:pt x="1492834" y="139691"/>
                </a:cubicBezTo>
                <a:cubicBezTo>
                  <a:pt x="1492834" y="131464"/>
                  <a:pt x="1496359" y="124064"/>
                  <a:pt x="1503408" y="117491"/>
                </a:cubicBezTo>
                <a:cubicBezTo>
                  <a:pt x="1510458" y="110918"/>
                  <a:pt x="1525820" y="102174"/>
                  <a:pt x="1549497" y="91257"/>
                </a:cubicBezTo>
                <a:lnTo>
                  <a:pt x="1549497" y="80454"/>
                </a:lnTo>
                <a:cubicBezTo>
                  <a:pt x="1549497" y="72332"/>
                  <a:pt x="1549056" y="67217"/>
                  <a:pt x="1548175" y="65110"/>
                </a:cubicBezTo>
                <a:cubicBezTo>
                  <a:pt x="1547294" y="63003"/>
                  <a:pt x="1545627" y="61164"/>
                  <a:pt x="1543175" y="59593"/>
                </a:cubicBezTo>
                <a:cubicBezTo>
                  <a:pt x="1540723" y="58022"/>
                  <a:pt x="1537965" y="57237"/>
                  <a:pt x="1534900" y="57237"/>
                </a:cubicBezTo>
                <a:cubicBezTo>
                  <a:pt x="1529920" y="57237"/>
                  <a:pt x="1525820" y="58348"/>
                  <a:pt x="1522602" y="60570"/>
                </a:cubicBezTo>
                <a:cubicBezTo>
                  <a:pt x="1520610" y="61949"/>
                  <a:pt x="1519614" y="63558"/>
                  <a:pt x="1519614" y="65397"/>
                </a:cubicBezTo>
                <a:cubicBezTo>
                  <a:pt x="1519614" y="67006"/>
                  <a:pt x="1520687" y="68999"/>
                  <a:pt x="1522832" y="71374"/>
                </a:cubicBezTo>
                <a:cubicBezTo>
                  <a:pt x="1525744" y="74669"/>
                  <a:pt x="1527200" y="77849"/>
                  <a:pt x="1527200" y="80913"/>
                </a:cubicBezTo>
                <a:cubicBezTo>
                  <a:pt x="1527200" y="84668"/>
                  <a:pt x="1525801" y="87867"/>
                  <a:pt x="1523005" y="90510"/>
                </a:cubicBezTo>
                <a:cubicBezTo>
                  <a:pt x="1520208" y="93154"/>
                  <a:pt x="1516549" y="94476"/>
                  <a:pt x="1512028" y="94476"/>
                </a:cubicBezTo>
                <a:cubicBezTo>
                  <a:pt x="1507201" y="94476"/>
                  <a:pt x="1503159" y="93020"/>
                  <a:pt x="1499903" y="90108"/>
                </a:cubicBezTo>
                <a:cubicBezTo>
                  <a:pt x="1496646" y="87196"/>
                  <a:pt x="1495018" y="83787"/>
                  <a:pt x="1495018" y="79879"/>
                </a:cubicBezTo>
                <a:cubicBezTo>
                  <a:pt x="1495018" y="74362"/>
                  <a:pt x="1497202" y="69094"/>
                  <a:pt x="1501569" y="64076"/>
                </a:cubicBezTo>
                <a:cubicBezTo>
                  <a:pt x="1505937" y="59057"/>
                  <a:pt x="1512028" y="55207"/>
                  <a:pt x="1519844" y="52525"/>
                </a:cubicBezTo>
                <a:cubicBezTo>
                  <a:pt x="1527659" y="49843"/>
                  <a:pt x="1535781" y="48502"/>
                  <a:pt x="1544210" y="48502"/>
                </a:cubicBezTo>
                <a:cubicBezTo>
                  <a:pt x="1554401" y="48502"/>
                  <a:pt x="1562465" y="50673"/>
                  <a:pt x="1568403" y="55014"/>
                </a:cubicBezTo>
                <a:cubicBezTo>
                  <a:pt x="1574342" y="59353"/>
                  <a:pt x="1578192" y="64056"/>
                  <a:pt x="1579954" y="69126"/>
                </a:cubicBezTo>
                <a:cubicBezTo>
                  <a:pt x="1581027" y="72351"/>
                  <a:pt x="1581563" y="79762"/>
                  <a:pt x="1581563" y="91358"/>
                </a:cubicBezTo>
                <a:lnTo>
                  <a:pt x="1581563" y="133176"/>
                </a:lnTo>
                <a:cubicBezTo>
                  <a:pt x="1581563" y="138092"/>
                  <a:pt x="1581755" y="141184"/>
                  <a:pt x="1582138" y="142453"/>
                </a:cubicBezTo>
                <a:cubicBezTo>
                  <a:pt x="1582521" y="143720"/>
                  <a:pt x="1583096" y="144661"/>
                  <a:pt x="1583862" y="145276"/>
                </a:cubicBezTo>
                <a:cubicBezTo>
                  <a:pt x="1584628" y="145889"/>
                  <a:pt x="1585509" y="146196"/>
                  <a:pt x="1586505" y="146196"/>
                </a:cubicBezTo>
                <a:cubicBezTo>
                  <a:pt x="1588498" y="146196"/>
                  <a:pt x="1590528" y="144778"/>
                  <a:pt x="1592597" y="141943"/>
                </a:cubicBezTo>
                <a:lnTo>
                  <a:pt x="1596045" y="144702"/>
                </a:lnTo>
                <a:cubicBezTo>
                  <a:pt x="1592214" y="150372"/>
                  <a:pt x="1588249" y="154490"/>
                  <a:pt x="1584149" y="157057"/>
                </a:cubicBezTo>
                <a:cubicBezTo>
                  <a:pt x="1580050" y="159624"/>
                  <a:pt x="1575395" y="160907"/>
                  <a:pt x="1570185" y="160907"/>
                </a:cubicBezTo>
                <a:cubicBezTo>
                  <a:pt x="1564055" y="160907"/>
                  <a:pt x="1559266" y="159461"/>
                  <a:pt x="1555818" y="156569"/>
                </a:cubicBezTo>
                <a:cubicBezTo>
                  <a:pt x="1552370" y="153676"/>
                  <a:pt x="1550263" y="149299"/>
                  <a:pt x="1549497" y="143437"/>
                </a:cubicBezTo>
                <a:moveTo>
                  <a:pt x="1549497" y="134932"/>
                </a:moveTo>
                <a:lnTo>
                  <a:pt x="1549497" y="98980"/>
                </a:lnTo>
                <a:cubicBezTo>
                  <a:pt x="1540225" y="104446"/>
                  <a:pt x="1533329" y="110298"/>
                  <a:pt x="1528809" y="116536"/>
                </a:cubicBezTo>
                <a:cubicBezTo>
                  <a:pt x="1525820" y="120693"/>
                  <a:pt x="1524326" y="124889"/>
                  <a:pt x="1524326" y="129125"/>
                </a:cubicBezTo>
                <a:cubicBezTo>
                  <a:pt x="1524326" y="132666"/>
                  <a:pt x="1525591" y="135785"/>
                  <a:pt x="1528119" y="138481"/>
                </a:cubicBezTo>
                <a:cubicBezTo>
                  <a:pt x="1530035" y="140559"/>
                  <a:pt x="1532716" y="141599"/>
                  <a:pt x="1536164" y="141599"/>
                </a:cubicBezTo>
                <a:cubicBezTo>
                  <a:pt x="1539996" y="141599"/>
                  <a:pt x="1544440" y="139376"/>
                  <a:pt x="1549497" y="134932"/>
                </a:cubicBezTo>
                <a:close/>
                <a:moveTo>
                  <a:pt x="1648301" y="3448"/>
                </a:moveTo>
                <a:lnTo>
                  <a:pt x="1648301" y="137001"/>
                </a:lnTo>
                <a:cubicBezTo>
                  <a:pt x="1648301" y="144587"/>
                  <a:pt x="1649182" y="149433"/>
                  <a:pt x="1650945" y="151540"/>
                </a:cubicBezTo>
                <a:cubicBezTo>
                  <a:pt x="1652707" y="153647"/>
                  <a:pt x="1656155" y="154854"/>
                  <a:pt x="1661289" y="155161"/>
                </a:cubicBezTo>
                <a:lnTo>
                  <a:pt x="1661289" y="159298"/>
                </a:lnTo>
                <a:lnTo>
                  <a:pt x="1603247" y="159298"/>
                </a:lnTo>
                <a:lnTo>
                  <a:pt x="1603247" y="155161"/>
                </a:lnTo>
                <a:cubicBezTo>
                  <a:pt x="1607998" y="155007"/>
                  <a:pt x="1611522" y="153628"/>
                  <a:pt x="1613821" y="151023"/>
                </a:cubicBezTo>
                <a:cubicBezTo>
                  <a:pt x="1615353" y="149261"/>
                  <a:pt x="1616120" y="144587"/>
                  <a:pt x="1616120" y="137001"/>
                </a:cubicBezTo>
                <a:lnTo>
                  <a:pt x="1616120" y="25745"/>
                </a:lnTo>
                <a:cubicBezTo>
                  <a:pt x="1616120" y="18188"/>
                  <a:pt x="1615239" y="13350"/>
                  <a:pt x="1613476" y="11231"/>
                </a:cubicBezTo>
                <a:cubicBezTo>
                  <a:pt x="1611714" y="9110"/>
                  <a:pt x="1608304" y="7895"/>
                  <a:pt x="1603247" y="7586"/>
                </a:cubicBezTo>
                <a:lnTo>
                  <a:pt x="1603247" y="3448"/>
                </a:lnTo>
                <a:lnTo>
                  <a:pt x="1648301" y="3448"/>
                </a:lnTo>
                <a:close/>
                <a:moveTo>
                  <a:pt x="1880645" y="0"/>
                </a:moveTo>
                <a:lnTo>
                  <a:pt x="1880645" y="54019"/>
                </a:lnTo>
                <a:lnTo>
                  <a:pt x="1876162" y="54019"/>
                </a:lnTo>
                <a:cubicBezTo>
                  <a:pt x="1872791" y="39846"/>
                  <a:pt x="1866508" y="28986"/>
                  <a:pt x="1857313" y="21439"/>
                </a:cubicBezTo>
                <a:cubicBezTo>
                  <a:pt x="1848118" y="13889"/>
                  <a:pt x="1837698" y="10114"/>
                  <a:pt x="1826051" y="10114"/>
                </a:cubicBezTo>
                <a:cubicBezTo>
                  <a:pt x="1816320" y="10114"/>
                  <a:pt x="1807393" y="12911"/>
                  <a:pt x="1799271" y="18504"/>
                </a:cubicBezTo>
                <a:cubicBezTo>
                  <a:pt x="1791149" y="24098"/>
                  <a:pt x="1785211" y="31415"/>
                  <a:pt x="1781457" y="40457"/>
                </a:cubicBezTo>
                <a:cubicBezTo>
                  <a:pt x="1776629" y="52027"/>
                  <a:pt x="1774216" y="64899"/>
                  <a:pt x="1774216" y="79075"/>
                </a:cubicBezTo>
                <a:cubicBezTo>
                  <a:pt x="1774216" y="93020"/>
                  <a:pt x="1775978" y="105720"/>
                  <a:pt x="1779503" y="117175"/>
                </a:cubicBezTo>
                <a:cubicBezTo>
                  <a:pt x="1783027" y="128630"/>
                  <a:pt x="1788544" y="137289"/>
                  <a:pt x="1796053" y="143150"/>
                </a:cubicBezTo>
                <a:cubicBezTo>
                  <a:pt x="1803562" y="149012"/>
                  <a:pt x="1813293" y="151943"/>
                  <a:pt x="1825246" y="151943"/>
                </a:cubicBezTo>
                <a:cubicBezTo>
                  <a:pt x="1835054" y="151943"/>
                  <a:pt x="1844038" y="149797"/>
                  <a:pt x="1852198" y="145506"/>
                </a:cubicBezTo>
                <a:cubicBezTo>
                  <a:pt x="1860359" y="141215"/>
                  <a:pt x="1868960" y="133821"/>
                  <a:pt x="1878001" y="123324"/>
                </a:cubicBezTo>
                <a:lnTo>
                  <a:pt x="1878001" y="136771"/>
                </a:lnTo>
                <a:cubicBezTo>
                  <a:pt x="1869266" y="145889"/>
                  <a:pt x="1860167" y="152498"/>
                  <a:pt x="1850704" y="156597"/>
                </a:cubicBezTo>
                <a:cubicBezTo>
                  <a:pt x="1841241" y="160697"/>
                  <a:pt x="1830189" y="162746"/>
                  <a:pt x="1817546" y="162746"/>
                </a:cubicBezTo>
                <a:cubicBezTo>
                  <a:pt x="1800919" y="162746"/>
                  <a:pt x="1786150" y="159418"/>
                  <a:pt x="1773239" y="152761"/>
                </a:cubicBezTo>
                <a:cubicBezTo>
                  <a:pt x="1760328" y="146105"/>
                  <a:pt x="1750367" y="136541"/>
                  <a:pt x="1743356" y="124071"/>
                </a:cubicBezTo>
                <a:cubicBezTo>
                  <a:pt x="1736345" y="111598"/>
                  <a:pt x="1732840" y="98322"/>
                  <a:pt x="1732840" y="84243"/>
                </a:cubicBezTo>
                <a:cubicBezTo>
                  <a:pt x="1732840" y="69400"/>
                  <a:pt x="1736728" y="55321"/>
                  <a:pt x="1744505" y="42008"/>
                </a:cubicBezTo>
                <a:cubicBezTo>
                  <a:pt x="1752283" y="28693"/>
                  <a:pt x="1762780" y="18363"/>
                  <a:pt x="1775997" y="11019"/>
                </a:cubicBezTo>
                <a:cubicBezTo>
                  <a:pt x="1789215" y="3673"/>
                  <a:pt x="1803256" y="0"/>
                  <a:pt x="1818121" y="0"/>
                </a:cubicBezTo>
                <a:cubicBezTo>
                  <a:pt x="1829078" y="0"/>
                  <a:pt x="1840648" y="2375"/>
                  <a:pt x="1852831" y="7126"/>
                </a:cubicBezTo>
                <a:cubicBezTo>
                  <a:pt x="1859880" y="9884"/>
                  <a:pt x="1864362" y="11264"/>
                  <a:pt x="1866278" y="11264"/>
                </a:cubicBezTo>
                <a:cubicBezTo>
                  <a:pt x="1868730" y="11264"/>
                  <a:pt x="1870856" y="10363"/>
                  <a:pt x="1872657" y="8563"/>
                </a:cubicBezTo>
                <a:cubicBezTo>
                  <a:pt x="1874457" y="6762"/>
                  <a:pt x="1875626" y="3908"/>
                  <a:pt x="1876162" y="0"/>
                </a:cubicBezTo>
                <a:lnTo>
                  <a:pt x="1880645" y="0"/>
                </a:lnTo>
                <a:close/>
                <a:moveTo>
                  <a:pt x="1960714" y="143437"/>
                </a:moveTo>
                <a:cubicBezTo>
                  <a:pt x="1947611" y="155084"/>
                  <a:pt x="1935850" y="160907"/>
                  <a:pt x="1925429" y="160907"/>
                </a:cubicBezTo>
                <a:cubicBezTo>
                  <a:pt x="1919299" y="160907"/>
                  <a:pt x="1914204" y="158890"/>
                  <a:pt x="1910143" y="154855"/>
                </a:cubicBezTo>
                <a:cubicBezTo>
                  <a:pt x="1906082" y="150818"/>
                  <a:pt x="1904051" y="145764"/>
                  <a:pt x="1904051" y="139691"/>
                </a:cubicBezTo>
                <a:cubicBezTo>
                  <a:pt x="1904051" y="131464"/>
                  <a:pt x="1907576" y="124064"/>
                  <a:pt x="1914625" y="117491"/>
                </a:cubicBezTo>
                <a:cubicBezTo>
                  <a:pt x="1921674" y="110918"/>
                  <a:pt x="1937037" y="102174"/>
                  <a:pt x="1960714" y="91257"/>
                </a:cubicBezTo>
                <a:lnTo>
                  <a:pt x="1960714" y="80454"/>
                </a:lnTo>
                <a:cubicBezTo>
                  <a:pt x="1960714" y="72332"/>
                  <a:pt x="1960273" y="67217"/>
                  <a:pt x="1959392" y="65110"/>
                </a:cubicBezTo>
                <a:cubicBezTo>
                  <a:pt x="1958511" y="63003"/>
                  <a:pt x="1956844" y="61164"/>
                  <a:pt x="1954392" y="59593"/>
                </a:cubicBezTo>
                <a:cubicBezTo>
                  <a:pt x="1951940" y="58022"/>
                  <a:pt x="1949182" y="57237"/>
                  <a:pt x="1946117" y="57237"/>
                </a:cubicBezTo>
                <a:cubicBezTo>
                  <a:pt x="1941137" y="57237"/>
                  <a:pt x="1937037" y="58348"/>
                  <a:pt x="1933819" y="60570"/>
                </a:cubicBezTo>
                <a:cubicBezTo>
                  <a:pt x="1931827" y="61949"/>
                  <a:pt x="1930831" y="63558"/>
                  <a:pt x="1930831" y="65397"/>
                </a:cubicBezTo>
                <a:cubicBezTo>
                  <a:pt x="1930831" y="67006"/>
                  <a:pt x="1931904" y="68999"/>
                  <a:pt x="1934049" y="71374"/>
                </a:cubicBezTo>
                <a:cubicBezTo>
                  <a:pt x="1936961" y="74669"/>
                  <a:pt x="1938416" y="77849"/>
                  <a:pt x="1938416" y="80913"/>
                </a:cubicBezTo>
                <a:cubicBezTo>
                  <a:pt x="1938416" y="84668"/>
                  <a:pt x="1937018" y="87867"/>
                  <a:pt x="1934221" y="90510"/>
                </a:cubicBezTo>
                <a:cubicBezTo>
                  <a:pt x="1931425" y="93154"/>
                  <a:pt x="1927766" y="94476"/>
                  <a:pt x="1923245" y="94476"/>
                </a:cubicBezTo>
                <a:cubicBezTo>
                  <a:pt x="1918418" y="94476"/>
                  <a:pt x="1914376" y="93020"/>
                  <a:pt x="1911120" y="90108"/>
                </a:cubicBezTo>
                <a:cubicBezTo>
                  <a:pt x="1907863" y="87196"/>
                  <a:pt x="1906235" y="83787"/>
                  <a:pt x="1906235" y="79879"/>
                </a:cubicBezTo>
                <a:cubicBezTo>
                  <a:pt x="1906235" y="74362"/>
                  <a:pt x="1908419" y="69094"/>
                  <a:pt x="1912786" y="64076"/>
                </a:cubicBezTo>
                <a:cubicBezTo>
                  <a:pt x="1917154" y="59057"/>
                  <a:pt x="1923245" y="55207"/>
                  <a:pt x="1931061" y="52525"/>
                </a:cubicBezTo>
                <a:cubicBezTo>
                  <a:pt x="1938876" y="49843"/>
                  <a:pt x="1946998" y="48502"/>
                  <a:pt x="1955427" y="48502"/>
                </a:cubicBezTo>
                <a:cubicBezTo>
                  <a:pt x="1965617" y="48502"/>
                  <a:pt x="1973682" y="50673"/>
                  <a:pt x="1979620" y="55014"/>
                </a:cubicBezTo>
                <a:cubicBezTo>
                  <a:pt x="1985558" y="59353"/>
                  <a:pt x="1989409" y="64056"/>
                  <a:pt x="1991171" y="69126"/>
                </a:cubicBezTo>
                <a:cubicBezTo>
                  <a:pt x="1992244" y="72351"/>
                  <a:pt x="1992780" y="79762"/>
                  <a:pt x="1992780" y="91358"/>
                </a:cubicBezTo>
                <a:lnTo>
                  <a:pt x="1992780" y="133176"/>
                </a:lnTo>
                <a:cubicBezTo>
                  <a:pt x="1992780" y="138092"/>
                  <a:pt x="1992972" y="141184"/>
                  <a:pt x="1993355" y="142453"/>
                </a:cubicBezTo>
                <a:cubicBezTo>
                  <a:pt x="1993738" y="143720"/>
                  <a:pt x="1994313" y="144661"/>
                  <a:pt x="1995079" y="145276"/>
                </a:cubicBezTo>
                <a:cubicBezTo>
                  <a:pt x="1995845" y="145889"/>
                  <a:pt x="1996726" y="146196"/>
                  <a:pt x="1997722" y="146196"/>
                </a:cubicBezTo>
                <a:cubicBezTo>
                  <a:pt x="1999714" y="146196"/>
                  <a:pt x="2001745" y="144778"/>
                  <a:pt x="2003814" y="141943"/>
                </a:cubicBezTo>
                <a:lnTo>
                  <a:pt x="2007262" y="144702"/>
                </a:lnTo>
                <a:cubicBezTo>
                  <a:pt x="2003431" y="150372"/>
                  <a:pt x="1999465" y="154490"/>
                  <a:pt x="1995366" y="157057"/>
                </a:cubicBezTo>
                <a:cubicBezTo>
                  <a:pt x="1991267" y="159624"/>
                  <a:pt x="1986612" y="160907"/>
                  <a:pt x="1981402" y="160907"/>
                </a:cubicBezTo>
                <a:cubicBezTo>
                  <a:pt x="1975272" y="160907"/>
                  <a:pt x="1970483" y="159461"/>
                  <a:pt x="1967035" y="156569"/>
                </a:cubicBezTo>
                <a:cubicBezTo>
                  <a:pt x="1963587" y="153676"/>
                  <a:pt x="1961480" y="149299"/>
                  <a:pt x="1960714" y="143437"/>
                </a:cubicBezTo>
                <a:moveTo>
                  <a:pt x="1960714" y="134932"/>
                </a:moveTo>
                <a:lnTo>
                  <a:pt x="1960714" y="98980"/>
                </a:lnTo>
                <a:cubicBezTo>
                  <a:pt x="1951442" y="104446"/>
                  <a:pt x="1944546" y="110298"/>
                  <a:pt x="1940026" y="116536"/>
                </a:cubicBezTo>
                <a:cubicBezTo>
                  <a:pt x="1937037" y="120693"/>
                  <a:pt x="1935543" y="124889"/>
                  <a:pt x="1935543" y="129125"/>
                </a:cubicBezTo>
                <a:cubicBezTo>
                  <a:pt x="1935543" y="132666"/>
                  <a:pt x="1936807" y="135785"/>
                  <a:pt x="1939336" y="138481"/>
                </a:cubicBezTo>
                <a:cubicBezTo>
                  <a:pt x="1941251" y="140559"/>
                  <a:pt x="1943933" y="141599"/>
                  <a:pt x="1947381" y="141599"/>
                </a:cubicBezTo>
                <a:cubicBezTo>
                  <a:pt x="1951212" y="141599"/>
                  <a:pt x="1955657" y="139376"/>
                  <a:pt x="1960714" y="134932"/>
                </a:cubicBezTo>
                <a:close/>
                <a:moveTo>
                  <a:pt x="2059047" y="3448"/>
                </a:moveTo>
                <a:lnTo>
                  <a:pt x="2059047" y="137001"/>
                </a:lnTo>
                <a:cubicBezTo>
                  <a:pt x="2059047" y="144587"/>
                  <a:pt x="2059928" y="149433"/>
                  <a:pt x="2061691" y="151540"/>
                </a:cubicBezTo>
                <a:cubicBezTo>
                  <a:pt x="2063453" y="153647"/>
                  <a:pt x="2066901" y="154854"/>
                  <a:pt x="2072035" y="155161"/>
                </a:cubicBezTo>
                <a:lnTo>
                  <a:pt x="2072035" y="159298"/>
                </a:lnTo>
                <a:lnTo>
                  <a:pt x="2013993" y="159298"/>
                </a:lnTo>
                <a:lnTo>
                  <a:pt x="2013993" y="155161"/>
                </a:lnTo>
                <a:cubicBezTo>
                  <a:pt x="2018744" y="155007"/>
                  <a:pt x="2022268" y="153628"/>
                  <a:pt x="2024567" y="151023"/>
                </a:cubicBezTo>
                <a:cubicBezTo>
                  <a:pt x="2026099" y="149261"/>
                  <a:pt x="2026866" y="144587"/>
                  <a:pt x="2026866" y="137001"/>
                </a:cubicBezTo>
                <a:lnTo>
                  <a:pt x="2026866" y="25745"/>
                </a:lnTo>
                <a:cubicBezTo>
                  <a:pt x="2026866" y="18188"/>
                  <a:pt x="2025984" y="13350"/>
                  <a:pt x="2024222" y="11231"/>
                </a:cubicBezTo>
                <a:cubicBezTo>
                  <a:pt x="2022460" y="9110"/>
                  <a:pt x="2019050" y="7895"/>
                  <a:pt x="2013993" y="7586"/>
                </a:cubicBezTo>
                <a:lnTo>
                  <a:pt x="2013993" y="3448"/>
                </a:lnTo>
                <a:lnTo>
                  <a:pt x="2059047" y="3448"/>
                </a:lnTo>
                <a:close/>
                <a:moveTo>
                  <a:pt x="2108278" y="0"/>
                </a:moveTo>
                <a:cubicBezTo>
                  <a:pt x="2113259" y="0"/>
                  <a:pt x="2117473" y="1749"/>
                  <a:pt x="2120921" y="5247"/>
                </a:cubicBezTo>
                <a:cubicBezTo>
                  <a:pt x="2124369" y="8743"/>
                  <a:pt x="2126093" y="12952"/>
                  <a:pt x="2126093" y="17872"/>
                </a:cubicBezTo>
                <a:cubicBezTo>
                  <a:pt x="2126093" y="22793"/>
                  <a:pt x="2124350" y="26983"/>
                  <a:pt x="2120864" y="30443"/>
                </a:cubicBezTo>
                <a:cubicBezTo>
                  <a:pt x="2117377" y="33901"/>
                  <a:pt x="2113182" y="35630"/>
                  <a:pt x="2108278" y="35630"/>
                </a:cubicBezTo>
                <a:cubicBezTo>
                  <a:pt x="2103375" y="35630"/>
                  <a:pt x="2099199" y="33901"/>
                  <a:pt x="2095751" y="30443"/>
                </a:cubicBezTo>
                <a:cubicBezTo>
                  <a:pt x="2092303" y="26983"/>
                  <a:pt x="2090579" y="22793"/>
                  <a:pt x="2090579" y="17872"/>
                </a:cubicBezTo>
                <a:cubicBezTo>
                  <a:pt x="2090579" y="12952"/>
                  <a:pt x="2092303" y="8743"/>
                  <a:pt x="2095751" y="5247"/>
                </a:cubicBezTo>
                <a:cubicBezTo>
                  <a:pt x="2099199" y="1749"/>
                  <a:pt x="2103375" y="0"/>
                  <a:pt x="2108278" y="0"/>
                </a:cubicBezTo>
                <a:moveTo>
                  <a:pt x="2124369" y="51720"/>
                </a:moveTo>
                <a:lnTo>
                  <a:pt x="2124369" y="137001"/>
                </a:lnTo>
                <a:cubicBezTo>
                  <a:pt x="2124369" y="144587"/>
                  <a:pt x="2125250" y="149433"/>
                  <a:pt x="2127013" y="151540"/>
                </a:cubicBezTo>
                <a:cubicBezTo>
                  <a:pt x="2128775" y="153647"/>
                  <a:pt x="2132223" y="154854"/>
                  <a:pt x="2137357" y="155161"/>
                </a:cubicBezTo>
                <a:lnTo>
                  <a:pt x="2137357" y="159298"/>
                </a:lnTo>
                <a:lnTo>
                  <a:pt x="2079315" y="159298"/>
                </a:lnTo>
                <a:lnTo>
                  <a:pt x="2079315" y="155161"/>
                </a:lnTo>
                <a:cubicBezTo>
                  <a:pt x="2084066" y="155007"/>
                  <a:pt x="2087590" y="153628"/>
                  <a:pt x="2089889" y="151023"/>
                </a:cubicBezTo>
                <a:cubicBezTo>
                  <a:pt x="2091421" y="149261"/>
                  <a:pt x="2092188" y="144587"/>
                  <a:pt x="2092188" y="137001"/>
                </a:cubicBezTo>
                <a:lnTo>
                  <a:pt x="2092188" y="74247"/>
                </a:lnTo>
                <a:cubicBezTo>
                  <a:pt x="2092188" y="66566"/>
                  <a:pt x="2091307" y="61658"/>
                  <a:pt x="2089544" y="59525"/>
                </a:cubicBezTo>
                <a:cubicBezTo>
                  <a:pt x="2087782" y="57392"/>
                  <a:pt x="2084372" y="56169"/>
                  <a:pt x="2079315" y="55858"/>
                </a:cubicBezTo>
                <a:lnTo>
                  <a:pt x="2079315" y="51720"/>
                </a:lnTo>
                <a:lnTo>
                  <a:pt x="2124369" y="51720"/>
                </a:lnTo>
                <a:close/>
                <a:moveTo>
                  <a:pt x="2190167" y="3448"/>
                </a:moveTo>
                <a:lnTo>
                  <a:pt x="2190167" y="62524"/>
                </a:lnTo>
                <a:cubicBezTo>
                  <a:pt x="2199208" y="53176"/>
                  <a:pt x="2209093" y="48502"/>
                  <a:pt x="2219820" y="48502"/>
                </a:cubicBezTo>
                <a:cubicBezTo>
                  <a:pt x="2227176" y="48502"/>
                  <a:pt x="2234110" y="50669"/>
                  <a:pt x="2240623" y="55003"/>
                </a:cubicBezTo>
                <a:cubicBezTo>
                  <a:pt x="2247136" y="59337"/>
                  <a:pt x="2252231" y="65492"/>
                  <a:pt x="2255909" y="73468"/>
                </a:cubicBezTo>
                <a:cubicBezTo>
                  <a:pt x="2259587" y="81444"/>
                  <a:pt x="2261426" y="90648"/>
                  <a:pt x="2261426" y="101081"/>
                </a:cubicBezTo>
                <a:cubicBezTo>
                  <a:pt x="2261426" y="112816"/>
                  <a:pt x="2259089" y="123477"/>
                  <a:pt x="2254415" y="133065"/>
                </a:cubicBezTo>
                <a:cubicBezTo>
                  <a:pt x="2249741" y="142652"/>
                  <a:pt x="2243496" y="149958"/>
                  <a:pt x="2235681" y="154981"/>
                </a:cubicBezTo>
                <a:cubicBezTo>
                  <a:pt x="2227865" y="160005"/>
                  <a:pt x="2218939" y="162516"/>
                  <a:pt x="2208901" y="162516"/>
                </a:cubicBezTo>
                <a:cubicBezTo>
                  <a:pt x="2203078" y="162516"/>
                  <a:pt x="2197906" y="161597"/>
                  <a:pt x="2193385" y="159758"/>
                </a:cubicBezTo>
                <a:cubicBezTo>
                  <a:pt x="2188864" y="157919"/>
                  <a:pt x="2184420" y="154931"/>
                  <a:pt x="2180053" y="150793"/>
                </a:cubicBezTo>
                <a:lnTo>
                  <a:pt x="2162238" y="162516"/>
                </a:lnTo>
                <a:lnTo>
                  <a:pt x="2158330" y="162516"/>
                </a:lnTo>
                <a:lnTo>
                  <a:pt x="2158330" y="25745"/>
                </a:lnTo>
                <a:cubicBezTo>
                  <a:pt x="2158330" y="19498"/>
                  <a:pt x="2158062" y="15643"/>
                  <a:pt x="2157526" y="14180"/>
                </a:cubicBezTo>
                <a:cubicBezTo>
                  <a:pt x="2156760" y="12020"/>
                  <a:pt x="2155553" y="10419"/>
                  <a:pt x="2153905" y="9378"/>
                </a:cubicBezTo>
                <a:cubicBezTo>
                  <a:pt x="2152258" y="8336"/>
                  <a:pt x="2149480" y="7739"/>
                  <a:pt x="2145573" y="7586"/>
                </a:cubicBezTo>
                <a:lnTo>
                  <a:pt x="2145573" y="3448"/>
                </a:lnTo>
                <a:lnTo>
                  <a:pt x="2190167" y="3448"/>
                </a:lnTo>
                <a:moveTo>
                  <a:pt x="2190167" y="72767"/>
                </a:moveTo>
                <a:lnTo>
                  <a:pt x="2190167" y="120637"/>
                </a:lnTo>
                <a:cubicBezTo>
                  <a:pt x="2190167" y="130380"/>
                  <a:pt x="2190397" y="136595"/>
                  <a:pt x="2190857" y="139282"/>
                </a:cubicBezTo>
                <a:cubicBezTo>
                  <a:pt x="2191623" y="143807"/>
                  <a:pt x="2193462" y="147471"/>
                  <a:pt x="2196373" y="150272"/>
                </a:cubicBezTo>
                <a:cubicBezTo>
                  <a:pt x="2199285" y="153072"/>
                  <a:pt x="2203001" y="154471"/>
                  <a:pt x="2207522" y="154471"/>
                </a:cubicBezTo>
                <a:cubicBezTo>
                  <a:pt x="2211430" y="154471"/>
                  <a:pt x="2214782" y="153359"/>
                  <a:pt x="2217579" y="151134"/>
                </a:cubicBezTo>
                <a:cubicBezTo>
                  <a:pt x="2220375" y="148910"/>
                  <a:pt x="2222712" y="144499"/>
                  <a:pt x="2224590" y="137903"/>
                </a:cubicBezTo>
                <a:cubicBezTo>
                  <a:pt x="2226467" y="131304"/>
                  <a:pt x="2227406" y="119411"/>
                  <a:pt x="2227406" y="102226"/>
                </a:cubicBezTo>
                <a:cubicBezTo>
                  <a:pt x="2227406" y="85731"/>
                  <a:pt x="2225337" y="74415"/>
                  <a:pt x="2221199" y="68278"/>
                </a:cubicBezTo>
                <a:cubicBezTo>
                  <a:pt x="2218211" y="63829"/>
                  <a:pt x="2214188" y="61605"/>
                  <a:pt x="2209131" y="61605"/>
                </a:cubicBezTo>
                <a:cubicBezTo>
                  <a:pt x="2202542" y="61605"/>
                  <a:pt x="2196220" y="65326"/>
                  <a:pt x="2190167" y="72767"/>
                </a:cubicBezTo>
                <a:close/>
                <a:moveTo>
                  <a:pt x="2321911" y="51720"/>
                </a:moveTo>
                <a:lnTo>
                  <a:pt x="2321911" y="76086"/>
                </a:lnTo>
                <a:cubicBezTo>
                  <a:pt x="2329037" y="64976"/>
                  <a:pt x="2335281" y="57601"/>
                  <a:pt x="2340645" y="53961"/>
                </a:cubicBezTo>
                <a:cubicBezTo>
                  <a:pt x="2346008" y="50322"/>
                  <a:pt x="2351181" y="48502"/>
                  <a:pt x="2356161" y="48502"/>
                </a:cubicBezTo>
                <a:cubicBezTo>
                  <a:pt x="2360452" y="48502"/>
                  <a:pt x="2363881" y="49829"/>
                  <a:pt x="2366448" y="52482"/>
                </a:cubicBezTo>
                <a:cubicBezTo>
                  <a:pt x="2369014" y="55135"/>
                  <a:pt x="2370298" y="58883"/>
                  <a:pt x="2370298" y="63727"/>
                </a:cubicBezTo>
                <a:cubicBezTo>
                  <a:pt x="2370298" y="68880"/>
                  <a:pt x="2369053" y="72880"/>
                  <a:pt x="2366562" y="75727"/>
                </a:cubicBezTo>
                <a:cubicBezTo>
                  <a:pt x="2364072" y="78572"/>
                  <a:pt x="2361065" y="79994"/>
                  <a:pt x="2357540" y="79994"/>
                </a:cubicBezTo>
                <a:cubicBezTo>
                  <a:pt x="2353479" y="79994"/>
                  <a:pt x="2349955" y="78691"/>
                  <a:pt x="2346966" y="76086"/>
                </a:cubicBezTo>
                <a:cubicBezTo>
                  <a:pt x="2343978" y="73481"/>
                  <a:pt x="2342216" y="72025"/>
                  <a:pt x="2341679" y="71719"/>
                </a:cubicBezTo>
                <a:cubicBezTo>
                  <a:pt x="2340913" y="71259"/>
                  <a:pt x="2340032" y="71029"/>
                  <a:pt x="2339036" y="71029"/>
                </a:cubicBezTo>
                <a:cubicBezTo>
                  <a:pt x="2336814" y="71029"/>
                  <a:pt x="2334707" y="71872"/>
                  <a:pt x="2332714" y="73558"/>
                </a:cubicBezTo>
                <a:cubicBezTo>
                  <a:pt x="2329573" y="76163"/>
                  <a:pt x="2327198" y="79879"/>
                  <a:pt x="2325589" y="84706"/>
                </a:cubicBezTo>
                <a:cubicBezTo>
                  <a:pt x="2323137" y="92139"/>
                  <a:pt x="2321911" y="100337"/>
                  <a:pt x="2321911" y="109302"/>
                </a:cubicBezTo>
                <a:lnTo>
                  <a:pt x="2321911" y="134013"/>
                </a:lnTo>
                <a:lnTo>
                  <a:pt x="2322026" y="140449"/>
                </a:lnTo>
                <a:cubicBezTo>
                  <a:pt x="2322026" y="144817"/>
                  <a:pt x="2322294" y="147613"/>
                  <a:pt x="2322830" y="148839"/>
                </a:cubicBezTo>
                <a:cubicBezTo>
                  <a:pt x="2323750" y="150908"/>
                  <a:pt x="2325110" y="152421"/>
                  <a:pt x="2326910" y="153379"/>
                </a:cubicBezTo>
                <a:cubicBezTo>
                  <a:pt x="2328711" y="154337"/>
                  <a:pt x="2331757" y="154931"/>
                  <a:pt x="2336048" y="155161"/>
                </a:cubicBezTo>
                <a:lnTo>
                  <a:pt x="2336048" y="159298"/>
                </a:lnTo>
                <a:lnTo>
                  <a:pt x="2278006" y="159298"/>
                </a:lnTo>
                <a:lnTo>
                  <a:pt x="2278006" y="155161"/>
                </a:lnTo>
                <a:cubicBezTo>
                  <a:pt x="2282680" y="154778"/>
                  <a:pt x="2285841" y="153494"/>
                  <a:pt x="2287488" y="151310"/>
                </a:cubicBezTo>
                <a:cubicBezTo>
                  <a:pt x="2289135" y="149127"/>
                  <a:pt x="2289959" y="143361"/>
                  <a:pt x="2289959" y="134013"/>
                </a:cubicBezTo>
                <a:lnTo>
                  <a:pt x="2289959" y="74477"/>
                </a:lnTo>
                <a:cubicBezTo>
                  <a:pt x="2289959" y="68309"/>
                  <a:pt x="2289653" y="64377"/>
                  <a:pt x="2289040" y="62682"/>
                </a:cubicBezTo>
                <a:cubicBezTo>
                  <a:pt x="2288273" y="60522"/>
                  <a:pt x="2287162" y="58942"/>
                  <a:pt x="2285707" y="57941"/>
                </a:cubicBezTo>
                <a:cubicBezTo>
                  <a:pt x="2284251" y="56938"/>
                  <a:pt x="2281684" y="56243"/>
                  <a:pt x="2278006" y="55858"/>
                </a:cubicBezTo>
                <a:lnTo>
                  <a:pt x="2278006" y="51720"/>
                </a:lnTo>
                <a:lnTo>
                  <a:pt x="2321911" y="51720"/>
                </a:lnTo>
                <a:close/>
                <a:moveTo>
                  <a:pt x="2440191" y="143437"/>
                </a:moveTo>
                <a:cubicBezTo>
                  <a:pt x="2427089" y="155084"/>
                  <a:pt x="2415327" y="160907"/>
                  <a:pt x="2404907" y="160907"/>
                </a:cubicBezTo>
                <a:cubicBezTo>
                  <a:pt x="2398777" y="160907"/>
                  <a:pt x="2393681" y="158890"/>
                  <a:pt x="2389620" y="154855"/>
                </a:cubicBezTo>
                <a:cubicBezTo>
                  <a:pt x="2385559" y="150818"/>
                  <a:pt x="2383529" y="145764"/>
                  <a:pt x="2383529" y="139691"/>
                </a:cubicBezTo>
                <a:cubicBezTo>
                  <a:pt x="2383529" y="131464"/>
                  <a:pt x="2387053" y="124064"/>
                  <a:pt x="2394103" y="117491"/>
                </a:cubicBezTo>
                <a:cubicBezTo>
                  <a:pt x="2401152" y="110918"/>
                  <a:pt x="2416515" y="102174"/>
                  <a:pt x="2440191" y="91257"/>
                </a:cubicBezTo>
                <a:lnTo>
                  <a:pt x="2440191" y="80454"/>
                </a:lnTo>
                <a:cubicBezTo>
                  <a:pt x="2440191" y="72332"/>
                  <a:pt x="2439751" y="67217"/>
                  <a:pt x="2438870" y="65110"/>
                </a:cubicBezTo>
                <a:cubicBezTo>
                  <a:pt x="2437988" y="63003"/>
                  <a:pt x="2436322" y="61164"/>
                  <a:pt x="2433870" y="59593"/>
                </a:cubicBezTo>
                <a:cubicBezTo>
                  <a:pt x="2431418" y="58022"/>
                  <a:pt x="2428660" y="57237"/>
                  <a:pt x="2425595" y="57237"/>
                </a:cubicBezTo>
                <a:cubicBezTo>
                  <a:pt x="2420614" y="57237"/>
                  <a:pt x="2416515" y="58348"/>
                  <a:pt x="2413297" y="60570"/>
                </a:cubicBezTo>
                <a:cubicBezTo>
                  <a:pt x="2411305" y="61949"/>
                  <a:pt x="2410308" y="63558"/>
                  <a:pt x="2410308" y="65397"/>
                </a:cubicBezTo>
                <a:cubicBezTo>
                  <a:pt x="2410308" y="67006"/>
                  <a:pt x="2411381" y="68999"/>
                  <a:pt x="2413527" y="71374"/>
                </a:cubicBezTo>
                <a:cubicBezTo>
                  <a:pt x="2416438" y="74669"/>
                  <a:pt x="2417894" y="77849"/>
                  <a:pt x="2417894" y="80913"/>
                </a:cubicBezTo>
                <a:cubicBezTo>
                  <a:pt x="2417894" y="84668"/>
                  <a:pt x="2416496" y="87867"/>
                  <a:pt x="2413699" y="90510"/>
                </a:cubicBezTo>
                <a:cubicBezTo>
                  <a:pt x="2410902" y="93154"/>
                  <a:pt x="2407244" y="94476"/>
                  <a:pt x="2402723" y="94476"/>
                </a:cubicBezTo>
                <a:cubicBezTo>
                  <a:pt x="2397896" y="94476"/>
                  <a:pt x="2393854" y="93020"/>
                  <a:pt x="2390597" y="90108"/>
                </a:cubicBezTo>
                <a:cubicBezTo>
                  <a:pt x="2387341" y="87196"/>
                  <a:pt x="2385713" y="83787"/>
                  <a:pt x="2385713" y="79879"/>
                </a:cubicBezTo>
                <a:cubicBezTo>
                  <a:pt x="2385713" y="74362"/>
                  <a:pt x="2387896" y="69094"/>
                  <a:pt x="2392264" y="64076"/>
                </a:cubicBezTo>
                <a:cubicBezTo>
                  <a:pt x="2396631" y="59057"/>
                  <a:pt x="2402723" y="55207"/>
                  <a:pt x="2410538" y="52525"/>
                </a:cubicBezTo>
                <a:cubicBezTo>
                  <a:pt x="2418354" y="49843"/>
                  <a:pt x="2426476" y="48502"/>
                  <a:pt x="2434904" y="48502"/>
                </a:cubicBezTo>
                <a:cubicBezTo>
                  <a:pt x="2445095" y="48502"/>
                  <a:pt x="2453160" y="50673"/>
                  <a:pt x="2459098" y="55014"/>
                </a:cubicBezTo>
                <a:cubicBezTo>
                  <a:pt x="2465036" y="59353"/>
                  <a:pt x="2468886" y="64056"/>
                  <a:pt x="2470649" y="69126"/>
                </a:cubicBezTo>
                <a:cubicBezTo>
                  <a:pt x="2471721" y="72351"/>
                  <a:pt x="2472258" y="79762"/>
                  <a:pt x="2472258" y="91358"/>
                </a:cubicBezTo>
                <a:lnTo>
                  <a:pt x="2472258" y="133176"/>
                </a:lnTo>
                <a:cubicBezTo>
                  <a:pt x="2472258" y="138092"/>
                  <a:pt x="2472449" y="141184"/>
                  <a:pt x="2472832" y="142453"/>
                </a:cubicBezTo>
                <a:cubicBezTo>
                  <a:pt x="2473216" y="143720"/>
                  <a:pt x="2473790" y="144661"/>
                  <a:pt x="2474556" y="145276"/>
                </a:cubicBezTo>
                <a:cubicBezTo>
                  <a:pt x="2475323" y="145889"/>
                  <a:pt x="2476204" y="146196"/>
                  <a:pt x="2477200" y="146196"/>
                </a:cubicBezTo>
                <a:cubicBezTo>
                  <a:pt x="2479192" y="146196"/>
                  <a:pt x="2481223" y="144778"/>
                  <a:pt x="2483291" y="141943"/>
                </a:cubicBezTo>
                <a:lnTo>
                  <a:pt x="2486739" y="144702"/>
                </a:lnTo>
                <a:cubicBezTo>
                  <a:pt x="2482908" y="150372"/>
                  <a:pt x="2478943" y="154490"/>
                  <a:pt x="2474844" y="157057"/>
                </a:cubicBezTo>
                <a:cubicBezTo>
                  <a:pt x="2470744" y="159624"/>
                  <a:pt x="2466090" y="160907"/>
                  <a:pt x="2460879" y="160907"/>
                </a:cubicBezTo>
                <a:cubicBezTo>
                  <a:pt x="2454750" y="160907"/>
                  <a:pt x="2449961" y="159461"/>
                  <a:pt x="2446513" y="156569"/>
                </a:cubicBezTo>
                <a:cubicBezTo>
                  <a:pt x="2443065" y="153676"/>
                  <a:pt x="2440957" y="149299"/>
                  <a:pt x="2440191" y="143437"/>
                </a:cubicBezTo>
                <a:moveTo>
                  <a:pt x="2440191" y="134932"/>
                </a:moveTo>
                <a:lnTo>
                  <a:pt x="2440191" y="98980"/>
                </a:lnTo>
                <a:cubicBezTo>
                  <a:pt x="2430920" y="104446"/>
                  <a:pt x="2424024" y="110298"/>
                  <a:pt x="2419503" y="116536"/>
                </a:cubicBezTo>
                <a:cubicBezTo>
                  <a:pt x="2416515" y="120693"/>
                  <a:pt x="2415021" y="124889"/>
                  <a:pt x="2415021" y="129125"/>
                </a:cubicBezTo>
                <a:cubicBezTo>
                  <a:pt x="2415021" y="132666"/>
                  <a:pt x="2416285" y="135785"/>
                  <a:pt x="2418814" y="138481"/>
                </a:cubicBezTo>
                <a:cubicBezTo>
                  <a:pt x="2420729" y="140559"/>
                  <a:pt x="2423411" y="141599"/>
                  <a:pt x="2426859" y="141599"/>
                </a:cubicBezTo>
                <a:cubicBezTo>
                  <a:pt x="2430690" y="141599"/>
                  <a:pt x="2435134" y="139376"/>
                  <a:pt x="2440191" y="134932"/>
                </a:cubicBezTo>
                <a:close/>
                <a:moveTo>
                  <a:pt x="2539570" y="12183"/>
                </a:moveTo>
                <a:lnTo>
                  <a:pt x="2539570" y="51720"/>
                </a:lnTo>
                <a:lnTo>
                  <a:pt x="2565086" y="51720"/>
                </a:lnTo>
                <a:lnTo>
                  <a:pt x="2565086" y="62984"/>
                </a:lnTo>
                <a:lnTo>
                  <a:pt x="2539570" y="62984"/>
                </a:lnTo>
                <a:lnTo>
                  <a:pt x="2539570" y="129480"/>
                </a:lnTo>
                <a:cubicBezTo>
                  <a:pt x="2539570" y="135703"/>
                  <a:pt x="2539858" y="139718"/>
                  <a:pt x="2540432" y="141523"/>
                </a:cubicBezTo>
                <a:cubicBezTo>
                  <a:pt x="2541007" y="143329"/>
                  <a:pt x="2542022" y="144789"/>
                  <a:pt x="2543478" y="145905"/>
                </a:cubicBezTo>
                <a:cubicBezTo>
                  <a:pt x="2544934" y="147018"/>
                  <a:pt x="2546275" y="147575"/>
                  <a:pt x="2547501" y="147575"/>
                </a:cubicBezTo>
                <a:cubicBezTo>
                  <a:pt x="2552481" y="147575"/>
                  <a:pt x="2557194" y="143744"/>
                  <a:pt x="2561638" y="136082"/>
                </a:cubicBezTo>
                <a:lnTo>
                  <a:pt x="2565086" y="138635"/>
                </a:lnTo>
                <a:cubicBezTo>
                  <a:pt x="2558879" y="153483"/>
                  <a:pt x="2548803" y="160907"/>
                  <a:pt x="2534858" y="160907"/>
                </a:cubicBezTo>
                <a:cubicBezTo>
                  <a:pt x="2528039" y="160907"/>
                  <a:pt x="2522273" y="159005"/>
                  <a:pt x="2517560" y="155200"/>
                </a:cubicBezTo>
                <a:cubicBezTo>
                  <a:pt x="2512848" y="151393"/>
                  <a:pt x="2509841" y="147144"/>
                  <a:pt x="2508538" y="142453"/>
                </a:cubicBezTo>
                <a:cubicBezTo>
                  <a:pt x="2507772" y="139839"/>
                  <a:pt x="2507389" y="132764"/>
                  <a:pt x="2507389" y="121230"/>
                </a:cubicBezTo>
                <a:lnTo>
                  <a:pt x="2507389" y="62984"/>
                </a:lnTo>
                <a:lnTo>
                  <a:pt x="2493367" y="62984"/>
                </a:lnTo>
                <a:lnTo>
                  <a:pt x="2493367" y="58950"/>
                </a:lnTo>
                <a:cubicBezTo>
                  <a:pt x="2503021" y="52117"/>
                  <a:pt x="2511239" y="44937"/>
                  <a:pt x="2518020" y="37411"/>
                </a:cubicBezTo>
                <a:cubicBezTo>
                  <a:pt x="2524801" y="29885"/>
                  <a:pt x="2530720" y="21476"/>
                  <a:pt x="2535778" y="12183"/>
                </a:cubicBezTo>
                <a:lnTo>
                  <a:pt x="2539570" y="12183"/>
                </a:lnTo>
                <a:close/>
                <a:moveTo>
                  <a:pt x="2601173" y="0"/>
                </a:moveTo>
                <a:cubicBezTo>
                  <a:pt x="2606154" y="0"/>
                  <a:pt x="2610368" y="1749"/>
                  <a:pt x="2613816" y="5247"/>
                </a:cubicBezTo>
                <a:cubicBezTo>
                  <a:pt x="2617264" y="8743"/>
                  <a:pt x="2618988" y="12952"/>
                  <a:pt x="2618988" y="17872"/>
                </a:cubicBezTo>
                <a:cubicBezTo>
                  <a:pt x="2618988" y="22793"/>
                  <a:pt x="2617245" y="26983"/>
                  <a:pt x="2613758" y="30443"/>
                </a:cubicBezTo>
                <a:cubicBezTo>
                  <a:pt x="2610272" y="33901"/>
                  <a:pt x="2606077" y="35630"/>
                  <a:pt x="2601173" y="35630"/>
                </a:cubicBezTo>
                <a:cubicBezTo>
                  <a:pt x="2596269" y="35630"/>
                  <a:pt x="2592093" y="33901"/>
                  <a:pt x="2588645" y="30443"/>
                </a:cubicBezTo>
                <a:cubicBezTo>
                  <a:pt x="2585197" y="26983"/>
                  <a:pt x="2583473" y="22793"/>
                  <a:pt x="2583473" y="17872"/>
                </a:cubicBezTo>
                <a:cubicBezTo>
                  <a:pt x="2583473" y="12952"/>
                  <a:pt x="2585197" y="8743"/>
                  <a:pt x="2588645" y="5247"/>
                </a:cubicBezTo>
                <a:cubicBezTo>
                  <a:pt x="2592093" y="1749"/>
                  <a:pt x="2596269" y="0"/>
                  <a:pt x="2601173" y="0"/>
                </a:cubicBezTo>
                <a:moveTo>
                  <a:pt x="2617264" y="51720"/>
                </a:moveTo>
                <a:lnTo>
                  <a:pt x="2617264" y="137001"/>
                </a:lnTo>
                <a:cubicBezTo>
                  <a:pt x="2617264" y="144587"/>
                  <a:pt x="2618145" y="149433"/>
                  <a:pt x="2619907" y="151540"/>
                </a:cubicBezTo>
                <a:cubicBezTo>
                  <a:pt x="2621670" y="153647"/>
                  <a:pt x="2625118" y="154854"/>
                  <a:pt x="2630251" y="155161"/>
                </a:cubicBezTo>
                <a:lnTo>
                  <a:pt x="2630251" y="159298"/>
                </a:lnTo>
                <a:lnTo>
                  <a:pt x="2572210" y="159298"/>
                </a:lnTo>
                <a:lnTo>
                  <a:pt x="2572210" y="155161"/>
                </a:lnTo>
                <a:cubicBezTo>
                  <a:pt x="2576960" y="155007"/>
                  <a:pt x="2580485" y="153628"/>
                  <a:pt x="2582784" y="151023"/>
                </a:cubicBezTo>
                <a:cubicBezTo>
                  <a:pt x="2584316" y="149261"/>
                  <a:pt x="2585082" y="144587"/>
                  <a:pt x="2585082" y="137001"/>
                </a:cubicBezTo>
                <a:lnTo>
                  <a:pt x="2585082" y="74247"/>
                </a:lnTo>
                <a:cubicBezTo>
                  <a:pt x="2585082" y="66566"/>
                  <a:pt x="2584201" y="61658"/>
                  <a:pt x="2582439" y="59525"/>
                </a:cubicBezTo>
                <a:cubicBezTo>
                  <a:pt x="2580677" y="57392"/>
                  <a:pt x="2577267" y="56169"/>
                  <a:pt x="2572210" y="55858"/>
                </a:cubicBezTo>
                <a:lnTo>
                  <a:pt x="2572210" y="51720"/>
                </a:lnTo>
                <a:lnTo>
                  <a:pt x="2617264" y="51720"/>
                </a:lnTo>
                <a:close/>
                <a:moveTo>
                  <a:pt x="2691436" y="48502"/>
                </a:moveTo>
                <a:cubicBezTo>
                  <a:pt x="2700784" y="48502"/>
                  <a:pt x="2709481" y="50918"/>
                  <a:pt x="2717526" y="55750"/>
                </a:cubicBezTo>
                <a:cubicBezTo>
                  <a:pt x="2725571" y="60582"/>
                  <a:pt x="2731682" y="67447"/>
                  <a:pt x="2735858" y="76345"/>
                </a:cubicBezTo>
                <a:cubicBezTo>
                  <a:pt x="2740034" y="85243"/>
                  <a:pt x="2742122" y="94983"/>
                  <a:pt x="2742122" y="105567"/>
                </a:cubicBezTo>
                <a:cubicBezTo>
                  <a:pt x="2742122" y="120829"/>
                  <a:pt x="2738252" y="133600"/>
                  <a:pt x="2730513" y="143879"/>
                </a:cubicBezTo>
                <a:cubicBezTo>
                  <a:pt x="2721166" y="156304"/>
                  <a:pt x="2708255" y="162516"/>
                  <a:pt x="2691781" y="162516"/>
                </a:cubicBezTo>
                <a:cubicBezTo>
                  <a:pt x="2675613" y="162516"/>
                  <a:pt x="2663162" y="156840"/>
                  <a:pt x="2654427" y="145488"/>
                </a:cubicBezTo>
                <a:cubicBezTo>
                  <a:pt x="2645692" y="134136"/>
                  <a:pt x="2641325" y="120982"/>
                  <a:pt x="2641325" y="106026"/>
                </a:cubicBezTo>
                <a:cubicBezTo>
                  <a:pt x="2641325" y="90611"/>
                  <a:pt x="2645788" y="77170"/>
                  <a:pt x="2654715" y="65703"/>
                </a:cubicBezTo>
                <a:cubicBezTo>
                  <a:pt x="2663641" y="54236"/>
                  <a:pt x="2675882" y="48502"/>
                  <a:pt x="2691436" y="48502"/>
                </a:cubicBezTo>
                <a:moveTo>
                  <a:pt x="2691896" y="56547"/>
                </a:moveTo>
                <a:cubicBezTo>
                  <a:pt x="2687988" y="56547"/>
                  <a:pt x="2684636" y="58025"/>
                  <a:pt x="2681839" y="60980"/>
                </a:cubicBezTo>
                <a:cubicBezTo>
                  <a:pt x="2679042" y="63932"/>
                  <a:pt x="2677203" y="69761"/>
                  <a:pt x="2676322" y="78468"/>
                </a:cubicBezTo>
                <a:cubicBezTo>
                  <a:pt x="2675441" y="87174"/>
                  <a:pt x="2675000" y="99275"/>
                  <a:pt x="2675000" y="114772"/>
                </a:cubicBezTo>
                <a:cubicBezTo>
                  <a:pt x="2675000" y="122980"/>
                  <a:pt x="2675537" y="130652"/>
                  <a:pt x="2676609" y="137788"/>
                </a:cubicBezTo>
                <a:cubicBezTo>
                  <a:pt x="2677452" y="143233"/>
                  <a:pt x="2679253" y="147375"/>
                  <a:pt x="2682011" y="150215"/>
                </a:cubicBezTo>
                <a:cubicBezTo>
                  <a:pt x="2684770" y="153052"/>
                  <a:pt x="2687911" y="154471"/>
                  <a:pt x="2691436" y="154471"/>
                </a:cubicBezTo>
                <a:cubicBezTo>
                  <a:pt x="2694884" y="154471"/>
                  <a:pt x="2697757" y="153512"/>
                  <a:pt x="2700056" y="151594"/>
                </a:cubicBezTo>
                <a:cubicBezTo>
                  <a:pt x="2703044" y="148987"/>
                  <a:pt x="2705036" y="145342"/>
                  <a:pt x="2706033" y="140661"/>
                </a:cubicBezTo>
                <a:cubicBezTo>
                  <a:pt x="2707565" y="133375"/>
                  <a:pt x="2708331" y="118646"/>
                  <a:pt x="2708331" y="96476"/>
                </a:cubicBezTo>
                <a:cubicBezTo>
                  <a:pt x="2708331" y="83436"/>
                  <a:pt x="2707603" y="74481"/>
                  <a:pt x="2706148" y="69610"/>
                </a:cubicBezTo>
                <a:cubicBezTo>
                  <a:pt x="2704692" y="64738"/>
                  <a:pt x="2702546" y="61189"/>
                  <a:pt x="2699711" y="58965"/>
                </a:cubicBezTo>
                <a:cubicBezTo>
                  <a:pt x="2697719" y="57353"/>
                  <a:pt x="2695114" y="56547"/>
                  <a:pt x="2691896" y="56547"/>
                </a:cubicBezTo>
                <a:close/>
                <a:moveTo>
                  <a:pt x="2801405" y="51720"/>
                </a:moveTo>
                <a:lnTo>
                  <a:pt x="2801405" y="65742"/>
                </a:lnTo>
                <a:cubicBezTo>
                  <a:pt x="2806922" y="59725"/>
                  <a:pt x="2812209" y="55348"/>
                  <a:pt x="2817266" y="52611"/>
                </a:cubicBezTo>
                <a:cubicBezTo>
                  <a:pt x="2822323" y="49872"/>
                  <a:pt x="2827764" y="48502"/>
                  <a:pt x="2833587" y="48502"/>
                </a:cubicBezTo>
                <a:cubicBezTo>
                  <a:pt x="2840560" y="48502"/>
                  <a:pt x="2846345" y="50439"/>
                  <a:pt x="2850942" y="54313"/>
                </a:cubicBezTo>
                <a:cubicBezTo>
                  <a:pt x="2855539" y="58188"/>
                  <a:pt x="2858604" y="63002"/>
                  <a:pt x="2860137" y="68756"/>
                </a:cubicBezTo>
                <a:cubicBezTo>
                  <a:pt x="2861363" y="73130"/>
                  <a:pt x="2861976" y="81532"/>
                  <a:pt x="2861976" y="93962"/>
                </a:cubicBezTo>
                <a:lnTo>
                  <a:pt x="2861976" y="135852"/>
                </a:lnTo>
                <a:cubicBezTo>
                  <a:pt x="2861976" y="144127"/>
                  <a:pt x="2862723" y="149280"/>
                  <a:pt x="2864217" y="151310"/>
                </a:cubicBezTo>
                <a:cubicBezTo>
                  <a:pt x="2865711" y="153341"/>
                  <a:pt x="2868833" y="154624"/>
                  <a:pt x="2873584" y="155161"/>
                </a:cubicBezTo>
                <a:lnTo>
                  <a:pt x="2873584" y="159298"/>
                </a:lnTo>
                <a:lnTo>
                  <a:pt x="2819220" y="159298"/>
                </a:lnTo>
                <a:lnTo>
                  <a:pt x="2819220" y="155161"/>
                </a:lnTo>
                <a:cubicBezTo>
                  <a:pt x="2823281" y="154624"/>
                  <a:pt x="2826193" y="152939"/>
                  <a:pt x="2827955" y="150104"/>
                </a:cubicBezTo>
                <a:cubicBezTo>
                  <a:pt x="2829181" y="148188"/>
                  <a:pt x="2829794" y="143437"/>
                  <a:pt x="2829794" y="135852"/>
                </a:cubicBezTo>
                <a:lnTo>
                  <a:pt x="2829794" y="88039"/>
                </a:lnTo>
                <a:cubicBezTo>
                  <a:pt x="2829794" y="79228"/>
                  <a:pt x="2829449" y="73673"/>
                  <a:pt x="2828760" y="71374"/>
                </a:cubicBezTo>
                <a:cubicBezTo>
                  <a:pt x="2828070" y="69075"/>
                  <a:pt x="2826902" y="67294"/>
                  <a:pt x="2825254" y="66030"/>
                </a:cubicBezTo>
                <a:cubicBezTo>
                  <a:pt x="2823607" y="64765"/>
                  <a:pt x="2821787" y="64133"/>
                  <a:pt x="2819795" y="64133"/>
                </a:cubicBezTo>
                <a:cubicBezTo>
                  <a:pt x="2813205" y="64133"/>
                  <a:pt x="2807076" y="68884"/>
                  <a:pt x="2801405" y="78385"/>
                </a:cubicBezTo>
                <a:lnTo>
                  <a:pt x="2801405" y="135852"/>
                </a:lnTo>
                <a:cubicBezTo>
                  <a:pt x="2801405" y="143897"/>
                  <a:pt x="2802152" y="148993"/>
                  <a:pt x="2803647" y="151138"/>
                </a:cubicBezTo>
                <a:cubicBezTo>
                  <a:pt x="2805141" y="153283"/>
                  <a:pt x="2807918" y="154624"/>
                  <a:pt x="2811979" y="155161"/>
                </a:cubicBezTo>
                <a:lnTo>
                  <a:pt x="2811979" y="159298"/>
                </a:lnTo>
                <a:lnTo>
                  <a:pt x="2757616" y="159298"/>
                </a:lnTo>
                <a:lnTo>
                  <a:pt x="2757616" y="155161"/>
                </a:lnTo>
                <a:cubicBezTo>
                  <a:pt x="2762136" y="154701"/>
                  <a:pt x="2765355" y="153245"/>
                  <a:pt x="2767270" y="150793"/>
                </a:cubicBezTo>
                <a:cubicBezTo>
                  <a:pt x="2768573" y="149108"/>
                  <a:pt x="2769224" y="144127"/>
                  <a:pt x="2769224" y="135852"/>
                </a:cubicBezTo>
                <a:lnTo>
                  <a:pt x="2769224" y="75167"/>
                </a:lnTo>
                <a:cubicBezTo>
                  <a:pt x="2769224" y="66947"/>
                  <a:pt x="2768477" y="61828"/>
                  <a:pt x="2766983" y="59812"/>
                </a:cubicBezTo>
                <a:cubicBezTo>
                  <a:pt x="2765489" y="57796"/>
                  <a:pt x="2762366" y="56478"/>
                  <a:pt x="2757616" y="55858"/>
                </a:cubicBezTo>
                <a:lnTo>
                  <a:pt x="2757616" y="51720"/>
                </a:lnTo>
                <a:lnTo>
                  <a:pt x="2801405" y="5172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VibrationSignalExtraction">
            <a:extLst xmlns:a="http://schemas.openxmlformats.org/drawingml/2006/main">
              <a:ext uri="{FF2B5EF4-FFF2-40B4-BE49-F238E27FC236}">
                <a16:creationId xmlns:a16="http://schemas.microsoft.com/office/drawing/2014/main" id="{3BD6D60F-41A4-4C2C-8D91-859E22F8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961" y="1886569"/>
            <a:ext cx="2460680" cy="203382"/>
          </a:xfrm>
          <a:custGeom xmlns:a="http://schemas.openxmlformats.org/drawingml/2006/main">
            <a:pathLst>
              <a:path w="2460680" h="203382">
                <a:moveTo>
                  <a:pt x="156683" y="7201"/>
                </a:moveTo>
                <a:lnTo>
                  <a:pt x="156683" y="11238"/>
                </a:lnTo>
                <a:cubicBezTo>
                  <a:pt x="151445" y="12184"/>
                  <a:pt x="147481" y="13856"/>
                  <a:pt x="144790" y="16254"/>
                </a:cubicBezTo>
                <a:cubicBezTo>
                  <a:pt x="140934" y="19816"/>
                  <a:pt x="137516" y="25267"/>
                  <a:pt x="134533" y="32607"/>
                </a:cubicBezTo>
                <a:lnTo>
                  <a:pt x="82924" y="158429"/>
                </a:lnTo>
                <a:lnTo>
                  <a:pt x="78887" y="158429"/>
                </a:lnTo>
                <a:lnTo>
                  <a:pt x="23459" y="30974"/>
                </a:lnTo>
                <a:cubicBezTo>
                  <a:pt x="20622" y="24432"/>
                  <a:pt x="18622" y="20433"/>
                  <a:pt x="17458" y="18978"/>
                </a:cubicBezTo>
                <a:cubicBezTo>
                  <a:pt x="15639" y="16726"/>
                  <a:pt x="13402" y="14964"/>
                  <a:pt x="10747" y="13693"/>
                </a:cubicBezTo>
                <a:cubicBezTo>
                  <a:pt x="8092" y="12420"/>
                  <a:pt x="4510" y="11602"/>
                  <a:pt x="0" y="11238"/>
                </a:cubicBezTo>
                <a:lnTo>
                  <a:pt x="0" y="7201"/>
                </a:lnTo>
                <a:lnTo>
                  <a:pt x="60447" y="7201"/>
                </a:lnTo>
                <a:lnTo>
                  <a:pt x="60447" y="11238"/>
                </a:lnTo>
                <a:cubicBezTo>
                  <a:pt x="53610" y="11893"/>
                  <a:pt x="49172" y="13057"/>
                  <a:pt x="47136" y="14730"/>
                </a:cubicBezTo>
                <a:cubicBezTo>
                  <a:pt x="45099" y="16401"/>
                  <a:pt x="44081" y="18544"/>
                  <a:pt x="44081" y="21161"/>
                </a:cubicBezTo>
                <a:cubicBezTo>
                  <a:pt x="44081" y="24795"/>
                  <a:pt x="45754" y="30465"/>
                  <a:pt x="49100" y="38168"/>
                </a:cubicBezTo>
                <a:lnTo>
                  <a:pt x="86743" y="124846"/>
                </a:lnTo>
                <a:lnTo>
                  <a:pt x="121658" y="39259"/>
                </a:lnTo>
                <a:cubicBezTo>
                  <a:pt x="125077" y="30828"/>
                  <a:pt x="126786" y="24977"/>
                  <a:pt x="126786" y="21706"/>
                </a:cubicBezTo>
                <a:cubicBezTo>
                  <a:pt x="126786" y="19597"/>
                  <a:pt x="125732" y="17579"/>
                  <a:pt x="123622" y="15654"/>
                </a:cubicBezTo>
                <a:cubicBezTo>
                  <a:pt x="121513" y="13729"/>
                  <a:pt x="117949" y="12366"/>
                  <a:pt x="112929" y="11566"/>
                </a:cubicBezTo>
                <a:cubicBezTo>
                  <a:pt x="112566" y="11493"/>
                  <a:pt x="111947" y="11384"/>
                  <a:pt x="111075" y="11238"/>
                </a:cubicBezTo>
                <a:lnTo>
                  <a:pt x="111075" y="7201"/>
                </a:lnTo>
                <a:lnTo>
                  <a:pt x="156683" y="7201"/>
                </a:lnTo>
                <a:close/>
                <a:moveTo>
                  <a:pt x="190438" y="0"/>
                </a:moveTo>
                <a:cubicBezTo>
                  <a:pt x="193494" y="0"/>
                  <a:pt x="196094" y="1079"/>
                  <a:pt x="198240" y="3236"/>
                </a:cubicBezTo>
                <a:cubicBezTo>
                  <a:pt x="200386" y="5391"/>
                  <a:pt x="201459" y="8004"/>
                  <a:pt x="201459" y="11075"/>
                </a:cubicBezTo>
                <a:cubicBezTo>
                  <a:pt x="201459" y="14146"/>
                  <a:pt x="200386" y="16778"/>
                  <a:pt x="198240" y="18972"/>
                </a:cubicBezTo>
                <a:cubicBezTo>
                  <a:pt x="196094" y="21163"/>
                  <a:pt x="193494" y="22259"/>
                  <a:pt x="190438" y="22259"/>
                </a:cubicBezTo>
                <a:cubicBezTo>
                  <a:pt x="187383" y="22259"/>
                  <a:pt x="184765" y="21163"/>
                  <a:pt x="182582" y="18972"/>
                </a:cubicBezTo>
                <a:cubicBezTo>
                  <a:pt x="180400" y="16778"/>
                  <a:pt x="179309" y="14146"/>
                  <a:pt x="179309" y="11075"/>
                </a:cubicBezTo>
                <a:cubicBezTo>
                  <a:pt x="179309" y="8004"/>
                  <a:pt x="180382" y="5391"/>
                  <a:pt x="182528" y="3236"/>
                </a:cubicBezTo>
                <a:cubicBezTo>
                  <a:pt x="184674" y="1079"/>
                  <a:pt x="187311" y="0"/>
                  <a:pt x="190438" y="0"/>
                </a:cubicBezTo>
                <a:moveTo>
                  <a:pt x="199495" y="52373"/>
                </a:moveTo>
                <a:lnTo>
                  <a:pt x="199495" y="132501"/>
                </a:lnTo>
                <a:cubicBezTo>
                  <a:pt x="199495" y="138743"/>
                  <a:pt x="199949" y="142898"/>
                  <a:pt x="200858" y="144967"/>
                </a:cubicBezTo>
                <a:cubicBezTo>
                  <a:pt x="201768" y="147036"/>
                  <a:pt x="203113" y="148578"/>
                  <a:pt x="204896" y="149594"/>
                </a:cubicBezTo>
                <a:cubicBezTo>
                  <a:pt x="206678" y="150610"/>
                  <a:pt x="209933" y="151118"/>
                  <a:pt x="214661" y="151118"/>
                </a:cubicBezTo>
                <a:lnTo>
                  <a:pt x="214661" y="155155"/>
                </a:lnTo>
                <a:lnTo>
                  <a:pt x="166107" y="155155"/>
                </a:lnTo>
                <a:lnTo>
                  <a:pt x="166107" y="151118"/>
                </a:lnTo>
                <a:cubicBezTo>
                  <a:pt x="170980" y="151118"/>
                  <a:pt x="174254" y="150646"/>
                  <a:pt x="175927" y="149703"/>
                </a:cubicBezTo>
                <a:cubicBezTo>
                  <a:pt x="177600" y="148760"/>
                  <a:pt x="178927" y="147199"/>
                  <a:pt x="179909" y="145022"/>
                </a:cubicBezTo>
                <a:cubicBezTo>
                  <a:pt x="180891" y="142844"/>
                  <a:pt x="181382" y="138670"/>
                  <a:pt x="181382" y="132501"/>
                </a:cubicBezTo>
                <a:lnTo>
                  <a:pt x="181382" y="94070"/>
                </a:lnTo>
                <a:cubicBezTo>
                  <a:pt x="181382" y="83255"/>
                  <a:pt x="181055" y="76251"/>
                  <a:pt x="180400" y="73060"/>
                </a:cubicBezTo>
                <a:cubicBezTo>
                  <a:pt x="179891" y="70737"/>
                  <a:pt x="179091" y="69122"/>
                  <a:pt x="178000" y="68215"/>
                </a:cubicBezTo>
                <a:cubicBezTo>
                  <a:pt x="176909" y="67308"/>
                  <a:pt x="175418" y="66854"/>
                  <a:pt x="173526" y="66854"/>
                </a:cubicBezTo>
                <a:cubicBezTo>
                  <a:pt x="171490" y="66854"/>
                  <a:pt x="169016" y="67398"/>
                  <a:pt x="166107" y="68487"/>
                </a:cubicBezTo>
                <a:lnTo>
                  <a:pt x="164579" y="64566"/>
                </a:lnTo>
                <a:lnTo>
                  <a:pt x="194694" y="52373"/>
                </a:lnTo>
                <a:lnTo>
                  <a:pt x="199495" y="52373"/>
                </a:lnTo>
                <a:close/>
                <a:moveTo>
                  <a:pt x="254414" y="72559"/>
                </a:moveTo>
                <a:cubicBezTo>
                  <a:pt x="264089" y="59102"/>
                  <a:pt x="274527" y="52373"/>
                  <a:pt x="285729" y="52373"/>
                </a:cubicBezTo>
                <a:cubicBezTo>
                  <a:pt x="295986" y="52373"/>
                  <a:pt x="304933" y="56751"/>
                  <a:pt x="312570" y="65507"/>
                </a:cubicBezTo>
                <a:cubicBezTo>
                  <a:pt x="320208" y="74263"/>
                  <a:pt x="324027" y="86235"/>
                  <a:pt x="324027" y="101422"/>
                </a:cubicBezTo>
                <a:cubicBezTo>
                  <a:pt x="324027" y="119152"/>
                  <a:pt x="318135" y="133431"/>
                  <a:pt x="306351" y="144258"/>
                </a:cubicBezTo>
                <a:cubicBezTo>
                  <a:pt x="296240" y="153559"/>
                  <a:pt x="284965" y="158210"/>
                  <a:pt x="272527" y="158210"/>
                </a:cubicBezTo>
                <a:cubicBezTo>
                  <a:pt x="266708" y="158210"/>
                  <a:pt x="260797" y="157156"/>
                  <a:pt x="254796" y="155046"/>
                </a:cubicBezTo>
                <a:cubicBezTo>
                  <a:pt x="248795" y="152937"/>
                  <a:pt x="242667" y="149772"/>
                  <a:pt x="236411" y="145553"/>
                </a:cubicBezTo>
                <a:lnTo>
                  <a:pt x="236411" y="42008"/>
                </a:lnTo>
                <a:cubicBezTo>
                  <a:pt x="236411" y="30660"/>
                  <a:pt x="236138" y="23677"/>
                  <a:pt x="235593" y="21058"/>
                </a:cubicBezTo>
                <a:cubicBezTo>
                  <a:pt x="235047" y="18440"/>
                  <a:pt x="234193" y="16658"/>
                  <a:pt x="233029" y="15712"/>
                </a:cubicBezTo>
                <a:cubicBezTo>
                  <a:pt x="231865" y="14766"/>
                  <a:pt x="230410" y="14293"/>
                  <a:pt x="228664" y="14293"/>
                </a:cubicBezTo>
                <a:cubicBezTo>
                  <a:pt x="226628" y="14293"/>
                  <a:pt x="224082" y="14875"/>
                  <a:pt x="221027" y="16039"/>
                </a:cubicBezTo>
                <a:lnTo>
                  <a:pt x="219499" y="12220"/>
                </a:lnTo>
                <a:lnTo>
                  <a:pt x="249504" y="0"/>
                </a:lnTo>
                <a:lnTo>
                  <a:pt x="254414" y="0"/>
                </a:lnTo>
                <a:lnTo>
                  <a:pt x="254414" y="72559"/>
                </a:lnTo>
                <a:moveTo>
                  <a:pt x="254414" y="79511"/>
                </a:moveTo>
                <a:lnTo>
                  <a:pt x="254414" y="139147"/>
                </a:lnTo>
                <a:cubicBezTo>
                  <a:pt x="258124" y="142772"/>
                  <a:pt x="261961" y="145510"/>
                  <a:pt x="265926" y="147361"/>
                </a:cubicBezTo>
                <a:cubicBezTo>
                  <a:pt x="269890" y="149211"/>
                  <a:pt x="273945" y="150136"/>
                  <a:pt x="278091" y="150136"/>
                </a:cubicBezTo>
                <a:cubicBezTo>
                  <a:pt x="284711" y="150136"/>
                  <a:pt x="290876" y="146509"/>
                  <a:pt x="296586" y="139256"/>
                </a:cubicBezTo>
                <a:cubicBezTo>
                  <a:pt x="302296" y="132000"/>
                  <a:pt x="305151" y="121443"/>
                  <a:pt x="305151" y="107586"/>
                </a:cubicBezTo>
                <a:cubicBezTo>
                  <a:pt x="305151" y="94818"/>
                  <a:pt x="302296" y="85006"/>
                  <a:pt x="296586" y="78150"/>
                </a:cubicBezTo>
                <a:cubicBezTo>
                  <a:pt x="290876" y="71295"/>
                  <a:pt x="284383" y="67867"/>
                  <a:pt x="277109" y="67867"/>
                </a:cubicBezTo>
                <a:cubicBezTo>
                  <a:pt x="273254" y="67867"/>
                  <a:pt x="269399" y="68846"/>
                  <a:pt x="265544" y="70806"/>
                </a:cubicBezTo>
                <a:cubicBezTo>
                  <a:pt x="262634" y="72256"/>
                  <a:pt x="258924" y="75158"/>
                  <a:pt x="254414" y="79511"/>
                </a:cubicBezTo>
                <a:close/>
                <a:moveTo>
                  <a:pt x="369896" y="52373"/>
                </a:moveTo>
                <a:lnTo>
                  <a:pt x="369896" y="74850"/>
                </a:lnTo>
                <a:cubicBezTo>
                  <a:pt x="378261" y="59865"/>
                  <a:pt x="386844" y="52373"/>
                  <a:pt x="395646" y="52373"/>
                </a:cubicBezTo>
                <a:cubicBezTo>
                  <a:pt x="399647" y="52373"/>
                  <a:pt x="402956" y="53591"/>
                  <a:pt x="405575" y="56028"/>
                </a:cubicBezTo>
                <a:cubicBezTo>
                  <a:pt x="408194" y="58465"/>
                  <a:pt x="409503" y="61284"/>
                  <a:pt x="409503" y="64484"/>
                </a:cubicBezTo>
                <a:cubicBezTo>
                  <a:pt x="409503" y="67321"/>
                  <a:pt x="408557" y="69722"/>
                  <a:pt x="406666" y="71686"/>
                </a:cubicBezTo>
                <a:cubicBezTo>
                  <a:pt x="404775" y="73650"/>
                  <a:pt x="402520" y="74632"/>
                  <a:pt x="399901" y="74632"/>
                </a:cubicBezTo>
                <a:cubicBezTo>
                  <a:pt x="397355" y="74632"/>
                  <a:pt x="394500" y="73377"/>
                  <a:pt x="391336" y="70867"/>
                </a:cubicBezTo>
                <a:cubicBezTo>
                  <a:pt x="388172" y="68358"/>
                  <a:pt x="385826" y="67103"/>
                  <a:pt x="384298" y="67103"/>
                </a:cubicBezTo>
                <a:cubicBezTo>
                  <a:pt x="382989" y="67103"/>
                  <a:pt x="381571" y="67828"/>
                  <a:pt x="380043" y="69278"/>
                </a:cubicBezTo>
                <a:cubicBezTo>
                  <a:pt x="376770" y="72254"/>
                  <a:pt x="373387" y="77151"/>
                  <a:pt x="369896" y="83971"/>
                </a:cubicBezTo>
                <a:lnTo>
                  <a:pt x="369896" y="131748"/>
                </a:lnTo>
                <a:cubicBezTo>
                  <a:pt x="369896" y="137260"/>
                  <a:pt x="370587" y="141431"/>
                  <a:pt x="371969" y="144261"/>
                </a:cubicBezTo>
                <a:cubicBezTo>
                  <a:pt x="372915" y="146221"/>
                  <a:pt x="374588" y="147854"/>
                  <a:pt x="376988" y="149161"/>
                </a:cubicBezTo>
                <a:cubicBezTo>
                  <a:pt x="379388" y="150466"/>
                  <a:pt x="382844" y="151118"/>
                  <a:pt x="387353" y="151118"/>
                </a:cubicBezTo>
                <a:lnTo>
                  <a:pt x="387353" y="155155"/>
                </a:lnTo>
                <a:lnTo>
                  <a:pt x="336181" y="155155"/>
                </a:lnTo>
                <a:lnTo>
                  <a:pt x="336181" y="151118"/>
                </a:lnTo>
                <a:cubicBezTo>
                  <a:pt x="341272" y="151118"/>
                  <a:pt x="345055" y="150320"/>
                  <a:pt x="347528" y="148725"/>
                </a:cubicBezTo>
                <a:cubicBezTo>
                  <a:pt x="349347" y="147563"/>
                  <a:pt x="350620" y="145711"/>
                  <a:pt x="351347" y="143170"/>
                </a:cubicBezTo>
                <a:cubicBezTo>
                  <a:pt x="351711" y="141936"/>
                  <a:pt x="351893" y="138416"/>
                  <a:pt x="351893" y="132610"/>
                </a:cubicBezTo>
                <a:lnTo>
                  <a:pt x="351893" y="93961"/>
                </a:lnTo>
                <a:cubicBezTo>
                  <a:pt x="351893" y="82348"/>
                  <a:pt x="351656" y="75435"/>
                  <a:pt x="351183" y="73223"/>
                </a:cubicBezTo>
                <a:cubicBezTo>
                  <a:pt x="350711" y="71009"/>
                  <a:pt x="349838" y="69394"/>
                  <a:pt x="348565" y="68378"/>
                </a:cubicBezTo>
                <a:cubicBezTo>
                  <a:pt x="347292" y="67362"/>
                  <a:pt x="345710" y="66854"/>
                  <a:pt x="343818" y="66854"/>
                </a:cubicBezTo>
                <a:cubicBezTo>
                  <a:pt x="341563" y="66854"/>
                  <a:pt x="339018" y="67398"/>
                  <a:pt x="336181" y="68487"/>
                </a:cubicBezTo>
                <a:lnTo>
                  <a:pt x="335090" y="64566"/>
                </a:lnTo>
                <a:lnTo>
                  <a:pt x="365313" y="52373"/>
                </a:lnTo>
                <a:lnTo>
                  <a:pt x="369896" y="52373"/>
                </a:lnTo>
                <a:close/>
                <a:moveTo>
                  <a:pt x="472362" y="140753"/>
                </a:moveTo>
                <a:cubicBezTo>
                  <a:pt x="462106" y="148681"/>
                  <a:pt x="455668" y="153264"/>
                  <a:pt x="453050" y="154501"/>
                </a:cubicBezTo>
                <a:cubicBezTo>
                  <a:pt x="449122" y="156392"/>
                  <a:pt x="444939" y="157337"/>
                  <a:pt x="440502" y="157337"/>
                </a:cubicBezTo>
                <a:cubicBezTo>
                  <a:pt x="433592" y="157337"/>
                  <a:pt x="427900" y="154973"/>
                  <a:pt x="423426" y="150245"/>
                </a:cubicBezTo>
                <a:cubicBezTo>
                  <a:pt x="418953" y="145517"/>
                  <a:pt x="416716" y="139298"/>
                  <a:pt x="416716" y="131587"/>
                </a:cubicBezTo>
                <a:cubicBezTo>
                  <a:pt x="416716" y="126714"/>
                  <a:pt x="417807" y="122495"/>
                  <a:pt x="419989" y="118931"/>
                </a:cubicBezTo>
                <a:cubicBezTo>
                  <a:pt x="422971" y="113984"/>
                  <a:pt x="428154" y="109329"/>
                  <a:pt x="435537" y="104964"/>
                </a:cubicBezTo>
                <a:cubicBezTo>
                  <a:pt x="442920" y="100600"/>
                  <a:pt x="455195" y="95290"/>
                  <a:pt x="472362" y="89034"/>
                </a:cubicBezTo>
                <a:lnTo>
                  <a:pt x="472362" y="85106"/>
                </a:lnTo>
                <a:cubicBezTo>
                  <a:pt x="472362" y="75141"/>
                  <a:pt x="470780" y="68303"/>
                  <a:pt x="467616" y="64593"/>
                </a:cubicBezTo>
                <a:cubicBezTo>
                  <a:pt x="464452" y="60884"/>
                  <a:pt x="459851" y="59029"/>
                  <a:pt x="453813" y="59029"/>
                </a:cubicBezTo>
                <a:cubicBezTo>
                  <a:pt x="449231" y="59029"/>
                  <a:pt x="445594" y="60261"/>
                  <a:pt x="442902" y="62725"/>
                </a:cubicBezTo>
                <a:cubicBezTo>
                  <a:pt x="440138" y="65189"/>
                  <a:pt x="438756" y="68016"/>
                  <a:pt x="438756" y="71205"/>
                </a:cubicBezTo>
                <a:lnTo>
                  <a:pt x="438974" y="77509"/>
                </a:lnTo>
                <a:cubicBezTo>
                  <a:pt x="438974" y="80842"/>
                  <a:pt x="438120" y="83414"/>
                  <a:pt x="436410" y="85226"/>
                </a:cubicBezTo>
                <a:cubicBezTo>
                  <a:pt x="434701" y="87037"/>
                  <a:pt x="432464" y="87943"/>
                  <a:pt x="429700" y="87943"/>
                </a:cubicBezTo>
                <a:cubicBezTo>
                  <a:pt x="427009" y="87943"/>
                  <a:pt x="424808" y="87001"/>
                  <a:pt x="423099" y="85116"/>
                </a:cubicBezTo>
                <a:cubicBezTo>
                  <a:pt x="421389" y="83230"/>
                  <a:pt x="420535" y="80654"/>
                  <a:pt x="420535" y="77390"/>
                </a:cubicBezTo>
                <a:cubicBezTo>
                  <a:pt x="420535" y="71155"/>
                  <a:pt x="423735" y="65427"/>
                  <a:pt x="430136" y="60205"/>
                </a:cubicBezTo>
                <a:cubicBezTo>
                  <a:pt x="436538" y="54984"/>
                  <a:pt x="445521" y="52373"/>
                  <a:pt x="457087" y="52373"/>
                </a:cubicBezTo>
                <a:cubicBezTo>
                  <a:pt x="465961" y="52373"/>
                  <a:pt x="473235" y="53862"/>
                  <a:pt x="478909" y="56840"/>
                </a:cubicBezTo>
                <a:cubicBezTo>
                  <a:pt x="483200" y="59092"/>
                  <a:pt x="486365" y="62617"/>
                  <a:pt x="488401" y="67413"/>
                </a:cubicBezTo>
                <a:cubicBezTo>
                  <a:pt x="489711" y="70537"/>
                  <a:pt x="490365" y="76930"/>
                  <a:pt x="490365" y="86593"/>
                </a:cubicBezTo>
                <a:lnTo>
                  <a:pt x="490365" y="120485"/>
                </a:lnTo>
                <a:cubicBezTo>
                  <a:pt x="490365" y="130003"/>
                  <a:pt x="490547" y="135834"/>
                  <a:pt x="490911" y="137977"/>
                </a:cubicBezTo>
                <a:cubicBezTo>
                  <a:pt x="491275" y="140121"/>
                  <a:pt x="491875" y="141556"/>
                  <a:pt x="492711" y="142284"/>
                </a:cubicBezTo>
                <a:cubicBezTo>
                  <a:pt x="493548" y="143009"/>
                  <a:pt x="494512" y="143371"/>
                  <a:pt x="495603" y="143371"/>
                </a:cubicBezTo>
                <a:cubicBezTo>
                  <a:pt x="496767" y="143371"/>
                  <a:pt x="497785" y="143117"/>
                  <a:pt x="498658" y="142607"/>
                </a:cubicBezTo>
                <a:cubicBezTo>
                  <a:pt x="500185" y="141662"/>
                  <a:pt x="503131" y="139007"/>
                  <a:pt x="507496" y="134642"/>
                </a:cubicBezTo>
                <a:lnTo>
                  <a:pt x="507496" y="140753"/>
                </a:lnTo>
                <a:cubicBezTo>
                  <a:pt x="499349" y="151664"/>
                  <a:pt x="491566" y="157119"/>
                  <a:pt x="484146" y="157119"/>
                </a:cubicBezTo>
                <a:cubicBezTo>
                  <a:pt x="480582" y="157119"/>
                  <a:pt x="477745" y="155883"/>
                  <a:pt x="475635" y="153409"/>
                </a:cubicBezTo>
                <a:cubicBezTo>
                  <a:pt x="473526" y="150936"/>
                  <a:pt x="472435" y="146717"/>
                  <a:pt x="472362" y="140753"/>
                </a:cubicBezTo>
                <a:moveTo>
                  <a:pt x="472362" y="133599"/>
                </a:moveTo>
                <a:lnTo>
                  <a:pt x="472362" y="95690"/>
                </a:lnTo>
                <a:cubicBezTo>
                  <a:pt x="461378" y="100034"/>
                  <a:pt x="454286" y="103112"/>
                  <a:pt x="451086" y="104923"/>
                </a:cubicBezTo>
                <a:cubicBezTo>
                  <a:pt x="445339" y="108110"/>
                  <a:pt x="441229" y="111442"/>
                  <a:pt x="438756" y="114917"/>
                </a:cubicBezTo>
                <a:cubicBezTo>
                  <a:pt x="436283" y="118393"/>
                  <a:pt x="435046" y="122195"/>
                  <a:pt x="435046" y="126323"/>
                </a:cubicBezTo>
                <a:cubicBezTo>
                  <a:pt x="435046" y="131537"/>
                  <a:pt x="436610" y="135864"/>
                  <a:pt x="439738" y="139303"/>
                </a:cubicBezTo>
                <a:cubicBezTo>
                  <a:pt x="442866" y="142743"/>
                  <a:pt x="446467" y="144462"/>
                  <a:pt x="450540" y="144462"/>
                </a:cubicBezTo>
                <a:cubicBezTo>
                  <a:pt x="456068" y="144462"/>
                  <a:pt x="463342" y="140841"/>
                  <a:pt x="472362" y="133599"/>
                </a:cubicBezTo>
                <a:close/>
                <a:moveTo>
                  <a:pt x="544867" y="22259"/>
                </a:moveTo>
                <a:lnTo>
                  <a:pt x="544867" y="55210"/>
                </a:lnTo>
                <a:lnTo>
                  <a:pt x="568217" y="55210"/>
                </a:lnTo>
                <a:lnTo>
                  <a:pt x="568217" y="62848"/>
                </a:lnTo>
                <a:lnTo>
                  <a:pt x="544867" y="62848"/>
                </a:lnTo>
                <a:lnTo>
                  <a:pt x="544867" y="127571"/>
                </a:lnTo>
                <a:cubicBezTo>
                  <a:pt x="544867" y="134038"/>
                  <a:pt x="545795" y="138398"/>
                  <a:pt x="547650" y="140650"/>
                </a:cubicBezTo>
                <a:cubicBezTo>
                  <a:pt x="549504" y="142901"/>
                  <a:pt x="551887" y="144026"/>
                  <a:pt x="554796" y="144026"/>
                </a:cubicBezTo>
                <a:cubicBezTo>
                  <a:pt x="557197" y="144026"/>
                  <a:pt x="559524" y="143280"/>
                  <a:pt x="561779" y="141789"/>
                </a:cubicBezTo>
                <a:cubicBezTo>
                  <a:pt x="564034" y="140298"/>
                  <a:pt x="565780" y="138098"/>
                  <a:pt x="567017" y="135188"/>
                </a:cubicBezTo>
                <a:lnTo>
                  <a:pt x="571272" y="135188"/>
                </a:lnTo>
                <a:cubicBezTo>
                  <a:pt x="568726" y="142337"/>
                  <a:pt x="565125" y="147744"/>
                  <a:pt x="560470" y="151408"/>
                </a:cubicBezTo>
                <a:cubicBezTo>
                  <a:pt x="555815" y="155070"/>
                  <a:pt x="551014" y="156901"/>
                  <a:pt x="546067" y="156901"/>
                </a:cubicBezTo>
                <a:cubicBezTo>
                  <a:pt x="542721" y="156901"/>
                  <a:pt x="539448" y="155972"/>
                  <a:pt x="536247" y="154115"/>
                </a:cubicBezTo>
                <a:cubicBezTo>
                  <a:pt x="533047" y="152258"/>
                  <a:pt x="530683" y="149601"/>
                  <a:pt x="529155" y="146143"/>
                </a:cubicBezTo>
                <a:cubicBezTo>
                  <a:pt x="527628" y="142684"/>
                  <a:pt x="526864" y="137349"/>
                  <a:pt x="526864" y="130138"/>
                </a:cubicBezTo>
                <a:lnTo>
                  <a:pt x="526864" y="62848"/>
                </a:lnTo>
                <a:lnTo>
                  <a:pt x="511043" y="62848"/>
                </a:lnTo>
                <a:lnTo>
                  <a:pt x="511043" y="59247"/>
                </a:lnTo>
                <a:cubicBezTo>
                  <a:pt x="515044" y="57642"/>
                  <a:pt x="519135" y="54925"/>
                  <a:pt x="523318" y="51094"/>
                </a:cubicBezTo>
                <a:cubicBezTo>
                  <a:pt x="527500" y="47264"/>
                  <a:pt x="531228" y="42722"/>
                  <a:pt x="534502" y="37469"/>
                </a:cubicBezTo>
                <a:cubicBezTo>
                  <a:pt x="536175" y="34698"/>
                  <a:pt x="538502" y="29628"/>
                  <a:pt x="541485" y="22259"/>
                </a:cubicBezTo>
                <a:lnTo>
                  <a:pt x="544867" y="22259"/>
                </a:lnTo>
                <a:close/>
                <a:moveTo>
                  <a:pt x="603388" y="0"/>
                </a:moveTo>
                <a:cubicBezTo>
                  <a:pt x="606443" y="0"/>
                  <a:pt x="609044" y="1079"/>
                  <a:pt x="611189" y="3236"/>
                </a:cubicBezTo>
                <a:cubicBezTo>
                  <a:pt x="613335" y="5391"/>
                  <a:pt x="614408" y="8004"/>
                  <a:pt x="614408" y="11075"/>
                </a:cubicBezTo>
                <a:cubicBezTo>
                  <a:pt x="614408" y="14146"/>
                  <a:pt x="613335" y="16778"/>
                  <a:pt x="611189" y="18972"/>
                </a:cubicBezTo>
                <a:cubicBezTo>
                  <a:pt x="609044" y="21163"/>
                  <a:pt x="606443" y="22259"/>
                  <a:pt x="603388" y="22259"/>
                </a:cubicBezTo>
                <a:cubicBezTo>
                  <a:pt x="600333" y="22259"/>
                  <a:pt x="597714" y="21163"/>
                  <a:pt x="595532" y="18972"/>
                </a:cubicBezTo>
                <a:cubicBezTo>
                  <a:pt x="593350" y="16778"/>
                  <a:pt x="592259" y="14146"/>
                  <a:pt x="592259" y="11075"/>
                </a:cubicBezTo>
                <a:cubicBezTo>
                  <a:pt x="592259" y="8004"/>
                  <a:pt x="593332" y="5391"/>
                  <a:pt x="595478" y="3236"/>
                </a:cubicBezTo>
                <a:cubicBezTo>
                  <a:pt x="597623" y="1079"/>
                  <a:pt x="600260" y="0"/>
                  <a:pt x="603388" y="0"/>
                </a:cubicBezTo>
                <a:moveTo>
                  <a:pt x="612444" y="52373"/>
                </a:moveTo>
                <a:lnTo>
                  <a:pt x="612444" y="132501"/>
                </a:lnTo>
                <a:cubicBezTo>
                  <a:pt x="612444" y="138743"/>
                  <a:pt x="612899" y="142898"/>
                  <a:pt x="613808" y="144967"/>
                </a:cubicBezTo>
                <a:cubicBezTo>
                  <a:pt x="614717" y="147036"/>
                  <a:pt x="616063" y="148578"/>
                  <a:pt x="617845" y="149594"/>
                </a:cubicBezTo>
                <a:cubicBezTo>
                  <a:pt x="619627" y="150610"/>
                  <a:pt x="622882" y="151118"/>
                  <a:pt x="627611" y="151118"/>
                </a:cubicBezTo>
                <a:lnTo>
                  <a:pt x="627611" y="155155"/>
                </a:lnTo>
                <a:lnTo>
                  <a:pt x="579056" y="155155"/>
                </a:lnTo>
                <a:lnTo>
                  <a:pt x="579056" y="151118"/>
                </a:lnTo>
                <a:cubicBezTo>
                  <a:pt x="583930" y="151118"/>
                  <a:pt x="587203" y="150646"/>
                  <a:pt x="588876" y="149703"/>
                </a:cubicBezTo>
                <a:cubicBezTo>
                  <a:pt x="590549" y="148760"/>
                  <a:pt x="591877" y="147199"/>
                  <a:pt x="592859" y="145022"/>
                </a:cubicBezTo>
                <a:cubicBezTo>
                  <a:pt x="593841" y="142844"/>
                  <a:pt x="594332" y="138670"/>
                  <a:pt x="594332" y="132501"/>
                </a:cubicBezTo>
                <a:lnTo>
                  <a:pt x="594332" y="94070"/>
                </a:lnTo>
                <a:cubicBezTo>
                  <a:pt x="594332" y="83255"/>
                  <a:pt x="594005" y="76251"/>
                  <a:pt x="593350" y="73060"/>
                </a:cubicBezTo>
                <a:cubicBezTo>
                  <a:pt x="592841" y="70737"/>
                  <a:pt x="592041" y="69122"/>
                  <a:pt x="590949" y="68215"/>
                </a:cubicBezTo>
                <a:cubicBezTo>
                  <a:pt x="589858" y="67308"/>
                  <a:pt x="588367" y="66854"/>
                  <a:pt x="586476" y="66854"/>
                </a:cubicBezTo>
                <a:cubicBezTo>
                  <a:pt x="584439" y="66854"/>
                  <a:pt x="581966" y="67398"/>
                  <a:pt x="579056" y="68487"/>
                </a:cubicBezTo>
                <a:lnTo>
                  <a:pt x="577529" y="64566"/>
                </a:lnTo>
                <a:lnTo>
                  <a:pt x="607643" y="52373"/>
                </a:lnTo>
                <a:lnTo>
                  <a:pt x="612444" y="52373"/>
                </a:lnTo>
                <a:close/>
                <a:moveTo>
                  <a:pt x="690086" y="52373"/>
                </a:moveTo>
                <a:cubicBezTo>
                  <a:pt x="705216" y="52373"/>
                  <a:pt x="717363" y="58114"/>
                  <a:pt x="726529" y="69595"/>
                </a:cubicBezTo>
                <a:cubicBezTo>
                  <a:pt x="734312" y="79404"/>
                  <a:pt x="738204" y="90667"/>
                  <a:pt x="738204" y="103386"/>
                </a:cubicBezTo>
                <a:cubicBezTo>
                  <a:pt x="738204" y="112324"/>
                  <a:pt x="736058" y="121371"/>
                  <a:pt x="731766" y="130527"/>
                </a:cubicBezTo>
                <a:cubicBezTo>
                  <a:pt x="727474" y="139681"/>
                  <a:pt x="721564" y="146583"/>
                  <a:pt x="714036" y="151234"/>
                </a:cubicBezTo>
                <a:cubicBezTo>
                  <a:pt x="706507" y="155885"/>
                  <a:pt x="698124" y="158210"/>
                  <a:pt x="688886" y="158210"/>
                </a:cubicBezTo>
                <a:cubicBezTo>
                  <a:pt x="673828" y="158210"/>
                  <a:pt x="661863" y="152215"/>
                  <a:pt x="652988" y="140224"/>
                </a:cubicBezTo>
                <a:cubicBezTo>
                  <a:pt x="645496" y="130125"/>
                  <a:pt x="641750" y="118790"/>
                  <a:pt x="641750" y="106219"/>
                </a:cubicBezTo>
                <a:cubicBezTo>
                  <a:pt x="641750" y="97063"/>
                  <a:pt x="644023" y="87961"/>
                  <a:pt x="648569" y="78914"/>
                </a:cubicBezTo>
                <a:cubicBezTo>
                  <a:pt x="653116" y="69867"/>
                  <a:pt x="659098" y="63182"/>
                  <a:pt x="666518" y="58858"/>
                </a:cubicBezTo>
                <a:cubicBezTo>
                  <a:pt x="673937" y="54535"/>
                  <a:pt x="681793" y="52373"/>
                  <a:pt x="690086" y="52373"/>
                </a:cubicBezTo>
                <a:moveTo>
                  <a:pt x="686703" y="59574"/>
                </a:moveTo>
                <a:cubicBezTo>
                  <a:pt x="682848" y="59574"/>
                  <a:pt x="678975" y="60719"/>
                  <a:pt x="675083" y="63008"/>
                </a:cubicBezTo>
                <a:cubicBezTo>
                  <a:pt x="671192" y="65297"/>
                  <a:pt x="668046" y="69311"/>
                  <a:pt x="665645" y="75051"/>
                </a:cubicBezTo>
                <a:cubicBezTo>
                  <a:pt x="663245" y="80791"/>
                  <a:pt x="662044" y="88165"/>
                  <a:pt x="662044" y="97173"/>
                </a:cubicBezTo>
                <a:cubicBezTo>
                  <a:pt x="662044" y="111703"/>
                  <a:pt x="664936" y="124236"/>
                  <a:pt x="670719" y="134772"/>
                </a:cubicBezTo>
                <a:cubicBezTo>
                  <a:pt x="676502" y="145306"/>
                  <a:pt x="684121" y="150573"/>
                  <a:pt x="693577" y="150573"/>
                </a:cubicBezTo>
                <a:cubicBezTo>
                  <a:pt x="700633" y="150573"/>
                  <a:pt x="706452" y="147666"/>
                  <a:pt x="711035" y="141854"/>
                </a:cubicBezTo>
                <a:cubicBezTo>
                  <a:pt x="715618" y="136042"/>
                  <a:pt x="717909" y="126052"/>
                  <a:pt x="717909" y="111886"/>
                </a:cubicBezTo>
                <a:cubicBezTo>
                  <a:pt x="717909" y="94158"/>
                  <a:pt x="714090" y="80208"/>
                  <a:pt x="706452" y="70035"/>
                </a:cubicBezTo>
                <a:cubicBezTo>
                  <a:pt x="701288" y="63061"/>
                  <a:pt x="694705" y="59574"/>
                  <a:pt x="686703" y="59574"/>
                </a:cubicBezTo>
                <a:close/>
                <a:moveTo>
                  <a:pt x="780279" y="73541"/>
                </a:moveTo>
                <a:cubicBezTo>
                  <a:pt x="791990" y="59429"/>
                  <a:pt x="803155" y="52373"/>
                  <a:pt x="813775" y="52373"/>
                </a:cubicBezTo>
                <a:cubicBezTo>
                  <a:pt x="819231" y="52373"/>
                  <a:pt x="823923" y="53735"/>
                  <a:pt x="827851" y="56458"/>
                </a:cubicBezTo>
                <a:cubicBezTo>
                  <a:pt x="831779" y="59179"/>
                  <a:pt x="834907" y="63660"/>
                  <a:pt x="837234" y="69902"/>
                </a:cubicBezTo>
                <a:cubicBezTo>
                  <a:pt x="838835" y="74255"/>
                  <a:pt x="839635" y="80933"/>
                  <a:pt x="839635" y="89934"/>
                </a:cubicBezTo>
                <a:lnTo>
                  <a:pt x="839635" y="132501"/>
                </a:lnTo>
                <a:cubicBezTo>
                  <a:pt x="839635" y="138816"/>
                  <a:pt x="840144" y="143098"/>
                  <a:pt x="841162" y="145349"/>
                </a:cubicBezTo>
                <a:cubicBezTo>
                  <a:pt x="841962" y="147163"/>
                  <a:pt x="843253" y="148578"/>
                  <a:pt x="845036" y="149594"/>
                </a:cubicBezTo>
                <a:cubicBezTo>
                  <a:pt x="846818" y="150610"/>
                  <a:pt x="850109" y="151118"/>
                  <a:pt x="854910" y="151118"/>
                </a:cubicBezTo>
                <a:lnTo>
                  <a:pt x="854910" y="155155"/>
                </a:lnTo>
                <a:lnTo>
                  <a:pt x="805483" y="155155"/>
                </a:lnTo>
                <a:lnTo>
                  <a:pt x="805483" y="151118"/>
                </a:lnTo>
                <a:lnTo>
                  <a:pt x="807556" y="151118"/>
                </a:lnTo>
                <a:cubicBezTo>
                  <a:pt x="812212" y="151118"/>
                  <a:pt x="815467" y="150412"/>
                  <a:pt x="817322" y="149001"/>
                </a:cubicBezTo>
                <a:cubicBezTo>
                  <a:pt x="819176" y="147589"/>
                  <a:pt x="820468" y="145509"/>
                  <a:pt x="821195" y="142761"/>
                </a:cubicBezTo>
                <a:cubicBezTo>
                  <a:pt x="821486" y="141674"/>
                  <a:pt x="821631" y="138273"/>
                  <a:pt x="821631" y="132556"/>
                </a:cubicBezTo>
                <a:lnTo>
                  <a:pt x="821631" y="91847"/>
                </a:lnTo>
                <a:cubicBezTo>
                  <a:pt x="821631" y="82802"/>
                  <a:pt x="820449" y="76235"/>
                  <a:pt x="818085" y="72146"/>
                </a:cubicBezTo>
                <a:cubicBezTo>
                  <a:pt x="815721" y="68057"/>
                  <a:pt x="811739" y="66012"/>
                  <a:pt x="806138" y="66012"/>
                </a:cubicBezTo>
                <a:cubicBezTo>
                  <a:pt x="797482" y="66012"/>
                  <a:pt x="788862" y="70716"/>
                  <a:pt x="780279" y="80125"/>
                </a:cubicBezTo>
                <a:lnTo>
                  <a:pt x="780279" y="132556"/>
                </a:lnTo>
                <a:cubicBezTo>
                  <a:pt x="780279" y="139286"/>
                  <a:pt x="780679" y="143447"/>
                  <a:pt x="781479" y="145039"/>
                </a:cubicBezTo>
                <a:cubicBezTo>
                  <a:pt x="782497" y="147137"/>
                  <a:pt x="783897" y="148674"/>
                  <a:pt x="785679" y="149652"/>
                </a:cubicBezTo>
                <a:cubicBezTo>
                  <a:pt x="787462" y="150629"/>
                  <a:pt x="791080" y="151118"/>
                  <a:pt x="796536" y="151118"/>
                </a:cubicBezTo>
                <a:lnTo>
                  <a:pt x="796536" y="155155"/>
                </a:lnTo>
                <a:lnTo>
                  <a:pt x="747109" y="155155"/>
                </a:lnTo>
                <a:lnTo>
                  <a:pt x="747109" y="151118"/>
                </a:lnTo>
                <a:lnTo>
                  <a:pt x="749291" y="151118"/>
                </a:lnTo>
                <a:cubicBezTo>
                  <a:pt x="754383" y="151118"/>
                  <a:pt x="757820" y="149830"/>
                  <a:pt x="759602" y="147255"/>
                </a:cubicBezTo>
                <a:cubicBezTo>
                  <a:pt x="761384" y="144677"/>
                  <a:pt x="762275" y="139759"/>
                  <a:pt x="762275" y="132501"/>
                </a:cubicBezTo>
                <a:lnTo>
                  <a:pt x="762275" y="95485"/>
                </a:lnTo>
                <a:cubicBezTo>
                  <a:pt x="762275" y="83510"/>
                  <a:pt x="762002" y="76217"/>
                  <a:pt x="761457" y="73605"/>
                </a:cubicBezTo>
                <a:cubicBezTo>
                  <a:pt x="760911" y="70991"/>
                  <a:pt x="760075" y="69212"/>
                  <a:pt x="758947" y="68269"/>
                </a:cubicBezTo>
                <a:cubicBezTo>
                  <a:pt x="757820" y="67326"/>
                  <a:pt x="756311" y="66854"/>
                  <a:pt x="754419" y="66854"/>
                </a:cubicBezTo>
                <a:cubicBezTo>
                  <a:pt x="752383" y="66854"/>
                  <a:pt x="749946" y="67398"/>
                  <a:pt x="747109" y="68487"/>
                </a:cubicBezTo>
                <a:lnTo>
                  <a:pt x="745472" y="64566"/>
                </a:lnTo>
                <a:lnTo>
                  <a:pt x="775587" y="52373"/>
                </a:lnTo>
                <a:lnTo>
                  <a:pt x="780279" y="52373"/>
                </a:lnTo>
                <a:lnTo>
                  <a:pt x="780279" y="73541"/>
                </a:lnTo>
                <a:close/>
                <a:moveTo>
                  <a:pt x="1009966" y="3928"/>
                </a:moveTo>
                <a:lnTo>
                  <a:pt x="1009966" y="54992"/>
                </a:lnTo>
                <a:lnTo>
                  <a:pt x="1005929" y="54992"/>
                </a:lnTo>
                <a:cubicBezTo>
                  <a:pt x="1004619" y="45172"/>
                  <a:pt x="1002274" y="37352"/>
                  <a:pt x="998891" y="31533"/>
                </a:cubicBezTo>
                <a:cubicBezTo>
                  <a:pt x="995509" y="25714"/>
                  <a:pt x="990690" y="21095"/>
                  <a:pt x="984434" y="17676"/>
                </a:cubicBezTo>
                <a:cubicBezTo>
                  <a:pt x="978178" y="14257"/>
                  <a:pt x="971704" y="12548"/>
                  <a:pt x="965012" y="12548"/>
                </a:cubicBezTo>
                <a:cubicBezTo>
                  <a:pt x="957447" y="12548"/>
                  <a:pt x="951192" y="14856"/>
                  <a:pt x="946245" y="19473"/>
                </a:cubicBezTo>
                <a:cubicBezTo>
                  <a:pt x="941299" y="24087"/>
                  <a:pt x="938826" y="29338"/>
                  <a:pt x="938826" y="35226"/>
                </a:cubicBezTo>
                <a:cubicBezTo>
                  <a:pt x="938826" y="39733"/>
                  <a:pt x="940390" y="43840"/>
                  <a:pt x="943518" y="47545"/>
                </a:cubicBezTo>
                <a:cubicBezTo>
                  <a:pt x="948027" y="52998"/>
                  <a:pt x="958757" y="60268"/>
                  <a:pt x="975705" y="69353"/>
                </a:cubicBezTo>
                <a:cubicBezTo>
                  <a:pt x="989526" y="76766"/>
                  <a:pt x="998964" y="82453"/>
                  <a:pt x="1004019" y="86416"/>
                </a:cubicBezTo>
                <a:cubicBezTo>
                  <a:pt x="1009075" y="90375"/>
                  <a:pt x="1012966" y="95046"/>
                  <a:pt x="1015694" y="100426"/>
                </a:cubicBezTo>
                <a:cubicBezTo>
                  <a:pt x="1018422" y="105804"/>
                  <a:pt x="1019786" y="111437"/>
                  <a:pt x="1019786" y="117325"/>
                </a:cubicBezTo>
                <a:cubicBezTo>
                  <a:pt x="1019786" y="128517"/>
                  <a:pt x="1015440" y="138167"/>
                  <a:pt x="1006747" y="146273"/>
                </a:cubicBezTo>
                <a:cubicBezTo>
                  <a:pt x="998055" y="154377"/>
                  <a:pt x="986871" y="158429"/>
                  <a:pt x="973196" y="158429"/>
                </a:cubicBezTo>
                <a:cubicBezTo>
                  <a:pt x="968904" y="158429"/>
                  <a:pt x="964867" y="158106"/>
                  <a:pt x="961084" y="157460"/>
                </a:cubicBezTo>
                <a:cubicBezTo>
                  <a:pt x="958829" y="157101"/>
                  <a:pt x="954156" y="155791"/>
                  <a:pt x="947064" y="153529"/>
                </a:cubicBezTo>
                <a:cubicBezTo>
                  <a:pt x="939971" y="151267"/>
                  <a:pt x="935480" y="150136"/>
                  <a:pt x="933589" y="150136"/>
                </a:cubicBezTo>
                <a:cubicBezTo>
                  <a:pt x="931770" y="150136"/>
                  <a:pt x="930333" y="150675"/>
                  <a:pt x="929279" y="151752"/>
                </a:cubicBezTo>
                <a:cubicBezTo>
                  <a:pt x="928224" y="152830"/>
                  <a:pt x="927442" y="155055"/>
                  <a:pt x="926933" y="158429"/>
                </a:cubicBezTo>
                <a:lnTo>
                  <a:pt x="922896" y="158429"/>
                </a:lnTo>
                <a:lnTo>
                  <a:pt x="922896" y="107801"/>
                </a:lnTo>
                <a:lnTo>
                  <a:pt x="926933" y="107801"/>
                </a:lnTo>
                <a:cubicBezTo>
                  <a:pt x="928824" y="118421"/>
                  <a:pt x="931370" y="126368"/>
                  <a:pt x="934571" y="131642"/>
                </a:cubicBezTo>
                <a:cubicBezTo>
                  <a:pt x="937771" y="136916"/>
                  <a:pt x="942663" y="141298"/>
                  <a:pt x="949246" y="144790"/>
                </a:cubicBezTo>
                <a:cubicBezTo>
                  <a:pt x="955829" y="148281"/>
                  <a:pt x="963048" y="150027"/>
                  <a:pt x="970904" y="150027"/>
                </a:cubicBezTo>
                <a:cubicBezTo>
                  <a:pt x="979997" y="150027"/>
                  <a:pt x="987180" y="147629"/>
                  <a:pt x="992454" y="142833"/>
                </a:cubicBezTo>
                <a:cubicBezTo>
                  <a:pt x="997727" y="138034"/>
                  <a:pt x="1000364" y="132364"/>
                  <a:pt x="1000364" y="125822"/>
                </a:cubicBezTo>
                <a:cubicBezTo>
                  <a:pt x="1000364" y="122187"/>
                  <a:pt x="999364" y="118517"/>
                  <a:pt x="997364" y="114812"/>
                </a:cubicBezTo>
                <a:cubicBezTo>
                  <a:pt x="995363" y="111104"/>
                  <a:pt x="992254" y="107651"/>
                  <a:pt x="988035" y="104453"/>
                </a:cubicBezTo>
                <a:cubicBezTo>
                  <a:pt x="985198" y="102273"/>
                  <a:pt x="977451" y="97639"/>
                  <a:pt x="964794" y="90552"/>
                </a:cubicBezTo>
                <a:cubicBezTo>
                  <a:pt x="952137" y="83464"/>
                  <a:pt x="943136" y="77813"/>
                  <a:pt x="937789" y="73598"/>
                </a:cubicBezTo>
                <a:cubicBezTo>
                  <a:pt x="932443" y="69382"/>
                  <a:pt x="928388" y="64730"/>
                  <a:pt x="925623" y="59643"/>
                </a:cubicBezTo>
                <a:cubicBezTo>
                  <a:pt x="922859" y="54553"/>
                  <a:pt x="921477" y="48955"/>
                  <a:pt x="921477" y="42850"/>
                </a:cubicBezTo>
                <a:cubicBezTo>
                  <a:pt x="921477" y="32239"/>
                  <a:pt x="925551" y="23100"/>
                  <a:pt x="933698" y="15432"/>
                </a:cubicBezTo>
                <a:cubicBezTo>
                  <a:pt x="941845" y="7763"/>
                  <a:pt x="952210" y="3928"/>
                  <a:pt x="964794" y="3928"/>
                </a:cubicBezTo>
                <a:cubicBezTo>
                  <a:pt x="972650" y="3928"/>
                  <a:pt x="980979" y="5856"/>
                  <a:pt x="989780" y="9711"/>
                </a:cubicBezTo>
                <a:cubicBezTo>
                  <a:pt x="993854" y="11529"/>
                  <a:pt x="996727" y="12439"/>
                  <a:pt x="998400" y="12439"/>
                </a:cubicBezTo>
                <a:cubicBezTo>
                  <a:pt x="1000291" y="12439"/>
                  <a:pt x="1001837" y="11875"/>
                  <a:pt x="1003037" y="10747"/>
                </a:cubicBezTo>
                <a:cubicBezTo>
                  <a:pt x="1004238" y="9620"/>
                  <a:pt x="1005201" y="7347"/>
                  <a:pt x="1005929" y="3928"/>
                </a:cubicBezTo>
                <a:lnTo>
                  <a:pt x="1009966" y="3928"/>
                </a:lnTo>
                <a:close/>
                <a:moveTo>
                  <a:pt x="1062372" y="0"/>
                </a:moveTo>
                <a:cubicBezTo>
                  <a:pt x="1065427" y="0"/>
                  <a:pt x="1068028" y="1079"/>
                  <a:pt x="1070173" y="3236"/>
                </a:cubicBezTo>
                <a:cubicBezTo>
                  <a:pt x="1072319" y="5391"/>
                  <a:pt x="1073392" y="8004"/>
                  <a:pt x="1073392" y="11075"/>
                </a:cubicBezTo>
                <a:cubicBezTo>
                  <a:pt x="1073392" y="14146"/>
                  <a:pt x="1072319" y="16778"/>
                  <a:pt x="1070173" y="18972"/>
                </a:cubicBezTo>
                <a:cubicBezTo>
                  <a:pt x="1068028" y="21163"/>
                  <a:pt x="1065427" y="22259"/>
                  <a:pt x="1062372" y="22259"/>
                </a:cubicBezTo>
                <a:cubicBezTo>
                  <a:pt x="1059317" y="22259"/>
                  <a:pt x="1056698" y="21163"/>
                  <a:pt x="1054516" y="18972"/>
                </a:cubicBezTo>
                <a:cubicBezTo>
                  <a:pt x="1052334" y="16778"/>
                  <a:pt x="1051243" y="14146"/>
                  <a:pt x="1051243" y="11075"/>
                </a:cubicBezTo>
                <a:cubicBezTo>
                  <a:pt x="1051243" y="8004"/>
                  <a:pt x="1052316" y="5391"/>
                  <a:pt x="1054461" y="3236"/>
                </a:cubicBezTo>
                <a:cubicBezTo>
                  <a:pt x="1056607" y="1079"/>
                  <a:pt x="1059244" y="0"/>
                  <a:pt x="1062372" y="0"/>
                </a:cubicBezTo>
                <a:moveTo>
                  <a:pt x="1071428" y="52373"/>
                </a:moveTo>
                <a:lnTo>
                  <a:pt x="1071428" y="132501"/>
                </a:lnTo>
                <a:cubicBezTo>
                  <a:pt x="1071428" y="138743"/>
                  <a:pt x="1071883" y="142898"/>
                  <a:pt x="1072792" y="144967"/>
                </a:cubicBezTo>
                <a:cubicBezTo>
                  <a:pt x="1073701" y="147036"/>
                  <a:pt x="1075047" y="148578"/>
                  <a:pt x="1076829" y="149594"/>
                </a:cubicBezTo>
                <a:cubicBezTo>
                  <a:pt x="1078611" y="150610"/>
                  <a:pt x="1081866" y="151118"/>
                  <a:pt x="1086595" y="151118"/>
                </a:cubicBezTo>
                <a:lnTo>
                  <a:pt x="1086595" y="155155"/>
                </a:lnTo>
                <a:lnTo>
                  <a:pt x="1038040" y="155155"/>
                </a:lnTo>
                <a:lnTo>
                  <a:pt x="1038040" y="151118"/>
                </a:lnTo>
                <a:cubicBezTo>
                  <a:pt x="1042914" y="151118"/>
                  <a:pt x="1046187" y="150646"/>
                  <a:pt x="1047860" y="149703"/>
                </a:cubicBezTo>
                <a:cubicBezTo>
                  <a:pt x="1049533" y="148760"/>
                  <a:pt x="1050861" y="147199"/>
                  <a:pt x="1051843" y="145022"/>
                </a:cubicBezTo>
                <a:cubicBezTo>
                  <a:pt x="1052825" y="142844"/>
                  <a:pt x="1053316" y="138670"/>
                  <a:pt x="1053316" y="132501"/>
                </a:cubicBezTo>
                <a:lnTo>
                  <a:pt x="1053316" y="94070"/>
                </a:lnTo>
                <a:cubicBezTo>
                  <a:pt x="1053316" y="83255"/>
                  <a:pt x="1052988" y="76251"/>
                  <a:pt x="1052334" y="73060"/>
                </a:cubicBezTo>
                <a:cubicBezTo>
                  <a:pt x="1051825" y="70737"/>
                  <a:pt x="1051024" y="69122"/>
                  <a:pt x="1049933" y="68215"/>
                </a:cubicBezTo>
                <a:cubicBezTo>
                  <a:pt x="1048842" y="67308"/>
                  <a:pt x="1047351" y="66854"/>
                  <a:pt x="1045460" y="66854"/>
                </a:cubicBezTo>
                <a:cubicBezTo>
                  <a:pt x="1043423" y="66854"/>
                  <a:pt x="1040950" y="67398"/>
                  <a:pt x="1038040" y="68487"/>
                </a:cubicBezTo>
                <a:lnTo>
                  <a:pt x="1036513" y="64566"/>
                </a:lnTo>
                <a:lnTo>
                  <a:pt x="1066627" y="52373"/>
                </a:lnTo>
                <a:lnTo>
                  <a:pt x="1071428" y="52373"/>
                </a:lnTo>
                <a:close/>
                <a:moveTo>
                  <a:pt x="1125802" y="118736"/>
                </a:moveTo>
                <a:cubicBezTo>
                  <a:pt x="1119692" y="115758"/>
                  <a:pt x="1115000" y="111600"/>
                  <a:pt x="1111727" y="106260"/>
                </a:cubicBezTo>
                <a:cubicBezTo>
                  <a:pt x="1108454" y="100920"/>
                  <a:pt x="1106817" y="95017"/>
                  <a:pt x="1106817" y="88550"/>
                </a:cubicBezTo>
                <a:cubicBezTo>
                  <a:pt x="1106817" y="78671"/>
                  <a:pt x="1110545" y="70172"/>
                  <a:pt x="1118001" y="63052"/>
                </a:cubicBezTo>
                <a:cubicBezTo>
                  <a:pt x="1125457" y="55933"/>
                  <a:pt x="1135004" y="52373"/>
                  <a:pt x="1146642" y="52373"/>
                </a:cubicBezTo>
                <a:cubicBezTo>
                  <a:pt x="1156171" y="52373"/>
                  <a:pt x="1164427" y="54701"/>
                  <a:pt x="1171410" y="59356"/>
                </a:cubicBezTo>
                <a:lnTo>
                  <a:pt x="1192578" y="59356"/>
                </a:lnTo>
                <a:cubicBezTo>
                  <a:pt x="1195706" y="59356"/>
                  <a:pt x="1197524" y="59446"/>
                  <a:pt x="1198033" y="59626"/>
                </a:cubicBezTo>
                <a:cubicBezTo>
                  <a:pt x="1198543" y="59805"/>
                  <a:pt x="1198906" y="60111"/>
                  <a:pt x="1199124" y="60543"/>
                </a:cubicBezTo>
                <a:cubicBezTo>
                  <a:pt x="1199561" y="61191"/>
                  <a:pt x="1199779" y="62342"/>
                  <a:pt x="1199779" y="63997"/>
                </a:cubicBezTo>
                <a:cubicBezTo>
                  <a:pt x="1199779" y="65865"/>
                  <a:pt x="1199597" y="67160"/>
                  <a:pt x="1199234" y="67880"/>
                </a:cubicBezTo>
                <a:cubicBezTo>
                  <a:pt x="1199015" y="68240"/>
                  <a:pt x="1198633" y="68527"/>
                  <a:pt x="1198088" y="68743"/>
                </a:cubicBezTo>
                <a:cubicBezTo>
                  <a:pt x="1197542" y="68959"/>
                  <a:pt x="1195706" y="69067"/>
                  <a:pt x="1192578" y="69067"/>
                </a:cubicBezTo>
                <a:lnTo>
                  <a:pt x="1179594" y="69067"/>
                </a:lnTo>
                <a:cubicBezTo>
                  <a:pt x="1183667" y="74316"/>
                  <a:pt x="1185704" y="81021"/>
                  <a:pt x="1185704" y="89184"/>
                </a:cubicBezTo>
                <a:cubicBezTo>
                  <a:pt x="1185704" y="98513"/>
                  <a:pt x="1182140" y="106494"/>
                  <a:pt x="1175011" y="113127"/>
                </a:cubicBezTo>
                <a:cubicBezTo>
                  <a:pt x="1167883" y="119760"/>
                  <a:pt x="1158317" y="123077"/>
                  <a:pt x="1146315" y="123077"/>
                </a:cubicBezTo>
                <a:cubicBezTo>
                  <a:pt x="1141369" y="123077"/>
                  <a:pt x="1136313" y="122335"/>
                  <a:pt x="1131149" y="120850"/>
                </a:cubicBezTo>
                <a:cubicBezTo>
                  <a:pt x="1127948" y="123612"/>
                  <a:pt x="1125784" y="126030"/>
                  <a:pt x="1124657" y="128103"/>
                </a:cubicBezTo>
                <a:cubicBezTo>
                  <a:pt x="1123529" y="130173"/>
                  <a:pt x="1122965" y="131935"/>
                  <a:pt x="1122965" y="133388"/>
                </a:cubicBezTo>
                <a:cubicBezTo>
                  <a:pt x="1122965" y="134624"/>
                  <a:pt x="1123565" y="135824"/>
                  <a:pt x="1124766" y="136988"/>
                </a:cubicBezTo>
                <a:cubicBezTo>
                  <a:pt x="1125966" y="138150"/>
                  <a:pt x="1128312" y="138985"/>
                  <a:pt x="1131803" y="139494"/>
                </a:cubicBezTo>
                <a:cubicBezTo>
                  <a:pt x="1133840" y="139785"/>
                  <a:pt x="1138932" y="140040"/>
                  <a:pt x="1147079" y="140258"/>
                </a:cubicBezTo>
                <a:cubicBezTo>
                  <a:pt x="1162063" y="140620"/>
                  <a:pt x="1171774" y="141128"/>
                  <a:pt x="1176211" y="141782"/>
                </a:cubicBezTo>
                <a:cubicBezTo>
                  <a:pt x="1182976" y="142728"/>
                  <a:pt x="1188377" y="145236"/>
                  <a:pt x="1192414" y="149308"/>
                </a:cubicBezTo>
                <a:cubicBezTo>
                  <a:pt x="1196451" y="153376"/>
                  <a:pt x="1198470" y="158391"/>
                  <a:pt x="1198470" y="164351"/>
                </a:cubicBezTo>
                <a:cubicBezTo>
                  <a:pt x="1198470" y="172564"/>
                  <a:pt x="1194615" y="180269"/>
                  <a:pt x="1186904" y="187466"/>
                </a:cubicBezTo>
                <a:cubicBezTo>
                  <a:pt x="1175557" y="198077"/>
                  <a:pt x="1160754" y="203382"/>
                  <a:pt x="1142496" y="203382"/>
                </a:cubicBezTo>
                <a:cubicBezTo>
                  <a:pt x="1128457" y="203382"/>
                  <a:pt x="1116601" y="200222"/>
                  <a:pt x="1106926" y="193903"/>
                </a:cubicBezTo>
                <a:cubicBezTo>
                  <a:pt x="1101471" y="190271"/>
                  <a:pt x="1098743" y="186493"/>
                  <a:pt x="1098743" y="182569"/>
                </a:cubicBezTo>
                <a:cubicBezTo>
                  <a:pt x="1098743" y="180828"/>
                  <a:pt x="1099143" y="179086"/>
                  <a:pt x="1099943" y="177342"/>
                </a:cubicBezTo>
                <a:cubicBezTo>
                  <a:pt x="1101180" y="174653"/>
                  <a:pt x="1103725" y="170911"/>
                  <a:pt x="1107581" y="166117"/>
                </a:cubicBezTo>
                <a:cubicBezTo>
                  <a:pt x="1108090" y="165465"/>
                  <a:pt x="1111800" y="161543"/>
                  <a:pt x="1118710" y="154351"/>
                </a:cubicBezTo>
                <a:cubicBezTo>
                  <a:pt x="1114928" y="152093"/>
                  <a:pt x="1112254" y="150072"/>
                  <a:pt x="1110690" y="148288"/>
                </a:cubicBezTo>
                <a:cubicBezTo>
                  <a:pt x="1109126" y="146504"/>
                  <a:pt x="1108345" y="144483"/>
                  <a:pt x="1108345" y="142226"/>
                </a:cubicBezTo>
                <a:cubicBezTo>
                  <a:pt x="1108345" y="139675"/>
                  <a:pt x="1109381" y="136688"/>
                  <a:pt x="1111454" y="133265"/>
                </a:cubicBezTo>
                <a:cubicBezTo>
                  <a:pt x="1113527" y="129842"/>
                  <a:pt x="1118310" y="124999"/>
                  <a:pt x="1125802" y="118736"/>
                </a:cubicBezTo>
                <a:moveTo>
                  <a:pt x="1144787" y="57829"/>
                </a:moveTo>
                <a:cubicBezTo>
                  <a:pt x="1139405" y="57829"/>
                  <a:pt x="1134895" y="59963"/>
                  <a:pt x="1131258" y="64232"/>
                </a:cubicBezTo>
                <a:cubicBezTo>
                  <a:pt x="1127621" y="68499"/>
                  <a:pt x="1125802" y="75045"/>
                  <a:pt x="1125802" y="83872"/>
                </a:cubicBezTo>
                <a:cubicBezTo>
                  <a:pt x="1125802" y="95304"/>
                  <a:pt x="1128275" y="104165"/>
                  <a:pt x="1133222" y="110457"/>
                </a:cubicBezTo>
                <a:cubicBezTo>
                  <a:pt x="1137004" y="115233"/>
                  <a:pt x="1141805" y="117621"/>
                  <a:pt x="1147624" y="117621"/>
                </a:cubicBezTo>
                <a:cubicBezTo>
                  <a:pt x="1153153" y="117621"/>
                  <a:pt x="1157699" y="115559"/>
                  <a:pt x="1161263" y="111436"/>
                </a:cubicBezTo>
                <a:cubicBezTo>
                  <a:pt x="1164827" y="107313"/>
                  <a:pt x="1166610" y="100837"/>
                  <a:pt x="1166610" y="92011"/>
                </a:cubicBezTo>
                <a:cubicBezTo>
                  <a:pt x="1166610" y="80509"/>
                  <a:pt x="1164100" y="71502"/>
                  <a:pt x="1159081" y="64989"/>
                </a:cubicBezTo>
                <a:cubicBezTo>
                  <a:pt x="1155371" y="60215"/>
                  <a:pt x="1150607" y="57829"/>
                  <a:pt x="1144787" y="57829"/>
                </a:cubicBezTo>
                <a:moveTo>
                  <a:pt x="1124711" y="155220"/>
                </a:moveTo>
                <a:cubicBezTo>
                  <a:pt x="1121292" y="158923"/>
                  <a:pt x="1118710" y="162371"/>
                  <a:pt x="1116964" y="165565"/>
                </a:cubicBezTo>
                <a:cubicBezTo>
                  <a:pt x="1115218" y="168761"/>
                  <a:pt x="1114346" y="171703"/>
                  <a:pt x="1114346" y="174389"/>
                </a:cubicBezTo>
                <a:cubicBezTo>
                  <a:pt x="1114346" y="177874"/>
                  <a:pt x="1116455" y="180923"/>
                  <a:pt x="1120674" y="183538"/>
                </a:cubicBezTo>
                <a:cubicBezTo>
                  <a:pt x="1127948" y="188038"/>
                  <a:pt x="1138459" y="190289"/>
                  <a:pt x="1152207" y="190289"/>
                </a:cubicBezTo>
                <a:cubicBezTo>
                  <a:pt x="1165300" y="190289"/>
                  <a:pt x="1174956" y="187983"/>
                  <a:pt x="1181176" y="183371"/>
                </a:cubicBezTo>
                <a:cubicBezTo>
                  <a:pt x="1187395" y="178761"/>
                  <a:pt x="1190505" y="173843"/>
                  <a:pt x="1190505" y="168617"/>
                </a:cubicBezTo>
                <a:cubicBezTo>
                  <a:pt x="1190505" y="164841"/>
                  <a:pt x="1188650" y="162154"/>
                  <a:pt x="1184940" y="160556"/>
                </a:cubicBezTo>
                <a:cubicBezTo>
                  <a:pt x="1181158" y="158958"/>
                  <a:pt x="1173665" y="158015"/>
                  <a:pt x="1162463" y="157726"/>
                </a:cubicBezTo>
                <a:cubicBezTo>
                  <a:pt x="1146097" y="157290"/>
                  <a:pt x="1133513" y="156454"/>
                  <a:pt x="1124711" y="155220"/>
                </a:cubicBezTo>
                <a:close/>
                <a:moveTo>
                  <a:pt x="1238591" y="73541"/>
                </a:moveTo>
                <a:cubicBezTo>
                  <a:pt x="1250302" y="59429"/>
                  <a:pt x="1261468" y="52373"/>
                  <a:pt x="1272088" y="52373"/>
                </a:cubicBezTo>
                <a:cubicBezTo>
                  <a:pt x="1277543" y="52373"/>
                  <a:pt x="1282235" y="53735"/>
                  <a:pt x="1286163" y="56458"/>
                </a:cubicBezTo>
                <a:cubicBezTo>
                  <a:pt x="1290091" y="59179"/>
                  <a:pt x="1293219" y="63660"/>
                  <a:pt x="1295547" y="69902"/>
                </a:cubicBezTo>
                <a:cubicBezTo>
                  <a:pt x="1297147" y="74255"/>
                  <a:pt x="1297947" y="80933"/>
                  <a:pt x="1297947" y="89934"/>
                </a:cubicBezTo>
                <a:lnTo>
                  <a:pt x="1297947" y="132501"/>
                </a:lnTo>
                <a:cubicBezTo>
                  <a:pt x="1297947" y="138816"/>
                  <a:pt x="1298456" y="143098"/>
                  <a:pt x="1299475" y="145349"/>
                </a:cubicBezTo>
                <a:cubicBezTo>
                  <a:pt x="1300275" y="147163"/>
                  <a:pt x="1301566" y="148578"/>
                  <a:pt x="1303348" y="149594"/>
                </a:cubicBezTo>
                <a:cubicBezTo>
                  <a:pt x="1305130" y="150610"/>
                  <a:pt x="1308422" y="151118"/>
                  <a:pt x="1313223" y="151118"/>
                </a:cubicBezTo>
                <a:lnTo>
                  <a:pt x="1313223" y="155155"/>
                </a:lnTo>
                <a:lnTo>
                  <a:pt x="1263796" y="155155"/>
                </a:lnTo>
                <a:lnTo>
                  <a:pt x="1263796" y="151118"/>
                </a:lnTo>
                <a:lnTo>
                  <a:pt x="1265869" y="151118"/>
                </a:lnTo>
                <a:cubicBezTo>
                  <a:pt x="1270524" y="151118"/>
                  <a:pt x="1273779" y="150412"/>
                  <a:pt x="1275634" y="149001"/>
                </a:cubicBezTo>
                <a:cubicBezTo>
                  <a:pt x="1277489" y="147589"/>
                  <a:pt x="1278780" y="145509"/>
                  <a:pt x="1279507" y="142761"/>
                </a:cubicBezTo>
                <a:cubicBezTo>
                  <a:pt x="1279798" y="141674"/>
                  <a:pt x="1279944" y="138273"/>
                  <a:pt x="1279944" y="132556"/>
                </a:cubicBezTo>
                <a:lnTo>
                  <a:pt x="1279944" y="91847"/>
                </a:lnTo>
                <a:cubicBezTo>
                  <a:pt x="1279944" y="82802"/>
                  <a:pt x="1278762" y="76235"/>
                  <a:pt x="1276398" y="72146"/>
                </a:cubicBezTo>
                <a:cubicBezTo>
                  <a:pt x="1274034" y="68057"/>
                  <a:pt x="1270051" y="66012"/>
                  <a:pt x="1264450" y="66012"/>
                </a:cubicBezTo>
                <a:cubicBezTo>
                  <a:pt x="1255794" y="66012"/>
                  <a:pt x="1247174" y="70716"/>
                  <a:pt x="1238591" y="80125"/>
                </a:cubicBezTo>
                <a:lnTo>
                  <a:pt x="1238591" y="132556"/>
                </a:lnTo>
                <a:cubicBezTo>
                  <a:pt x="1238591" y="139286"/>
                  <a:pt x="1238991" y="143447"/>
                  <a:pt x="1239791" y="145039"/>
                </a:cubicBezTo>
                <a:cubicBezTo>
                  <a:pt x="1240810" y="147137"/>
                  <a:pt x="1242210" y="148674"/>
                  <a:pt x="1243992" y="149652"/>
                </a:cubicBezTo>
                <a:cubicBezTo>
                  <a:pt x="1245774" y="150629"/>
                  <a:pt x="1249393" y="151118"/>
                  <a:pt x="1254848" y="151118"/>
                </a:cubicBezTo>
                <a:lnTo>
                  <a:pt x="1254848" y="155155"/>
                </a:lnTo>
                <a:lnTo>
                  <a:pt x="1205421" y="155155"/>
                </a:lnTo>
                <a:lnTo>
                  <a:pt x="1205421" y="151118"/>
                </a:lnTo>
                <a:lnTo>
                  <a:pt x="1207604" y="151118"/>
                </a:lnTo>
                <a:cubicBezTo>
                  <a:pt x="1212695" y="151118"/>
                  <a:pt x="1216132" y="149830"/>
                  <a:pt x="1217915" y="147255"/>
                </a:cubicBezTo>
                <a:cubicBezTo>
                  <a:pt x="1219697" y="144677"/>
                  <a:pt x="1220588" y="139759"/>
                  <a:pt x="1220588" y="132501"/>
                </a:cubicBezTo>
                <a:lnTo>
                  <a:pt x="1220588" y="95485"/>
                </a:lnTo>
                <a:cubicBezTo>
                  <a:pt x="1220588" y="83510"/>
                  <a:pt x="1220315" y="76217"/>
                  <a:pt x="1219769" y="73605"/>
                </a:cubicBezTo>
                <a:cubicBezTo>
                  <a:pt x="1219224" y="70991"/>
                  <a:pt x="1218387" y="69212"/>
                  <a:pt x="1217260" y="68269"/>
                </a:cubicBezTo>
                <a:cubicBezTo>
                  <a:pt x="1216132" y="67326"/>
                  <a:pt x="1214623" y="66854"/>
                  <a:pt x="1212732" y="66854"/>
                </a:cubicBezTo>
                <a:cubicBezTo>
                  <a:pt x="1210695" y="66854"/>
                  <a:pt x="1208258" y="67398"/>
                  <a:pt x="1205421" y="68487"/>
                </a:cubicBezTo>
                <a:lnTo>
                  <a:pt x="1203785" y="64566"/>
                </a:lnTo>
                <a:lnTo>
                  <a:pt x="1233899" y="52373"/>
                </a:lnTo>
                <a:lnTo>
                  <a:pt x="1238591" y="52373"/>
                </a:lnTo>
                <a:lnTo>
                  <a:pt x="1238591" y="73541"/>
                </a:lnTo>
                <a:close/>
                <a:moveTo>
                  <a:pt x="1376029" y="140753"/>
                </a:moveTo>
                <a:cubicBezTo>
                  <a:pt x="1365772" y="148681"/>
                  <a:pt x="1359335" y="153264"/>
                  <a:pt x="1356716" y="154501"/>
                </a:cubicBezTo>
                <a:cubicBezTo>
                  <a:pt x="1352788" y="156392"/>
                  <a:pt x="1348605" y="157337"/>
                  <a:pt x="1344168" y="157337"/>
                </a:cubicBezTo>
                <a:cubicBezTo>
                  <a:pt x="1337258" y="157337"/>
                  <a:pt x="1331566" y="154973"/>
                  <a:pt x="1327093" y="150245"/>
                </a:cubicBezTo>
                <a:cubicBezTo>
                  <a:pt x="1322619" y="145517"/>
                  <a:pt x="1320382" y="139298"/>
                  <a:pt x="1320382" y="131587"/>
                </a:cubicBezTo>
                <a:cubicBezTo>
                  <a:pt x="1320382" y="126714"/>
                  <a:pt x="1321473" y="122495"/>
                  <a:pt x="1323656" y="118931"/>
                </a:cubicBezTo>
                <a:cubicBezTo>
                  <a:pt x="1326638" y="113984"/>
                  <a:pt x="1331821" y="109329"/>
                  <a:pt x="1339204" y="104964"/>
                </a:cubicBezTo>
                <a:cubicBezTo>
                  <a:pt x="1346587" y="100600"/>
                  <a:pt x="1358862" y="95290"/>
                  <a:pt x="1376029" y="89034"/>
                </a:cubicBezTo>
                <a:lnTo>
                  <a:pt x="1376029" y="85106"/>
                </a:lnTo>
                <a:cubicBezTo>
                  <a:pt x="1376029" y="75141"/>
                  <a:pt x="1374446" y="68303"/>
                  <a:pt x="1371282" y="64593"/>
                </a:cubicBezTo>
                <a:cubicBezTo>
                  <a:pt x="1368118" y="60884"/>
                  <a:pt x="1363517" y="59029"/>
                  <a:pt x="1357480" y="59029"/>
                </a:cubicBezTo>
                <a:cubicBezTo>
                  <a:pt x="1352897" y="59029"/>
                  <a:pt x="1349260" y="60261"/>
                  <a:pt x="1346569" y="62725"/>
                </a:cubicBezTo>
                <a:cubicBezTo>
                  <a:pt x="1343805" y="65189"/>
                  <a:pt x="1342423" y="68016"/>
                  <a:pt x="1342423" y="71205"/>
                </a:cubicBezTo>
                <a:lnTo>
                  <a:pt x="1342641" y="77509"/>
                </a:lnTo>
                <a:cubicBezTo>
                  <a:pt x="1342641" y="80842"/>
                  <a:pt x="1341786" y="83414"/>
                  <a:pt x="1340077" y="85226"/>
                </a:cubicBezTo>
                <a:cubicBezTo>
                  <a:pt x="1338367" y="87037"/>
                  <a:pt x="1336131" y="87943"/>
                  <a:pt x="1333366" y="87943"/>
                </a:cubicBezTo>
                <a:cubicBezTo>
                  <a:pt x="1330675" y="87943"/>
                  <a:pt x="1328475" y="87001"/>
                  <a:pt x="1326765" y="85116"/>
                </a:cubicBezTo>
                <a:cubicBezTo>
                  <a:pt x="1325056" y="83230"/>
                  <a:pt x="1324201" y="80654"/>
                  <a:pt x="1324201" y="77390"/>
                </a:cubicBezTo>
                <a:cubicBezTo>
                  <a:pt x="1324201" y="71155"/>
                  <a:pt x="1327402" y="65427"/>
                  <a:pt x="1333803" y="60205"/>
                </a:cubicBezTo>
                <a:cubicBezTo>
                  <a:pt x="1340204" y="54984"/>
                  <a:pt x="1349187" y="52373"/>
                  <a:pt x="1360753" y="52373"/>
                </a:cubicBezTo>
                <a:cubicBezTo>
                  <a:pt x="1369627" y="52373"/>
                  <a:pt x="1376901" y="53862"/>
                  <a:pt x="1382575" y="56840"/>
                </a:cubicBezTo>
                <a:cubicBezTo>
                  <a:pt x="1386867" y="59092"/>
                  <a:pt x="1390031" y="62617"/>
                  <a:pt x="1392068" y="67413"/>
                </a:cubicBezTo>
                <a:cubicBezTo>
                  <a:pt x="1393377" y="70537"/>
                  <a:pt x="1394032" y="76930"/>
                  <a:pt x="1394032" y="86593"/>
                </a:cubicBezTo>
                <a:lnTo>
                  <a:pt x="1394032" y="120485"/>
                </a:lnTo>
                <a:cubicBezTo>
                  <a:pt x="1394032" y="130003"/>
                  <a:pt x="1394214" y="135834"/>
                  <a:pt x="1394577" y="137977"/>
                </a:cubicBezTo>
                <a:cubicBezTo>
                  <a:pt x="1394941" y="140121"/>
                  <a:pt x="1395541" y="141556"/>
                  <a:pt x="1396378" y="142284"/>
                </a:cubicBezTo>
                <a:cubicBezTo>
                  <a:pt x="1397214" y="143009"/>
                  <a:pt x="1398178" y="143371"/>
                  <a:pt x="1399269" y="143371"/>
                </a:cubicBezTo>
                <a:cubicBezTo>
                  <a:pt x="1400433" y="143371"/>
                  <a:pt x="1401451" y="143117"/>
                  <a:pt x="1402324" y="142607"/>
                </a:cubicBezTo>
                <a:cubicBezTo>
                  <a:pt x="1403852" y="141662"/>
                  <a:pt x="1406798" y="139007"/>
                  <a:pt x="1411162" y="134642"/>
                </a:cubicBezTo>
                <a:lnTo>
                  <a:pt x="1411162" y="140753"/>
                </a:lnTo>
                <a:cubicBezTo>
                  <a:pt x="1403015" y="151664"/>
                  <a:pt x="1395232" y="157119"/>
                  <a:pt x="1387813" y="157119"/>
                </a:cubicBezTo>
                <a:cubicBezTo>
                  <a:pt x="1384248" y="157119"/>
                  <a:pt x="1381411" y="155883"/>
                  <a:pt x="1379302" y="153409"/>
                </a:cubicBezTo>
                <a:cubicBezTo>
                  <a:pt x="1377192" y="150936"/>
                  <a:pt x="1376101" y="146717"/>
                  <a:pt x="1376029" y="140753"/>
                </a:cubicBezTo>
                <a:moveTo>
                  <a:pt x="1376029" y="133599"/>
                </a:moveTo>
                <a:lnTo>
                  <a:pt x="1376029" y="95690"/>
                </a:lnTo>
                <a:cubicBezTo>
                  <a:pt x="1365045" y="100034"/>
                  <a:pt x="1357953" y="103112"/>
                  <a:pt x="1354752" y="104923"/>
                </a:cubicBezTo>
                <a:cubicBezTo>
                  <a:pt x="1349006" y="108110"/>
                  <a:pt x="1344896" y="111442"/>
                  <a:pt x="1342423" y="114917"/>
                </a:cubicBezTo>
                <a:cubicBezTo>
                  <a:pt x="1339949" y="118393"/>
                  <a:pt x="1338713" y="122195"/>
                  <a:pt x="1338713" y="126323"/>
                </a:cubicBezTo>
                <a:cubicBezTo>
                  <a:pt x="1338713" y="131537"/>
                  <a:pt x="1340277" y="135864"/>
                  <a:pt x="1343405" y="139303"/>
                </a:cubicBezTo>
                <a:cubicBezTo>
                  <a:pt x="1346532" y="142743"/>
                  <a:pt x="1350133" y="144462"/>
                  <a:pt x="1354206" y="144462"/>
                </a:cubicBezTo>
                <a:cubicBezTo>
                  <a:pt x="1359735" y="144462"/>
                  <a:pt x="1367009" y="140841"/>
                  <a:pt x="1376029" y="133599"/>
                </a:cubicBezTo>
                <a:close/>
                <a:moveTo>
                  <a:pt x="1453880" y="0"/>
                </a:moveTo>
                <a:lnTo>
                  <a:pt x="1453880" y="132474"/>
                </a:lnTo>
                <a:cubicBezTo>
                  <a:pt x="1453880" y="138725"/>
                  <a:pt x="1454334" y="142869"/>
                  <a:pt x="1455244" y="144906"/>
                </a:cubicBezTo>
                <a:cubicBezTo>
                  <a:pt x="1456153" y="146940"/>
                  <a:pt x="1457553" y="148485"/>
                  <a:pt x="1459444" y="149539"/>
                </a:cubicBezTo>
                <a:cubicBezTo>
                  <a:pt x="1461336" y="150592"/>
                  <a:pt x="1464863" y="151118"/>
                  <a:pt x="1470028" y="151118"/>
                </a:cubicBezTo>
                <a:lnTo>
                  <a:pt x="1470028" y="155155"/>
                </a:lnTo>
                <a:lnTo>
                  <a:pt x="1421037" y="155155"/>
                </a:lnTo>
                <a:lnTo>
                  <a:pt x="1421037" y="151118"/>
                </a:lnTo>
                <a:cubicBezTo>
                  <a:pt x="1425620" y="151118"/>
                  <a:pt x="1428748" y="150646"/>
                  <a:pt x="1430421" y="149703"/>
                </a:cubicBezTo>
                <a:cubicBezTo>
                  <a:pt x="1432094" y="148757"/>
                  <a:pt x="1433403" y="147195"/>
                  <a:pt x="1434349" y="145015"/>
                </a:cubicBezTo>
                <a:cubicBezTo>
                  <a:pt x="1435295" y="142833"/>
                  <a:pt x="1435767" y="138652"/>
                  <a:pt x="1435767" y="132474"/>
                </a:cubicBezTo>
                <a:lnTo>
                  <a:pt x="1435767" y="41759"/>
                </a:lnTo>
                <a:cubicBezTo>
                  <a:pt x="1435767" y="30493"/>
                  <a:pt x="1435513" y="23570"/>
                  <a:pt x="1435004" y="20990"/>
                </a:cubicBezTo>
                <a:cubicBezTo>
                  <a:pt x="1434494" y="18408"/>
                  <a:pt x="1433676" y="16645"/>
                  <a:pt x="1432549" y="15702"/>
                </a:cubicBezTo>
                <a:cubicBezTo>
                  <a:pt x="1431421" y="14756"/>
                  <a:pt x="1429984" y="14283"/>
                  <a:pt x="1428239" y="14283"/>
                </a:cubicBezTo>
                <a:cubicBezTo>
                  <a:pt x="1426347" y="14283"/>
                  <a:pt x="1423947" y="14865"/>
                  <a:pt x="1421037" y="16029"/>
                </a:cubicBezTo>
                <a:lnTo>
                  <a:pt x="1419183" y="12210"/>
                </a:lnTo>
                <a:lnTo>
                  <a:pt x="1448970" y="0"/>
                </a:lnTo>
                <a:lnTo>
                  <a:pt x="1453880" y="0"/>
                </a:lnTo>
                <a:close/>
                <a:moveTo>
                  <a:pt x="1578330" y="15275"/>
                </a:moveTo>
                <a:lnTo>
                  <a:pt x="1578330" y="73759"/>
                </a:lnTo>
                <a:lnTo>
                  <a:pt x="1610845" y="73759"/>
                </a:lnTo>
                <a:cubicBezTo>
                  <a:pt x="1619283" y="73759"/>
                  <a:pt x="1624920" y="72479"/>
                  <a:pt x="1627757" y="69919"/>
                </a:cubicBezTo>
                <a:cubicBezTo>
                  <a:pt x="1631540" y="66557"/>
                  <a:pt x="1633649" y="60636"/>
                  <a:pt x="1634086" y="52155"/>
                </a:cubicBezTo>
                <a:lnTo>
                  <a:pt x="1638123" y="52155"/>
                </a:lnTo>
                <a:lnTo>
                  <a:pt x="1638123" y="103655"/>
                </a:lnTo>
                <a:lnTo>
                  <a:pt x="1634086" y="103655"/>
                </a:lnTo>
                <a:cubicBezTo>
                  <a:pt x="1633067" y="96524"/>
                  <a:pt x="1632049" y="91951"/>
                  <a:pt x="1631031" y="89934"/>
                </a:cubicBezTo>
                <a:cubicBezTo>
                  <a:pt x="1629721" y="87413"/>
                  <a:pt x="1627575" y="85434"/>
                  <a:pt x="1624593" y="83995"/>
                </a:cubicBezTo>
                <a:cubicBezTo>
                  <a:pt x="1621611" y="82554"/>
                  <a:pt x="1617028" y="81833"/>
                  <a:pt x="1610845" y="81833"/>
                </a:cubicBezTo>
                <a:lnTo>
                  <a:pt x="1578330" y="81833"/>
                </a:lnTo>
                <a:lnTo>
                  <a:pt x="1578330" y="130523"/>
                </a:lnTo>
                <a:cubicBezTo>
                  <a:pt x="1578330" y="137059"/>
                  <a:pt x="1578621" y="141034"/>
                  <a:pt x="1579203" y="142451"/>
                </a:cubicBezTo>
                <a:cubicBezTo>
                  <a:pt x="1579785" y="143867"/>
                  <a:pt x="1580803" y="144993"/>
                  <a:pt x="1582258" y="145830"/>
                </a:cubicBezTo>
                <a:cubicBezTo>
                  <a:pt x="1583713" y="146664"/>
                  <a:pt x="1586477" y="147081"/>
                  <a:pt x="1590551" y="147081"/>
                </a:cubicBezTo>
                <a:lnTo>
                  <a:pt x="1615646" y="147081"/>
                </a:lnTo>
                <a:cubicBezTo>
                  <a:pt x="1624011" y="147081"/>
                  <a:pt x="1630085" y="146499"/>
                  <a:pt x="1633867" y="145335"/>
                </a:cubicBezTo>
                <a:cubicBezTo>
                  <a:pt x="1637650" y="144171"/>
                  <a:pt x="1641287" y="141880"/>
                  <a:pt x="1644778" y="138461"/>
                </a:cubicBezTo>
                <a:cubicBezTo>
                  <a:pt x="1649288" y="133951"/>
                  <a:pt x="1653907" y="127150"/>
                  <a:pt x="1658636" y="118058"/>
                </a:cubicBezTo>
                <a:lnTo>
                  <a:pt x="1663000" y="118058"/>
                </a:lnTo>
                <a:lnTo>
                  <a:pt x="1650234" y="155155"/>
                </a:lnTo>
                <a:lnTo>
                  <a:pt x="1536213" y="155155"/>
                </a:lnTo>
                <a:lnTo>
                  <a:pt x="1536213" y="151118"/>
                </a:lnTo>
                <a:lnTo>
                  <a:pt x="1541451" y="151118"/>
                </a:lnTo>
                <a:cubicBezTo>
                  <a:pt x="1544942" y="151118"/>
                  <a:pt x="1548252" y="150282"/>
                  <a:pt x="1551380" y="148609"/>
                </a:cubicBezTo>
                <a:cubicBezTo>
                  <a:pt x="1553708" y="147445"/>
                  <a:pt x="1555290" y="145699"/>
                  <a:pt x="1556126" y="143371"/>
                </a:cubicBezTo>
                <a:cubicBezTo>
                  <a:pt x="1556963" y="141044"/>
                  <a:pt x="1557381" y="136279"/>
                  <a:pt x="1557381" y="129078"/>
                </a:cubicBezTo>
                <a:lnTo>
                  <a:pt x="1557381" y="32951"/>
                </a:lnTo>
                <a:cubicBezTo>
                  <a:pt x="1557381" y="23568"/>
                  <a:pt x="1556435" y="17785"/>
                  <a:pt x="1554544" y="15603"/>
                </a:cubicBezTo>
                <a:cubicBezTo>
                  <a:pt x="1551925" y="12693"/>
                  <a:pt x="1547561" y="11238"/>
                  <a:pt x="1541451" y="11238"/>
                </a:cubicBezTo>
                <a:lnTo>
                  <a:pt x="1536213" y="11238"/>
                </a:lnTo>
                <a:lnTo>
                  <a:pt x="1536213" y="7201"/>
                </a:lnTo>
                <a:lnTo>
                  <a:pt x="1650234" y="7201"/>
                </a:lnTo>
                <a:lnTo>
                  <a:pt x="1651871" y="39498"/>
                </a:lnTo>
                <a:lnTo>
                  <a:pt x="1647615" y="39498"/>
                </a:lnTo>
                <a:cubicBezTo>
                  <a:pt x="1646088" y="31749"/>
                  <a:pt x="1644397" y="26426"/>
                  <a:pt x="1642542" y="23530"/>
                </a:cubicBezTo>
                <a:cubicBezTo>
                  <a:pt x="1640687" y="20634"/>
                  <a:pt x="1637941" y="18426"/>
                  <a:pt x="1634304" y="16905"/>
                </a:cubicBezTo>
                <a:cubicBezTo>
                  <a:pt x="1631394" y="15819"/>
                  <a:pt x="1626266" y="15275"/>
                  <a:pt x="1618919" y="15275"/>
                </a:cubicBezTo>
                <a:lnTo>
                  <a:pt x="1578330" y="15275"/>
                </a:lnTo>
                <a:close/>
                <a:moveTo>
                  <a:pt x="1669543" y="55210"/>
                </a:moveTo>
                <a:lnTo>
                  <a:pt x="1716570" y="55210"/>
                </a:lnTo>
                <a:lnTo>
                  <a:pt x="1716570" y="59247"/>
                </a:lnTo>
                <a:cubicBezTo>
                  <a:pt x="1713587" y="59247"/>
                  <a:pt x="1711496" y="59756"/>
                  <a:pt x="1710296" y="60775"/>
                </a:cubicBezTo>
                <a:cubicBezTo>
                  <a:pt x="1709096" y="61793"/>
                  <a:pt x="1708496" y="63139"/>
                  <a:pt x="1708496" y="64812"/>
                </a:cubicBezTo>
                <a:cubicBezTo>
                  <a:pt x="1708496" y="66557"/>
                  <a:pt x="1709769" y="69249"/>
                  <a:pt x="1712314" y="72886"/>
                </a:cubicBezTo>
                <a:cubicBezTo>
                  <a:pt x="1713115" y="74050"/>
                  <a:pt x="1714315" y="75868"/>
                  <a:pt x="1715915" y="78341"/>
                </a:cubicBezTo>
                <a:lnTo>
                  <a:pt x="1723007" y="89689"/>
                </a:lnTo>
                <a:lnTo>
                  <a:pt x="1731191" y="78341"/>
                </a:lnTo>
                <a:cubicBezTo>
                  <a:pt x="1736428" y="71140"/>
                  <a:pt x="1739047" y="66594"/>
                  <a:pt x="1739047" y="64703"/>
                </a:cubicBezTo>
                <a:cubicBezTo>
                  <a:pt x="1739047" y="63175"/>
                  <a:pt x="1738428" y="61884"/>
                  <a:pt x="1737192" y="60829"/>
                </a:cubicBezTo>
                <a:cubicBezTo>
                  <a:pt x="1735955" y="59774"/>
                  <a:pt x="1733955" y="59247"/>
                  <a:pt x="1731191" y="59247"/>
                </a:cubicBezTo>
                <a:lnTo>
                  <a:pt x="1731191" y="55210"/>
                </a:lnTo>
                <a:lnTo>
                  <a:pt x="1765015" y="55210"/>
                </a:lnTo>
                <a:lnTo>
                  <a:pt x="1765015" y="59247"/>
                </a:lnTo>
                <a:cubicBezTo>
                  <a:pt x="1761451" y="59465"/>
                  <a:pt x="1758359" y="60447"/>
                  <a:pt x="1755740" y="62193"/>
                </a:cubicBezTo>
                <a:cubicBezTo>
                  <a:pt x="1752176" y="64666"/>
                  <a:pt x="1747303" y="70049"/>
                  <a:pt x="1741120" y="78341"/>
                </a:cubicBezTo>
                <a:lnTo>
                  <a:pt x="1727481" y="96563"/>
                </a:lnTo>
                <a:lnTo>
                  <a:pt x="1752358" y="132279"/>
                </a:lnTo>
                <a:cubicBezTo>
                  <a:pt x="1758468" y="141063"/>
                  <a:pt x="1762833" y="146345"/>
                  <a:pt x="1765451" y="148124"/>
                </a:cubicBezTo>
                <a:cubicBezTo>
                  <a:pt x="1768070" y="149902"/>
                  <a:pt x="1771452" y="150900"/>
                  <a:pt x="1775599" y="151118"/>
                </a:cubicBezTo>
                <a:lnTo>
                  <a:pt x="1775599" y="155155"/>
                </a:lnTo>
                <a:lnTo>
                  <a:pt x="1728463" y="155155"/>
                </a:lnTo>
                <a:lnTo>
                  <a:pt x="1728463" y="151118"/>
                </a:lnTo>
                <a:cubicBezTo>
                  <a:pt x="1731736" y="151118"/>
                  <a:pt x="1734282" y="150393"/>
                  <a:pt x="1736101" y="148943"/>
                </a:cubicBezTo>
                <a:cubicBezTo>
                  <a:pt x="1737483" y="147927"/>
                  <a:pt x="1738174" y="146584"/>
                  <a:pt x="1738174" y="144916"/>
                </a:cubicBezTo>
                <a:cubicBezTo>
                  <a:pt x="1738174" y="143247"/>
                  <a:pt x="1735846" y="139040"/>
                  <a:pt x="1731191" y="132293"/>
                </a:cubicBezTo>
                <a:lnTo>
                  <a:pt x="1716570" y="110965"/>
                </a:lnTo>
                <a:lnTo>
                  <a:pt x="1700531" y="132293"/>
                </a:lnTo>
                <a:cubicBezTo>
                  <a:pt x="1695584" y="138894"/>
                  <a:pt x="1693111" y="142812"/>
                  <a:pt x="1693111" y="144046"/>
                </a:cubicBezTo>
                <a:cubicBezTo>
                  <a:pt x="1693111" y="145788"/>
                  <a:pt x="1693929" y="147365"/>
                  <a:pt x="1695566" y="148779"/>
                </a:cubicBezTo>
                <a:cubicBezTo>
                  <a:pt x="1697203" y="150193"/>
                  <a:pt x="1699658" y="150973"/>
                  <a:pt x="1702931" y="151118"/>
                </a:cubicBezTo>
                <a:lnTo>
                  <a:pt x="1702931" y="155155"/>
                </a:lnTo>
                <a:lnTo>
                  <a:pt x="1670307" y="155155"/>
                </a:lnTo>
                <a:lnTo>
                  <a:pt x="1670307" y="151118"/>
                </a:lnTo>
                <a:cubicBezTo>
                  <a:pt x="1672926" y="150754"/>
                  <a:pt x="1675217" y="149847"/>
                  <a:pt x="1677181" y="148397"/>
                </a:cubicBezTo>
                <a:cubicBezTo>
                  <a:pt x="1679945" y="146292"/>
                  <a:pt x="1684600" y="140922"/>
                  <a:pt x="1691147" y="132286"/>
                </a:cubicBezTo>
                <a:lnTo>
                  <a:pt x="1712096" y="104528"/>
                </a:lnTo>
                <a:lnTo>
                  <a:pt x="1693111" y="77032"/>
                </a:lnTo>
                <a:cubicBezTo>
                  <a:pt x="1687728" y="69176"/>
                  <a:pt x="1683564" y="64248"/>
                  <a:pt x="1680618" y="62248"/>
                </a:cubicBezTo>
                <a:cubicBezTo>
                  <a:pt x="1677672" y="60247"/>
                  <a:pt x="1673980" y="59247"/>
                  <a:pt x="1669543" y="59247"/>
                </a:cubicBezTo>
                <a:lnTo>
                  <a:pt x="1669543" y="55210"/>
                </a:lnTo>
                <a:close/>
                <a:moveTo>
                  <a:pt x="1812546" y="22259"/>
                </a:moveTo>
                <a:lnTo>
                  <a:pt x="1812546" y="55210"/>
                </a:lnTo>
                <a:lnTo>
                  <a:pt x="1835896" y="55210"/>
                </a:lnTo>
                <a:lnTo>
                  <a:pt x="1835896" y="62848"/>
                </a:lnTo>
                <a:lnTo>
                  <a:pt x="1812546" y="62848"/>
                </a:lnTo>
                <a:lnTo>
                  <a:pt x="1812546" y="127571"/>
                </a:lnTo>
                <a:cubicBezTo>
                  <a:pt x="1812546" y="134038"/>
                  <a:pt x="1813473" y="138398"/>
                  <a:pt x="1815328" y="140650"/>
                </a:cubicBezTo>
                <a:cubicBezTo>
                  <a:pt x="1817183" y="142901"/>
                  <a:pt x="1819565" y="144026"/>
                  <a:pt x="1822475" y="144026"/>
                </a:cubicBezTo>
                <a:cubicBezTo>
                  <a:pt x="1824875" y="144026"/>
                  <a:pt x="1827203" y="143280"/>
                  <a:pt x="1829458" y="141789"/>
                </a:cubicBezTo>
                <a:cubicBezTo>
                  <a:pt x="1831713" y="140298"/>
                  <a:pt x="1833459" y="138098"/>
                  <a:pt x="1834695" y="135188"/>
                </a:cubicBezTo>
                <a:lnTo>
                  <a:pt x="1838951" y="135188"/>
                </a:lnTo>
                <a:cubicBezTo>
                  <a:pt x="1836405" y="142337"/>
                  <a:pt x="1832804" y="147744"/>
                  <a:pt x="1828149" y="151408"/>
                </a:cubicBezTo>
                <a:cubicBezTo>
                  <a:pt x="1823493" y="155070"/>
                  <a:pt x="1818692" y="156901"/>
                  <a:pt x="1813746" y="156901"/>
                </a:cubicBezTo>
                <a:cubicBezTo>
                  <a:pt x="1810400" y="156901"/>
                  <a:pt x="1807127" y="155972"/>
                  <a:pt x="1803926" y="154115"/>
                </a:cubicBezTo>
                <a:cubicBezTo>
                  <a:pt x="1800726" y="152258"/>
                  <a:pt x="1798362" y="149601"/>
                  <a:pt x="1796834" y="146143"/>
                </a:cubicBezTo>
                <a:cubicBezTo>
                  <a:pt x="1795306" y="142684"/>
                  <a:pt x="1794543" y="137349"/>
                  <a:pt x="1794543" y="130138"/>
                </a:cubicBezTo>
                <a:lnTo>
                  <a:pt x="1794543" y="62848"/>
                </a:lnTo>
                <a:lnTo>
                  <a:pt x="1778722" y="62848"/>
                </a:lnTo>
                <a:lnTo>
                  <a:pt x="1778722" y="59247"/>
                </a:lnTo>
                <a:cubicBezTo>
                  <a:pt x="1782722" y="57642"/>
                  <a:pt x="1786814" y="54925"/>
                  <a:pt x="1790997" y="51094"/>
                </a:cubicBezTo>
                <a:cubicBezTo>
                  <a:pt x="1795179" y="47264"/>
                  <a:pt x="1798907" y="42722"/>
                  <a:pt x="1802180" y="37469"/>
                </a:cubicBezTo>
                <a:cubicBezTo>
                  <a:pt x="1803853" y="34698"/>
                  <a:pt x="1806181" y="29628"/>
                  <a:pt x="1809163" y="22259"/>
                </a:cubicBezTo>
                <a:lnTo>
                  <a:pt x="1812546" y="22259"/>
                </a:lnTo>
                <a:close/>
                <a:moveTo>
                  <a:pt x="1874885" y="52373"/>
                </a:moveTo>
                <a:lnTo>
                  <a:pt x="1874885" y="74850"/>
                </a:lnTo>
                <a:cubicBezTo>
                  <a:pt x="1883250" y="59865"/>
                  <a:pt x="1891834" y="52373"/>
                  <a:pt x="1900635" y="52373"/>
                </a:cubicBezTo>
                <a:cubicBezTo>
                  <a:pt x="1904636" y="52373"/>
                  <a:pt x="1907946" y="53591"/>
                  <a:pt x="1910564" y="56028"/>
                </a:cubicBezTo>
                <a:cubicBezTo>
                  <a:pt x="1913183" y="58465"/>
                  <a:pt x="1914492" y="61284"/>
                  <a:pt x="1914492" y="64484"/>
                </a:cubicBezTo>
                <a:cubicBezTo>
                  <a:pt x="1914492" y="67321"/>
                  <a:pt x="1913547" y="69722"/>
                  <a:pt x="1911655" y="71686"/>
                </a:cubicBezTo>
                <a:cubicBezTo>
                  <a:pt x="1909764" y="73650"/>
                  <a:pt x="1907509" y="74632"/>
                  <a:pt x="1904890" y="74632"/>
                </a:cubicBezTo>
                <a:cubicBezTo>
                  <a:pt x="1902345" y="74632"/>
                  <a:pt x="1899489" y="73377"/>
                  <a:pt x="1896325" y="70867"/>
                </a:cubicBezTo>
                <a:cubicBezTo>
                  <a:pt x="1893161" y="68358"/>
                  <a:pt x="1890815" y="67103"/>
                  <a:pt x="1889288" y="67103"/>
                </a:cubicBezTo>
                <a:cubicBezTo>
                  <a:pt x="1887978" y="67103"/>
                  <a:pt x="1886560" y="67828"/>
                  <a:pt x="1885032" y="69278"/>
                </a:cubicBezTo>
                <a:cubicBezTo>
                  <a:pt x="1881759" y="72254"/>
                  <a:pt x="1878377" y="77151"/>
                  <a:pt x="1874885" y="83971"/>
                </a:cubicBezTo>
                <a:lnTo>
                  <a:pt x="1874885" y="131748"/>
                </a:lnTo>
                <a:cubicBezTo>
                  <a:pt x="1874885" y="137260"/>
                  <a:pt x="1875576" y="141431"/>
                  <a:pt x="1876958" y="144261"/>
                </a:cubicBezTo>
                <a:cubicBezTo>
                  <a:pt x="1877904" y="146221"/>
                  <a:pt x="1879577" y="147854"/>
                  <a:pt x="1881977" y="149161"/>
                </a:cubicBezTo>
                <a:cubicBezTo>
                  <a:pt x="1884378" y="150466"/>
                  <a:pt x="1887833" y="151118"/>
                  <a:pt x="1892343" y="151118"/>
                </a:cubicBezTo>
                <a:lnTo>
                  <a:pt x="1892343" y="155155"/>
                </a:lnTo>
                <a:lnTo>
                  <a:pt x="1841170" y="155155"/>
                </a:lnTo>
                <a:lnTo>
                  <a:pt x="1841170" y="151118"/>
                </a:lnTo>
                <a:cubicBezTo>
                  <a:pt x="1846262" y="151118"/>
                  <a:pt x="1850044" y="150320"/>
                  <a:pt x="1852517" y="148725"/>
                </a:cubicBezTo>
                <a:cubicBezTo>
                  <a:pt x="1854336" y="147563"/>
                  <a:pt x="1855609" y="145711"/>
                  <a:pt x="1856336" y="143170"/>
                </a:cubicBezTo>
                <a:cubicBezTo>
                  <a:pt x="1856700" y="141936"/>
                  <a:pt x="1856882" y="138416"/>
                  <a:pt x="1856882" y="132610"/>
                </a:cubicBezTo>
                <a:lnTo>
                  <a:pt x="1856882" y="93961"/>
                </a:lnTo>
                <a:cubicBezTo>
                  <a:pt x="1856882" y="82348"/>
                  <a:pt x="1856645" y="75435"/>
                  <a:pt x="1856173" y="73223"/>
                </a:cubicBezTo>
                <a:cubicBezTo>
                  <a:pt x="1855700" y="71009"/>
                  <a:pt x="1854827" y="69394"/>
                  <a:pt x="1853554" y="68378"/>
                </a:cubicBezTo>
                <a:cubicBezTo>
                  <a:pt x="1852281" y="67362"/>
                  <a:pt x="1850699" y="66854"/>
                  <a:pt x="1848808" y="66854"/>
                </a:cubicBezTo>
                <a:cubicBezTo>
                  <a:pt x="1846553" y="66854"/>
                  <a:pt x="1844007" y="67398"/>
                  <a:pt x="1841170" y="68487"/>
                </a:cubicBezTo>
                <a:lnTo>
                  <a:pt x="1840079" y="64566"/>
                </a:lnTo>
                <a:lnTo>
                  <a:pt x="1870302" y="52373"/>
                </a:lnTo>
                <a:lnTo>
                  <a:pt x="1874885" y="52373"/>
                </a:lnTo>
                <a:close/>
                <a:moveTo>
                  <a:pt x="1978022" y="140753"/>
                </a:moveTo>
                <a:cubicBezTo>
                  <a:pt x="1967766" y="148681"/>
                  <a:pt x="1961328" y="153264"/>
                  <a:pt x="1958710" y="154501"/>
                </a:cubicBezTo>
                <a:cubicBezTo>
                  <a:pt x="1954782" y="156392"/>
                  <a:pt x="1950599" y="157337"/>
                  <a:pt x="1946162" y="157337"/>
                </a:cubicBezTo>
                <a:cubicBezTo>
                  <a:pt x="1939252" y="157337"/>
                  <a:pt x="1933560" y="154973"/>
                  <a:pt x="1929086" y="150245"/>
                </a:cubicBezTo>
                <a:cubicBezTo>
                  <a:pt x="1924613" y="145517"/>
                  <a:pt x="1922376" y="139298"/>
                  <a:pt x="1922376" y="131587"/>
                </a:cubicBezTo>
                <a:cubicBezTo>
                  <a:pt x="1922376" y="126714"/>
                  <a:pt x="1923467" y="122495"/>
                  <a:pt x="1925649" y="118931"/>
                </a:cubicBezTo>
                <a:cubicBezTo>
                  <a:pt x="1928631" y="113984"/>
                  <a:pt x="1933814" y="109329"/>
                  <a:pt x="1941197" y="104964"/>
                </a:cubicBezTo>
                <a:cubicBezTo>
                  <a:pt x="1948580" y="100600"/>
                  <a:pt x="1960855" y="95290"/>
                  <a:pt x="1978022" y="89034"/>
                </a:cubicBezTo>
                <a:lnTo>
                  <a:pt x="1978022" y="85106"/>
                </a:lnTo>
                <a:cubicBezTo>
                  <a:pt x="1978022" y="75141"/>
                  <a:pt x="1976440" y="68303"/>
                  <a:pt x="1973276" y="64593"/>
                </a:cubicBezTo>
                <a:cubicBezTo>
                  <a:pt x="1970112" y="60884"/>
                  <a:pt x="1965511" y="59029"/>
                  <a:pt x="1959473" y="59029"/>
                </a:cubicBezTo>
                <a:cubicBezTo>
                  <a:pt x="1954891" y="59029"/>
                  <a:pt x="1951254" y="60261"/>
                  <a:pt x="1948562" y="62725"/>
                </a:cubicBezTo>
                <a:cubicBezTo>
                  <a:pt x="1945798" y="65189"/>
                  <a:pt x="1944416" y="68016"/>
                  <a:pt x="1944416" y="71205"/>
                </a:cubicBezTo>
                <a:lnTo>
                  <a:pt x="1944634" y="77509"/>
                </a:lnTo>
                <a:cubicBezTo>
                  <a:pt x="1944634" y="80842"/>
                  <a:pt x="1943780" y="83414"/>
                  <a:pt x="1942070" y="85226"/>
                </a:cubicBezTo>
                <a:cubicBezTo>
                  <a:pt x="1940361" y="87037"/>
                  <a:pt x="1938124" y="87943"/>
                  <a:pt x="1935360" y="87943"/>
                </a:cubicBezTo>
                <a:cubicBezTo>
                  <a:pt x="1932669" y="87943"/>
                  <a:pt x="1930468" y="87001"/>
                  <a:pt x="1928759" y="85116"/>
                </a:cubicBezTo>
                <a:cubicBezTo>
                  <a:pt x="1927049" y="83230"/>
                  <a:pt x="1926195" y="80654"/>
                  <a:pt x="1926195" y="77390"/>
                </a:cubicBezTo>
                <a:cubicBezTo>
                  <a:pt x="1926195" y="71155"/>
                  <a:pt x="1929395" y="65427"/>
                  <a:pt x="1935796" y="60205"/>
                </a:cubicBezTo>
                <a:cubicBezTo>
                  <a:pt x="1942197" y="54984"/>
                  <a:pt x="1951181" y="52373"/>
                  <a:pt x="1962747" y="52373"/>
                </a:cubicBezTo>
                <a:cubicBezTo>
                  <a:pt x="1971621" y="52373"/>
                  <a:pt x="1978895" y="53862"/>
                  <a:pt x="1984569" y="56840"/>
                </a:cubicBezTo>
                <a:cubicBezTo>
                  <a:pt x="1988860" y="59092"/>
                  <a:pt x="1992025" y="62617"/>
                  <a:pt x="1994061" y="67413"/>
                </a:cubicBezTo>
                <a:cubicBezTo>
                  <a:pt x="1995371" y="70537"/>
                  <a:pt x="1996025" y="76930"/>
                  <a:pt x="1996025" y="86593"/>
                </a:cubicBezTo>
                <a:lnTo>
                  <a:pt x="1996025" y="120485"/>
                </a:lnTo>
                <a:cubicBezTo>
                  <a:pt x="1996025" y="130003"/>
                  <a:pt x="1996207" y="135834"/>
                  <a:pt x="1996571" y="137977"/>
                </a:cubicBezTo>
                <a:cubicBezTo>
                  <a:pt x="1996935" y="140121"/>
                  <a:pt x="1997535" y="141556"/>
                  <a:pt x="1998371" y="142284"/>
                </a:cubicBezTo>
                <a:cubicBezTo>
                  <a:pt x="1999208" y="143009"/>
                  <a:pt x="2000172" y="143371"/>
                  <a:pt x="2001263" y="143371"/>
                </a:cubicBezTo>
                <a:cubicBezTo>
                  <a:pt x="2002427" y="143371"/>
                  <a:pt x="2003445" y="143117"/>
                  <a:pt x="2004318" y="142607"/>
                </a:cubicBezTo>
                <a:cubicBezTo>
                  <a:pt x="2005845" y="141662"/>
                  <a:pt x="2008791" y="139007"/>
                  <a:pt x="2013156" y="134642"/>
                </a:cubicBezTo>
                <a:lnTo>
                  <a:pt x="2013156" y="140753"/>
                </a:lnTo>
                <a:cubicBezTo>
                  <a:pt x="2005009" y="151664"/>
                  <a:pt x="1997226" y="157119"/>
                  <a:pt x="1989806" y="157119"/>
                </a:cubicBezTo>
                <a:cubicBezTo>
                  <a:pt x="1986242" y="157119"/>
                  <a:pt x="1983405" y="155883"/>
                  <a:pt x="1981295" y="153409"/>
                </a:cubicBezTo>
                <a:cubicBezTo>
                  <a:pt x="1979186" y="150936"/>
                  <a:pt x="1978095" y="146717"/>
                  <a:pt x="1978022" y="140753"/>
                </a:cubicBezTo>
                <a:moveTo>
                  <a:pt x="1978022" y="133599"/>
                </a:moveTo>
                <a:lnTo>
                  <a:pt x="1978022" y="95690"/>
                </a:lnTo>
                <a:cubicBezTo>
                  <a:pt x="1967038" y="100034"/>
                  <a:pt x="1959946" y="103112"/>
                  <a:pt x="1956746" y="104923"/>
                </a:cubicBezTo>
                <a:cubicBezTo>
                  <a:pt x="1950999" y="108110"/>
                  <a:pt x="1946889" y="111442"/>
                  <a:pt x="1944416" y="114917"/>
                </a:cubicBezTo>
                <a:cubicBezTo>
                  <a:pt x="1941943" y="118393"/>
                  <a:pt x="1940706" y="122195"/>
                  <a:pt x="1940706" y="126323"/>
                </a:cubicBezTo>
                <a:cubicBezTo>
                  <a:pt x="1940706" y="131537"/>
                  <a:pt x="1942270" y="135864"/>
                  <a:pt x="1945398" y="139303"/>
                </a:cubicBezTo>
                <a:cubicBezTo>
                  <a:pt x="1948526" y="142743"/>
                  <a:pt x="1952127" y="144462"/>
                  <a:pt x="1956200" y="144462"/>
                </a:cubicBezTo>
                <a:cubicBezTo>
                  <a:pt x="1961728" y="144462"/>
                  <a:pt x="1969002" y="140841"/>
                  <a:pt x="1978022" y="133599"/>
                </a:cubicBezTo>
                <a:close/>
                <a:moveTo>
                  <a:pt x="2106392" y="117185"/>
                </a:moveTo>
                <a:cubicBezTo>
                  <a:pt x="2103701" y="130351"/>
                  <a:pt x="2098427" y="140480"/>
                  <a:pt x="2090571" y="147572"/>
                </a:cubicBezTo>
                <a:cubicBezTo>
                  <a:pt x="2082715" y="154664"/>
                  <a:pt x="2074023" y="158210"/>
                  <a:pt x="2064494" y="158210"/>
                </a:cubicBezTo>
                <a:cubicBezTo>
                  <a:pt x="2053146" y="158210"/>
                  <a:pt x="2043253" y="153451"/>
                  <a:pt x="2034815" y="143934"/>
                </a:cubicBezTo>
                <a:cubicBezTo>
                  <a:pt x="2026378" y="134414"/>
                  <a:pt x="2022159" y="121551"/>
                  <a:pt x="2022159" y="105346"/>
                </a:cubicBezTo>
                <a:cubicBezTo>
                  <a:pt x="2022159" y="89650"/>
                  <a:pt x="2026832" y="76898"/>
                  <a:pt x="2036179" y="67089"/>
                </a:cubicBezTo>
                <a:cubicBezTo>
                  <a:pt x="2045526" y="57278"/>
                  <a:pt x="2056747" y="52373"/>
                  <a:pt x="2069840" y="52373"/>
                </a:cubicBezTo>
                <a:cubicBezTo>
                  <a:pt x="2079660" y="52373"/>
                  <a:pt x="2087734" y="54966"/>
                  <a:pt x="2094062" y="60151"/>
                </a:cubicBezTo>
                <a:cubicBezTo>
                  <a:pt x="2100391" y="65333"/>
                  <a:pt x="2103555" y="70716"/>
                  <a:pt x="2103555" y="76299"/>
                </a:cubicBezTo>
                <a:cubicBezTo>
                  <a:pt x="2103555" y="79054"/>
                  <a:pt x="2102664" y="81284"/>
                  <a:pt x="2100882" y="82989"/>
                </a:cubicBezTo>
                <a:cubicBezTo>
                  <a:pt x="2099100" y="84691"/>
                  <a:pt x="2096608" y="85543"/>
                  <a:pt x="2093408" y="85543"/>
                </a:cubicBezTo>
                <a:cubicBezTo>
                  <a:pt x="2089116" y="85543"/>
                  <a:pt x="2085879" y="84161"/>
                  <a:pt x="2083697" y="81396"/>
                </a:cubicBezTo>
                <a:cubicBezTo>
                  <a:pt x="2082460" y="79869"/>
                  <a:pt x="2081642" y="76959"/>
                  <a:pt x="2081242" y="72668"/>
                </a:cubicBezTo>
                <a:cubicBezTo>
                  <a:pt x="2080842" y="68376"/>
                  <a:pt x="2079369" y="65103"/>
                  <a:pt x="2076823" y="62848"/>
                </a:cubicBezTo>
                <a:cubicBezTo>
                  <a:pt x="2074277" y="60665"/>
                  <a:pt x="2070749" y="59574"/>
                  <a:pt x="2066239" y="59574"/>
                </a:cubicBezTo>
                <a:cubicBezTo>
                  <a:pt x="2058965" y="59574"/>
                  <a:pt x="2053110" y="62266"/>
                  <a:pt x="2048672" y="67649"/>
                </a:cubicBezTo>
                <a:cubicBezTo>
                  <a:pt x="2042781" y="74777"/>
                  <a:pt x="2039835" y="84197"/>
                  <a:pt x="2039835" y="95908"/>
                </a:cubicBezTo>
                <a:cubicBezTo>
                  <a:pt x="2039835" y="107838"/>
                  <a:pt x="2042762" y="118367"/>
                  <a:pt x="2048618" y="127496"/>
                </a:cubicBezTo>
                <a:cubicBezTo>
                  <a:pt x="2054474" y="136625"/>
                  <a:pt x="2062384" y="141189"/>
                  <a:pt x="2072349" y="141189"/>
                </a:cubicBezTo>
                <a:cubicBezTo>
                  <a:pt x="2079478" y="141189"/>
                  <a:pt x="2085879" y="138752"/>
                  <a:pt x="2091553" y="133879"/>
                </a:cubicBezTo>
                <a:cubicBezTo>
                  <a:pt x="2095554" y="130533"/>
                  <a:pt x="2099445" y="124459"/>
                  <a:pt x="2103228" y="115657"/>
                </a:cubicBezTo>
                <a:lnTo>
                  <a:pt x="2106392" y="117185"/>
                </a:lnTo>
                <a:close/>
                <a:moveTo>
                  <a:pt x="2150638" y="22259"/>
                </a:moveTo>
                <a:lnTo>
                  <a:pt x="2150638" y="55210"/>
                </a:lnTo>
                <a:lnTo>
                  <a:pt x="2173987" y="55210"/>
                </a:lnTo>
                <a:lnTo>
                  <a:pt x="2173987" y="62848"/>
                </a:lnTo>
                <a:lnTo>
                  <a:pt x="2150638" y="62848"/>
                </a:lnTo>
                <a:lnTo>
                  <a:pt x="2150638" y="127571"/>
                </a:lnTo>
                <a:cubicBezTo>
                  <a:pt x="2150638" y="134038"/>
                  <a:pt x="2151565" y="138398"/>
                  <a:pt x="2153420" y="140650"/>
                </a:cubicBezTo>
                <a:cubicBezTo>
                  <a:pt x="2155275" y="142901"/>
                  <a:pt x="2157657" y="144026"/>
                  <a:pt x="2160567" y="144026"/>
                </a:cubicBezTo>
                <a:cubicBezTo>
                  <a:pt x="2162967" y="144026"/>
                  <a:pt x="2165295" y="143280"/>
                  <a:pt x="2167550" y="141789"/>
                </a:cubicBezTo>
                <a:cubicBezTo>
                  <a:pt x="2169805" y="140298"/>
                  <a:pt x="2171550" y="138098"/>
                  <a:pt x="2172787" y="135188"/>
                </a:cubicBezTo>
                <a:lnTo>
                  <a:pt x="2177042" y="135188"/>
                </a:lnTo>
                <a:cubicBezTo>
                  <a:pt x="2174496" y="142337"/>
                  <a:pt x="2170896" y="147744"/>
                  <a:pt x="2166240" y="151408"/>
                </a:cubicBezTo>
                <a:cubicBezTo>
                  <a:pt x="2161585" y="155070"/>
                  <a:pt x="2156784" y="156901"/>
                  <a:pt x="2151838" y="156901"/>
                </a:cubicBezTo>
                <a:cubicBezTo>
                  <a:pt x="2148492" y="156901"/>
                  <a:pt x="2145218" y="155972"/>
                  <a:pt x="2142018" y="154115"/>
                </a:cubicBezTo>
                <a:cubicBezTo>
                  <a:pt x="2138817" y="152258"/>
                  <a:pt x="2136453" y="149601"/>
                  <a:pt x="2134926" y="146143"/>
                </a:cubicBezTo>
                <a:cubicBezTo>
                  <a:pt x="2133398" y="142684"/>
                  <a:pt x="2132634" y="137349"/>
                  <a:pt x="2132634" y="130138"/>
                </a:cubicBezTo>
                <a:lnTo>
                  <a:pt x="2132634" y="62848"/>
                </a:lnTo>
                <a:lnTo>
                  <a:pt x="2116813" y="62848"/>
                </a:lnTo>
                <a:lnTo>
                  <a:pt x="2116813" y="59247"/>
                </a:lnTo>
                <a:cubicBezTo>
                  <a:pt x="2120814" y="57642"/>
                  <a:pt x="2124906" y="54925"/>
                  <a:pt x="2129088" y="51094"/>
                </a:cubicBezTo>
                <a:cubicBezTo>
                  <a:pt x="2133271" y="47264"/>
                  <a:pt x="2136999" y="42722"/>
                  <a:pt x="2140272" y="37469"/>
                </a:cubicBezTo>
                <a:cubicBezTo>
                  <a:pt x="2141945" y="34698"/>
                  <a:pt x="2144273" y="29628"/>
                  <a:pt x="2147255" y="22259"/>
                </a:cubicBezTo>
                <a:lnTo>
                  <a:pt x="2150638" y="22259"/>
                </a:lnTo>
                <a:close/>
                <a:moveTo>
                  <a:pt x="2209158" y="0"/>
                </a:moveTo>
                <a:cubicBezTo>
                  <a:pt x="2212213" y="0"/>
                  <a:pt x="2214813" y="1079"/>
                  <a:pt x="2216959" y="3236"/>
                </a:cubicBezTo>
                <a:cubicBezTo>
                  <a:pt x="2219105" y="5391"/>
                  <a:pt x="2220178" y="8004"/>
                  <a:pt x="2220178" y="11075"/>
                </a:cubicBezTo>
                <a:cubicBezTo>
                  <a:pt x="2220178" y="14146"/>
                  <a:pt x="2219105" y="16778"/>
                  <a:pt x="2216959" y="18972"/>
                </a:cubicBezTo>
                <a:cubicBezTo>
                  <a:pt x="2214813" y="21163"/>
                  <a:pt x="2212213" y="22259"/>
                  <a:pt x="2209158" y="22259"/>
                </a:cubicBezTo>
                <a:cubicBezTo>
                  <a:pt x="2206103" y="22259"/>
                  <a:pt x="2203484" y="21163"/>
                  <a:pt x="2201302" y="18972"/>
                </a:cubicBezTo>
                <a:cubicBezTo>
                  <a:pt x="2199120" y="16778"/>
                  <a:pt x="2198029" y="14146"/>
                  <a:pt x="2198029" y="11075"/>
                </a:cubicBezTo>
                <a:cubicBezTo>
                  <a:pt x="2198029" y="8004"/>
                  <a:pt x="2199102" y="5391"/>
                  <a:pt x="2201247" y="3236"/>
                </a:cubicBezTo>
                <a:cubicBezTo>
                  <a:pt x="2203393" y="1079"/>
                  <a:pt x="2206030" y="0"/>
                  <a:pt x="2209158" y="0"/>
                </a:cubicBezTo>
                <a:moveTo>
                  <a:pt x="2218214" y="52373"/>
                </a:moveTo>
                <a:lnTo>
                  <a:pt x="2218214" y="132501"/>
                </a:lnTo>
                <a:cubicBezTo>
                  <a:pt x="2218214" y="138743"/>
                  <a:pt x="2218669" y="142898"/>
                  <a:pt x="2219578" y="144967"/>
                </a:cubicBezTo>
                <a:cubicBezTo>
                  <a:pt x="2220487" y="147036"/>
                  <a:pt x="2221833" y="148578"/>
                  <a:pt x="2223615" y="149594"/>
                </a:cubicBezTo>
                <a:cubicBezTo>
                  <a:pt x="2225397" y="150610"/>
                  <a:pt x="2228652" y="151118"/>
                  <a:pt x="2233380" y="151118"/>
                </a:cubicBezTo>
                <a:lnTo>
                  <a:pt x="2233380" y="155155"/>
                </a:lnTo>
                <a:lnTo>
                  <a:pt x="2184826" y="155155"/>
                </a:lnTo>
                <a:lnTo>
                  <a:pt x="2184826" y="151118"/>
                </a:lnTo>
                <a:cubicBezTo>
                  <a:pt x="2189700" y="151118"/>
                  <a:pt x="2192973" y="150646"/>
                  <a:pt x="2194646" y="149703"/>
                </a:cubicBezTo>
                <a:cubicBezTo>
                  <a:pt x="2196319" y="148760"/>
                  <a:pt x="2197647" y="147199"/>
                  <a:pt x="2198629" y="145022"/>
                </a:cubicBezTo>
                <a:cubicBezTo>
                  <a:pt x="2199611" y="142844"/>
                  <a:pt x="2200102" y="138670"/>
                  <a:pt x="2200102" y="132501"/>
                </a:cubicBezTo>
                <a:lnTo>
                  <a:pt x="2200102" y="94070"/>
                </a:lnTo>
                <a:cubicBezTo>
                  <a:pt x="2200102" y="83255"/>
                  <a:pt x="2199774" y="76251"/>
                  <a:pt x="2199120" y="73060"/>
                </a:cubicBezTo>
                <a:cubicBezTo>
                  <a:pt x="2198611" y="70737"/>
                  <a:pt x="2197810" y="69122"/>
                  <a:pt x="2196719" y="68215"/>
                </a:cubicBezTo>
                <a:cubicBezTo>
                  <a:pt x="2195628" y="67308"/>
                  <a:pt x="2194137" y="66854"/>
                  <a:pt x="2192246" y="66854"/>
                </a:cubicBezTo>
                <a:cubicBezTo>
                  <a:pt x="2190209" y="66854"/>
                  <a:pt x="2187736" y="67398"/>
                  <a:pt x="2184826" y="68487"/>
                </a:cubicBezTo>
                <a:lnTo>
                  <a:pt x="2183299" y="64566"/>
                </a:lnTo>
                <a:lnTo>
                  <a:pt x="2213413" y="52373"/>
                </a:lnTo>
                <a:lnTo>
                  <a:pt x="2218214" y="52373"/>
                </a:lnTo>
                <a:close/>
                <a:moveTo>
                  <a:pt x="2295855" y="52373"/>
                </a:moveTo>
                <a:cubicBezTo>
                  <a:pt x="2310985" y="52373"/>
                  <a:pt x="2323133" y="58114"/>
                  <a:pt x="2332298" y="69595"/>
                </a:cubicBezTo>
                <a:cubicBezTo>
                  <a:pt x="2340082" y="79404"/>
                  <a:pt x="2343973" y="90667"/>
                  <a:pt x="2343973" y="103386"/>
                </a:cubicBezTo>
                <a:cubicBezTo>
                  <a:pt x="2343973" y="112324"/>
                  <a:pt x="2341827" y="121371"/>
                  <a:pt x="2337536" y="130527"/>
                </a:cubicBezTo>
                <a:cubicBezTo>
                  <a:pt x="2333244" y="139681"/>
                  <a:pt x="2327334" y="146583"/>
                  <a:pt x="2319805" y="151234"/>
                </a:cubicBezTo>
                <a:cubicBezTo>
                  <a:pt x="2312277" y="155885"/>
                  <a:pt x="2303893" y="158210"/>
                  <a:pt x="2294655" y="158210"/>
                </a:cubicBezTo>
                <a:cubicBezTo>
                  <a:pt x="2279598" y="158210"/>
                  <a:pt x="2267632" y="152215"/>
                  <a:pt x="2258758" y="140224"/>
                </a:cubicBezTo>
                <a:cubicBezTo>
                  <a:pt x="2251266" y="130125"/>
                  <a:pt x="2247519" y="118790"/>
                  <a:pt x="2247519" y="106219"/>
                </a:cubicBezTo>
                <a:cubicBezTo>
                  <a:pt x="2247519" y="97063"/>
                  <a:pt x="2249793" y="87961"/>
                  <a:pt x="2254339" y="78914"/>
                </a:cubicBezTo>
                <a:cubicBezTo>
                  <a:pt x="2258885" y="69867"/>
                  <a:pt x="2264868" y="63182"/>
                  <a:pt x="2272288" y="58858"/>
                </a:cubicBezTo>
                <a:cubicBezTo>
                  <a:pt x="2279707" y="54535"/>
                  <a:pt x="2287563" y="52373"/>
                  <a:pt x="2295855" y="52373"/>
                </a:cubicBezTo>
                <a:moveTo>
                  <a:pt x="2292473" y="59574"/>
                </a:moveTo>
                <a:cubicBezTo>
                  <a:pt x="2288618" y="59574"/>
                  <a:pt x="2284744" y="60719"/>
                  <a:pt x="2280853" y="63008"/>
                </a:cubicBezTo>
                <a:cubicBezTo>
                  <a:pt x="2276961" y="65297"/>
                  <a:pt x="2273815" y="69311"/>
                  <a:pt x="2271415" y="75051"/>
                </a:cubicBezTo>
                <a:cubicBezTo>
                  <a:pt x="2269014" y="80791"/>
                  <a:pt x="2267814" y="88165"/>
                  <a:pt x="2267814" y="97173"/>
                </a:cubicBezTo>
                <a:cubicBezTo>
                  <a:pt x="2267814" y="111703"/>
                  <a:pt x="2270705" y="124236"/>
                  <a:pt x="2276488" y="134772"/>
                </a:cubicBezTo>
                <a:cubicBezTo>
                  <a:pt x="2282271" y="145306"/>
                  <a:pt x="2289891" y="150573"/>
                  <a:pt x="2299347" y="150573"/>
                </a:cubicBezTo>
                <a:cubicBezTo>
                  <a:pt x="2306403" y="150573"/>
                  <a:pt x="2312222" y="147666"/>
                  <a:pt x="2316805" y="141854"/>
                </a:cubicBezTo>
                <a:cubicBezTo>
                  <a:pt x="2321387" y="136042"/>
                  <a:pt x="2323679" y="126052"/>
                  <a:pt x="2323679" y="111886"/>
                </a:cubicBezTo>
                <a:cubicBezTo>
                  <a:pt x="2323679" y="94158"/>
                  <a:pt x="2319860" y="80208"/>
                  <a:pt x="2312222" y="70035"/>
                </a:cubicBezTo>
                <a:cubicBezTo>
                  <a:pt x="2307057" y="63061"/>
                  <a:pt x="2300474" y="59574"/>
                  <a:pt x="2292473" y="59574"/>
                </a:cubicBezTo>
                <a:close/>
                <a:moveTo>
                  <a:pt x="2386049" y="73541"/>
                </a:moveTo>
                <a:cubicBezTo>
                  <a:pt x="2397760" y="59429"/>
                  <a:pt x="2408926" y="52373"/>
                  <a:pt x="2419546" y="52373"/>
                </a:cubicBezTo>
                <a:cubicBezTo>
                  <a:pt x="2425001" y="52373"/>
                  <a:pt x="2429693" y="53735"/>
                  <a:pt x="2433621" y="56458"/>
                </a:cubicBezTo>
                <a:cubicBezTo>
                  <a:pt x="2437549" y="59179"/>
                  <a:pt x="2440677" y="63660"/>
                  <a:pt x="2443004" y="69902"/>
                </a:cubicBezTo>
                <a:cubicBezTo>
                  <a:pt x="2444605" y="74255"/>
                  <a:pt x="2445405" y="80933"/>
                  <a:pt x="2445405" y="89934"/>
                </a:cubicBezTo>
                <a:lnTo>
                  <a:pt x="2445405" y="132501"/>
                </a:lnTo>
                <a:cubicBezTo>
                  <a:pt x="2445405" y="138816"/>
                  <a:pt x="2445914" y="143098"/>
                  <a:pt x="2446932" y="145349"/>
                </a:cubicBezTo>
                <a:cubicBezTo>
                  <a:pt x="2447733" y="147163"/>
                  <a:pt x="2449024" y="148578"/>
                  <a:pt x="2450806" y="149594"/>
                </a:cubicBezTo>
                <a:cubicBezTo>
                  <a:pt x="2452588" y="150610"/>
                  <a:pt x="2455879" y="151118"/>
                  <a:pt x="2460680" y="151118"/>
                </a:cubicBezTo>
                <a:lnTo>
                  <a:pt x="2460680" y="155155"/>
                </a:lnTo>
                <a:lnTo>
                  <a:pt x="2411253" y="155155"/>
                </a:lnTo>
                <a:lnTo>
                  <a:pt x="2411253" y="151118"/>
                </a:lnTo>
                <a:lnTo>
                  <a:pt x="2413326" y="151118"/>
                </a:lnTo>
                <a:cubicBezTo>
                  <a:pt x="2417982" y="151118"/>
                  <a:pt x="2421237" y="150412"/>
                  <a:pt x="2423092" y="149001"/>
                </a:cubicBezTo>
                <a:cubicBezTo>
                  <a:pt x="2424947" y="147589"/>
                  <a:pt x="2426238" y="145509"/>
                  <a:pt x="2426965" y="142761"/>
                </a:cubicBezTo>
                <a:cubicBezTo>
                  <a:pt x="2427256" y="141674"/>
                  <a:pt x="2427402" y="138273"/>
                  <a:pt x="2427402" y="132556"/>
                </a:cubicBezTo>
                <a:lnTo>
                  <a:pt x="2427402" y="91847"/>
                </a:lnTo>
                <a:cubicBezTo>
                  <a:pt x="2427402" y="82802"/>
                  <a:pt x="2426220" y="76235"/>
                  <a:pt x="2423856" y="72146"/>
                </a:cubicBezTo>
                <a:cubicBezTo>
                  <a:pt x="2421491" y="68057"/>
                  <a:pt x="2417509" y="66012"/>
                  <a:pt x="2411908" y="66012"/>
                </a:cubicBezTo>
                <a:cubicBezTo>
                  <a:pt x="2403252" y="66012"/>
                  <a:pt x="2394632" y="70716"/>
                  <a:pt x="2386049" y="80125"/>
                </a:cubicBezTo>
                <a:lnTo>
                  <a:pt x="2386049" y="132556"/>
                </a:lnTo>
                <a:cubicBezTo>
                  <a:pt x="2386049" y="139286"/>
                  <a:pt x="2386449" y="143447"/>
                  <a:pt x="2387249" y="145039"/>
                </a:cubicBezTo>
                <a:cubicBezTo>
                  <a:pt x="2388267" y="147137"/>
                  <a:pt x="2389668" y="148674"/>
                  <a:pt x="2391450" y="149652"/>
                </a:cubicBezTo>
                <a:cubicBezTo>
                  <a:pt x="2393232" y="150629"/>
                  <a:pt x="2396851" y="151118"/>
                  <a:pt x="2402306" y="151118"/>
                </a:cubicBezTo>
                <a:lnTo>
                  <a:pt x="2402306" y="155155"/>
                </a:lnTo>
                <a:lnTo>
                  <a:pt x="2352879" y="155155"/>
                </a:lnTo>
                <a:lnTo>
                  <a:pt x="2352879" y="151118"/>
                </a:lnTo>
                <a:lnTo>
                  <a:pt x="2355061" y="151118"/>
                </a:lnTo>
                <a:cubicBezTo>
                  <a:pt x="2360153" y="151118"/>
                  <a:pt x="2363590" y="149830"/>
                  <a:pt x="2365372" y="147255"/>
                </a:cubicBezTo>
                <a:cubicBezTo>
                  <a:pt x="2367154" y="144677"/>
                  <a:pt x="2368045" y="139759"/>
                  <a:pt x="2368045" y="132501"/>
                </a:cubicBezTo>
                <a:lnTo>
                  <a:pt x="2368045" y="95485"/>
                </a:lnTo>
                <a:cubicBezTo>
                  <a:pt x="2368045" y="83510"/>
                  <a:pt x="2367773" y="76217"/>
                  <a:pt x="2367227" y="73605"/>
                </a:cubicBezTo>
                <a:cubicBezTo>
                  <a:pt x="2366682" y="70991"/>
                  <a:pt x="2365845" y="69212"/>
                  <a:pt x="2364718" y="68269"/>
                </a:cubicBezTo>
                <a:cubicBezTo>
                  <a:pt x="2363590" y="67326"/>
                  <a:pt x="2362081" y="66854"/>
                  <a:pt x="2360189" y="66854"/>
                </a:cubicBezTo>
                <a:cubicBezTo>
                  <a:pt x="2358153" y="66854"/>
                  <a:pt x="2355716" y="67398"/>
                  <a:pt x="2352879" y="68487"/>
                </a:cubicBezTo>
                <a:lnTo>
                  <a:pt x="2351242" y="64566"/>
                </a:lnTo>
                <a:lnTo>
                  <a:pt x="2381357" y="52373"/>
                </a:lnTo>
                <a:lnTo>
                  <a:pt x="2386049" y="52373"/>
                </a:lnTo>
                <a:lnTo>
                  <a:pt x="2386049" y="7354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BodyMotionArtif">
            <a:extLst xmlns:a="http://schemas.openxmlformats.org/drawingml/2006/main">
              <a:ext uri="{FF2B5EF4-FFF2-40B4-BE49-F238E27FC236}">
                <a16:creationId xmlns:a16="http://schemas.microsoft.com/office/drawing/2014/main" id="{6382FFF7-AE32-41B5-BC72-6248E4BB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850" y="2503459"/>
            <a:ext cx="1698631" cy="202811"/>
          </a:xfrm>
          <a:custGeom xmlns:a="http://schemas.openxmlformats.org/drawingml/2006/main">
            <a:pathLst>
              <a:path w="1698631" h="202811">
                <a:moveTo>
                  <a:pt x="99229" y="79492"/>
                </a:moveTo>
                <a:cubicBezTo>
                  <a:pt x="109457" y="81665"/>
                  <a:pt x="117109" y="85144"/>
                  <a:pt x="122187" y="89927"/>
                </a:cubicBezTo>
                <a:cubicBezTo>
                  <a:pt x="129223" y="96595"/>
                  <a:pt x="132741" y="104749"/>
                  <a:pt x="132741" y="114387"/>
                </a:cubicBezTo>
                <a:cubicBezTo>
                  <a:pt x="132741" y="121706"/>
                  <a:pt x="130420" y="128719"/>
                  <a:pt x="125778" y="135424"/>
                </a:cubicBezTo>
                <a:cubicBezTo>
                  <a:pt x="121135" y="142126"/>
                  <a:pt x="114770" y="147018"/>
                  <a:pt x="106682" y="150099"/>
                </a:cubicBezTo>
                <a:cubicBezTo>
                  <a:pt x="98595" y="153179"/>
                  <a:pt x="86245" y="154719"/>
                  <a:pt x="69635" y="154719"/>
                </a:cubicBezTo>
                <a:lnTo>
                  <a:pt x="0" y="154719"/>
                </a:lnTo>
                <a:lnTo>
                  <a:pt x="0" y="150694"/>
                </a:lnTo>
                <a:lnTo>
                  <a:pt x="5549" y="150694"/>
                </a:lnTo>
                <a:cubicBezTo>
                  <a:pt x="11715" y="150694"/>
                  <a:pt x="16139" y="148735"/>
                  <a:pt x="18823" y="144818"/>
                </a:cubicBezTo>
                <a:cubicBezTo>
                  <a:pt x="20491" y="142279"/>
                  <a:pt x="21326" y="136876"/>
                  <a:pt x="21326" y="128606"/>
                </a:cubicBezTo>
                <a:lnTo>
                  <a:pt x="21326" y="33294"/>
                </a:lnTo>
                <a:cubicBezTo>
                  <a:pt x="21326" y="24155"/>
                  <a:pt x="20274" y="18388"/>
                  <a:pt x="18170" y="15994"/>
                </a:cubicBezTo>
                <a:cubicBezTo>
                  <a:pt x="15341" y="12803"/>
                  <a:pt x="11134" y="11207"/>
                  <a:pt x="5549" y="11207"/>
                </a:cubicBezTo>
                <a:lnTo>
                  <a:pt x="0" y="11207"/>
                </a:lnTo>
                <a:lnTo>
                  <a:pt x="0" y="7181"/>
                </a:lnTo>
                <a:lnTo>
                  <a:pt x="63759" y="7181"/>
                </a:lnTo>
                <a:cubicBezTo>
                  <a:pt x="75655" y="7181"/>
                  <a:pt x="85194" y="8053"/>
                  <a:pt x="92375" y="9796"/>
                </a:cubicBezTo>
                <a:cubicBezTo>
                  <a:pt x="103255" y="12409"/>
                  <a:pt x="111560" y="17038"/>
                  <a:pt x="117291" y="23682"/>
                </a:cubicBezTo>
                <a:cubicBezTo>
                  <a:pt x="123021" y="30323"/>
                  <a:pt x="125886" y="37964"/>
                  <a:pt x="125886" y="46602"/>
                </a:cubicBezTo>
                <a:cubicBezTo>
                  <a:pt x="125886" y="54008"/>
                  <a:pt x="123638" y="60633"/>
                  <a:pt x="119140" y="66479"/>
                </a:cubicBezTo>
                <a:cubicBezTo>
                  <a:pt x="114643" y="72323"/>
                  <a:pt x="108006" y="76660"/>
                  <a:pt x="99229" y="79492"/>
                </a:cubicBezTo>
                <a:moveTo>
                  <a:pt x="42216" y="73552"/>
                </a:moveTo>
                <a:cubicBezTo>
                  <a:pt x="44900" y="74059"/>
                  <a:pt x="47964" y="74440"/>
                  <a:pt x="51410" y="74694"/>
                </a:cubicBezTo>
                <a:cubicBezTo>
                  <a:pt x="54855" y="74948"/>
                  <a:pt x="58645" y="75075"/>
                  <a:pt x="62780" y="75075"/>
                </a:cubicBezTo>
                <a:cubicBezTo>
                  <a:pt x="73370" y="75075"/>
                  <a:pt x="81331" y="73930"/>
                  <a:pt x="86662" y="71641"/>
                </a:cubicBezTo>
                <a:cubicBezTo>
                  <a:pt x="91994" y="69351"/>
                  <a:pt x="96074" y="65846"/>
                  <a:pt x="98903" y="61124"/>
                </a:cubicBezTo>
                <a:cubicBezTo>
                  <a:pt x="101732" y="56400"/>
                  <a:pt x="103146" y="51240"/>
                  <a:pt x="103146" y="45643"/>
                </a:cubicBezTo>
                <a:cubicBezTo>
                  <a:pt x="103146" y="36998"/>
                  <a:pt x="99628" y="29623"/>
                  <a:pt x="92592" y="23519"/>
                </a:cubicBezTo>
                <a:cubicBezTo>
                  <a:pt x="85556" y="17414"/>
                  <a:pt x="75292" y="14362"/>
                  <a:pt x="61801" y="14362"/>
                </a:cubicBezTo>
                <a:cubicBezTo>
                  <a:pt x="54547" y="14362"/>
                  <a:pt x="48019" y="15196"/>
                  <a:pt x="42216" y="16865"/>
                </a:cubicBezTo>
                <a:lnTo>
                  <a:pt x="42216" y="73552"/>
                </a:lnTo>
                <a:moveTo>
                  <a:pt x="42216" y="144165"/>
                </a:moveTo>
                <a:cubicBezTo>
                  <a:pt x="50630" y="146124"/>
                  <a:pt x="58936" y="147103"/>
                  <a:pt x="67132" y="147103"/>
                </a:cubicBezTo>
                <a:cubicBezTo>
                  <a:pt x="80261" y="147103"/>
                  <a:pt x="90271" y="144147"/>
                  <a:pt x="97162" y="138236"/>
                </a:cubicBezTo>
                <a:cubicBezTo>
                  <a:pt x="104053" y="132324"/>
                  <a:pt x="107498" y="125016"/>
                  <a:pt x="107498" y="116312"/>
                </a:cubicBezTo>
                <a:cubicBezTo>
                  <a:pt x="107498" y="110581"/>
                  <a:pt x="105939" y="105068"/>
                  <a:pt x="102820" y="99773"/>
                </a:cubicBezTo>
                <a:cubicBezTo>
                  <a:pt x="99701" y="94478"/>
                  <a:pt x="94623" y="90307"/>
                  <a:pt x="87587" y="87261"/>
                </a:cubicBezTo>
                <a:cubicBezTo>
                  <a:pt x="80551" y="84214"/>
                  <a:pt x="71847" y="82691"/>
                  <a:pt x="61474" y="82691"/>
                </a:cubicBezTo>
                <a:cubicBezTo>
                  <a:pt x="56977" y="82691"/>
                  <a:pt x="53133" y="82764"/>
                  <a:pt x="49941" y="82909"/>
                </a:cubicBezTo>
                <a:cubicBezTo>
                  <a:pt x="46749" y="83054"/>
                  <a:pt x="44174" y="83308"/>
                  <a:pt x="42216" y="83670"/>
                </a:cubicBezTo>
                <a:lnTo>
                  <a:pt x="42216" y="144165"/>
                </a:lnTo>
                <a:close/>
                <a:moveTo>
                  <a:pt x="202420" y="52226"/>
                </a:moveTo>
                <a:cubicBezTo>
                  <a:pt x="217508" y="52226"/>
                  <a:pt x="229621" y="57951"/>
                  <a:pt x="238761" y="69400"/>
                </a:cubicBezTo>
                <a:cubicBezTo>
                  <a:pt x="246522" y="79181"/>
                  <a:pt x="250403" y="90413"/>
                  <a:pt x="250403" y="103095"/>
                </a:cubicBezTo>
                <a:cubicBezTo>
                  <a:pt x="250403" y="112008"/>
                  <a:pt x="248263" y="121030"/>
                  <a:pt x="243983" y="130160"/>
                </a:cubicBezTo>
                <a:cubicBezTo>
                  <a:pt x="239704" y="139288"/>
                  <a:pt x="233810" y="146171"/>
                  <a:pt x="226303" y="150809"/>
                </a:cubicBezTo>
                <a:cubicBezTo>
                  <a:pt x="218795" y="155447"/>
                  <a:pt x="210436" y="157766"/>
                  <a:pt x="201223" y="157766"/>
                </a:cubicBezTo>
                <a:cubicBezTo>
                  <a:pt x="186208" y="157766"/>
                  <a:pt x="174276" y="151787"/>
                  <a:pt x="165427" y="139830"/>
                </a:cubicBezTo>
                <a:cubicBezTo>
                  <a:pt x="157956" y="129759"/>
                  <a:pt x="154220" y="118456"/>
                  <a:pt x="154220" y="105921"/>
                </a:cubicBezTo>
                <a:cubicBezTo>
                  <a:pt x="154220" y="96790"/>
                  <a:pt x="156487" y="87714"/>
                  <a:pt x="161020" y="78693"/>
                </a:cubicBezTo>
                <a:cubicBezTo>
                  <a:pt x="165554" y="69671"/>
                  <a:pt x="171520" y="63004"/>
                  <a:pt x="178919" y="58693"/>
                </a:cubicBezTo>
                <a:cubicBezTo>
                  <a:pt x="186317" y="54382"/>
                  <a:pt x="194151" y="52226"/>
                  <a:pt x="202420" y="52226"/>
                </a:cubicBezTo>
                <a:moveTo>
                  <a:pt x="199047" y="59407"/>
                </a:moveTo>
                <a:cubicBezTo>
                  <a:pt x="195203" y="59407"/>
                  <a:pt x="191340" y="60548"/>
                  <a:pt x="187460" y="62831"/>
                </a:cubicBezTo>
                <a:cubicBezTo>
                  <a:pt x="183579" y="65114"/>
                  <a:pt x="180442" y="69117"/>
                  <a:pt x="178048" y="74840"/>
                </a:cubicBezTo>
                <a:cubicBezTo>
                  <a:pt x="175654" y="80564"/>
                  <a:pt x="174458" y="87917"/>
                  <a:pt x="174458" y="96900"/>
                </a:cubicBezTo>
                <a:cubicBezTo>
                  <a:pt x="174458" y="111389"/>
                  <a:pt x="177341" y="123887"/>
                  <a:pt x="183108" y="134393"/>
                </a:cubicBezTo>
                <a:cubicBezTo>
                  <a:pt x="188874" y="144898"/>
                  <a:pt x="196472" y="150150"/>
                  <a:pt x="205902" y="150150"/>
                </a:cubicBezTo>
                <a:cubicBezTo>
                  <a:pt x="212938" y="150150"/>
                  <a:pt x="218741" y="147252"/>
                  <a:pt x="223311" y="141455"/>
                </a:cubicBezTo>
                <a:cubicBezTo>
                  <a:pt x="227880" y="135659"/>
                  <a:pt x="230165" y="125698"/>
                  <a:pt x="230165" y="111572"/>
                </a:cubicBezTo>
                <a:cubicBezTo>
                  <a:pt x="230165" y="93893"/>
                  <a:pt x="226357" y="79982"/>
                  <a:pt x="218741" y="69839"/>
                </a:cubicBezTo>
                <a:cubicBezTo>
                  <a:pt x="213591" y="62884"/>
                  <a:pt x="207026" y="59407"/>
                  <a:pt x="199047" y="59407"/>
                </a:cubicBezTo>
                <a:close/>
                <a:moveTo>
                  <a:pt x="333928" y="143513"/>
                </a:moveTo>
                <a:cubicBezTo>
                  <a:pt x="329068" y="148590"/>
                  <a:pt x="324317" y="152235"/>
                  <a:pt x="319674" y="154447"/>
                </a:cubicBezTo>
                <a:cubicBezTo>
                  <a:pt x="315032" y="156660"/>
                  <a:pt x="310027" y="157766"/>
                  <a:pt x="304659" y="157766"/>
                </a:cubicBezTo>
                <a:cubicBezTo>
                  <a:pt x="293779" y="157766"/>
                  <a:pt x="284277" y="153224"/>
                  <a:pt x="276153" y="144142"/>
                </a:cubicBezTo>
                <a:cubicBezTo>
                  <a:pt x="268029" y="135056"/>
                  <a:pt x="263967" y="123383"/>
                  <a:pt x="263967" y="109120"/>
                </a:cubicBezTo>
                <a:cubicBezTo>
                  <a:pt x="263967" y="94860"/>
                  <a:pt x="268464" y="81813"/>
                  <a:pt x="277458" y="69978"/>
                </a:cubicBezTo>
                <a:cubicBezTo>
                  <a:pt x="286453" y="58143"/>
                  <a:pt x="298022" y="52226"/>
                  <a:pt x="312167" y="52226"/>
                </a:cubicBezTo>
                <a:cubicBezTo>
                  <a:pt x="320944" y="52226"/>
                  <a:pt x="328197" y="55019"/>
                  <a:pt x="333928" y="60604"/>
                </a:cubicBezTo>
                <a:lnTo>
                  <a:pt x="333928" y="42175"/>
                </a:lnTo>
                <a:cubicBezTo>
                  <a:pt x="333928" y="30739"/>
                  <a:pt x="333656" y="23710"/>
                  <a:pt x="333112" y="21088"/>
                </a:cubicBezTo>
                <a:cubicBezTo>
                  <a:pt x="332568" y="18465"/>
                  <a:pt x="331715" y="16681"/>
                  <a:pt x="330555" y="15736"/>
                </a:cubicBezTo>
                <a:cubicBezTo>
                  <a:pt x="329394" y="14788"/>
                  <a:pt x="327943" y="14315"/>
                  <a:pt x="326203" y="14315"/>
                </a:cubicBezTo>
                <a:cubicBezTo>
                  <a:pt x="324317" y="14315"/>
                  <a:pt x="321814" y="14897"/>
                  <a:pt x="318695" y="16062"/>
                </a:cubicBezTo>
                <a:lnTo>
                  <a:pt x="317281" y="12237"/>
                </a:lnTo>
                <a:lnTo>
                  <a:pt x="346984" y="0"/>
                </a:lnTo>
                <a:lnTo>
                  <a:pt x="351880" y="0"/>
                </a:lnTo>
                <a:lnTo>
                  <a:pt x="351880" y="115224"/>
                </a:lnTo>
                <a:cubicBezTo>
                  <a:pt x="351880" y="126902"/>
                  <a:pt x="352152" y="134028"/>
                  <a:pt x="352696" y="136604"/>
                </a:cubicBezTo>
                <a:cubicBezTo>
                  <a:pt x="353240" y="139179"/>
                  <a:pt x="354111" y="140974"/>
                  <a:pt x="355308" y="141989"/>
                </a:cubicBezTo>
                <a:cubicBezTo>
                  <a:pt x="356504" y="143005"/>
                  <a:pt x="357901" y="143513"/>
                  <a:pt x="359497" y="143513"/>
                </a:cubicBezTo>
                <a:cubicBezTo>
                  <a:pt x="361455" y="143513"/>
                  <a:pt x="364066" y="142896"/>
                  <a:pt x="367330" y="141663"/>
                </a:cubicBezTo>
                <a:lnTo>
                  <a:pt x="368527" y="145471"/>
                </a:lnTo>
                <a:lnTo>
                  <a:pt x="338933" y="157766"/>
                </a:lnTo>
                <a:lnTo>
                  <a:pt x="333928" y="157766"/>
                </a:lnTo>
                <a:lnTo>
                  <a:pt x="333928" y="143513"/>
                </a:lnTo>
                <a:moveTo>
                  <a:pt x="333928" y="135920"/>
                </a:moveTo>
                <a:lnTo>
                  <a:pt x="333928" y="84694"/>
                </a:lnTo>
                <a:cubicBezTo>
                  <a:pt x="333492" y="79773"/>
                  <a:pt x="332187" y="75287"/>
                  <a:pt x="330011" y="71236"/>
                </a:cubicBezTo>
                <a:cubicBezTo>
                  <a:pt x="327835" y="67183"/>
                  <a:pt x="324951" y="64126"/>
                  <a:pt x="321361" y="62066"/>
                </a:cubicBezTo>
                <a:cubicBezTo>
                  <a:pt x="317770" y="60003"/>
                  <a:pt x="314270" y="58972"/>
                  <a:pt x="310861" y="58972"/>
                </a:cubicBezTo>
                <a:cubicBezTo>
                  <a:pt x="304478" y="58972"/>
                  <a:pt x="298784" y="61830"/>
                  <a:pt x="293779" y="67547"/>
                </a:cubicBezTo>
                <a:cubicBezTo>
                  <a:pt x="287178" y="75070"/>
                  <a:pt x="283878" y="86067"/>
                  <a:pt x="283878" y="100538"/>
                </a:cubicBezTo>
                <a:cubicBezTo>
                  <a:pt x="283878" y="115154"/>
                  <a:pt x="287069" y="126352"/>
                  <a:pt x="293453" y="134132"/>
                </a:cubicBezTo>
                <a:cubicBezTo>
                  <a:pt x="299836" y="141909"/>
                  <a:pt x="306944" y="145797"/>
                  <a:pt x="314778" y="145797"/>
                </a:cubicBezTo>
                <a:cubicBezTo>
                  <a:pt x="321379" y="145797"/>
                  <a:pt x="327762" y="142505"/>
                  <a:pt x="333928" y="135920"/>
                </a:cubicBezTo>
                <a:close/>
                <a:moveTo>
                  <a:pt x="367730" y="55055"/>
                </a:moveTo>
                <a:lnTo>
                  <a:pt x="414189" y="55055"/>
                </a:lnTo>
                <a:lnTo>
                  <a:pt x="414189" y="59081"/>
                </a:lnTo>
                <a:lnTo>
                  <a:pt x="411904" y="59081"/>
                </a:lnTo>
                <a:cubicBezTo>
                  <a:pt x="408640" y="59081"/>
                  <a:pt x="406192" y="59788"/>
                  <a:pt x="404560" y="61202"/>
                </a:cubicBezTo>
                <a:cubicBezTo>
                  <a:pt x="402928" y="62617"/>
                  <a:pt x="402112" y="64376"/>
                  <a:pt x="402112" y="66479"/>
                </a:cubicBezTo>
                <a:cubicBezTo>
                  <a:pt x="402112" y="69308"/>
                  <a:pt x="403309" y="73225"/>
                  <a:pt x="405703" y="78230"/>
                </a:cubicBezTo>
                <a:lnTo>
                  <a:pt x="429966" y="128498"/>
                </a:lnTo>
                <a:lnTo>
                  <a:pt x="452271" y="73443"/>
                </a:lnTo>
                <a:cubicBezTo>
                  <a:pt x="453504" y="70469"/>
                  <a:pt x="454120" y="67531"/>
                  <a:pt x="454120" y="64630"/>
                </a:cubicBezTo>
                <a:cubicBezTo>
                  <a:pt x="454120" y="63324"/>
                  <a:pt x="453867" y="62345"/>
                  <a:pt x="453359" y="61692"/>
                </a:cubicBezTo>
                <a:cubicBezTo>
                  <a:pt x="452779" y="60894"/>
                  <a:pt x="451872" y="60259"/>
                  <a:pt x="450639" y="59788"/>
                </a:cubicBezTo>
                <a:cubicBezTo>
                  <a:pt x="449406" y="59316"/>
                  <a:pt x="447230" y="59081"/>
                  <a:pt x="444110" y="59081"/>
                </a:cubicBezTo>
                <a:lnTo>
                  <a:pt x="444110" y="55055"/>
                </a:lnTo>
                <a:lnTo>
                  <a:pt x="476534" y="55055"/>
                </a:lnTo>
                <a:lnTo>
                  <a:pt x="476534" y="59081"/>
                </a:lnTo>
                <a:cubicBezTo>
                  <a:pt x="473850" y="59371"/>
                  <a:pt x="471783" y="59951"/>
                  <a:pt x="470332" y="60821"/>
                </a:cubicBezTo>
                <a:cubicBezTo>
                  <a:pt x="468882" y="61692"/>
                  <a:pt x="467286" y="63324"/>
                  <a:pt x="465545" y="65718"/>
                </a:cubicBezTo>
                <a:cubicBezTo>
                  <a:pt x="464892" y="66733"/>
                  <a:pt x="463659" y="69526"/>
                  <a:pt x="461846" y="74096"/>
                </a:cubicBezTo>
                <a:lnTo>
                  <a:pt x="421262" y="173542"/>
                </a:lnTo>
                <a:cubicBezTo>
                  <a:pt x="417345" y="183190"/>
                  <a:pt x="412213" y="190480"/>
                  <a:pt x="405866" y="195412"/>
                </a:cubicBezTo>
                <a:cubicBezTo>
                  <a:pt x="399519" y="200345"/>
                  <a:pt x="393408" y="202811"/>
                  <a:pt x="387532" y="202811"/>
                </a:cubicBezTo>
                <a:cubicBezTo>
                  <a:pt x="383253" y="202811"/>
                  <a:pt x="379735" y="201592"/>
                  <a:pt x="376978" y="199156"/>
                </a:cubicBezTo>
                <a:cubicBezTo>
                  <a:pt x="374222" y="196719"/>
                  <a:pt x="372844" y="193924"/>
                  <a:pt x="372844" y="190771"/>
                </a:cubicBezTo>
                <a:cubicBezTo>
                  <a:pt x="372844" y="187761"/>
                  <a:pt x="373841" y="185333"/>
                  <a:pt x="375836" y="183488"/>
                </a:cubicBezTo>
                <a:cubicBezTo>
                  <a:pt x="377831" y="181645"/>
                  <a:pt x="380569" y="180724"/>
                  <a:pt x="384051" y="180724"/>
                </a:cubicBezTo>
                <a:cubicBezTo>
                  <a:pt x="386444" y="180724"/>
                  <a:pt x="389708" y="181521"/>
                  <a:pt x="393843" y="183117"/>
                </a:cubicBezTo>
                <a:cubicBezTo>
                  <a:pt x="396744" y="184205"/>
                  <a:pt x="398558" y="184749"/>
                  <a:pt x="399283" y="184749"/>
                </a:cubicBezTo>
                <a:cubicBezTo>
                  <a:pt x="401459" y="184749"/>
                  <a:pt x="403835" y="183617"/>
                  <a:pt x="406410" y="181353"/>
                </a:cubicBezTo>
                <a:cubicBezTo>
                  <a:pt x="408985" y="179090"/>
                  <a:pt x="411578" y="174711"/>
                  <a:pt x="414189" y="168214"/>
                </a:cubicBezTo>
                <a:lnTo>
                  <a:pt x="421262" y="150802"/>
                </a:lnTo>
                <a:lnTo>
                  <a:pt x="385465" y="75619"/>
                </a:lnTo>
                <a:cubicBezTo>
                  <a:pt x="384377" y="73370"/>
                  <a:pt x="382636" y="70578"/>
                  <a:pt x="380242" y="67241"/>
                </a:cubicBezTo>
                <a:cubicBezTo>
                  <a:pt x="378429" y="64702"/>
                  <a:pt x="376942" y="62998"/>
                  <a:pt x="375781" y="62127"/>
                </a:cubicBezTo>
                <a:cubicBezTo>
                  <a:pt x="374113" y="60967"/>
                  <a:pt x="371429" y="59951"/>
                  <a:pt x="367730" y="59081"/>
                </a:cubicBezTo>
                <a:lnTo>
                  <a:pt x="367730" y="55055"/>
                </a:lnTo>
                <a:close/>
                <a:moveTo>
                  <a:pt x="623833" y="154719"/>
                </a:moveTo>
                <a:lnTo>
                  <a:pt x="566820" y="30574"/>
                </a:lnTo>
                <a:lnTo>
                  <a:pt x="566820" y="129150"/>
                </a:lnTo>
                <a:cubicBezTo>
                  <a:pt x="566820" y="138217"/>
                  <a:pt x="567799" y="143875"/>
                  <a:pt x="569758" y="146124"/>
                </a:cubicBezTo>
                <a:cubicBezTo>
                  <a:pt x="572441" y="149170"/>
                  <a:pt x="576685" y="150694"/>
                  <a:pt x="582488" y="150694"/>
                </a:cubicBezTo>
                <a:lnTo>
                  <a:pt x="587710" y="150694"/>
                </a:lnTo>
                <a:lnTo>
                  <a:pt x="587710" y="154719"/>
                </a:lnTo>
                <a:lnTo>
                  <a:pt x="536355" y="154719"/>
                </a:lnTo>
                <a:lnTo>
                  <a:pt x="536355" y="150694"/>
                </a:lnTo>
                <a:lnTo>
                  <a:pt x="541577" y="150694"/>
                </a:lnTo>
                <a:cubicBezTo>
                  <a:pt x="547815" y="150694"/>
                  <a:pt x="552240" y="148808"/>
                  <a:pt x="554851" y="145036"/>
                </a:cubicBezTo>
                <a:cubicBezTo>
                  <a:pt x="556447" y="142715"/>
                  <a:pt x="557245" y="137420"/>
                  <a:pt x="557245" y="129150"/>
                </a:cubicBezTo>
                <a:lnTo>
                  <a:pt x="557245" y="32750"/>
                </a:lnTo>
                <a:cubicBezTo>
                  <a:pt x="557245" y="26222"/>
                  <a:pt x="556520" y="21507"/>
                  <a:pt x="555069" y="18605"/>
                </a:cubicBezTo>
                <a:cubicBezTo>
                  <a:pt x="554053" y="16502"/>
                  <a:pt x="552186" y="14743"/>
                  <a:pt x="549466" y="13328"/>
                </a:cubicBezTo>
                <a:cubicBezTo>
                  <a:pt x="546745" y="11914"/>
                  <a:pt x="542375" y="11207"/>
                  <a:pt x="536355" y="11207"/>
                </a:cubicBezTo>
                <a:lnTo>
                  <a:pt x="536355" y="7181"/>
                </a:lnTo>
                <a:lnTo>
                  <a:pt x="578135" y="7181"/>
                </a:lnTo>
                <a:lnTo>
                  <a:pt x="631667" y="122622"/>
                </a:lnTo>
                <a:lnTo>
                  <a:pt x="684328" y="7181"/>
                </a:lnTo>
                <a:lnTo>
                  <a:pt x="726109" y="7181"/>
                </a:lnTo>
                <a:lnTo>
                  <a:pt x="726109" y="11207"/>
                </a:lnTo>
                <a:lnTo>
                  <a:pt x="720995" y="11207"/>
                </a:lnTo>
                <a:cubicBezTo>
                  <a:pt x="714685" y="11207"/>
                  <a:pt x="710224" y="13093"/>
                  <a:pt x="707612" y="16865"/>
                </a:cubicBezTo>
                <a:cubicBezTo>
                  <a:pt x="706016" y="19186"/>
                  <a:pt x="705219" y="24481"/>
                  <a:pt x="705219" y="32750"/>
                </a:cubicBezTo>
                <a:lnTo>
                  <a:pt x="705219" y="129150"/>
                </a:lnTo>
                <a:cubicBezTo>
                  <a:pt x="705219" y="138217"/>
                  <a:pt x="706234" y="143875"/>
                  <a:pt x="708265" y="146124"/>
                </a:cubicBezTo>
                <a:cubicBezTo>
                  <a:pt x="710949" y="149170"/>
                  <a:pt x="715192" y="150694"/>
                  <a:pt x="720995" y="150694"/>
                </a:cubicBezTo>
                <a:lnTo>
                  <a:pt x="726109" y="150694"/>
                </a:lnTo>
                <a:lnTo>
                  <a:pt x="726109" y="154719"/>
                </a:lnTo>
                <a:lnTo>
                  <a:pt x="663438" y="154719"/>
                </a:lnTo>
                <a:lnTo>
                  <a:pt x="663438" y="150694"/>
                </a:lnTo>
                <a:lnTo>
                  <a:pt x="668660" y="150694"/>
                </a:lnTo>
                <a:cubicBezTo>
                  <a:pt x="674971" y="150694"/>
                  <a:pt x="679396" y="148808"/>
                  <a:pt x="681935" y="145036"/>
                </a:cubicBezTo>
                <a:cubicBezTo>
                  <a:pt x="683530" y="142715"/>
                  <a:pt x="684328" y="137420"/>
                  <a:pt x="684328" y="129150"/>
                </a:cubicBezTo>
                <a:lnTo>
                  <a:pt x="684328" y="30574"/>
                </a:lnTo>
                <a:lnTo>
                  <a:pt x="627424" y="154719"/>
                </a:lnTo>
                <a:lnTo>
                  <a:pt x="623833" y="154719"/>
                </a:lnTo>
                <a:close/>
                <a:moveTo>
                  <a:pt x="786460" y="52226"/>
                </a:moveTo>
                <a:cubicBezTo>
                  <a:pt x="801547" y="52226"/>
                  <a:pt x="813661" y="57951"/>
                  <a:pt x="822800" y="69400"/>
                </a:cubicBezTo>
                <a:cubicBezTo>
                  <a:pt x="830561" y="79181"/>
                  <a:pt x="834442" y="90413"/>
                  <a:pt x="834442" y="103095"/>
                </a:cubicBezTo>
                <a:cubicBezTo>
                  <a:pt x="834442" y="112008"/>
                  <a:pt x="832302" y="121030"/>
                  <a:pt x="828023" y="130160"/>
                </a:cubicBezTo>
                <a:cubicBezTo>
                  <a:pt x="823743" y="139288"/>
                  <a:pt x="817849" y="146171"/>
                  <a:pt x="810342" y="150809"/>
                </a:cubicBezTo>
                <a:cubicBezTo>
                  <a:pt x="802835" y="155447"/>
                  <a:pt x="794475" y="157766"/>
                  <a:pt x="785263" y="157766"/>
                </a:cubicBezTo>
                <a:cubicBezTo>
                  <a:pt x="770248" y="157766"/>
                  <a:pt x="758316" y="151787"/>
                  <a:pt x="749466" y="139830"/>
                </a:cubicBezTo>
                <a:cubicBezTo>
                  <a:pt x="741995" y="129759"/>
                  <a:pt x="738259" y="118456"/>
                  <a:pt x="738259" y="105921"/>
                </a:cubicBezTo>
                <a:cubicBezTo>
                  <a:pt x="738259" y="96790"/>
                  <a:pt x="740526" y="87714"/>
                  <a:pt x="745060" y="78693"/>
                </a:cubicBezTo>
                <a:cubicBezTo>
                  <a:pt x="749593" y="69671"/>
                  <a:pt x="755559" y="63004"/>
                  <a:pt x="762958" y="58693"/>
                </a:cubicBezTo>
                <a:cubicBezTo>
                  <a:pt x="770357" y="54382"/>
                  <a:pt x="778190" y="52226"/>
                  <a:pt x="786460" y="52226"/>
                </a:cubicBezTo>
                <a:moveTo>
                  <a:pt x="783087" y="59407"/>
                </a:moveTo>
                <a:cubicBezTo>
                  <a:pt x="779242" y="59407"/>
                  <a:pt x="775380" y="60548"/>
                  <a:pt x="771499" y="62831"/>
                </a:cubicBezTo>
                <a:cubicBezTo>
                  <a:pt x="767618" y="65114"/>
                  <a:pt x="764481" y="69117"/>
                  <a:pt x="762087" y="74840"/>
                </a:cubicBezTo>
                <a:cubicBezTo>
                  <a:pt x="759694" y="80564"/>
                  <a:pt x="758497" y="87917"/>
                  <a:pt x="758497" y="96900"/>
                </a:cubicBezTo>
                <a:cubicBezTo>
                  <a:pt x="758497" y="111389"/>
                  <a:pt x="761380" y="123887"/>
                  <a:pt x="767147" y="134393"/>
                </a:cubicBezTo>
                <a:cubicBezTo>
                  <a:pt x="772913" y="144898"/>
                  <a:pt x="780512" y="150150"/>
                  <a:pt x="789941" y="150150"/>
                </a:cubicBezTo>
                <a:cubicBezTo>
                  <a:pt x="796977" y="150150"/>
                  <a:pt x="802780" y="147252"/>
                  <a:pt x="807350" y="141455"/>
                </a:cubicBezTo>
                <a:cubicBezTo>
                  <a:pt x="811920" y="135659"/>
                  <a:pt x="814205" y="125698"/>
                  <a:pt x="814205" y="111572"/>
                </a:cubicBezTo>
                <a:cubicBezTo>
                  <a:pt x="814205" y="93893"/>
                  <a:pt x="810396" y="79982"/>
                  <a:pt x="802780" y="69839"/>
                </a:cubicBezTo>
                <a:cubicBezTo>
                  <a:pt x="797630" y="62884"/>
                  <a:pt x="791066" y="59407"/>
                  <a:pt x="783087" y="59407"/>
                </a:cubicBezTo>
                <a:close/>
                <a:moveTo>
                  <a:pt x="876067" y="22196"/>
                </a:moveTo>
                <a:lnTo>
                  <a:pt x="876067" y="55055"/>
                </a:lnTo>
                <a:lnTo>
                  <a:pt x="899351" y="55055"/>
                </a:lnTo>
                <a:lnTo>
                  <a:pt x="899351" y="62671"/>
                </a:lnTo>
                <a:lnTo>
                  <a:pt x="876067" y="62671"/>
                </a:lnTo>
                <a:lnTo>
                  <a:pt x="876067" y="127212"/>
                </a:lnTo>
                <a:cubicBezTo>
                  <a:pt x="876067" y="133661"/>
                  <a:pt x="876992" y="138009"/>
                  <a:pt x="878842" y="140255"/>
                </a:cubicBezTo>
                <a:cubicBezTo>
                  <a:pt x="880691" y="142499"/>
                  <a:pt x="883067" y="143621"/>
                  <a:pt x="885968" y="143621"/>
                </a:cubicBezTo>
                <a:cubicBezTo>
                  <a:pt x="888362" y="143621"/>
                  <a:pt x="890683" y="142878"/>
                  <a:pt x="892932" y="141391"/>
                </a:cubicBezTo>
                <a:cubicBezTo>
                  <a:pt x="895180" y="139904"/>
                  <a:pt x="896921" y="137710"/>
                  <a:pt x="898154" y="134808"/>
                </a:cubicBezTo>
                <a:lnTo>
                  <a:pt x="902398" y="134808"/>
                </a:lnTo>
                <a:cubicBezTo>
                  <a:pt x="899859" y="141937"/>
                  <a:pt x="896268" y="147329"/>
                  <a:pt x="891626" y="150983"/>
                </a:cubicBezTo>
                <a:cubicBezTo>
                  <a:pt x="886984" y="154634"/>
                  <a:pt x="882196" y="156460"/>
                  <a:pt x="877264" y="156460"/>
                </a:cubicBezTo>
                <a:cubicBezTo>
                  <a:pt x="873927" y="156460"/>
                  <a:pt x="870663" y="155534"/>
                  <a:pt x="867472" y="153682"/>
                </a:cubicBezTo>
                <a:cubicBezTo>
                  <a:pt x="864280" y="151830"/>
                  <a:pt x="861923" y="149181"/>
                  <a:pt x="860399" y="145733"/>
                </a:cubicBezTo>
                <a:cubicBezTo>
                  <a:pt x="858876" y="142283"/>
                  <a:pt x="858115" y="136963"/>
                  <a:pt x="858115" y="129773"/>
                </a:cubicBezTo>
                <a:lnTo>
                  <a:pt x="858115" y="62671"/>
                </a:lnTo>
                <a:lnTo>
                  <a:pt x="842338" y="62671"/>
                </a:lnTo>
                <a:lnTo>
                  <a:pt x="842338" y="59081"/>
                </a:lnTo>
                <a:cubicBezTo>
                  <a:pt x="846327" y="57480"/>
                  <a:pt x="850408" y="54770"/>
                  <a:pt x="854578" y="50951"/>
                </a:cubicBezTo>
                <a:cubicBezTo>
                  <a:pt x="858749" y="47131"/>
                  <a:pt x="862467" y="42602"/>
                  <a:pt x="865731" y="37364"/>
                </a:cubicBezTo>
                <a:cubicBezTo>
                  <a:pt x="867399" y="34601"/>
                  <a:pt x="869720" y="29545"/>
                  <a:pt x="872694" y="22196"/>
                </a:cubicBezTo>
                <a:lnTo>
                  <a:pt x="876067" y="22196"/>
                </a:lnTo>
                <a:close/>
                <a:moveTo>
                  <a:pt x="935092" y="0"/>
                </a:moveTo>
                <a:cubicBezTo>
                  <a:pt x="938138" y="0"/>
                  <a:pt x="940731" y="1076"/>
                  <a:pt x="942871" y="3227"/>
                </a:cubicBezTo>
                <a:cubicBezTo>
                  <a:pt x="945011" y="5376"/>
                  <a:pt x="946081" y="7981"/>
                  <a:pt x="946081" y="11044"/>
                </a:cubicBezTo>
                <a:cubicBezTo>
                  <a:pt x="946081" y="14106"/>
                  <a:pt x="945011" y="16731"/>
                  <a:pt x="942871" y="18918"/>
                </a:cubicBezTo>
                <a:cubicBezTo>
                  <a:pt x="940731" y="21103"/>
                  <a:pt x="938138" y="22196"/>
                  <a:pt x="935092" y="22196"/>
                </a:cubicBezTo>
                <a:cubicBezTo>
                  <a:pt x="932045" y="22196"/>
                  <a:pt x="929434" y="21103"/>
                  <a:pt x="927258" y="18918"/>
                </a:cubicBezTo>
                <a:cubicBezTo>
                  <a:pt x="925082" y="16731"/>
                  <a:pt x="923994" y="14106"/>
                  <a:pt x="923994" y="11044"/>
                </a:cubicBezTo>
                <a:cubicBezTo>
                  <a:pt x="923994" y="7981"/>
                  <a:pt x="925064" y="5376"/>
                  <a:pt x="927203" y="3227"/>
                </a:cubicBezTo>
                <a:cubicBezTo>
                  <a:pt x="929343" y="1076"/>
                  <a:pt x="931973" y="0"/>
                  <a:pt x="935092" y="0"/>
                </a:cubicBezTo>
                <a:moveTo>
                  <a:pt x="944122" y="52226"/>
                </a:moveTo>
                <a:lnTo>
                  <a:pt x="944122" y="132129"/>
                </a:lnTo>
                <a:cubicBezTo>
                  <a:pt x="944122" y="138353"/>
                  <a:pt x="944576" y="142497"/>
                  <a:pt x="945482" y="144560"/>
                </a:cubicBezTo>
                <a:cubicBezTo>
                  <a:pt x="946389" y="146623"/>
                  <a:pt x="947731" y="148161"/>
                  <a:pt x="949508" y="149174"/>
                </a:cubicBezTo>
                <a:cubicBezTo>
                  <a:pt x="951285" y="150187"/>
                  <a:pt x="954531" y="150694"/>
                  <a:pt x="959246" y="150694"/>
                </a:cubicBezTo>
                <a:lnTo>
                  <a:pt x="959246" y="154719"/>
                </a:lnTo>
                <a:lnTo>
                  <a:pt x="910828" y="154719"/>
                </a:lnTo>
                <a:lnTo>
                  <a:pt x="910828" y="150694"/>
                </a:lnTo>
                <a:cubicBezTo>
                  <a:pt x="915688" y="150694"/>
                  <a:pt x="918952" y="150223"/>
                  <a:pt x="920621" y="149283"/>
                </a:cubicBezTo>
                <a:cubicBezTo>
                  <a:pt x="922289" y="148342"/>
                  <a:pt x="923613" y="146786"/>
                  <a:pt x="924592" y="144614"/>
                </a:cubicBezTo>
                <a:cubicBezTo>
                  <a:pt x="925571" y="142443"/>
                  <a:pt x="926061" y="138281"/>
                  <a:pt x="926061" y="132129"/>
                </a:cubicBezTo>
                <a:lnTo>
                  <a:pt x="926061" y="93806"/>
                </a:lnTo>
                <a:cubicBezTo>
                  <a:pt x="926061" y="83021"/>
                  <a:pt x="925734" y="76037"/>
                  <a:pt x="925082" y="72855"/>
                </a:cubicBezTo>
                <a:cubicBezTo>
                  <a:pt x="924574" y="70538"/>
                  <a:pt x="923776" y="68927"/>
                  <a:pt x="922688" y="68023"/>
                </a:cubicBezTo>
                <a:cubicBezTo>
                  <a:pt x="921600" y="67119"/>
                  <a:pt x="920113" y="66666"/>
                  <a:pt x="918227" y="66666"/>
                </a:cubicBezTo>
                <a:cubicBezTo>
                  <a:pt x="916196" y="66666"/>
                  <a:pt x="913730" y="67209"/>
                  <a:pt x="910828" y="68295"/>
                </a:cubicBezTo>
                <a:lnTo>
                  <a:pt x="909305" y="64385"/>
                </a:lnTo>
                <a:lnTo>
                  <a:pt x="939335" y="52226"/>
                </a:lnTo>
                <a:lnTo>
                  <a:pt x="944122" y="52226"/>
                </a:lnTo>
                <a:close/>
                <a:moveTo>
                  <a:pt x="1021100" y="52226"/>
                </a:moveTo>
                <a:cubicBezTo>
                  <a:pt x="1036187" y="52226"/>
                  <a:pt x="1048301" y="57951"/>
                  <a:pt x="1057440" y="69400"/>
                </a:cubicBezTo>
                <a:cubicBezTo>
                  <a:pt x="1065202" y="79181"/>
                  <a:pt x="1069082" y="90413"/>
                  <a:pt x="1069082" y="103095"/>
                </a:cubicBezTo>
                <a:cubicBezTo>
                  <a:pt x="1069082" y="112008"/>
                  <a:pt x="1066942" y="121030"/>
                  <a:pt x="1062663" y="130160"/>
                </a:cubicBezTo>
                <a:cubicBezTo>
                  <a:pt x="1058383" y="139288"/>
                  <a:pt x="1052490" y="146171"/>
                  <a:pt x="1044982" y="150809"/>
                </a:cubicBezTo>
                <a:cubicBezTo>
                  <a:pt x="1037475" y="155447"/>
                  <a:pt x="1029115" y="157766"/>
                  <a:pt x="1019903" y="157766"/>
                </a:cubicBezTo>
                <a:cubicBezTo>
                  <a:pt x="1004888" y="157766"/>
                  <a:pt x="992956" y="151787"/>
                  <a:pt x="984106" y="139830"/>
                </a:cubicBezTo>
                <a:cubicBezTo>
                  <a:pt x="976635" y="129759"/>
                  <a:pt x="972899" y="118456"/>
                  <a:pt x="972899" y="105921"/>
                </a:cubicBezTo>
                <a:cubicBezTo>
                  <a:pt x="972899" y="96790"/>
                  <a:pt x="975166" y="87714"/>
                  <a:pt x="979700" y="78693"/>
                </a:cubicBezTo>
                <a:cubicBezTo>
                  <a:pt x="984233" y="69671"/>
                  <a:pt x="990199" y="63004"/>
                  <a:pt x="997598" y="58693"/>
                </a:cubicBezTo>
                <a:cubicBezTo>
                  <a:pt x="1004997" y="54382"/>
                  <a:pt x="1012831" y="52226"/>
                  <a:pt x="1021100" y="52226"/>
                </a:cubicBezTo>
                <a:moveTo>
                  <a:pt x="1017727" y="59407"/>
                </a:moveTo>
                <a:cubicBezTo>
                  <a:pt x="1013882" y="59407"/>
                  <a:pt x="1010020" y="60548"/>
                  <a:pt x="1006139" y="62831"/>
                </a:cubicBezTo>
                <a:cubicBezTo>
                  <a:pt x="1002258" y="65114"/>
                  <a:pt x="999121" y="69117"/>
                  <a:pt x="996728" y="74840"/>
                </a:cubicBezTo>
                <a:cubicBezTo>
                  <a:pt x="994334" y="80564"/>
                  <a:pt x="993137" y="87917"/>
                  <a:pt x="993137" y="96900"/>
                </a:cubicBezTo>
                <a:cubicBezTo>
                  <a:pt x="993137" y="111389"/>
                  <a:pt x="996020" y="123887"/>
                  <a:pt x="1001787" y="134393"/>
                </a:cubicBezTo>
                <a:cubicBezTo>
                  <a:pt x="1007554" y="144898"/>
                  <a:pt x="1015152" y="150150"/>
                  <a:pt x="1024581" y="150150"/>
                </a:cubicBezTo>
                <a:cubicBezTo>
                  <a:pt x="1031617" y="150150"/>
                  <a:pt x="1037420" y="147252"/>
                  <a:pt x="1041990" y="141455"/>
                </a:cubicBezTo>
                <a:cubicBezTo>
                  <a:pt x="1046560" y="135659"/>
                  <a:pt x="1048845" y="125698"/>
                  <a:pt x="1048845" y="111572"/>
                </a:cubicBezTo>
                <a:cubicBezTo>
                  <a:pt x="1048845" y="93893"/>
                  <a:pt x="1045037" y="79982"/>
                  <a:pt x="1037420" y="69839"/>
                </a:cubicBezTo>
                <a:cubicBezTo>
                  <a:pt x="1032270" y="62884"/>
                  <a:pt x="1025706" y="59407"/>
                  <a:pt x="1017727" y="59407"/>
                </a:cubicBezTo>
                <a:close/>
                <a:moveTo>
                  <a:pt x="1111262" y="73334"/>
                </a:moveTo>
                <a:cubicBezTo>
                  <a:pt x="1122940" y="59262"/>
                  <a:pt x="1134074" y="52226"/>
                  <a:pt x="1144665" y="52226"/>
                </a:cubicBezTo>
                <a:cubicBezTo>
                  <a:pt x="1150105" y="52226"/>
                  <a:pt x="1154783" y="53584"/>
                  <a:pt x="1158700" y="56299"/>
                </a:cubicBezTo>
                <a:cubicBezTo>
                  <a:pt x="1162617" y="59013"/>
                  <a:pt x="1165736" y="63482"/>
                  <a:pt x="1168057" y="69706"/>
                </a:cubicBezTo>
                <a:cubicBezTo>
                  <a:pt x="1169653" y="74047"/>
                  <a:pt x="1170451" y="80705"/>
                  <a:pt x="1170451" y="89682"/>
                </a:cubicBezTo>
                <a:lnTo>
                  <a:pt x="1170451" y="132129"/>
                </a:lnTo>
                <a:cubicBezTo>
                  <a:pt x="1170451" y="138426"/>
                  <a:pt x="1170959" y="142697"/>
                  <a:pt x="1171974" y="144941"/>
                </a:cubicBezTo>
                <a:cubicBezTo>
                  <a:pt x="1172772" y="146749"/>
                  <a:pt x="1174060" y="148161"/>
                  <a:pt x="1175837" y="149174"/>
                </a:cubicBezTo>
                <a:cubicBezTo>
                  <a:pt x="1177614" y="150187"/>
                  <a:pt x="1180896" y="150694"/>
                  <a:pt x="1185684" y="150694"/>
                </a:cubicBezTo>
                <a:lnTo>
                  <a:pt x="1185684" y="154719"/>
                </a:lnTo>
                <a:lnTo>
                  <a:pt x="1136395" y="154719"/>
                </a:lnTo>
                <a:lnTo>
                  <a:pt x="1136395" y="150694"/>
                </a:lnTo>
                <a:lnTo>
                  <a:pt x="1138463" y="150694"/>
                </a:lnTo>
                <a:cubicBezTo>
                  <a:pt x="1143105" y="150694"/>
                  <a:pt x="1146351" y="149990"/>
                  <a:pt x="1148201" y="148582"/>
                </a:cubicBezTo>
                <a:cubicBezTo>
                  <a:pt x="1150050" y="147175"/>
                  <a:pt x="1151338" y="145100"/>
                  <a:pt x="1152063" y="142360"/>
                </a:cubicBezTo>
                <a:cubicBezTo>
                  <a:pt x="1152353" y="141276"/>
                  <a:pt x="1152498" y="137884"/>
                  <a:pt x="1152498" y="132183"/>
                </a:cubicBezTo>
                <a:lnTo>
                  <a:pt x="1152498" y="91589"/>
                </a:lnTo>
                <a:cubicBezTo>
                  <a:pt x="1152498" y="82570"/>
                  <a:pt x="1151320" y="76021"/>
                  <a:pt x="1148962" y="71943"/>
                </a:cubicBezTo>
                <a:cubicBezTo>
                  <a:pt x="1146605" y="67865"/>
                  <a:pt x="1142633" y="65826"/>
                  <a:pt x="1137048" y="65826"/>
                </a:cubicBezTo>
                <a:cubicBezTo>
                  <a:pt x="1128416" y="65826"/>
                  <a:pt x="1119821" y="70518"/>
                  <a:pt x="1111262" y="79900"/>
                </a:cubicBezTo>
                <a:lnTo>
                  <a:pt x="1111262" y="132183"/>
                </a:lnTo>
                <a:cubicBezTo>
                  <a:pt x="1111262" y="138895"/>
                  <a:pt x="1111661" y="143044"/>
                  <a:pt x="1112459" y="144631"/>
                </a:cubicBezTo>
                <a:cubicBezTo>
                  <a:pt x="1113474" y="146723"/>
                  <a:pt x="1114870" y="148257"/>
                  <a:pt x="1116647" y="149232"/>
                </a:cubicBezTo>
                <a:cubicBezTo>
                  <a:pt x="1118425" y="150206"/>
                  <a:pt x="1122033" y="150694"/>
                  <a:pt x="1127473" y="150694"/>
                </a:cubicBezTo>
                <a:lnTo>
                  <a:pt x="1127473" y="154719"/>
                </a:lnTo>
                <a:lnTo>
                  <a:pt x="1078185" y="154719"/>
                </a:lnTo>
                <a:lnTo>
                  <a:pt x="1078185" y="150694"/>
                </a:lnTo>
                <a:lnTo>
                  <a:pt x="1080361" y="150694"/>
                </a:lnTo>
                <a:cubicBezTo>
                  <a:pt x="1085439" y="150694"/>
                  <a:pt x="1088866" y="149410"/>
                  <a:pt x="1090643" y="146841"/>
                </a:cubicBezTo>
                <a:cubicBezTo>
                  <a:pt x="1092420" y="144271"/>
                  <a:pt x="1093309" y="139367"/>
                  <a:pt x="1093309" y="132129"/>
                </a:cubicBezTo>
                <a:lnTo>
                  <a:pt x="1093309" y="95217"/>
                </a:lnTo>
                <a:cubicBezTo>
                  <a:pt x="1093309" y="83276"/>
                  <a:pt x="1093037" y="76003"/>
                  <a:pt x="1092493" y="73399"/>
                </a:cubicBezTo>
                <a:cubicBezTo>
                  <a:pt x="1091949" y="70792"/>
                  <a:pt x="1091115" y="69018"/>
                  <a:pt x="1089990" y="68077"/>
                </a:cubicBezTo>
                <a:cubicBezTo>
                  <a:pt x="1088866" y="67137"/>
                  <a:pt x="1087361" y="66666"/>
                  <a:pt x="1085475" y="66666"/>
                </a:cubicBezTo>
                <a:cubicBezTo>
                  <a:pt x="1083444" y="66666"/>
                  <a:pt x="1081014" y="67209"/>
                  <a:pt x="1078185" y="68295"/>
                </a:cubicBezTo>
                <a:lnTo>
                  <a:pt x="1076553" y="64385"/>
                </a:lnTo>
                <a:lnTo>
                  <a:pt x="1106583" y="52226"/>
                </a:lnTo>
                <a:lnTo>
                  <a:pt x="1111262" y="52226"/>
                </a:lnTo>
                <a:lnTo>
                  <a:pt x="1111262" y="73334"/>
                </a:lnTo>
                <a:close/>
                <a:moveTo>
                  <a:pt x="1343429" y="105322"/>
                </a:moveTo>
                <a:lnTo>
                  <a:pt x="1286307" y="105322"/>
                </a:lnTo>
                <a:lnTo>
                  <a:pt x="1276297" y="128606"/>
                </a:lnTo>
                <a:cubicBezTo>
                  <a:pt x="1273831" y="134337"/>
                  <a:pt x="1272598" y="138616"/>
                  <a:pt x="1272598" y="141445"/>
                </a:cubicBezTo>
                <a:cubicBezTo>
                  <a:pt x="1272598" y="143694"/>
                  <a:pt x="1273668" y="145671"/>
                  <a:pt x="1275807" y="147375"/>
                </a:cubicBezTo>
                <a:cubicBezTo>
                  <a:pt x="1277947" y="149080"/>
                  <a:pt x="1282571" y="150186"/>
                  <a:pt x="1289680" y="150694"/>
                </a:cubicBezTo>
                <a:lnTo>
                  <a:pt x="1289680" y="154719"/>
                </a:lnTo>
                <a:lnTo>
                  <a:pt x="1243221" y="154719"/>
                </a:lnTo>
                <a:lnTo>
                  <a:pt x="1243221" y="150694"/>
                </a:lnTo>
                <a:cubicBezTo>
                  <a:pt x="1249386" y="149606"/>
                  <a:pt x="1253376" y="148192"/>
                  <a:pt x="1255189" y="146454"/>
                </a:cubicBezTo>
                <a:cubicBezTo>
                  <a:pt x="1258888" y="142974"/>
                  <a:pt x="1262987" y="135908"/>
                  <a:pt x="1267484" y="125254"/>
                </a:cubicBezTo>
                <a:lnTo>
                  <a:pt x="1319383" y="3917"/>
                </a:lnTo>
                <a:lnTo>
                  <a:pt x="1323192" y="3917"/>
                </a:lnTo>
                <a:lnTo>
                  <a:pt x="1374547" y="126556"/>
                </a:lnTo>
                <a:cubicBezTo>
                  <a:pt x="1378682" y="136414"/>
                  <a:pt x="1382435" y="142811"/>
                  <a:pt x="1385808" y="145746"/>
                </a:cubicBezTo>
                <a:cubicBezTo>
                  <a:pt x="1389181" y="148682"/>
                  <a:pt x="1393878" y="150331"/>
                  <a:pt x="1399898" y="150694"/>
                </a:cubicBezTo>
                <a:lnTo>
                  <a:pt x="1399898" y="154719"/>
                </a:lnTo>
                <a:lnTo>
                  <a:pt x="1341688" y="154719"/>
                </a:lnTo>
                <a:lnTo>
                  <a:pt x="1341688" y="150694"/>
                </a:lnTo>
                <a:cubicBezTo>
                  <a:pt x="1347564" y="150403"/>
                  <a:pt x="1351535" y="149424"/>
                  <a:pt x="1353602" y="147756"/>
                </a:cubicBezTo>
                <a:cubicBezTo>
                  <a:pt x="1355670" y="146088"/>
                  <a:pt x="1356703" y="144057"/>
                  <a:pt x="1356703" y="141663"/>
                </a:cubicBezTo>
                <a:cubicBezTo>
                  <a:pt x="1356703" y="138471"/>
                  <a:pt x="1355252" y="133430"/>
                  <a:pt x="1352351" y="126539"/>
                </a:cubicBezTo>
                <a:lnTo>
                  <a:pt x="1343429" y="105322"/>
                </a:lnTo>
                <a:moveTo>
                  <a:pt x="1340383" y="97271"/>
                </a:moveTo>
                <a:lnTo>
                  <a:pt x="1315358" y="37731"/>
                </a:lnTo>
                <a:lnTo>
                  <a:pt x="1289680" y="97271"/>
                </a:lnTo>
                <a:lnTo>
                  <a:pt x="1340383" y="97271"/>
                </a:lnTo>
                <a:close/>
                <a:moveTo>
                  <a:pt x="1437595" y="52226"/>
                </a:moveTo>
                <a:lnTo>
                  <a:pt x="1437595" y="74640"/>
                </a:lnTo>
                <a:cubicBezTo>
                  <a:pt x="1445937" y="59697"/>
                  <a:pt x="1454496" y="52226"/>
                  <a:pt x="1463273" y="52226"/>
                </a:cubicBezTo>
                <a:cubicBezTo>
                  <a:pt x="1467262" y="52226"/>
                  <a:pt x="1470563" y="53441"/>
                  <a:pt x="1473174" y="55871"/>
                </a:cubicBezTo>
                <a:cubicBezTo>
                  <a:pt x="1475785" y="58301"/>
                  <a:pt x="1477091" y="61112"/>
                  <a:pt x="1477091" y="64303"/>
                </a:cubicBezTo>
                <a:cubicBezTo>
                  <a:pt x="1477091" y="67132"/>
                  <a:pt x="1476148" y="69526"/>
                  <a:pt x="1474262" y="71484"/>
                </a:cubicBezTo>
                <a:cubicBezTo>
                  <a:pt x="1472376" y="73443"/>
                  <a:pt x="1470127" y="74422"/>
                  <a:pt x="1467516" y="74422"/>
                </a:cubicBezTo>
                <a:cubicBezTo>
                  <a:pt x="1464977" y="74422"/>
                  <a:pt x="1462130" y="73171"/>
                  <a:pt x="1458975" y="70668"/>
                </a:cubicBezTo>
                <a:cubicBezTo>
                  <a:pt x="1455820" y="68166"/>
                  <a:pt x="1453480" y="66915"/>
                  <a:pt x="1451957" y="66915"/>
                </a:cubicBezTo>
                <a:cubicBezTo>
                  <a:pt x="1450651" y="66915"/>
                  <a:pt x="1449237" y="67638"/>
                  <a:pt x="1447714" y="69084"/>
                </a:cubicBezTo>
                <a:cubicBezTo>
                  <a:pt x="1444450" y="72051"/>
                  <a:pt x="1441077" y="76935"/>
                  <a:pt x="1437595" y="83735"/>
                </a:cubicBezTo>
                <a:lnTo>
                  <a:pt x="1437595" y="131378"/>
                </a:lnTo>
                <a:cubicBezTo>
                  <a:pt x="1437595" y="136874"/>
                  <a:pt x="1438284" y="141034"/>
                  <a:pt x="1439662" y="143856"/>
                </a:cubicBezTo>
                <a:cubicBezTo>
                  <a:pt x="1440605" y="145810"/>
                  <a:pt x="1442274" y="147439"/>
                  <a:pt x="1444667" y="148742"/>
                </a:cubicBezTo>
                <a:cubicBezTo>
                  <a:pt x="1447061" y="150043"/>
                  <a:pt x="1450506" y="150694"/>
                  <a:pt x="1455004" y="150694"/>
                </a:cubicBezTo>
                <a:lnTo>
                  <a:pt x="1455004" y="154719"/>
                </a:lnTo>
                <a:lnTo>
                  <a:pt x="1403974" y="154719"/>
                </a:lnTo>
                <a:lnTo>
                  <a:pt x="1403974" y="150694"/>
                </a:lnTo>
                <a:cubicBezTo>
                  <a:pt x="1409052" y="150694"/>
                  <a:pt x="1412824" y="149898"/>
                  <a:pt x="1415290" y="148307"/>
                </a:cubicBezTo>
                <a:cubicBezTo>
                  <a:pt x="1417104" y="147148"/>
                  <a:pt x="1418373" y="145302"/>
                  <a:pt x="1419098" y="142768"/>
                </a:cubicBezTo>
                <a:cubicBezTo>
                  <a:pt x="1419461" y="141537"/>
                  <a:pt x="1419642" y="138027"/>
                  <a:pt x="1419642" y="132238"/>
                </a:cubicBezTo>
                <a:lnTo>
                  <a:pt x="1419642" y="93697"/>
                </a:lnTo>
                <a:cubicBezTo>
                  <a:pt x="1419642" y="82116"/>
                  <a:pt x="1419407" y="75223"/>
                  <a:pt x="1418935" y="73018"/>
                </a:cubicBezTo>
                <a:cubicBezTo>
                  <a:pt x="1418464" y="70810"/>
                  <a:pt x="1417593" y="69199"/>
                  <a:pt x="1416324" y="68186"/>
                </a:cubicBezTo>
                <a:cubicBezTo>
                  <a:pt x="1415054" y="67173"/>
                  <a:pt x="1413477" y="66666"/>
                  <a:pt x="1411591" y="66666"/>
                </a:cubicBezTo>
                <a:cubicBezTo>
                  <a:pt x="1409342" y="66666"/>
                  <a:pt x="1406803" y="67209"/>
                  <a:pt x="1403974" y="68295"/>
                </a:cubicBezTo>
                <a:lnTo>
                  <a:pt x="1402886" y="64385"/>
                </a:lnTo>
                <a:lnTo>
                  <a:pt x="1433025" y="52226"/>
                </a:lnTo>
                <a:lnTo>
                  <a:pt x="1437595" y="52226"/>
                </a:lnTo>
                <a:close/>
                <a:moveTo>
                  <a:pt x="1512470" y="22196"/>
                </a:moveTo>
                <a:lnTo>
                  <a:pt x="1512470" y="55055"/>
                </a:lnTo>
                <a:lnTo>
                  <a:pt x="1535754" y="55055"/>
                </a:lnTo>
                <a:lnTo>
                  <a:pt x="1535754" y="62671"/>
                </a:lnTo>
                <a:lnTo>
                  <a:pt x="1512470" y="62671"/>
                </a:lnTo>
                <a:lnTo>
                  <a:pt x="1512470" y="127212"/>
                </a:lnTo>
                <a:cubicBezTo>
                  <a:pt x="1512470" y="133661"/>
                  <a:pt x="1513395" y="138009"/>
                  <a:pt x="1515245" y="140255"/>
                </a:cubicBezTo>
                <a:cubicBezTo>
                  <a:pt x="1517094" y="142499"/>
                  <a:pt x="1519470" y="143621"/>
                  <a:pt x="1522371" y="143621"/>
                </a:cubicBezTo>
                <a:cubicBezTo>
                  <a:pt x="1524765" y="143621"/>
                  <a:pt x="1527086" y="142878"/>
                  <a:pt x="1529335" y="141391"/>
                </a:cubicBezTo>
                <a:cubicBezTo>
                  <a:pt x="1531583" y="139904"/>
                  <a:pt x="1533324" y="137710"/>
                  <a:pt x="1534557" y="134808"/>
                </a:cubicBezTo>
                <a:lnTo>
                  <a:pt x="1538801" y="134808"/>
                </a:lnTo>
                <a:cubicBezTo>
                  <a:pt x="1536262" y="141937"/>
                  <a:pt x="1532671" y="147329"/>
                  <a:pt x="1528029" y="150983"/>
                </a:cubicBezTo>
                <a:cubicBezTo>
                  <a:pt x="1523387" y="154634"/>
                  <a:pt x="1518599" y="156460"/>
                  <a:pt x="1513667" y="156460"/>
                </a:cubicBezTo>
                <a:cubicBezTo>
                  <a:pt x="1510330" y="156460"/>
                  <a:pt x="1507066" y="155534"/>
                  <a:pt x="1503875" y="153682"/>
                </a:cubicBezTo>
                <a:cubicBezTo>
                  <a:pt x="1500683" y="151830"/>
                  <a:pt x="1498326" y="149181"/>
                  <a:pt x="1496802" y="145733"/>
                </a:cubicBezTo>
                <a:cubicBezTo>
                  <a:pt x="1495279" y="142283"/>
                  <a:pt x="1494517" y="136963"/>
                  <a:pt x="1494517" y="129773"/>
                </a:cubicBezTo>
                <a:lnTo>
                  <a:pt x="1494517" y="62671"/>
                </a:lnTo>
                <a:lnTo>
                  <a:pt x="1478741" y="62671"/>
                </a:lnTo>
                <a:lnTo>
                  <a:pt x="1478741" y="59081"/>
                </a:lnTo>
                <a:cubicBezTo>
                  <a:pt x="1482730" y="57480"/>
                  <a:pt x="1486811" y="54770"/>
                  <a:pt x="1490981" y="50951"/>
                </a:cubicBezTo>
                <a:cubicBezTo>
                  <a:pt x="1495152" y="47131"/>
                  <a:pt x="1498870" y="42602"/>
                  <a:pt x="1502134" y="37364"/>
                </a:cubicBezTo>
                <a:cubicBezTo>
                  <a:pt x="1503802" y="34601"/>
                  <a:pt x="1506123" y="29545"/>
                  <a:pt x="1509097" y="22196"/>
                </a:cubicBezTo>
                <a:lnTo>
                  <a:pt x="1512470" y="22196"/>
                </a:lnTo>
                <a:close/>
                <a:moveTo>
                  <a:pt x="1571495" y="0"/>
                </a:moveTo>
                <a:cubicBezTo>
                  <a:pt x="1574542" y="0"/>
                  <a:pt x="1577135" y="1076"/>
                  <a:pt x="1579275" y="3227"/>
                </a:cubicBezTo>
                <a:cubicBezTo>
                  <a:pt x="1581414" y="5376"/>
                  <a:pt x="1582484" y="7981"/>
                  <a:pt x="1582484" y="11044"/>
                </a:cubicBezTo>
                <a:cubicBezTo>
                  <a:pt x="1582484" y="14106"/>
                  <a:pt x="1581414" y="16731"/>
                  <a:pt x="1579275" y="18918"/>
                </a:cubicBezTo>
                <a:cubicBezTo>
                  <a:pt x="1577135" y="21103"/>
                  <a:pt x="1574542" y="22196"/>
                  <a:pt x="1571495" y="22196"/>
                </a:cubicBezTo>
                <a:cubicBezTo>
                  <a:pt x="1568449" y="22196"/>
                  <a:pt x="1565837" y="21103"/>
                  <a:pt x="1563661" y="18918"/>
                </a:cubicBezTo>
                <a:cubicBezTo>
                  <a:pt x="1561485" y="16731"/>
                  <a:pt x="1560397" y="14106"/>
                  <a:pt x="1560397" y="11044"/>
                </a:cubicBezTo>
                <a:cubicBezTo>
                  <a:pt x="1560397" y="7981"/>
                  <a:pt x="1561467" y="5376"/>
                  <a:pt x="1563607" y="3227"/>
                </a:cubicBezTo>
                <a:cubicBezTo>
                  <a:pt x="1565747" y="1076"/>
                  <a:pt x="1568376" y="0"/>
                  <a:pt x="1571495" y="0"/>
                </a:cubicBezTo>
                <a:moveTo>
                  <a:pt x="1580526" y="52226"/>
                </a:moveTo>
                <a:lnTo>
                  <a:pt x="1580526" y="132129"/>
                </a:lnTo>
                <a:cubicBezTo>
                  <a:pt x="1580526" y="138353"/>
                  <a:pt x="1580979" y="142497"/>
                  <a:pt x="1581886" y="144560"/>
                </a:cubicBezTo>
                <a:cubicBezTo>
                  <a:pt x="1582793" y="146623"/>
                  <a:pt x="1584135" y="148161"/>
                  <a:pt x="1585912" y="149174"/>
                </a:cubicBezTo>
                <a:cubicBezTo>
                  <a:pt x="1587689" y="150187"/>
                  <a:pt x="1590935" y="150694"/>
                  <a:pt x="1595650" y="150694"/>
                </a:cubicBezTo>
                <a:lnTo>
                  <a:pt x="1595650" y="154719"/>
                </a:lnTo>
                <a:lnTo>
                  <a:pt x="1547232" y="154719"/>
                </a:lnTo>
                <a:lnTo>
                  <a:pt x="1547232" y="150694"/>
                </a:lnTo>
                <a:cubicBezTo>
                  <a:pt x="1552092" y="150694"/>
                  <a:pt x="1555356" y="150223"/>
                  <a:pt x="1557024" y="149283"/>
                </a:cubicBezTo>
                <a:cubicBezTo>
                  <a:pt x="1558693" y="148342"/>
                  <a:pt x="1560016" y="146786"/>
                  <a:pt x="1560996" y="144614"/>
                </a:cubicBezTo>
                <a:cubicBezTo>
                  <a:pt x="1561975" y="142443"/>
                  <a:pt x="1562464" y="138281"/>
                  <a:pt x="1562464" y="132129"/>
                </a:cubicBezTo>
                <a:lnTo>
                  <a:pt x="1562464" y="93806"/>
                </a:lnTo>
                <a:cubicBezTo>
                  <a:pt x="1562464" y="83021"/>
                  <a:pt x="1562138" y="76037"/>
                  <a:pt x="1561485" y="72855"/>
                </a:cubicBezTo>
                <a:cubicBezTo>
                  <a:pt x="1560977" y="70538"/>
                  <a:pt x="1560180" y="68927"/>
                  <a:pt x="1559091" y="68023"/>
                </a:cubicBezTo>
                <a:cubicBezTo>
                  <a:pt x="1558003" y="67119"/>
                  <a:pt x="1556516" y="66666"/>
                  <a:pt x="1554631" y="66666"/>
                </a:cubicBezTo>
                <a:cubicBezTo>
                  <a:pt x="1552600" y="66666"/>
                  <a:pt x="1550133" y="67209"/>
                  <a:pt x="1547232" y="68295"/>
                </a:cubicBezTo>
                <a:lnTo>
                  <a:pt x="1545709" y="64385"/>
                </a:lnTo>
                <a:lnTo>
                  <a:pt x="1575739" y="52226"/>
                </a:lnTo>
                <a:lnTo>
                  <a:pt x="1580526" y="52226"/>
                </a:lnTo>
                <a:close/>
                <a:moveTo>
                  <a:pt x="1647711" y="62671"/>
                </a:moveTo>
                <a:lnTo>
                  <a:pt x="1647711" y="128253"/>
                </a:lnTo>
                <a:cubicBezTo>
                  <a:pt x="1647711" y="137549"/>
                  <a:pt x="1648726" y="143431"/>
                  <a:pt x="1650757" y="145899"/>
                </a:cubicBezTo>
                <a:cubicBezTo>
                  <a:pt x="1653441" y="149096"/>
                  <a:pt x="1657032" y="150694"/>
                  <a:pt x="1661529" y="150694"/>
                </a:cubicBezTo>
                <a:lnTo>
                  <a:pt x="1670559" y="150694"/>
                </a:lnTo>
                <a:lnTo>
                  <a:pt x="1670559" y="154719"/>
                </a:lnTo>
                <a:lnTo>
                  <a:pt x="1611044" y="154719"/>
                </a:lnTo>
                <a:lnTo>
                  <a:pt x="1611044" y="150694"/>
                </a:lnTo>
                <a:lnTo>
                  <a:pt x="1615505" y="150694"/>
                </a:lnTo>
                <a:cubicBezTo>
                  <a:pt x="1618406" y="150694"/>
                  <a:pt x="1621054" y="149967"/>
                  <a:pt x="1623447" y="148514"/>
                </a:cubicBezTo>
                <a:cubicBezTo>
                  <a:pt x="1625841" y="147061"/>
                  <a:pt x="1627491" y="145100"/>
                  <a:pt x="1628398" y="142632"/>
                </a:cubicBezTo>
                <a:cubicBezTo>
                  <a:pt x="1629305" y="140163"/>
                  <a:pt x="1629758" y="135370"/>
                  <a:pt x="1629758" y="128253"/>
                </a:cubicBezTo>
                <a:lnTo>
                  <a:pt x="1629758" y="62671"/>
                </a:lnTo>
                <a:lnTo>
                  <a:pt x="1610391" y="62671"/>
                </a:lnTo>
                <a:lnTo>
                  <a:pt x="1610391" y="55055"/>
                </a:lnTo>
                <a:lnTo>
                  <a:pt x="1629758" y="55055"/>
                </a:lnTo>
                <a:lnTo>
                  <a:pt x="1629758" y="48499"/>
                </a:lnTo>
                <a:cubicBezTo>
                  <a:pt x="1629758" y="38523"/>
                  <a:pt x="1631354" y="30076"/>
                  <a:pt x="1634545" y="23158"/>
                </a:cubicBezTo>
                <a:cubicBezTo>
                  <a:pt x="1637737" y="16240"/>
                  <a:pt x="1642615" y="10651"/>
                  <a:pt x="1649179" y="6392"/>
                </a:cubicBezTo>
                <a:cubicBezTo>
                  <a:pt x="1655744" y="2131"/>
                  <a:pt x="1663125" y="0"/>
                  <a:pt x="1671321" y="0"/>
                </a:cubicBezTo>
                <a:cubicBezTo>
                  <a:pt x="1678937" y="0"/>
                  <a:pt x="1685937" y="2466"/>
                  <a:pt x="1692320" y="7399"/>
                </a:cubicBezTo>
                <a:cubicBezTo>
                  <a:pt x="1696527" y="10663"/>
                  <a:pt x="1698631" y="14326"/>
                  <a:pt x="1698631" y="18388"/>
                </a:cubicBezTo>
                <a:cubicBezTo>
                  <a:pt x="1698631" y="20564"/>
                  <a:pt x="1697688" y="22613"/>
                  <a:pt x="1695802" y="24535"/>
                </a:cubicBezTo>
                <a:cubicBezTo>
                  <a:pt x="1693916" y="26458"/>
                  <a:pt x="1691885" y="27419"/>
                  <a:pt x="1689709" y="27419"/>
                </a:cubicBezTo>
                <a:cubicBezTo>
                  <a:pt x="1688041" y="27419"/>
                  <a:pt x="1686282" y="26813"/>
                  <a:pt x="1684432" y="25603"/>
                </a:cubicBezTo>
                <a:cubicBezTo>
                  <a:pt x="1682582" y="24393"/>
                  <a:pt x="1680316" y="21789"/>
                  <a:pt x="1677632" y="17793"/>
                </a:cubicBezTo>
                <a:cubicBezTo>
                  <a:pt x="1674948" y="13797"/>
                  <a:pt x="1672482" y="11101"/>
                  <a:pt x="1670233" y="9707"/>
                </a:cubicBezTo>
                <a:cubicBezTo>
                  <a:pt x="1667984" y="8313"/>
                  <a:pt x="1665482" y="7616"/>
                  <a:pt x="1662726" y="7616"/>
                </a:cubicBezTo>
                <a:cubicBezTo>
                  <a:pt x="1659389" y="7616"/>
                  <a:pt x="1656560" y="8514"/>
                  <a:pt x="1654239" y="10309"/>
                </a:cubicBezTo>
                <a:cubicBezTo>
                  <a:pt x="1651918" y="12102"/>
                  <a:pt x="1650249" y="14883"/>
                  <a:pt x="1649234" y="18653"/>
                </a:cubicBezTo>
                <a:cubicBezTo>
                  <a:pt x="1648218" y="22423"/>
                  <a:pt x="1647711" y="32140"/>
                  <a:pt x="1647711" y="47806"/>
                </a:cubicBezTo>
                <a:lnTo>
                  <a:pt x="1647711" y="55055"/>
                </a:lnTo>
                <a:lnTo>
                  <a:pt x="1673388" y="55055"/>
                </a:lnTo>
                <a:lnTo>
                  <a:pt x="1673388" y="62671"/>
                </a:lnTo>
                <a:lnTo>
                  <a:pt x="1647711" y="6267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actCancellation">
            <a:extLst xmlns:a="http://schemas.openxmlformats.org/drawingml/2006/main">
              <a:ext uri="{FF2B5EF4-FFF2-40B4-BE49-F238E27FC236}">
                <a16:creationId xmlns:a16="http://schemas.microsoft.com/office/drawing/2014/main" id="{0D702FC4-F75C-4017-8940-48447646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681" y="2503459"/>
            <a:ext cx="1428560" cy="157984"/>
          </a:xfrm>
          <a:custGeom xmlns:a="http://schemas.openxmlformats.org/drawingml/2006/main">
            <a:pathLst>
              <a:path w="1428560" h="157984">
                <a:moveTo>
                  <a:pt x="55490" y="140357"/>
                </a:moveTo>
                <a:cubicBezTo>
                  <a:pt x="45262" y="148264"/>
                  <a:pt x="38843" y="152833"/>
                  <a:pt x="36232" y="154067"/>
                </a:cubicBezTo>
                <a:cubicBezTo>
                  <a:pt x="32315" y="155952"/>
                  <a:pt x="28144" y="156895"/>
                  <a:pt x="23719" y="156895"/>
                </a:cubicBezTo>
                <a:cubicBezTo>
                  <a:pt x="16828" y="156895"/>
                  <a:pt x="11152" y="154538"/>
                  <a:pt x="6691" y="149823"/>
                </a:cubicBezTo>
                <a:cubicBezTo>
                  <a:pt x="2230" y="145108"/>
                  <a:pt x="0" y="138907"/>
                  <a:pt x="0" y="131218"/>
                </a:cubicBezTo>
                <a:cubicBezTo>
                  <a:pt x="0" y="126358"/>
                  <a:pt x="1088" y="122151"/>
                  <a:pt x="3264" y="118596"/>
                </a:cubicBezTo>
                <a:cubicBezTo>
                  <a:pt x="6238" y="113664"/>
                  <a:pt x="11406" y="109022"/>
                  <a:pt x="18769" y="104670"/>
                </a:cubicBezTo>
                <a:cubicBezTo>
                  <a:pt x="26131" y="100317"/>
                  <a:pt x="38372" y="95022"/>
                  <a:pt x="55490" y="88784"/>
                </a:cubicBezTo>
                <a:lnTo>
                  <a:pt x="55490" y="84867"/>
                </a:lnTo>
                <a:cubicBezTo>
                  <a:pt x="55490" y="74930"/>
                  <a:pt x="53912" y="68111"/>
                  <a:pt x="50757" y="64412"/>
                </a:cubicBezTo>
                <a:cubicBezTo>
                  <a:pt x="47602" y="60713"/>
                  <a:pt x="43014" y="58863"/>
                  <a:pt x="36993" y="58863"/>
                </a:cubicBezTo>
                <a:cubicBezTo>
                  <a:pt x="32424" y="58863"/>
                  <a:pt x="28797" y="60092"/>
                  <a:pt x="26113" y="62549"/>
                </a:cubicBezTo>
                <a:cubicBezTo>
                  <a:pt x="23357" y="65006"/>
                  <a:pt x="21978" y="67825"/>
                  <a:pt x="21978" y="71005"/>
                </a:cubicBezTo>
                <a:lnTo>
                  <a:pt x="22196" y="77292"/>
                </a:lnTo>
                <a:cubicBezTo>
                  <a:pt x="22196" y="80615"/>
                  <a:pt x="21344" y="83180"/>
                  <a:pt x="19639" y="84986"/>
                </a:cubicBezTo>
                <a:cubicBezTo>
                  <a:pt x="17935" y="86793"/>
                  <a:pt x="15704" y="87696"/>
                  <a:pt x="12948" y="87696"/>
                </a:cubicBezTo>
                <a:cubicBezTo>
                  <a:pt x="10264" y="87696"/>
                  <a:pt x="8070" y="86757"/>
                  <a:pt x="6365" y="84877"/>
                </a:cubicBezTo>
                <a:cubicBezTo>
                  <a:pt x="4660" y="82996"/>
                  <a:pt x="3808" y="80428"/>
                  <a:pt x="3808" y="77173"/>
                </a:cubicBezTo>
                <a:cubicBezTo>
                  <a:pt x="3808" y="70955"/>
                  <a:pt x="7000" y="65243"/>
                  <a:pt x="13383" y="60036"/>
                </a:cubicBezTo>
                <a:cubicBezTo>
                  <a:pt x="19766" y="54829"/>
                  <a:pt x="28724" y="52226"/>
                  <a:pt x="40258" y="52226"/>
                </a:cubicBezTo>
                <a:cubicBezTo>
                  <a:pt x="49107" y="52226"/>
                  <a:pt x="56361" y="53711"/>
                  <a:pt x="62018" y="56680"/>
                </a:cubicBezTo>
                <a:cubicBezTo>
                  <a:pt x="66298" y="58926"/>
                  <a:pt x="69453" y="62441"/>
                  <a:pt x="71484" y="67224"/>
                </a:cubicBezTo>
                <a:cubicBezTo>
                  <a:pt x="72790" y="70338"/>
                  <a:pt x="73443" y="76714"/>
                  <a:pt x="73443" y="86350"/>
                </a:cubicBezTo>
                <a:lnTo>
                  <a:pt x="73443" y="120147"/>
                </a:lnTo>
                <a:cubicBezTo>
                  <a:pt x="73443" y="129638"/>
                  <a:pt x="73624" y="135452"/>
                  <a:pt x="73987" y="137590"/>
                </a:cubicBezTo>
                <a:cubicBezTo>
                  <a:pt x="74349" y="139727"/>
                  <a:pt x="74948" y="141159"/>
                  <a:pt x="75782" y="141884"/>
                </a:cubicBezTo>
                <a:cubicBezTo>
                  <a:pt x="76616" y="142607"/>
                  <a:pt x="77577" y="142969"/>
                  <a:pt x="78665" y="142969"/>
                </a:cubicBezTo>
                <a:cubicBezTo>
                  <a:pt x="79826" y="142969"/>
                  <a:pt x="80841" y="142715"/>
                  <a:pt x="81712" y="142207"/>
                </a:cubicBezTo>
                <a:cubicBezTo>
                  <a:pt x="83235" y="141264"/>
                  <a:pt x="86173" y="138616"/>
                  <a:pt x="90525" y="134264"/>
                </a:cubicBezTo>
                <a:lnTo>
                  <a:pt x="90525" y="140357"/>
                </a:lnTo>
                <a:cubicBezTo>
                  <a:pt x="82401" y="151238"/>
                  <a:pt x="74640" y="156678"/>
                  <a:pt x="67241" y="156678"/>
                </a:cubicBezTo>
                <a:cubicBezTo>
                  <a:pt x="63687" y="156678"/>
                  <a:pt x="60858" y="155445"/>
                  <a:pt x="58754" y="152979"/>
                </a:cubicBezTo>
                <a:cubicBezTo>
                  <a:pt x="56651" y="150512"/>
                  <a:pt x="55563" y="146305"/>
                  <a:pt x="55490" y="140357"/>
                </a:cubicBezTo>
                <a:moveTo>
                  <a:pt x="55490" y="133224"/>
                </a:moveTo>
                <a:lnTo>
                  <a:pt x="55490" y="95421"/>
                </a:lnTo>
                <a:cubicBezTo>
                  <a:pt x="44537" y="99753"/>
                  <a:pt x="37465" y="102822"/>
                  <a:pt x="34273" y="104629"/>
                </a:cubicBezTo>
                <a:cubicBezTo>
                  <a:pt x="28543" y="107807"/>
                  <a:pt x="24445" y="111129"/>
                  <a:pt x="21978" y="114594"/>
                </a:cubicBezTo>
                <a:cubicBezTo>
                  <a:pt x="19512" y="118060"/>
                  <a:pt x="18279" y="121851"/>
                  <a:pt x="18279" y="125968"/>
                </a:cubicBezTo>
                <a:cubicBezTo>
                  <a:pt x="18279" y="131168"/>
                  <a:pt x="19839" y="135483"/>
                  <a:pt x="22958" y="138912"/>
                </a:cubicBezTo>
                <a:cubicBezTo>
                  <a:pt x="26077" y="142342"/>
                  <a:pt x="29667" y="144057"/>
                  <a:pt x="33729" y="144057"/>
                </a:cubicBezTo>
                <a:cubicBezTo>
                  <a:pt x="39242" y="144057"/>
                  <a:pt x="46496" y="140446"/>
                  <a:pt x="55490" y="133224"/>
                </a:cubicBezTo>
                <a:close/>
                <a:moveTo>
                  <a:pt x="183944" y="116856"/>
                </a:moveTo>
                <a:cubicBezTo>
                  <a:pt x="181260" y="129985"/>
                  <a:pt x="176001" y="140085"/>
                  <a:pt x="168167" y="147158"/>
                </a:cubicBezTo>
                <a:cubicBezTo>
                  <a:pt x="160333" y="154230"/>
                  <a:pt x="151665" y="157766"/>
                  <a:pt x="142163" y="157766"/>
                </a:cubicBezTo>
                <a:cubicBezTo>
                  <a:pt x="130847" y="157766"/>
                  <a:pt x="120982" y="153020"/>
                  <a:pt x="112568" y="143530"/>
                </a:cubicBezTo>
                <a:cubicBezTo>
                  <a:pt x="104154" y="134036"/>
                  <a:pt x="99947" y="121210"/>
                  <a:pt x="99947" y="105050"/>
                </a:cubicBezTo>
                <a:cubicBezTo>
                  <a:pt x="99947" y="89398"/>
                  <a:pt x="104607" y="76682"/>
                  <a:pt x="113928" y="66901"/>
                </a:cubicBezTo>
                <a:cubicBezTo>
                  <a:pt x="123249" y="57118"/>
                  <a:pt x="134438" y="52226"/>
                  <a:pt x="147494" y="52226"/>
                </a:cubicBezTo>
                <a:cubicBezTo>
                  <a:pt x="157287" y="52226"/>
                  <a:pt x="165338" y="54811"/>
                  <a:pt x="171649" y="59982"/>
                </a:cubicBezTo>
                <a:cubicBezTo>
                  <a:pt x="177959" y="65150"/>
                  <a:pt x="181115" y="70518"/>
                  <a:pt x="181115" y="76085"/>
                </a:cubicBezTo>
                <a:cubicBezTo>
                  <a:pt x="181115" y="78832"/>
                  <a:pt x="180226" y="81056"/>
                  <a:pt x="178449" y="82756"/>
                </a:cubicBezTo>
                <a:cubicBezTo>
                  <a:pt x="176672" y="84453"/>
                  <a:pt x="174188" y="85302"/>
                  <a:pt x="170996" y="85302"/>
                </a:cubicBezTo>
                <a:cubicBezTo>
                  <a:pt x="166716" y="85302"/>
                  <a:pt x="163489" y="83924"/>
                  <a:pt x="161312" y="81168"/>
                </a:cubicBezTo>
                <a:cubicBezTo>
                  <a:pt x="160079" y="79645"/>
                  <a:pt x="159263" y="76743"/>
                  <a:pt x="158864" y="72464"/>
                </a:cubicBezTo>
                <a:cubicBezTo>
                  <a:pt x="158465" y="68184"/>
                  <a:pt x="156997" y="64920"/>
                  <a:pt x="154458" y="62671"/>
                </a:cubicBezTo>
                <a:cubicBezTo>
                  <a:pt x="151919" y="60495"/>
                  <a:pt x="148401" y="59407"/>
                  <a:pt x="143904" y="59407"/>
                </a:cubicBezTo>
                <a:cubicBezTo>
                  <a:pt x="136650" y="59407"/>
                  <a:pt x="130811" y="62091"/>
                  <a:pt x="126386" y="67459"/>
                </a:cubicBezTo>
                <a:cubicBezTo>
                  <a:pt x="120511" y="74567"/>
                  <a:pt x="117573" y="83960"/>
                  <a:pt x="117573" y="95639"/>
                </a:cubicBezTo>
                <a:cubicBezTo>
                  <a:pt x="117573" y="107535"/>
                  <a:pt x="120493" y="118034"/>
                  <a:pt x="126332" y="127138"/>
                </a:cubicBezTo>
                <a:cubicBezTo>
                  <a:pt x="132171" y="136241"/>
                  <a:pt x="140059" y="140792"/>
                  <a:pt x="149997" y="140792"/>
                </a:cubicBezTo>
                <a:cubicBezTo>
                  <a:pt x="157105" y="140792"/>
                  <a:pt x="163489" y="138363"/>
                  <a:pt x="169146" y="133503"/>
                </a:cubicBezTo>
                <a:cubicBezTo>
                  <a:pt x="173136" y="130166"/>
                  <a:pt x="177017" y="124109"/>
                  <a:pt x="180788" y="115332"/>
                </a:cubicBezTo>
                <a:lnTo>
                  <a:pt x="183944" y="116856"/>
                </a:lnTo>
                <a:close/>
                <a:moveTo>
                  <a:pt x="228510" y="22196"/>
                </a:moveTo>
                <a:lnTo>
                  <a:pt x="228510" y="55055"/>
                </a:lnTo>
                <a:lnTo>
                  <a:pt x="251794" y="55055"/>
                </a:lnTo>
                <a:lnTo>
                  <a:pt x="251794" y="62671"/>
                </a:lnTo>
                <a:lnTo>
                  <a:pt x="228510" y="62671"/>
                </a:lnTo>
                <a:lnTo>
                  <a:pt x="228510" y="127212"/>
                </a:lnTo>
                <a:cubicBezTo>
                  <a:pt x="228510" y="133661"/>
                  <a:pt x="229435" y="138009"/>
                  <a:pt x="231285" y="140255"/>
                </a:cubicBezTo>
                <a:cubicBezTo>
                  <a:pt x="233134" y="142499"/>
                  <a:pt x="235510" y="143621"/>
                  <a:pt x="238411" y="143621"/>
                </a:cubicBezTo>
                <a:cubicBezTo>
                  <a:pt x="240805" y="143621"/>
                  <a:pt x="243126" y="142878"/>
                  <a:pt x="245375" y="141391"/>
                </a:cubicBezTo>
                <a:cubicBezTo>
                  <a:pt x="247623" y="139904"/>
                  <a:pt x="249364" y="137710"/>
                  <a:pt x="250597" y="134808"/>
                </a:cubicBezTo>
                <a:lnTo>
                  <a:pt x="254841" y="134808"/>
                </a:lnTo>
                <a:cubicBezTo>
                  <a:pt x="252302" y="141937"/>
                  <a:pt x="248711" y="147329"/>
                  <a:pt x="244069" y="150983"/>
                </a:cubicBezTo>
                <a:cubicBezTo>
                  <a:pt x="239427" y="154634"/>
                  <a:pt x="234639" y="156460"/>
                  <a:pt x="229707" y="156460"/>
                </a:cubicBezTo>
                <a:cubicBezTo>
                  <a:pt x="226370" y="156460"/>
                  <a:pt x="223106" y="155534"/>
                  <a:pt x="219914" y="153682"/>
                </a:cubicBezTo>
                <a:cubicBezTo>
                  <a:pt x="216723" y="151830"/>
                  <a:pt x="214365" y="149181"/>
                  <a:pt x="212842" y="145733"/>
                </a:cubicBezTo>
                <a:cubicBezTo>
                  <a:pt x="211319" y="142283"/>
                  <a:pt x="210557" y="136963"/>
                  <a:pt x="210557" y="129773"/>
                </a:cubicBezTo>
                <a:lnTo>
                  <a:pt x="210557" y="62671"/>
                </a:lnTo>
                <a:lnTo>
                  <a:pt x="194781" y="62671"/>
                </a:lnTo>
                <a:lnTo>
                  <a:pt x="194781" y="59081"/>
                </a:lnTo>
                <a:cubicBezTo>
                  <a:pt x="198770" y="57480"/>
                  <a:pt x="202850" y="54770"/>
                  <a:pt x="207021" y="50951"/>
                </a:cubicBezTo>
                <a:cubicBezTo>
                  <a:pt x="211192" y="47131"/>
                  <a:pt x="214909" y="42602"/>
                  <a:pt x="218174" y="37364"/>
                </a:cubicBezTo>
                <a:cubicBezTo>
                  <a:pt x="219842" y="34601"/>
                  <a:pt x="222163" y="29545"/>
                  <a:pt x="225137" y="22196"/>
                </a:cubicBezTo>
                <a:lnTo>
                  <a:pt x="228510" y="22196"/>
                </a:lnTo>
                <a:close/>
                <a:moveTo>
                  <a:pt x="436393" y="3917"/>
                </a:moveTo>
                <a:lnTo>
                  <a:pt x="439766" y="53967"/>
                </a:lnTo>
                <a:lnTo>
                  <a:pt x="436393" y="53967"/>
                </a:lnTo>
                <a:cubicBezTo>
                  <a:pt x="431895" y="38913"/>
                  <a:pt x="425476" y="28078"/>
                  <a:pt x="417134" y="21462"/>
                </a:cubicBezTo>
                <a:cubicBezTo>
                  <a:pt x="408793" y="14843"/>
                  <a:pt x="398783" y="11533"/>
                  <a:pt x="387104" y="11533"/>
                </a:cubicBezTo>
                <a:cubicBezTo>
                  <a:pt x="377312" y="11533"/>
                  <a:pt x="368463" y="14020"/>
                  <a:pt x="360556" y="18993"/>
                </a:cubicBezTo>
                <a:cubicBezTo>
                  <a:pt x="352650" y="23964"/>
                  <a:pt x="346430" y="31894"/>
                  <a:pt x="341896" y="42784"/>
                </a:cubicBezTo>
                <a:cubicBezTo>
                  <a:pt x="337363" y="53673"/>
                  <a:pt x="335096" y="67213"/>
                  <a:pt x="335096" y="83402"/>
                </a:cubicBezTo>
                <a:cubicBezTo>
                  <a:pt x="335096" y="96757"/>
                  <a:pt x="337236" y="108336"/>
                  <a:pt x="341515" y="118137"/>
                </a:cubicBezTo>
                <a:cubicBezTo>
                  <a:pt x="345795" y="127937"/>
                  <a:pt x="352233" y="135450"/>
                  <a:pt x="360828" y="140677"/>
                </a:cubicBezTo>
                <a:cubicBezTo>
                  <a:pt x="369424" y="145904"/>
                  <a:pt x="379234" y="148518"/>
                  <a:pt x="390260" y="148518"/>
                </a:cubicBezTo>
                <a:cubicBezTo>
                  <a:pt x="399834" y="148518"/>
                  <a:pt x="408285" y="146468"/>
                  <a:pt x="415611" y="142370"/>
                </a:cubicBezTo>
                <a:cubicBezTo>
                  <a:pt x="422937" y="138272"/>
                  <a:pt x="430989" y="130130"/>
                  <a:pt x="439766" y="117944"/>
                </a:cubicBezTo>
                <a:lnTo>
                  <a:pt x="443138" y="120113"/>
                </a:lnTo>
                <a:cubicBezTo>
                  <a:pt x="435740" y="133208"/>
                  <a:pt x="427108" y="142794"/>
                  <a:pt x="417243" y="148871"/>
                </a:cubicBezTo>
                <a:cubicBezTo>
                  <a:pt x="407378" y="154946"/>
                  <a:pt x="395664" y="157984"/>
                  <a:pt x="382099" y="157984"/>
                </a:cubicBezTo>
                <a:cubicBezTo>
                  <a:pt x="357655" y="157984"/>
                  <a:pt x="338723" y="148929"/>
                  <a:pt x="325304" y="130820"/>
                </a:cubicBezTo>
                <a:cubicBezTo>
                  <a:pt x="315294" y="117349"/>
                  <a:pt x="310289" y="101486"/>
                  <a:pt x="310289" y="83232"/>
                </a:cubicBezTo>
                <a:cubicBezTo>
                  <a:pt x="310289" y="68527"/>
                  <a:pt x="313589" y="55019"/>
                  <a:pt x="320190" y="42706"/>
                </a:cubicBezTo>
                <a:cubicBezTo>
                  <a:pt x="326791" y="30393"/>
                  <a:pt x="335876" y="20850"/>
                  <a:pt x="347445" y="14077"/>
                </a:cubicBezTo>
                <a:cubicBezTo>
                  <a:pt x="359015" y="7303"/>
                  <a:pt x="371654" y="3917"/>
                  <a:pt x="385364" y="3917"/>
                </a:cubicBezTo>
                <a:cubicBezTo>
                  <a:pt x="396026" y="3917"/>
                  <a:pt x="406544" y="6528"/>
                  <a:pt x="416917" y="11751"/>
                </a:cubicBezTo>
                <a:cubicBezTo>
                  <a:pt x="419963" y="13347"/>
                  <a:pt x="422139" y="14145"/>
                  <a:pt x="423445" y="14145"/>
                </a:cubicBezTo>
                <a:cubicBezTo>
                  <a:pt x="425403" y="14145"/>
                  <a:pt x="427108" y="13455"/>
                  <a:pt x="428559" y="12077"/>
                </a:cubicBezTo>
                <a:cubicBezTo>
                  <a:pt x="430445" y="10119"/>
                  <a:pt x="431787" y="7399"/>
                  <a:pt x="432584" y="3917"/>
                </a:cubicBezTo>
                <a:lnTo>
                  <a:pt x="436393" y="3917"/>
                </a:lnTo>
                <a:close/>
                <a:moveTo>
                  <a:pt x="513186" y="140357"/>
                </a:moveTo>
                <a:cubicBezTo>
                  <a:pt x="502959" y="148264"/>
                  <a:pt x="496539" y="152833"/>
                  <a:pt x="493928" y="154067"/>
                </a:cubicBezTo>
                <a:cubicBezTo>
                  <a:pt x="490011" y="155952"/>
                  <a:pt x="485840" y="156895"/>
                  <a:pt x="481416" y="156895"/>
                </a:cubicBezTo>
                <a:cubicBezTo>
                  <a:pt x="474525" y="156895"/>
                  <a:pt x="468849" y="154538"/>
                  <a:pt x="464388" y="149823"/>
                </a:cubicBezTo>
                <a:cubicBezTo>
                  <a:pt x="459927" y="145108"/>
                  <a:pt x="457696" y="138907"/>
                  <a:pt x="457696" y="131218"/>
                </a:cubicBezTo>
                <a:cubicBezTo>
                  <a:pt x="457696" y="126358"/>
                  <a:pt x="458784" y="122151"/>
                  <a:pt x="460960" y="118596"/>
                </a:cubicBezTo>
                <a:cubicBezTo>
                  <a:pt x="463934" y="113664"/>
                  <a:pt x="469103" y="109022"/>
                  <a:pt x="476465" y="104670"/>
                </a:cubicBezTo>
                <a:cubicBezTo>
                  <a:pt x="483827" y="100317"/>
                  <a:pt x="496068" y="95022"/>
                  <a:pt x="513186" y="88784"/>
                </a:cubicBezTo>
                <a:lnTo>
                  <a:pt x="513186" y="84867"/>
                </a:lnTo>
                <a:cubicBezTo>
                  <a:pt x="513186" y="74930"/>
                  <a:pt x="511609" y="68111"/>
                  <a:pt x="508453" y="64412"/>
                </a:cubicBezTo>
                <a:cubicBezTo>
                  <a:pt x="505298" y="60713"/>
                  <a:pt x="500710" y="58863"/>
                  <a:pt x="494690" y="58863"/>
                </a:cubicBezTo>
                <a:cubicBezTo>
                  <a:pt x="490120" y="58863"/>
                  <a:pt x="486493" y="60092"/>
                  <a:pt x="483809" y="62549"/>
                </a:cubicBezTo>
                <a:cubicBezTo>
                  <a:pt x="481053" y="65006"/>
                  <a:pt x="479675" y="67825"/>
                  <a:pt x="479675" y="71005"/>
                </a:cubicBezTo>
                <a:lnTo>
                  <a:pt x="479892" y="77292"/>
                </a:lnTo>
                <a:cubicBezTo>
                  <a:pt x="479892" y="80615"/>
                  <a:pt x="479040" y="83180"/>
                  <a:pt x="477335" y="84986"/>
                </a:cubicBezTo>
                <a:cubicBezTo>
                  <a:pt x="475631" y="86793"/>
                  <a:pt x="473400" y="87696"/>
                  <a:pt x="470644" y="87696"/>
                </a:cubicBezTo>
                <a:cubicBezTo>
                  <a:pt x="467960" y="87696"/>
                  <a:pt x="465766" y="86757"/>
                  <a:pt x="464061" y="84877"/>
                </a:cubicBezTo>
                <a:cubicBezTo>
                  <a:pt x="462357" y="82996"/>
                  <a:pt x="461504" y="80428"/>
                  <a:pt x="461504" y="77173"/>
                </a:cubicBezTo>
                <a:cubicBezTo>
                  <a:pt x="461504" y="70955"/>
                  <a:pt x="464696" y="65243"/>
                  <a:pt x="471079" y="60036"/>
                </a:cubicBezTo>
                <a:cubicBezTo>
                  <a:pt x="477462" y="54829"/>
                  <a:pt x="486421" y="52226"/>
                  <a:pt x="497954" y="52226"/>
                </a:cubicBezTo>
                <a:cubicBezTo>
                  <a:pt x="506803" y="52226"/>
                  <a:pt x="514057" y="53711"/>
                  <a:pt x="519715" y="56680"/>
                </a:cubicBezTo>
                <a:cubicBezTo>
                  <a:pt x="523994" y="58926"/>
                  <a:pt x="527150" y="62441"/>
                  <a:pt x="529181" y="67224"/>
                </a:cubicBezTo>
                <a:cubicBezTo>
                  <a:pt x="530486" y="70338"/>
                  <a:pt x="531139" y="76714"/>
                  <a:pt x="531139" y="86350"/>
                </a:cubicBezTo>
                <a:lnTo>
                  <a:pt x="531139" y="120147"/>
                </a:lnTo>
                <a:cubicBezTo>
                  <a:pt x="531139" y="129638"/>
                  <a:pt x="531320" y="135452"/>
                  <a:pt x="531683" y="137590"/>
                </a:cubicBezTo>
                <a:cubicBezTo>
                  <a:pt x="532046" y="139727"/>
                  <a:pt x="532644" y="141159"/>
                  <a:pt x="533478" y="141884"/>
                </a:cubicBezTo>
                <a:cubicBezTo>
                  <a:pt x="534313" y="142607"/>
                  <a:pt x="535274" y="142969"/>
                  <a:pt x="536362" y="142969"/>
                </a:cubicBezTo>
                <a:cubicBezTo>
                  <a:pt x="537522" y="142969"/>
                  <a:pt x="538538" y="142715"/>
                  <a:pt x="539408" y="142207"/>
                </a:cubicBezTo>
                <a:cubicBezTo>
                  <a:pt x="540931" y="141264"/>
                  <a:pt x="543869" y="138616"/>
                  <a:pt x="548221" y="134264"/>
                </a:cubicBezTo>
                <a:lnTo>
                  <a:pt x="548221" y="140357"/>
                </a:lnTo>
                <a:cubicBezTo>
                  <a:pt x="540097" y="151238"/>
                  <a:pt x="532336" y="156678"/>
                  <a:pt x="524937" y="156678"/>
                </a:cubicBezTo>
                <a:cubicBezTo>
                  <a:pt x="521383" y="156678"/>
                  <a:pt x="518554" y="155445"/>
                  <a:pt x="516451" y="152979"/>
                </a:cubicBezTo>
                <a:cubicBezTo>
                  <a:pt x="514347" y="150512"/>
                  <a:pt x="513259" y="146305"/>
                  <a:pt x="513186" y="140357"/>
                </a:cubicBezTo>
                <a:moveTo>
                  <a:pt x="513186" y="133224"/>
                </a:moveTo>
                <a:lnTo>
                  <a:pt x="513186" y="95421"/>
                </a:lnTo>
                <a:cubicBezTo>
                  <a:pt x="502233" y="99753"/>
                  <a:pt x="495161" y="102822"/>
                  <a:pt x="491970" y="104629"/>
                </a:cubicBezTo>
                <a:cubicBezTo>
                  <a:pt x="486239" y="107807"/>
                  <a:pt x="482141" y="111129"/>
                  <a:pt x="479675" y="114594"/>
                </a:cubicBezTo>
                <a:cubicBezTo>
                  <a:pt x="477209" y="118060"/>
                  <a:pt x="475975" y="121851"/>
                  <a:pt x="475975" y="125968"/>
                </a:cubicBezTo>
                <a:cubicBezTo>
                  <a:pt x="475975" y="131168"/>
                  <a:pt x="477535" y="135483"/>
                  <a:pt x="480654" y="138912"/>
                </a:cubicBezTo>
                <a:cubicBezTo>
                  <a:pt x="483773" y="142342"/>
                  <a:pt x="487364" y="144057"/>
                  <a:pt x="491426" y="144057"/>
                </a:cubicBezTo>
                <a:cubicBezTo>
                  <a:pt x="496938" y="144057"/>
                  <a:pt x="504192" y="140446"/>
                  <a:pt x="513186" y="133224"/>
                </a:cubicBezTo>
                <a:close/>
                <a:moveTo>
                  <a:pt x="586041" y="73334"/>
                </a:moveTo>
                <a:cubicBezTo>
                  <a:pt x="597719" y="59262"/>
                  <a:pt x="608853" y="52226"/>
                  <a:pt x="619444" y="52226"/>
                </a:cubicBezTo>
                <a:cubicBezTo>
                  <a:pt x="624884" y="52226"/>
                  <a:pt x="629563" y="53584"/>
                  <a:pt x="633479" y="56299"/>
                </a:cubicBezTo>
                <a:cubicBezTo>
                  <a:pt x="637396" y="59013"/>
                  <a:pt x="640515" y="63482"/>
                  <a:pt x="642837" y="69706"/>
                </a:cubicBezTo>
                <a:cubicBezTo>
                  <a:pt x="644432" y="74047"/>
                  <a:pt x="645230" y="80705"/>
                  <a:pt x="645230" y="89682"/>
                </a:cubicBezTo>
                <a:lnTo>
                  <a:pt x="645230" y="132129"/>
                </a:lnTo>
                <a:cubicBezTo>
                  <a:pt x="645230" y="138426"/>
                  <a:pt x="645738" y="142697"/>
                  <a:pt x="646754" y="144941"/>
                </a:cubicBezTo>
                <a:cubicBezTo>
                  <a:pt x="647551" y="146749"/>
                  <a:pt x="648839" y="148161"/>
                  <a:pt x="650616" y="149174"/>
                </a:cubicBezTo>
                <a:cubicBezTo>
                  <a:pt x="652393" y="150187"/>
                  <a:pt x="655676" y="150694"/>
                  <a:pt x="660463" y="150694"/>
                </a:cubicBezTo>
                <a:lnTo>
                  <a:pt x="660463" y="154719"/>
                </a:lnTo>
                <a:lnTo>
                  <a:pt x="611175" y="154719"/>
                </a:lnTo>
                <a:lnTo>
                  <a:pt x="611175" y="150694"/>
                </a:lnTo>
                <a:lnTo>
                  <a:pt x="613242" y="150694"/>
                </a:lnTo>
                <a:cubicBezTo>
                  <a:pt x="617884" y="150694"/>
                  <a:pt x="621130" y="149990"/>
                  <a:pt x="622980" y="148582"/>
                </a:cubicBezTo>
                <a:cubicBezTo>
                  <a:pt x="624830" y="147175"/>
                  <a:pt x="626117" y="145100"/>
                  <a:pt x="626842" y="142360"/>
                </a:cubicBezTo>
                <a:cubicBezTo>
                  <a:pt x="627133" y="141276"/>
                  <a:pt x="627278" y="137884"/>
                  <a:pt x="627278" y="132183"/>
                </a:cubicBezTo>
                <a:lnTo>
                  <a:pt x="627278" y="91589"/>
                </a:lnTo>
                <a:cubicBezTo>
                  <a:pt x="627278" y="82570"/>
                  <a:pt x="626099" y="76021"/>
                  <a:pt x="623742" y="71943"/>
                </a:cubicBezTo>
                <a:cubicBezTo>
                  <a:pt x="621384" y="67865"/>
                  <a:pt x="617413" y="65826"/>
                  <a:pt x="611827" y="65826"/>
                </a:cubicBezTo>
                <a:cubicBezTo>
                  <a:pt x="603196" y="65826"/>
                  <a:pt x="594600" y="70518"/>
                  <a:pt x="586041" y="79900"/>
                </a:cubicBezTo>
                <a:lnTo>
                  <a:pt x="586041" y="132183"/>
                </a:lnTo>
                <a:cubicBezTo>
                  <a:pt x="586041" y="138895"/>
                  <a:pt x="586440" y="143044"/>
                  <a:pt x="587238" y="144631"/>
                </a:cubicBezTo>
                <a:cubicBezTo>
                  <a:pt x="588253" y="146723"/>
                  <a:pt x="589650" y="148257"/>
                  <a:pt x="591427" y="149232"/>
                </a:cubicBezTo>
                <a:cubicBezTo>
                  <a:pt x="593204" y="150206"/>
                  <a:pt x="596813" y="150694"/>
                  <a:pt x="602253" y="150694"/>
                </a:cubicBezTo>
                <a:lnTo>
                  <a:pt x="602253" y="154719"/>
                </a:lnTo>
                <a:lnTo>
                  <a:pt x="552964" y="154719"/>
                </a:lnTo>
                <a:lnTo>
                  <a:pt x="552964" y="150694"/>
                </a:lnTo>
                <a:lnTo>
                  <a:pt x="555141" y="150694"/>
                </a:lnTo>
                <a:cubicBezTo>
                  <a:pt x="560218" y="150694"/>
                  <a:pt x="563645" y="149410"/>
                  <a:pt x="565423" y="146841"/>
                </a:cubicBezTo>
                <a:cubicBezTo>
                  <a:pt x="567200" y="144271"/>
                  <a:pt x="568088" y="139367"/>
                  <a:pt x="568088" y="132129"/>
                </a:cubicBezTo>
                <a:lnTo>
                  <a:pt x="568088" y="95217"/>
                </a:lnTo>
                <a:cubicBezTo>
                  <a:pt x="568088" y="83276"/>
                  <a:pt x="567816" y="76003"/>
                  <a:pt x="567272" y="73399"/>
                </a:cubicBezTo>
                <a:cubicBezTo>
                  <a:pt x="566728" y="70792"/>
                  <a:pt x="565894" y="69018"/>
                  <a:pt x="564770" y="68077"/>
                </a:cubicBezTo>
                <a:cubicBezTo>
                  <a:pt x="563645" y="67137"/>
                  <a:pt x="562140" y="66666"/>
                  <a:pt x="560254" y="66666"/>
                </a:cubicBezTo>
                <a:cubicBezTo>
                  <a:pt x="558223" y="66666"/>
                  <a:pt x="555793" y="67209"/>
                  <a:pt x="552964" y="68295"/>
                </a:cubicBezTo>
                <a:lnTo>
                  <a:pt x="551332" y="64385"/>
                </a:lnTo>
                <a:lnTo>
                  <a:pt x="581362" y="52226"/>
                </a:lnTo>
                <a:lnTo>
                  <a:pt x="586041" y="52226"/>
                </a:lnTo>
                <a:lnTo>
                  <a:pt x="586041" y="73334"/>
                </a:lnTo>
                <a:close/>
                <a:moveTo>
                  <a:pt x="751496" y="116856"/>
                </a:moveTo>
                <a:cubicBezTo>
                  <a:pt x="748812" y="129985"/>
                  <a:pt x="743553" y="140085"/>
                  <a:pt x="735719" y="147158"/>
                </a:cubicBezTo>
                <a:cubicBezTo>
                  <a:pt x="727885" y="154230"/>
                  <a:pt x="719217" y="157766"/>
                  <a:pt x="709715" y="157766"/>
                </a:cubicBezTo>
                <a:cubicBezTo>
                  <a:pt x="698399" y="157766"/>
                  <a:pt x="688534" y="153020"/>
                  <a:pt x="680120" y="143530"/>
                </a:cubicBezTo>
                <a:cubicBezTo>
                  <a:pt x="671706" y="134036"/>
                  <a:pt x="667499" y="121210"/>
                  <a:pt x="667499" y="105050"/>
                </a:cubicBezTo>
                <a:cubicBezTo>
                  <a:pt x="667499" y="89398"/>
                  <a:pt x="672159" y="76682"/>
                  <a:pt x="681480" y="66901"/>
                </a:cubicBezTo>
                <a:cubicBezTo>
                  <a:pt x="690801" y="57118"/>
                  <a:pt x="701990" y="52226"/>
                  <a:pt x="715046" y="52226"/>
                </a:cubicBezTo>
                <a:cubicBezTo>
                  <a:pt x="724839" y="52226"/>
                  <a:pt x="732890" y="54811"/>
                  <a:pt x="739201" y="59982"/>
                </a:cubicBezTo>
                <a:cubicBezTo>
                  <a:pt x="745511" y="65150"/>
                  <a:pt x="748667" y="70518"/>
                  <a:pt x="748667" y="76085"/>
                </a:cubicBezTo>
                <a:cubicBezTo>
                  <a:pt x="748667" y="78832"/>
                  <a:pt x="747778" y="81056"/>
                  <a:pt x="746001" y="82756"/>
                </a:cubicBezTo>
                <a:cubicBezTo>
                  <a:pt x="744224" y="84453"/>
                  <a:pt x="741739" y="85302"/>
                  <a:pt x="738548" y="85302"/>
                </a:cubicBezTo>
                <a:cubicBezTo>
                  <a:pt x="734268" y="85302"/>
                  <a:pt x="731040" y="83924"/>
                  <a:pt x="728864" y="81168"/>
                </a:cubicBezTo>
                <a:cubicBezTo>
                  <a:pt x="727631" y="79645"/>
                  <a:pt x="726815" y="76743"/>
                  <a:pt x="726416" y="72464"/>
                </a:cubicBezTo>
                <a:cubicBezTo>
                  <a:pt x="726017" y="68184"/>
                  <a:pt x="724548" y="64920"/>
                  <a:pt x="722010" y="62671"/>
                </a:cubicBezTo>
                <a:cubicBezTo>
                  <a:pt x="719471" y="60495"/>
                  <a:pt x="715953" y="59407"/>
                  <a:pt x="711456" y="59407"/>
                </a:cubicBezTo>
                <a:cubicBezTo>
                  <a:pt x="704202" y="59407"/>
                  <a:pt x="698363" y="62091"/>
                  <a:pt x="693938" y="67459"/>
                </a:cubicBezTo>
                <a:cubicBezTo>
                  <a:pt x="688063" y="74567"/>
                  <a:pt x="685125" y="83960"/>
                  <a:pt x="685125" y="95639"/>
                </a:cubicBezTo>
                <a:cubicBezTo>
                  <a:pt x="685125" y="107535"/>
                  <a:pt x="688045" y="118034"/>
                  <a:pt x="693884" y="127138"/>
                </a:cubicBezTo>
                <a:cubicBezTo>
                  <a:pt x="699723" y="136241"/>
                  <a:pt x="707611" y="140792"/>
                  <a:pt x="717549" y="140792"/>
                </a:cubicBezTo>
                <a:cubicBezTo>
                  <a:pt x="724657" y="140792"/>
                  <a:pt x="731040" y="138363"/>
                  <a:pt x="736698" y="133503"/>
                </a:cubicBezTo>
                <a:cubicBezTo>
                  <a:pt x="740688" y="130166"/>
                  <a:pt x="744568" y="124109"/>
                  <a:pt x="748340" y="115332"/>
                </a:cubicBezTo>
                <a:lnTo>
                  <a:pt x="751496" y="116856"/>
                </a:lnTo>
                <a:close/>
                <a:moveTo>
                  <a:pt x="783875" y="92701"/>
                </a:moveTo>
                <a:cubicBezTo>
                  <a:pt x="783803" y="107464"/>
                  <a:pt x="787393" y="119044"/>
                  <a:pt x="794647" y="127440"/>
                </a:cubicBezTo>
                <a:cubicBezTo>
                  <a:pt x="801901" y="135834"/>
                  <a:pt x="810424" y="140031"/>
                  <a:pt x="820216" y="140031"/>
                </a:cubicBezTo>
                <a:cubicBezTo>
                  <a:pt x="826744" y="140031"/>
                  <a:pt x="832420" y="138236"/>
                  <a:pt x="837244" y="134645"/>
                </a:cubicBezTo>
                <a:cubicBezTo>
                  <a:pt x="842067" y="131055"/>
                  <a:pt x="846111" y="124907"/>
                  <a:pt x="849375" y="116203"/>
                </a:cubicBezTo>
                <a:lnTo>
                  <a:pt x="852748" y="118379"/>
                </a:lnTo>
                <a:cubicBezTo>
                  <a:pt x="851225" y="128316"/>
                  <a:pt x="846800" y="137365"/>
                  <a:pt x="839474" y="145525"/>
                </a:cubicBezTo>
                <a:cubicBezTo>
                  <a:pt x="832148" y="153686"/>
                  <a:pt x="822972" y="157766"/>
                  <a:pt x="811947" y="157766"/>
                </a:cubicBezTo>
                <a:cubicBezTo>
                  <a:pt x="799978" y="157766"/>
                  <a:pt x="789733" y="153116"/>
                  <a:pt x="781210" y="143815"/>
                </a:cubicBezTo>
                <a:cubicBezTo>
                  <a:pt x="772687" y="134512"/>
                  <a:pt x="768425" y="122007"/>
                  <a:pt x="768425" y="106298"/>
                </a:cubicBezTo>
                <a:cubicBezTo>
                  <a:pt x="768425" y="89288"/>
                  <a:pt x="772796" y="76025"/>
                  <a:pt x="781536" y="66506"/>
                </a:cubicBezTo>
                <a:cubicBezTo>
                  <a:pt x="790277" y="56986"/>
                  <a:pt x="801248" y="52226"/>
                  <a:pt x="814449" y="52226"/>
                </a:cubicBezTo>
                <a:cubicBezTo>
                  <a:pt x="825620" y="52226"/>
                  <a:pt x="834796" y="55898"/>
                  <a:pt x="841977" y="63242"/>
                </a:cubicBezTo>
                <a:cubicBezTo>
                  <a:pt x="849158" y="70584"/>
                  <a:pt x="852748" y="80404"/>
                  <a:pt x="852748" y="92701"/>
                </a:cubicBezTo>
                <a:lnTo>
                  <a:pt x="783875" y="92701"/>
                </a:lnTo>
                <a:moveTo>
                  <a:pt x="783875" y="86390"/>
                </a:moveTo>
                <a:lnTo>
                  <a:pt x="830008" y="86390"/>
                </a:lnTo>
                <a:cubicBezTo>
                  <a:pt x="829646" y="80007"/>
                  <a:pt x="828884" y="75510"/>
                  <a:pt x="827723" y="72899"/>
                </a:cubicBezTo>
                <a:cubicBezTo>
                  <a:pt x="825910" y="68837"/>
                  <a:pt x="823208" y="65645"/>
                  <a:pt x="819618" y="63324"/>
                </a:cubicBezTo>
                <a:cubicBezTo>
                  <a:pt x="816027" y="61003"/>
                  <a:pt x="812273" y="59842"/>
                  <a:pt x="808356" y="59842"/>
                </a:cubicBezTo>
                <a:cubicBezTo>
                  <a:pt x="802336" y="59842"/>
                  <a:pt x="796950" y="62182"/>
                  <a:pt x="792199" y="66860"/>
                </a:cubicBezTo>
                <a:cubicBezTo>
                  <a:pt x="787448" y="71539"/>
                  <a:pt x="784673" y="78049"/>
                  <a:pt x="783875" y="86390"/>
                </a:cubicBezTo>
                <a:close/>
                <a:moveTo>
                  <a:pt x="898770" y="0"/>
                </a:moveTo>
                <a:lnTo>
                  <a:pt x="898770" y="132102"/>
                </a:lnTo>
                <a:cubicBezTo>
                  <a:pt x="898770" y="138335"/>
                  <a:pt x="899223" y="142468"/>
                  <a:pt x="900130" y="144499"/>
                </a:cubicBezTo>
                <a:cubicBezTo>
                  <a:pt x="901036" y="146527"/>
                  <a:pt x="902433" y="148068"/>
                  <a:pt x="904319" y="149119"/>
                </a:cubicBezTo>
                <a:cubicBezTo>
                  <a:pt x="906205" y="150169"/>
                  <a:pt x="909723" y="150694"/>
                  <a:pt x="914873" y="150694"/>
                </a:cubicBezTo>
                <a:lnTo>
                  <a:pt x="914873" y="154719"/>
                </a:lnTo>
                <a:lnTo>
                  <a:pt x="866020" y="154719"/>
                </a:lnTo>
                <a:lnTo>
                  <a:pt x="866020" y="150694"/>
                </a:lnTo>
                <a:cubicBezTo>
                  <a:pt x="870589" y="150694"/>
                  <a:pt x="873708" y="150223"/>
                  <a:pt x="875377" y="149283"/>
                </a:cubicBezTo>
                <a:cubicBezTo>
                  <a:pt x="877045" y="148340"/>
                  <a:pt x="878351" y="146781"/>
                  <a:pt x="879294" y="144607"/>
                </a:cubicBezTo>
                <a:cubicBezTo>
                  <a:pt x="880237" y="142431"/>
                  <a:pt x="880708" y="138263"/>
                  <a:pt x="880708" y="132102"/>
                </a:cubicBezTo>
                <a:lnTo>
                  <a:pt x="880708" y="41641"/>
                </a:lnTo>
                <a:cubicBezTo>
                  <a:pt x="880708" y="30407"/>
                  <a:pt x="880454" y="23504"/>
                  <a:pt x="879947" y="20931"/>
                </a:cubicBezTo>
                <a:cubicBezTo>
                  <a:pt x="879439" y="18356"/>
                  <a:pt x="878623" y="16598"/>
                  <a:pt x="877498" y="15658"/>
                </a:cubicBezTo>
                <a:cubicBezTo>
                  <a:pt x="876374" y="14715"/>
                  <a:pt x="874942" y="14243"/>
                  <a:pt x="873201" y="14243"/>
                </a:cubicBezTo>
                <a:cubicBezTo>
                  <a:pt x="871315" y="14243"/>
                  <a:pt x="868921" y="14823"/>
                  <a:pt x="866020" y="15984"/>
                </a:cubicBezTo>
                <a:lnTo>
                  <a:pt x="864170" y="12176"/>
                </a:lnTo>
                <a:lnTo>
                  <a:pt x="893873" y="0"/>
                </a:lnTo>
                <a:lnTo>
                  <a:pt x="898770" y="0"/>
                </a:lnTo>
                <a:close/>
                <a:moveTo>
                  <a:pt x="961385" y="0"/>
                </a:moveTo>
                <a:lnTo>
                  <a:pt x="961385" y="132102"/>
                </a:lnTo>
                <a:cubicBezTo>
                  <a:pt x="961385" y="138335"/>
                  <a:pt x="961839" y="142468"/>
                  <a:pt x="962746" y="144499"/>
                </a:cubicBezTo>
                <a:cubicBezTo>
                  <a:pt x="963652" y="146527"/>
                  <a:pt x="965049" y="148068"/>
                  <a:pt x="966934" y="149119"/>
                </a:cubicBezTo>
                <a:cubicBezTo>
                  <a:pt x="968820" y="150169"/>
                  <a:pt x="972338" y="150694"/>
                  <a:pt x="977488" y="150694"/>
                </a:cubicBezTo>
                <a:lnTo>
                  <a:pt x="977488" y="154719"/>
                </a:lnTo>
                <a:lnTo>
                  <a:pt x="928635" y="154719"/>
                </a:lnTo>
                <a:lnTo>
                  <a:pt x="928635" y="150694"/>
                </a:lnTo>
                <a:cubicBezTo>
                  <a:pt x="933205" y="150694"/>
                  <a:pt x="936324" y="150223"/>
                  <a:pt x="937993" y="149283"/>
                </a:cubicBezTo>
                <a:cubicBezTo>
                  <a:pt x="939661" y="148340"/>
                  <a:pt x="940967" y="146781"/>
                  <a:pt x="941910" y="144607"/>
                </a:cubicBezTo>
                <a:cubicBezTo>
                  <a:pt x="942853" y="142431"/>
                  <a:pt x="943324" y="138263"/>
                  <a:pt x="943324" y="132102"/>
                </a:cubicBezTo>
                <a:lnTo>
                  <a:pt x="943324" y="41641"/>
                </a:lnTo>
                <a:cubicBezTo>
                  <a:pt x="943324" y="30407"/>
                  <a:pt x="943070" y="23504"/>
                  <a:pt x="942562" y="20931"/>
                </a:cubicBezTo>
                <a:cubicBezTo>
                  <a:pt x="942055" y="18356"/>
                  <a:pt x="941239" y="16598"/>
                  <a:pt x="940114" y="15658"/>
                </a:cubicBezTo>
                <a:cubicBezTo>
                  <a:pt x="938990" y="14715"/>
                  <a:pt x="937557" y="14243"/>
                  <a:pt x="935817" y="14243"/>
                </a:cubicBezTo>
                <a:cubicBezTo>
                  <a:pt x="933931" y="14243"/>
                  <a:pt x="931537" y="14823"/>
                  <a:pt x="928635" y="15984"/>
                </a:cubicBezTo>
                <a:lnTo>
                  <a:pt x="926786" y="12176"/>
                </a:lnTo>
                <a:lnTo>
                  <a:pt x="956489" y="0"/>
                </a:lnTo>
                <a:lnTo>
                  <a:pt x="961385" y="0"/>
                </a:lnTo>
                <a:close/>
                <a:moveTo>
                  <a:pt x="1046197" y="140357"/>
                </a:moveTo>
                <a:cubicBezTo>
                  <a:pt x="1035969" y="148264"/>
                  <a:pt x="1029550" y="152833"/>
                  <a:pt x="1026938" y="154067"/>
                </a:cubicBezTo>
                <a:cubicBezTo>
                  <a:pt x="1023021" y="155952"/>
                  <a:pt x="1018851" y="156895"/>
                  <a:pt x="1014426" y="156895"/>
                </a:cubicBezTo>
                <a:cubicBezTo>
                  <a:pt x="1007535" y="156895"/>
                  <a:pt x="1001859" y="154538"/>
                  <a:pt x="997398" y="149823"/>
                </a:cubicBezTo>
                <a:cubicBezTo>
                  <a:pt x="992937" y="145108"/>
                  <a:pt x="990707" y="138907"/>
                  <a:pt x="990707" y="131218"/>
                </a:cubicBezTo>
                <a:cubicBezTo>
                  <a:pt x="990707" y="126358"/>
                  <a:pt x="991795" y="122151"/>
                  <a:pt x="993971" y="118596"/>
                </a:cubicBezTo>
                <a:cubicBezTo>
                  <a:pt x="996945" y="113664"/>
                  <a:pt x="1002113" y="109022"/>
                  <a:pt x="1009475" y="104670"/>
                </a:cubicBezTo>
                <a:cubicBezTo>
                  <a:pt x="1016838" y="100317"/>
                  <a:pt x="1029078" y="95022"/>
                  <a:pt x="1046197" y="88784"/>
                </a:cubicBezTo>
                <a:lnTo>
                  <a:pt x="1046197" y="84867"/>
                </a:lnTo>
                <a:cubicBezTo>
                  <a:pt x="1046197" y="74930"/>
                  <a:pt x="1044619" y="68111"/>
                  <a:pt x="1041464" y="64412"/>
                </a:cubicBezTo>
                <a:cubicBezTo>
                  <a:pt x="1038308" y="60713"/>
                  <a:pt x="1033721" y="58863"/>
                  <a:pt x="1027700" y="58863"/>
                </a:cubicBezTo>
                <a:cubicBezTo>
                  <a:pt x="1023130" y="58863"/>
                  <a:pt x="1019503" y="60092"/>
                  <a:pt x="1016820" y="62549"/>
                </a:cubicBezTo>
                <a:cubicBezTo>
                  <a:pt x="1014063" y="65006"/>
                  <a:pt x="1012685" y="67825"/>
                  <a:pt x="1012685" y="71005"/>
                </a:cubicBezTo>
                <a:lnTo>
                  <a:pt x="1012903" y="77292"/>
                </a:lnTo>
                <a:cubicBezTo>
                  <a:pt x="1012903" y="80615"/>
                  <a:pt x="1012050" y="83180"/>
                  <a:pt x="1010346" y="84986"/>
                </a:cubicBezTo>
                <a:cubicBezTo>
                  <a:pt x="1008641" y="86793"/>
                  <a:pt x="1006411" y="87696"/>
                  <a:pt x="1003654" y="87696"/>
                </a:cubicBezTo>
                <a:cubicBezTo>
                  <a:pt x="1000971" y="87696"/>
                  <a:pt x="998776" y="86757"/>
                  <a:pt x="997072" y="84877"/>
                </a:cubicBezTo>
                <a:cubicBezTo>
                  <a:pt x="995367" y="82996"/>
                  <a:pt x="994515" y="80428"/>
                  <a:pt x="994515" y="77173"/>
                </a:cubicBezTo>
                <a:cubicBezTo>
                  <a:pt x="994515" y="70955"/>
                  <a:pt x="997706" y="65243"/>
                  <a:pt x="1004090" y="60036"/>
                </a:cubicBezTo>
                <a:cubicBezTo>
                  <a:pt x="1010473" y="54829"/>
                  <a:pt x="1019431" y="52226"/>
                  <a:pt x="1030964" y="52226"/>
                </a:cubicBezTo>
                <a:cubicBezTo>
                  <a:pt x="1039814" y="52226"/>
                  <a:pt x="1047067" y="53711"/>
                  <a:pt x="1052725" y="56680"/>
                </a:cubicBezTo>
                <a:cubicBezTo>
                  <a:pt x="1057005" y="58926"/>
                  <a:pt x="1060160" y="62441"/>
                  <a:pt x="1062191" y="67224"/>
                </a:cubicBezTo>
                <a:cubicBezTo>
                  <a:pt x="1063497" y="70338"/>
                  <a:pt x="1064149" y="76714"/>
                  <a:pt x="1064149" y="86350"/>
                </a:cubicBezTo>
                <a:lnTo>
                  <a:pt x="1064149" y="120147"/>
                </a:lnTo>
                <a:cubicBezTo>
                  <a:pt x="1064149" y="129638"/>
                  <a:pt x="1064331" y="135452"/>
                  <a:pt x="1064693" y="137590"/>
                </a:cubicBezTo>
                <a:cubicBezTo>
                  <a:pt x="1065056" y="139727"/>
                  <a:pt x="1065655" y="141159"/>
                  <a:pt x="1066489" y="141884"/>
                </a:cubicBezTo>
                <a:cubicBezTo>
                  <a:pt x="1067323" y="142607"/>
                  <a:pt x="1068284" y="142969"/>
                  <a:pt x="1069372" y="142969"/>
                </a:cubicBezTo>
                <a:cubicBezTo>
                  <a:pt x="1070533" y="142969"/>
                  <a:pt x="1071548" y="142715"/>
                  <a:pt x="1072419" y="142207"/>
                </a:cubicBezTo>
                <a:cubicBezTo>
                  <a:pt x="1073942" y="141264"/>
                  <a:pt x="1076880" y="138616"/>
                  <a:pt x="1081232" y="134264"/>
                </a:cubicBezTo>
                <a:lnTo>
                  <a:pt x="1081232" y="140357"/>
                </a:lnTo>
                <a:cubicBezTo>
                  <a:pt x="1073108" y="151238"/>
                  <a:pt x="1065346" y="156678"/>
                  <a:pt x="1057948" y="156678"/>
                </a:cubicBezTo>
                <a:cubicBezTo>
                  <a:pt x="1054393" y="156678"/>
                  <a:pt x="1051564" y="155445"/>
                  <a:pt x="1049461" y="152979"/>
                </a:cubicBezTo>
                <a:cubicBezTo>
                  <a:pt x="1047357" y="150512"/>
                  <a:pt x="1046269" y="146305"/>
                  <a:pt x="1046197" y="140357"/>
                </a:cubicBezTo>
                <a:moveTo>
                  <a:pt x="1046197" y="133224"/>
                </a:moveTo>
                <a:lnTo>
                  <a:pt x="1046197" y="95421"/>
                </a:lnTo>
                <a:cubicBezTo>
                  <a:pt x="1035244" y="99753"/>
                  <a:pt x="1028172" y="102822"/>
                  <a:pt x="1024980" y="104629"/>
                </a:cubicBezTo>
                <a:cubicBezTo>
                  <a:pt x="1019250" y="107807"/>
                  <a:pt x="1015151" y="111129"/>
                  <a:pt x="1012685" y="114594"/>
                </a:cubicBezTo>
                <a:cubicBezTo>
                  <a:pt x="1010219" y="118060"/>
                  <a:pt x="1008986" y="121851"/>
                  <a:pt x="1008986" y="125968"/>
                </a:cubicBezTo>
                <a:cubicBezTo>
                  <a:pt x="1008986" y="131168"/>
                  <a:pt x="1010545" y="135483"/>
                  <a:pt x="1013664" y="138912"/>
                </a:cubicBezTo>
                <a:cubicBezTo>
                  <a:pt x="1016783" y="142342"/>
                  <a:pt x="1020374" y="144057"/>
                  <a:pt x="1024436" y="144057"/>
                </a:cubicBezTo>
                <a:cubicBezTo>
                  <a:pt x="1029949" y="144057"/>
                  <a:pt x="1037202" y="140446"/>
                  <a:pt x="1046197" y="133224"/>
                </a:cubicBezTo>
                <a:close/>
                <a:moveTo>
                  <a:pt x="1118943" y="22196"/>
                </a:moveTo>
                <a:lnTo>
                  <a:pt x="1118943" y="55055"/>
                </a:lnTo>
                <a:lnTo>
                  <a:pt x="1142227" y="55055"/>
                </a:lnTo>
                <a:lnTo>
                  <a:pt x="1142227" y="62671"/>
                </a:lnTo>
                <a:lnTo>
                  <a:pt x="1118943" y="62671"/>
                </a:lnTo>
                <a:lnTo>
                  <a:pt x="1118943" y="127212"/>
                </a:lnTo>
                <a:cubicBezTo>
                  <a:pt x="1118943" y="133661"/>
                  <a:pt x="1119868" y="138009"/>
                  <a:pt x="1121718" y="140255"/>
                </a:cubicBezTo>
                <a:cubicBezTo>
                  <a:pt x="1123567" y="142499"/>
                  <a:pt x="1125943" y="143621"/>
                  <a:pt x="1128844" y="143621"/>
                </a:cubicBezTo>
                <a:cubicBezTo>
                  <a:pt x="1131238" y="143621"/>
                  <a:pt x="1133559" y="142878"/>
                  <a:pt x="1135808" y="141391"/>
                </a:cubicBezTo>
                <a:cubicBezTo>
                  <a:pt x="1138056" y="139904"/>
                  <a:pt x="1139797" y="137710"/>
                  <a:pt x="1141030" y="134808"/>
                </a:cubicBezTo>
                <a:lnTo>
                  <a:pt x="1145274" y="134808"/>
                </a:lnTo>
                <a:cubicBezTo>
                  <a:pt x="1142735" y="141937"/>
                  <a:pt x="1139144" y="147329"/>
                  <a:pt x="1134502" y="150983"/>
                </a:cubicBezTo>
                <a:cubicBezTo>
                  <a:pt x="1129860" y="154634"/>
                  <a:pt x="1125072" y="156460"/>
                  <a:pt x="1120140" y="156460"/>
                </a:cubicBezTo>
                <a:cubicBezTo>
                  <a:pt x="1116803" y="156460"/>
                  <a:pt x="1113539" y="155534"/>
                  <a:pt x="1110347" y="153682"/>
                </a:cubicBezTo>
                <a:cubicBezTo>
                  <a:pt x="1107156" y="151830"/>
                  <a:pt x="1104798" y="149181"/>
                  <a:pt x="1103275" y="145733"/>
                </a:cubicBezTo>
                <a:cubicBezTo>
                  <a:pt x="1101752" y="142283"/>
                  <a:pt x="1100990" y="136963"/>
                  <a:pt x="1100990" y="129773"/>
                </a:cubicBezTo>
                <a:lnTo>
                  <a:pt x="1100990" y="62671"/>
                </a:lnTo>
                <a:lnTo>
                  <a:pt x="1085214" y="62671"/>
                </a:lnTo>
                <a:lnTo>
                  <a:pt x="1085214" y="59081"/>
                </a:lnTo>
                <a:cubicBezTo>
                  <a:pt x="1089203" y="57480"/>
                  <a:pt x="1093283" y="54770"/>
                  <a:pt x="1097454" y="50951"/>
                </a:cubicBezTo>
                <a:cubicBezTo>
                  <a:pt x="1101625" y="47131"/>
                  <a:pt x="1105342" y="42602"/>
                  <a:pt x="1108607" y="37364"/>
                </a:cubicBezTo>
                <a:cubicBezTo>
                  <a:pt x="1110275" y="34601"/>
                  <a:pt x="1112596" y="29545"/>
                  <a:pt x="1115570" y="22196"/>
                </a:cubicBezTo>
                <a:lnTo>
                  <a:pt x="1118943" y="22196"/>
                </a:lnTo>
                <a:close/>
                <a:moveTo>
                  <a:pt x="1177968" y="0"/>
                </a:moveTo>
                <a:cubicBezTo>
                  <a:pt x="1181015" y="0"/>
                  <a:pt x="1183608" y="1076"/>
                  <a:pt x="1185748" y="3227"/>
                </a:cubicBezTo>
                <a:cubicBezTo>
                  <a:pt x="1187888" y="5376"/>
                  <a:pt x="1188958" y="7981"/>
                  <a:pt x="1188958" y="11044"/>
                </a:cubicBezTo>
                <a:cubicBezTo>
                  <a:pt x="1188958" y="14106"/>
                  <a:pt x="1187888" y="16731"/>
                  <a:pt x="1185748" y="18918"/>
                </a:cubicBezTo>
                <a:cubicBezTo>
                  <a:pt x="1183608" y="21103"/>
                  <a:pt x="1181015" y="22196"/>
                  <a:pt x="1177968" y="22196"/>
                </a:cubicBezTo>
                <a:cubicBezTo>
                  <a:pt x="1174922" y="22196"/>
                  <a:pt x="1172310" y="21103"/>
                  <a:pt x="1170134" y="18918"/>
                </a:cubicBezTo>
                <a:cubicBezTo>
                  <a:pt x="1167958" y="16731"/>
                  <a:pt x="1166870" y="14106"/>
                  <a:pt x="1166870" y="11044"/>
                </a:cubicBezTo>
                <a:cubicBezTo>
                  <a:pt x="1166870" y="7981"/>
                  <a:pt x="1167940" y="5376"/>
                  <a:pt x="1170080" y="3227"/>
                </a:cubicBezTo>
                <a:cubicBezTo>
                  <a:pt x="1172220" y="1076"/>
                  <a:pt x="1174849" y="0"/>
                  <a:pt x="1177968" y="0"/>
                </a:cubicBezTo>
                <a:moveTo>
                  <a:pt x="1186999" y="52226"/>
                </a:moveTo>
                <a:lnTo>
                  <a:pt x="1186999" y="132129"/>
                </a:lnTo>
                <a:cubicBezTo>
                  <a:pt x="1186999" y="138353"/>
                  <a:pt x="1187452" y="142497"/>
                  <a:pt x="1188359" y="144560"/>
                </a:cubicBezTo>
                <a:cubicBezTo>
                  <a:pt x="1189266" y="146623"/>
                  <a:pt x="1190608" y="148161"/>
                  <a:pt x="1192385" y="149174"/>
                </a:cubicBezTo>
                <a:cubicBezTo>
                  <a:pt x="1194162" y="150187"/>
                  <a:pt x="1197408" y="150694"/>
                  <a:pt x="1202123" y="150694"/>
                </a:cubicBezTo>
                <a:lnTo>
                  <a:pt x="1202123" y="154719"/>
                </a:lnTo>
                <a:lnTo>
                  <a:pt x="1153705" y="154719"/>
                </a:lnTo>
                <a:lnTo>
                  <a:pt x="1153705" y="150694"/>
                </a:lnTo>
                <a:cubicBezTo>
                  <a:pt x="1158565" y="150694"/>
                  <a:pt x="1161829" y="150223"/>
                  <a:pt x="1163497" y="149283"/>
                </a:cubicBezTo>
                <a:cubicBezTo>
                  <a:pt x="1165166" y="148342"/>
                  <a:pt x="1166489" y="146786"/>
                  <a:pt x="1167469" y="144614"/>
                </a:cubicBezTo>
                <a:cubicBezTo>
                  <a:pt x="1168448" y="142443"/>
                  <a:pt x="1168938" y="138281"/>
                  <a:pt x="1168938" y="132129"/>
                </a:cubicBezTo>
                <a:lnTo>
                  <a:pt x="1168938" y="93806"/>
                </a:lnTo>
                <a:cubicBezTo>
                  <a:pt x="1168938" y="83021"/>
                  <a:pt x="1168611" y="76037"/>
                  <a:pt x="1167958" y="72855"/>
                </a:cubicBezTo>
                <a:cubicBezTo>
                  <a:pt x="1167451" y="70538"/>
                  <a:pt x="1166653" y="68927"/>
                  <a:pt x="1165565" y="68023"/>
                </a:cubicBezTo>
                <a:cubicBezTo>
                  <a:pt x="1164477" y="67119"/>
                  <a:pt x="1162990" y="66666"/>
                  <a:pt x="1161104" y="66666"/>
                </a:cubicBezTo>
                <a:cubicBezTo>
                  <a:pt x="1159073" y="66666"/>
                  <a:pt x="1156606" y="67209"/>
                  <a:pt x="1153705" y="68295"/>
                </a:cubicBezTo>
                <a:lnTo>
                  <a:pt x="1152182" y="64385"/>
                </a:lnTo>
                <a:lnTo>
                  <a:pt x="1182212" y="52226"/>
                </a:lnTo>
                <a:lnTo>
                  <a:pt x="1186999" y="52226"/>
                </a:lnTo>
                <a:close/>
                <a:moveTo>
                  <a:pt x="1263976" y="52226"/>
                </a:moveTo>
                <a:cubicBezTo>
                  <a:pt x="1279064" y="52226"/>
                  <a:pt x="1291177" y="57951"/>
                  <a:pt x="1300317" y="69400"/>
                </a:cubicBezTo>
                <a:cubicBezTo>
                  <a:pt x="1308078" y="79181"/>
                  <a:pt x="1311959" y="90413"/>
                  <a:pt x="1311959" y="103095"/>
                </a:cubicBezTo>
                <a:cubicBezTo>
                  <a:pt x="1311959" y="112008"/>
                  <a:pt x="1309819" y="121030"/>
                  <a:pt x="1305540" y="130160"/>
                </a:cubicBezTo>
                <a:cubicBezTo>
                  <a:pt x="1301260" y="139288"/>
                  <a:pt x="1295366" y="146171"/>
                  <a:pt x="1287859" y="150809"/>
                </a:cubicBezTo>
                <a:cubicBezTo>
                  <a:pt x="1280351" y="155447"/>
                  <a:pt x="1271992" y="157766"/>
                  <a:pt x="1262780" y="157766"/>
                </a:cubicBezTo>
                <a:cubicBezTo>
                  <a:pt x="1247765" y="157766"/>
                  <a:pt x="1235832" y="151787"/>
                  <a:pt x="1226983" y="139830"/>
                </a:cubicBezTo>
                <a:cubicBezTo>
                  <a:pt x="1219512" y="129759"/>
                  <a:pt x="1215776" y="118456"/>
                  <a:pt x="1215776" y="105921"/>
                </a:cubicBezTo>
                <a:cubicBezTo>
                  <a:pt x="1215776" y="96790"/>
                  <a:pt x="1218043" y="87714"/>
                  <a:pt x="1222576" y="78693"/>
                </a:cubicBezTo>
                <a:cubicBezTo>
                  <a:pt x="1227110" y="69671"/>
                  <a:pt x="1233076" y="63004"/>
                  <a:pt x="1240475" y="58693"/>
                </a:cubicBezTo>
                <a:cubicBezTo>
                  <a:pt x="1247873" y="54382"/>
                  <a:pt x="1255707" y="52226"/>
                  <a:pt x="1263976" y="52226"/>
                </a:cubicBezTo>
                <a:moveTo>
                  <a:pt x="1260603" y="59407"/>
                </a:moveTo>
                <a:cubicBezTo>
                  <a:pt x="1256759" y="59407"/>
                  <a:pt x="1252897" y="60548"/>
                  <a:pt x="1249016" y="62831"/>
                </a:cubicBezTo>
                <a:cubicBezTo>
                  <a:pt x="1245135" y="65114"/>
                  <a:pt x="1241998" y="69117"/>
                  <a:pt x="1239604" y="74840"/>
                </a:cubicBezTo>
                <a:cubicBezTo>
                  <a:pt x="1237211" y="80564"/>
                  <a:pt x="1236014" y="87917"/>
                  <a:pt x="1236014" y="96900"/>
                </a:cubicBezTo>
                <a:cubicBezTo>
                  <a:pt x="1236014" y="111389"/>
                  <a:pt x="1238897" y="123887"/>
                  <a:pt x="1244664" y="134393"/>
                </a:cubicBezTo>
                <a:cubicBezTo>
                  <a:pt x="1250430" y="144898"/>
                  <a:pt x="1258028" y="150150"/>
                  <a:pt x="1267458" y="150150"/>
                </a:cubicBezTo>
                <a:cubicBezTo>
                  <a:pt x="1274494" y="150150"/>
                  <a:pt x="1280297" y="147252"/>
                  <a:pt x="1284867" y="141455"/>
                </a:cubicBezTo>
                <a:cubicBezTo>
                  <a:pt x="1289437" y="135659"/>
                  <a:pt x="1291721" y="125698"/>
                  <a:pt x="1291721" y="111572"/>
                </a:cubicBezTo>
                <a:cubicBezTo>
                  <a:pt x="1291721" y="93893"/>
                  <a:pt x="1287913" y="79982"/>
                  <a:pt x="1280297" y="69839"/>
                </a:cubicBezTo>
                <a:cubicBezTo>
                  <a:pt x="1275147" y="62884"/>
                  <a:pt x="1268582" y="59407"/>
                  <a:pt x="1260603" y="59407"/>
                </a:cubicBezTo>
                <a:close/>
                <a:moveTo>
                  <a:pt x="1354138" y="73334"/>
                </a:moveTo>
                <a:cubicBezTo>
                  <a:pt x="1365816" y="59262"/>
                  <a:pt x="1376951" y="52226"/>
                  <a:pt x="1387541" y="52226"/>
                </a:cubicBezTo>
                <a:cubicBezTo>
                  <a:pt x="1392981" y="52226"/>
                  <a:pt x="1397660" y="53584"/>
                  <a:pt x="1401577" y="56299"/>
                </a:cubicBezTo>
                <a:cubicBezTo>
                  <a:pt x="1405494" y="59013"/>
                  <a:pt x="1408613" y="63482"/>
                  <a:pt x="1410934" y="69706"/>
                </a:cubicBezTo>
                <a:cubicBezTo>
                  <a:pt x="1412530" y="74047"/>
                  <a:pt x="1413327" y="80705"/>
                  <a:pt x="1413327" y="89682"/>
                </a:cubicBezTo>
                <a:lnTo>
                  <a:pt x="1413327" y="132129"/>
                </a:lnTo>
                <a:cubicBezTo>
                  <a:pt x="1413327" y="138426"/>
                  <a:pt x="1413835" y="142697"/>
                  <a:pt x="1414851" y="144941"/>
                </a:cubicBezTo>
                <a:cubicBezTo>
                  <a:pt x="1415649" y="146749"/>
                  <a:pt x="1416936" y="148161"/>
                  <a:pt x="1418713" y="149174"/>
                </a:cubicBezTo>
                <a:cubicBezTo>
                  <a:pt x="1420490" y="150187"/>
                  <a:pt x="1423773" y="150694"/>
                  <a:pt x="1428560" y="150694"/>
                </a:cubicBezTo>
                <a:lnTo>
                  <a:pt x="1428560" y="154719"/>
                </a:lnTo>
                <a:lnTo>
                  <a:pt x="1379272" y="154719"/>
                </a:lnTo>
                <a:lnTo>
                  <a:pt x="1379272" y="150694"/>
                </a:lnTo>
                <a:lnTo>
                  <a:pt x="1381339" y="150694"/>
                </a:lnTo>
                <a:cubicBezTo>
                  <a:pt x="1385981" y="150694"/>
                  <a:pt x="1389227" y="149990"/>
                  <a:pt x="1391077" y="148582"/>
                </a:cubicBezTo>
                <a:cubicBezTo>
                  <a:pt x="1392927" y="147175"/>
                  <a:pt x="1394214" y="145100"/>
                  <a:pt x="1394940" y="142360"/>
                </a:cubicBezTo>
                <a:cubicBezTo>
                  <a:pt x="1395230" y="141276"/>
                  <a:pt x="1395375" y="137884"/>
                  <a:pt x="1395375" y="132183"/>
                </a:cubicBezTo>
                <a:lnTo>
                  <a:pt x="1395375" y="91589"/>
                </a:lnTo>
                <a:cubicBezTo>
                  <a:pt x="1395375" y="82570"/>
                  <a:pt x="1394196" y="76021"/>
                  <a:pt x="1391839" y="71943"/>
                </a:cubicBezTo>
                <a:cubicBezTo>
                  <a:pt x="1389481" y="67865"/>
                  <a:pt x="1385510" y="65826"/>
                  <a:pt x="1379925" y="65826"/>
                </a:cubicBezTo>
                <a:cubicBezTo>
                  <a:pt x="1371293" y="65826"/>
                  <a:pt x="1362697" y="70518"/>
                  <a:pt x="1354138" y="79900"/>
                </a:cubicBezTo>
                <a:lnTo>
                  <a:pt x="1354138" y="132183"/>
                </a:lnTo>
                <a:cubicBezTo>
                  <a:pt x="1354138" y="138895"/>
                  <a:pt x="1354537" y="143044"/>
                  <a:pt x="1355335" y="144631"/>
                </a:cubicBezTo>
                <a:cubicBezTo>
                  <a:pt x="1356350" y="146723"/>
                  <a:pt x="1357747" y="148257"/>
                  <a:pt x="1359524" y="149232"/>
                </a:cubicBezTo>
                <a:cubicBezTo>
                  <a:pt x="1361301" y="150206"/>
                  <a:pt x="1364910" y="150694"/>
                  <a:pt x="1370350" y="150694"/>
                </a:cubicBezTo>
                <a:lnTo>
                  <a:pt x="1370350" y="154719"/>
                </a:lnTo>
                <a:lnTo>
                  <a:pt x="1321062" y="154719"/>
                </a:lnTo>
                <a:lnTo>
                  <a:pt x="1321062" y="150694"/>
                </a:lnTo>
                <a:lnTo>
                  <a:pt x="1323238" y="150694"/>
                </a:lnTo>
                <a:cubicBezTo>
                  <a:pt x="1328315" y="150694"/>
                  <a:pt x="1331743" y="149410"/>
                  <a:pt x="1333520" y="146841"/>
                </a:cubicBezTo>
                <a:cubicBezTo>
                  <a:pt x="1335297" y="144271"/>
                  <a:pt x="1336185" y="139367"/>
                  <a:pt x="1336185" y="132129"/>
                </a:cubicBezTo>
                <a:lnTo>
                  <a:pt x="1336185" y="95217"/>
                </a:lnTo>
                <a:cubicBezTo>
                  <a:pt x="1336185" y="83276"/>
                  <a:pt x="1335913" y="76003"/>
                  <a:pt x="1335369" y="73399"/>
                </a:cubicBezTo>
                <a:cubicBezTo>
                  <a:pt x="1334825" y="70792"/>
                  <a:pt x="1333991" y="69018"/>
                  <a:pt x="1332867" y="68077"/>
                </a:cubicBezTo>
                <a:cubicBezTo>
                  <a:pt x="1331743" y="67137"/>
                  <a:pt x="1330237" y="66666"/>
                  <a:pt x="1328351" y="66666"/>
                </a:cubicBezTo>
                <a:cubicBezTo>
                  <a:pt x="1326320" y="66666"/>
                  <a:pt x="1323891" y="67209"/>
                  <a:pt x="1321062" y="68295"/>
                </a:cubicBezTo>
                <a:lnTo>
                  <a:pt x="1319430" y="64385"/>
                </a:lnTo>
                <a:lnTo>
                  <a:pt x="1349459" y="52226"/>
                </a:lnTo>
                <a:lnTo>
                  <a:pt x="1354138" y="52226"/>
                </a:lnTo>
                <a:lnTo>
                  <a:pt x="1354138" y="7333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44E02-B1B9-457F-AE33-B6E63024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56" y="6457575"/>
            <a:ext cx="2329481" cy="832448"/>
          </a:xfrm>
          <a:custGeom xmlns:a="http://schemas.openxmlformats.org/drawingml/2006/main">
            <a:pathLst>
              <a:path w="2329481" h="832448">
                <a:moveTo>
                  <a:pt x="0" y="832448"/>
                </a:moveTo>
                <a:lnTo>
                  <a:pt x="0" y="0"/>
                </a:lnTo>
                <a:lnTo>
                  <a:pt x="2329481" y="0"/>
                </a:lnTo>
                <a:lnTo>
                  <a:pt x="2329481" y="832448"/>
                </a:lnTo>
                <a:lnTo>
                  <a:pt x="0" y="832448"/>
                </a:lnTo>
                <a:close/>
              </a:path>
            </a:pathLst>
          </a:custGeom>
          <a:solidFill xmlns:a="http://schemas.openxmlformats.org/drawingml/2006/main">
            <a:srgbClr val="FDE69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45568-2C0F-42B0-B6D2-E0138B36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56" y="6457575"/>
            <a:ext cx="2329481" cy="832448"/>
          </a:xfrm>
          <a:custGeom xmlns:a="http://schemas.openxmlformats.org/drawingml/2006/main">
            <a:pathLst>
              <a:path w="2329481" h="832448" fill="none">
                <a:moveTo>
                  <a:pt x="0" y="832448"/>
                </a:moveTo>
                <a:lnTo>
                  <a:pt x="2329481" y="832448"/>
                </a:lnTo>
                <a:lnTo>
                  <a:pt x="2329481" y="0"/>
                </a:lnTo>
                <a:lnTo>
                  <a:pt x="0" y="0"/>
                </a:lnTo>
                <a:lnTo>
                  <a:pt x="0" y="8324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54" cap="flat">
            <a:solidFill>
              <a:srgbClr val="BF922D"/>
            </a:solidFill>
            <a:miter/>
          </a:ln>
        </p:spPr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8a0d4d3354a9e"/>
          <a:stretch xmlns:a="http://schemas.openxmlformats.org/drawingml/2006/main"/>
        </p:blipFill>
        <p:spPr>
          <a:xfrm xmlns:a="http://schemas.openxmlformats.org/drawingml/2006/main">
            <a:off x="1692907" y="6548194"/>
            <a:ext cx="340285" cy="248124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e368b57d943a6"/>
          <a:stretch xmlns:a="http://schemas.openxmlformats.org/drawingml/2006/main"/>
        </p:blipFill>
        <p:spPr>
          <a:xfrm xmlns:a="http://schemas.openxmlformats.org/drawingml/2006/main">
            <a:off x="2064558" y="6550063"/>
            <a:ext cx="340285" cy="248125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171d0a26449bb"/>
          <a:stretch xmlns:a="http://schemas.openxmlformats.org/drawingml/2006/main"/>
        </p:blipFill>
        <p:spPr>
          <a:xfrm xmlns:a="http://schemas.openxmlformats.org/drawingml/2006/main">
            <a:off x="2440122" y="6550019"/>
            <a:ext cx="340295" cy="248132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bab8f250241c7"/>
          <a:stretch xmlns:a="http://schemas.openxmlformats.org/drawingml/2006/main"/>
        </p:blipFill>
        <p:spPr>
          <a:xfrm xmlns:a="http://schemas.openxmlformats.org/drawingml/2006/main">
            <a:off x="3141579" y="6550583"/>
            <a:ext cx="340285" cy="248124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a60c825084a3d"/>
          <a:stretch xmlns:a="http://schemas.openxmlformats.org/drawingml/2006/main"/>
        </p:blipFill>
        <p:spPr>
          <a:xfrm xmlns:a="http://schemas.openxmlformats.org/drawingml/2006/main">
            <a:off x="3513225" y="6545619"/>
            <a:ext cx="340285" cy="248124"/>
          </a:xfrm>
          <a:prstGeom xmlns:a="http://schemas.openxmlformats.org/drawingml/2006/main" prst="rect">
            <a:avLst/>
          </a:prstGeom>
        </p:spPr>
      </p:pic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26DEE-C201-4523-8767-C584660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907" y="6934401"/>
            <a:ext cx="2161994" cy="280296"/>
          </a:xfrm>
          <a:custGeom xmlns:a="http://schemas.openxmlformats.org/drawingml/2006/main">
            <a:pathLst>
              <a:path w="2161994" h="280296">
                <a:moveTo>
                  <a:pt x="0" y="280296"/>
                </a:moveTo>
                <a:lnTo>
                  <a:pt x="0" y="0"/>
                </a:lnTo>
                <a:lnTo>
                  <a:pt x="2161994" y="0"/>
                </a:lnTo>
                <a:lnTo>
                  <a:pt x="2161994" y="280296"/>
                </a:lnTo>
                <a:lnTo>
                  <a:pt x="0" y="280296"/>
                </a:lnTo>
                <a:close/>
              </a:path>
            </a:pathLst>
          </a:custGeom>
          <a:solidFill xmlns:a="http://schemas.openxmlformats.org/drawingml/2006/main">
            <a:srgbClr val="FEDA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DC488-E26E-41DA-B03A-1FE64FF1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907" y="6934401"/>
            <a:ext cx="2161994" cy="280296"/>
          </a:xfrm>
          <a:custGeom xmlns:a="http://schemas.openxmlformats.org/drawingml/2006/main">
            <a:pathLst>
              <a:path w="2161994" h="280296" fill="none">
                <a:moveTo>
                  <a:pt x="0" y="280296"/>
                </a:moveTo>
                <a:lnTo>
                  <a:pt x="2161994" y="280296"/>
                </a:lnTo>
                <a:lnTo>
                  <a:pt x="2161994" y="0"/>
                </a:lnTo>
                <a:lnTo>
                  <a:pt x="0" y="0"/>
                </a:lnTo>
                <a:lnTo>
                  <a:pt x="0" y="2802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54" cap="flat">
            <a:solidFill>
              <a:srgbClr val="BF922D"/>
            </a:solidFill>
            <a:miter/>
          </a:ln>
        </p:spPr>
      </p:sp>
      <p:sp>
        <p:nvSpPr>
          <p:cNvPr id="48" name="Text CNNwithAttention">
            <a:extLst xmlns:a="http://schemas.openxmlformats.org/drawingml/2006/main">
              <a:ext uri="{FF2B5EF4-FFF2-40B4-BE49-F238E27FC236}">
                <a16:creationId xmlns:a16="http://schemas.microsoft.com/office/drawing/2014/main" id="{56417518-9476-409D-B897-0BDE6347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90" y="7013502"/>
            <a:ext cx="1475994" cy="129057"/>
          </a:xfrm>
          <a:custGeom xmlns:a="http://schemas.openxmlformats.org/drawingml/2006/main">
            <a:pathLst>
              <a:path w="1475994" h="129057">
                <a:moveTo>
                  <a:pt x="103014" y="3200"/>
                </a:moveTo>
                <a:lnTo>
                  <a:pt x="105770" y="44086"/>
                </a:lnTo>
                <a:lnTo>
                  <a:pt x="103014" y="44086"/>
                </a:lnTo>
                <a:cubicBezTo>
                  <a:pt x="99341" y="31788"/>
                  <a:pt x="94097" y="22937"/>
                  <a:pt x="87282" y="17532"/>
                </a:cubicBezTo>
                <a:cubicBezTo>
                  <a:pt x="80468" y="12125"/>
                  <a:pt x="72291" y="9422"/>
                  <a:pt x="62751" y="9422"/>
                </a:cubicBezTo>
                <a:cubicBezTo>
                  <a:pt x="54751" y="9422"/>
                  <a:pt x="47522" y="11453"/>
                  <a:pt x="41064" y="15515"/>
                </a:cubicBezTo>
                <a:cubicBezTo>
                  <a:pt x="34605" y="19576"/>
                  <a:pt x="29524" y="26055"/>
                  <a:pt x="25820" y="34950"/>
                </a:cubicBezTo>
                <a:cubicBezTo>
                  <a:pt x="22117" y="43846"/>
                  <a:pt x="20265" y="54906"/>
                  <a:pt x="20265" y="68131"/>
                </a:cubicBezTo>
                <a:cubicBezTo>
                  <a:pt x="20265" y="79041"/>
                  <a:pt x="22013" y="88500"/>
                  <a:pt x="25509" y="96507"/>
                </a:cubicBezTo>
                <a:cubicBezTo>
                  <a:pt x="29005" y="104512"/>
                  <a:pt x="34264" y="110649"/>
                  <a:pt x="41286" y="114919"/>
                </a:cubicBezTo>
                <a:cubicBezTo>
                  <a:pt x="48307" y="119189"/>
                  <a:pt x="56322" y="121324"/>
                  <a:pt x="65328" y="121324"/>
                </a:cubicBezTo>
                <a:cubicBezTo>
                  <a:pt x="73150" y="121324"/>
                  <a:pt x="80053" y="119650"/>
                  <a:pt x="86038" y="116302"/>
                </a:cubicBezTo>
                <a:cubicBezTo>
                  <a:pt x="92023" y="112954"/>
                  <a:pt x="98600" y="106303"/>
                  <a:pt x="105770" y="96348"/>
                </a:cubicBezTo>
                <a:lnTo>
                  <a:pt x="108525" y="98120"/>
                </a:lnTo>
                <a:cubicBezTo>
                  <a:pt x="102481" y="108818"/>
                  <a:pt x="95430" y="116649"/>
                  <a:pt x="87371" y="121613"/>
                </a:cubicBezTo>
                <a:cubicBezTo>
                  <a:pt x="79313" y="126576"/>
                  <a:pt x="69743" y="129057"/>
                  <a:pt x="58662" y="129057"/>
                </a:cubicBezTo>
                <a:cubicBezTo>
                  <a:pt x="38693" y="129057"/>
                  <a:pt x="23228" y="121660"/>
                  <a:pt x="12266" y="106867"/>
                </a:cubicBezTo>
                <a:cubicBezTo>
                  <a:pt x="4089" y="95862"/>
                  <a:pt x="0" y="82904"/>
                  <a:pt x="0" y="67992"/>
                </a:cubicBezTo>
                <a:cubicBezTo>
                  <a:pt x="0" y="55980"/>
                  <a:pt x="2696" y="44945"/>
                  <a:pt x="8088" y="34886"/>
                </a:cubicBezTo>
                <a:cubicBezTo>
                  <a:pt x="13480" y="24828"/>
                  <a:pt x="20902" y="17032"/>
                  <a:pt x="30353" y="11499"/>
                </a:cubicBezTo>
                <a:cubicBezTo>
                  <a:pt x="39804" y="5966"/>
                  <a:pt x="50130" y="3200"/>
                  <a:pt x="61329" y="3200"/>
                </a:cubicBezTo>
                <a:cubicBezTo>
                  <a:pt x="70039" y="3200"/>
                  <a:pt x="78631" y="5333"/>
                  <a:pt x="87105" y="9599"/>
                </a:cubicBezTo>
                <a:cubicBezTo>
                  <a:pt x="89593" y="10903"/>
                  <a:pt x="91371" y="11555"/>
                  <a:pt x="92437" y="11555"/>
                </a:cubicBezTo>
                <a:cubicBezTo>
                  <a:pt x="94037" y="11555"/>
                  <a:pt x="95430" y="10992"/>
                  <a:pt x="96615" y="9866"/>
                </a:cubicBezTo>
                <a:cubicBezTo>
                  <a:pt x="98156" y="8266"/>
                  <a:pt x="99252" y="6044"/>
                  <a:pt x="99904" y="3200"/>
                </a:cubicBezTo>
                <a:lnTo>
                  <a:pt x="103014" y="3200"/>
                </a:lnTo>
                <a:close/>
                <a:moveTo>
                  <a:pt x="113078" y="5866"/>
                </a:moveTo>
                <a:lnTo>
                  <a:pt x="145786" y="5866"/>
                </a:lnTo>
                <a:lnTo>
                  <a:pt x="219470" y="96259"/>
                </a:lnTo>
                <a:lnTo>
                  <a:pt x="219470" y="26754"/>
                </a:lnTo>
                <a:cubicBezTo>
                  <a:pt x="219470" y="19347"/>
                  <a:pt x="218640" y="14725"/>
                  <a:pt x="216981" y="12888"/>
                </a:cubicBezTo>
                <a:cubicBezTo>
                  <a:pt x="214788" y="10399"/>
                  <a:pt x="211322" y="9155"/>
                  <a:pt x="206582" y="9155"/>
                </a:cubicBezTo>
                <a:lnTo>
                  <a:pt x="202404" y="9155"/>
                </a:lnTo>
                <a:lnTo>
                  <a:pt x="202404" y="5866"/>
                </a:lnTo>
                <a:lnTo>
                  <a:pt x="244357" y="5866"/>
                </a:lnTo>
                <a:lnTo>
                  <a:pt x="244357" y="9155"/>
                </a:lnTo>
                <a:lnTo>
                  <a:pt x="240090" y="9155"/>
                </a:lnTo>
                <a:cubicBezTo>
                  <a:pt x="234994" y="9155"/>
                  <a:pt x="231380" y="10695"/>
                  <a:pt x="229247" y="13777"/>
                </a:cubicBezTo>
                <a:cubicBezTo>
                  <a:pt x="227943" y="15673"/>
                  <a:pt x="227291" y="19998"/>
                  <a:pt x="227291" y="26754"/>
                </a:cubicBezTo>
                <a:lnTo>
                  <a:pt x="227291" y="128346"/>
                </a:lnTo>
                <a:lnTo>
                  <a:pt x="224091" y="128346"/>
                </a:lnTo>
                <a:lnTo>
                  <a:pt x="144631" y="31287"/>
                </a:lnTo>
                <a:lnTo>
                  <a:pt x="144631" y="105503"/>
                </a:lnTo>
                <a:cubicBezTo>
                  <a:pt x="144631" y="112910"/>
                  <a:pt x="145431" y="117532"/>
                  <a:pt x="147031" y="119369"/>
                </a:cubicBezTo>
                <a:cubicBezTo>
                  <a:pt x="149282" y="121857"/>
                  <a:pt x="152749" y="123102"/>
                  <a:pt x="157430" y="123102"/>
                </a:cubicBezTo>
                <a:lnTo>
                  <a:pt x="161696" y="123102"/>
                </a:lnTo>
                <a:lnTo>
                  <a:pt x="161696" y="126390"/>
                </a:lnTo>
                <a:lnTo>
                  <a:pt x="119744" y="126390"/>
                </a:lnTo>
                <a:lnTo>
                  <a:pt x="119744" y="123102"/>
                </a:lnTo>
                <a:lnTo>
                  <a:pt x="123921" y="123102"/>
                </a:lnTo>
                <a:cubicBezTo>
                  <a:pt x="129076" y="123102"/>
                  <a:pt x="132720" y="121561"/>
                  <a:pt x="134854" y="118480"/>
                </a:cubicBezTo>
                <a:cubicBezTo>
                  <a:pt x="136157" y="116584"/>
                  <a:pt x="136809" y="112258"/>
                  <a:pt x="136809" y="105503"/>
                </a:cubicBezTo>
                <a:lnTo>
                  <a:pt x="136809" y="21687"/>
                </a:lnTo>
                <a:cubicBezTo>
                  <a:pt x="133313" y="17599"/>
                  <a:pt x="130661" y="14903"/>
                  <a:pt x="128854" y="13599"/>
                </a:cubicBezTo>
                <a:cubicBezTo>
                  <a:pt x="127047" y="12295"/>
                  <a:pt x="124395" y="11081"/>
                  <a:pt x="120899" y="9955"/>
                </a:cubicBezTo>
                <a:cubicBezTo>
                  <a:pt x="119181" y="9422"/>
                  <a:pt x="116574" y="9155"/>
                  <a:pt x="113078" y="9155"/>
                </a:cubicBezTo>
                <a:lnTo>
                  <a:pt x="113078" y="5866"/>
                </a:lnTo>
                <a:close/>
                <a:moveTo>
                  <a:pt x="244504" y="5866"/>
                </a:moveTo>
                <a:lnTo>
                  <a:pt x="277213" y="5866"/>
                </a:lnTo>
                <a:lnTo>
                  <a:pt x="350896" y="96259"/>
                </a:lnTo>
                <a:lnTo>
                  <a:pt x="350896" y="26754"/>
                </a:lnTo>
                <a:cubicBezTo>
                  <a:pt x="350896" y="19347"/>
                  <a:pt x="350067" y="14725"/>
                  <a:pt x="348408" y="12888"/>
                </a:cubicBezTo>
                <a:cubicBezTo>
                  <a:pt x="346215" y="10399"/>
                  <a:pt x="342749" y="9155"/>
                  <a:pt x="338008" y="9155"/>
                </a:cubicBezTo>
                <a:lnTo>
                  <a:pt x="333831" y="9155"/>
                </a:lnTo>
                <a:lnTo>
                  <a:pt x="333831" y="5866"/>
                </a:lnTo>
                <a:lnTo>
                  <a:pt x="375783" y="5866"/>
                </a:lnTo>
                <a:lnTo>
                  <a:pt x="375783" y="9155"/>
                </a:lnTo>
                <a:lnTo>
                  <a:pt x="371517" y="9155"/>
                </a:lnTo>
                <a:cubicBezTo>
                  <a:pt x="366421" y="9155"/>
                  <a:pt x="362806" y="10695"/>
                  <a:pt x="360673" y="13777"/>
                </a:cubicBezTo>
                <a:cubicBezTo>
                  <a:pt x="359370" y="15673"/>
                  <a:pt x="358718" y="19998"/>
                  <a:pt x="358718" y="26754"/>
                </a:cubicBezTo>
                <a:lnTo>
                  <a:pt x="358718" y="128346"/>
                </a:lnTo>
                <a:lnTo>
                  <a:pt x="355518" y="128346"/>
                </a:lnTo>
                <a:lnTo>
                  <a:pt x="276057" y="31287"/>
                </a:lnTo>
                <a:lnTo>
                  <a:pt x="276057" y="105503"/>
                </a:lnTo>
                <a:cubicBezTo>
                  <a:pt x="276057" y="112910"/>
                  <a:pt x="276857" y="117532"/>
                  <a:pt x="278457" y="119369"/>
                </a:cubicBezTo>
                <a:cubicBezTo>
                  <a:pt x="280709" y="121857"/>
                  <a:pt x="284175" y="123102"/>
                  <a:pt x="288857" y="123102"/>
                </a:cubicBezTo>
                <a:lnTo>
                  <a:pt x="293123" y="123102"/>
                </a:lnTo>
                <a:lnTo>
                  <a:pt x="293123" y="126390"/>
                </a:lnTo>
                <a:lnTo>
                  <a:pt x="251170" y="126390"/>
                </a:lnTo>
                <a:lnTo>
                  <a:pt x="251170" y="123102"/>
                </a:lnTo>
                <a:lnTo>
                  <a:pt x="255348" y="123102"/>
                </a:lnTo>
                <a:cubicBezTo>
                  <a:pt x="260503" y="123102"/>
                  <a:pt x="264147" y="121561"/>
                  <a:pt x="266280" y="118480"/>
                </a:cubicBezTo>
                <a:cubicBezTo>
                  <a:pt x="267584" y="116584"/>
                  <a:pt x="268236" y="112258"/>
                  <a:pt x="268236" y="105503"/>
                </a:cubicBezTo>
                <a:lnTo>
                  <a:pt x="268236" y="21687"/>
                </a:lnTo>
                <a:cubicBezTo>
                  <a:pt x="264740" y="17599"/>
                  <a:pt x="262088" y="14903"/>
                  <a:pt x="260281" y="13599"/>
                </a:cubicBezTo>
                <a:cubicBezTo>
                  <a:pt x="258474" y="12295"/>
                  <a:pt x="255822" y="11081"/>
                  <a:pt x="252326" y="9955"/>
                </a:cubicBezTo>
                <a:cubicBezTo>
                  <a:pt x="250608" y="9422"/>
                  <a:pt x="248000" y="9155"/>
                  <a:pt x="244504" y="9155"/>
                </a:cubicBezTo>
                <a:lnTo>
                  <a:pt x="244504" y="5866"/>
                </a:lnTo>
                <a:close/>
                <a:moveTo>
                  <a:pt x="420896" y="44974"/>
                </a:moveTo>
                <a:lnTo>
                  <a:pt x="455027" y="44974"/>
                </a:lnTo>
                <a:lnTo>
                  <a:pt x="455027" y="48263"/>
                </a:lnTo>
                <a:cubicBezTo>
                  <a:pt x="451886" y="48500"/>
                  <a:pt x="449827" y="49063"/>
                  <a:pt x="448849" y="49952"/>
                </a:cubicBezTo>
                <a:cubicBezTo>
                  <a:pt x="447872" y="50841"/>
                  <a:pt x="447383" y="52115"/>
                  <a:pt x="447383" y="53774"/>
                </a:cubicBezTo>
                <a:cubicBezTo>
                  <a:pt x="447383" y="55611"/>
                  <a:pt x="447886" y="57833"/>
                  <a:pt x="448894" y="60440"/>
                </a:cubicBezTo>
                <a:lnTo>
                  <a:pt x="466315" y="107281"/>
                </a:lnTo>
                <a:lnTo>
                  <a:pt x="483824" y="69150"/>
                </a:lnTo>
                <a:lnTo>
                  <a:pt x="479202" y="57151"/>
                </a:lnTo>
                <a:cubicBezTo>
                  <a:pt x="477780" y="53596"/>
                  <a:pt x="475914" y="51137"/>
                  <a:pt x="473603" y="49774"/>
                </a:cubicBezTo>
                <a:cubicBezTo>
                  <a:pt x="472299" y="48944"/>
                  <a:pt x="469870" y="48441"/>
                  <a:pt x="466315" y="48263"/>
                </a:cubicBezTo>
                <a:lnTo>
                  <a:pt x="466315" y="44974"/>
                </a:lnTo>
                <a:lnTo>
                  <a:pt x="505067" y="44974"/>
                </a:lnTo>
                <a:lnTo>
                  <a:pt x="505067" y="48263"/>
                </a:lnTo>
                <a:cubicBezTo>
                  <a:pt x="500801" y="48441"/>
                  <a:pt x="497779" y="49211"/>
                  <a:pt x="496001" y="50574"/>
                </a:cubicBezTo>
                <a:cubicBezTo>
                  <a:pt x="494816" y="51522"/>
                  <a:pt x="494224" y="53033"/>
                  <a:pt x="494224" y="55107"/>
                </a:cubicBezTo>
                <a:cubicBezTo>
                  <a:pt x="494224" y="56292"/>
                  <a:pt x="494461" y="57507"/>
                  <a:pt x="494935" y="58751"/>
                </a:cubicBezTo>
                <a:lnTo>
                  <a:pt x="513422" y="105503"/>
                </a:lnTo>
                <a:lnTo>
                  <a:pt x="530576" y="60440"/>
                </a:lnTo>
                <a:cubicBezTo>
                  <a:pt x="531761" y="57240"/>
                  <a:pt x="532354" y="54692"/>
                  <a:pt x="532354" y="52796"/>
                </a:cubicBezTo>
                <a:cubicBezTo>
                  <a:pt x="532354" y="51670"/>
                  <a:pt x="531776" y="50663"/>
                  <a:pt x="530621" y="49774"/>
                </a:cubicBezTo>
                <a:cubicBezTo>
                  <a:pt x="529465" y="48885"/>
                  <a:pt x="527199" y="48382"/>
                  <a:pt x="523821" y="48263"/>
                </a:cubicBezTo>
                <a:lnTo>
                  <a:pt x="523821" y="44974"/>
                </a:lnTo>
                <a:lnTo>
                  <a:pt x="549508" y="44974"/>
                </a:lnTo>
                <a:lnTo>
                  <a:pt x="549508" y="48263"/>
                </a:lnTo>
                <a:cubicBezTo>
                  <a:pt x="544353" y="49033"/>
                  <a:pt x="540561" y="52529"/>
                  <a:pt x="538131" y="58751"/>
                </a:cubicBezTo>
                <a:lnTo>
                  <a:pt x="510933" y="128879"/>
                </a:lnTo>
                <a:lnTo>
                  <a:pt x="507289" y="128879"/>
                </a:lnTo>
                <a:lnTo>
                  <a:pt x="486935" y="76883"/>
                </a:lnTo>
                <a:lnTo>
                  <a:pt x="463204" y="128879"/>
                </a:lnTo>
                <a:lnTo>
                  <a:pt x="459915" y="128879"/>
                </a:lnTo>
                <a:lnTo>
                  <a:pt x="433784" y="60440"/>
                </a:lnTo>
                <a:cubicBezTo>
                  <a:pt x="432065" y="56114"/>
                  <a:pt x="430377" y="53196"/>
                  <a:pt x="428717" y="51685"/>
                </a:cubicBezTo>
                <a:cubicBezTo>
                  <a:pt x="427058" y="50174"/>
                  <a:pt x="424451" y="49033"/>
                  <a:pt x="420896" y="48263"/>
                </a:cubicBezTo>
                <a:lnTo>
                  <a:pt x="420896" y="44974"/>
                </a:lnTo>
                <a:close/>
                <a:moveTo>
                  <a:pt x="577564" y="0"/>
                </a:moveTo>
                <a:cubicBezTo>
                  <a:pt x="580053" y="0"/>
                  <a:pt x="582171" y="879"/>
                  <a:pt x="583919" y="2636"/>
                </a:cubicBezTo>
                <a:cubicBezTo>
                  <a:pt x="585667" y="4391"/>
                  <a:pt x="586541" y="6520"/>
                  <a:pt x="586541" y="9022"/>
                </a:cubicBezTo>
                <a:cubicBezTo>
                  <a:pt x="586541" y="11523"/>
                  <a:pt x="585667" y="13667"/>
                  <a:pt x="583919" y="15454"/>
                </a:cubicBezTo>
                <a:cubicBezTo>
                  <a:pt x="582171" y="17239"/>
                  <a:pt x="580053" y="18132"/>
                  <a:pt x="577564" y="18132"/>
                </a:cubicBezTo>
                <a:cubicBezTo>
                  <a:pt x="575075" y="18132"/>
                  <a:pt x="572942" y="17239"/>
                  <a:pt x="571165" y="15454"/>
                </a:cubicBezTo>
                <a:cubicBezTo>
                  <a:pt x="569387" y="13667"/>
                  <a:pt x="568498" y="11523"/>
                  <a:pt x="568498" y="9022"/>
                </a:cubicBezTo>
                <a:cubicBezTo>
                  <a:pt x="568498" y="6520"/>
                  <a:pt x="569372" y="4391"/>
                  <a:pt x="571120" y="2636"/>
                </a:cubicBezTo>
                <a:cubicBezTo>
                  <a:pt x="572868" y="879"/>
                  <a:pt x="575016" y="0"/>
                  <a:pt x="577564" y="0"/>
                </a:cubicBezTo>
                <a:moveTo>
                  <a:pt x="584941" y="42663"/>
                </a:moveTo>
                <a:lnTo>
                  <a:pt x="584941" y="107936"/>
                </a:lnTo>
                <a:cubicBezTo>
                  <a:pt x="584941" y="113021"/>
                  <a:pt x="585312" y="116406"/>
                  <a:pt x="586052" y="118091"/>
                </a:cubicBezTo>
                <a:cubicBezTo>
                  <a:pt x="586793" y="119776"/>
                  <a:pt x="587889" y="121033"/>
                  <a:pt x="589341" y="121860"/>
                </a:cubicBezTo>
                <a:cubicBezTo>
                  <a:pt x="590793" y="122688"/>
                  <a:pt x="593444" y="123102"/>
                  <a:pt x="597296" y="123102"/>
                </a:cubicBezTo>
                <a:lnTo>
                  <a:pt x="597296" y="126390"/>
                </a:lnTo>
                <a:lnTo>
                  <a:pt x="557743" y="126390"/>
                </a:lnTo>
                <a:lnTo>
                  <a:pt x="557743" y="123102"/>
                </a:lnTo>
                <a:cubicBezTo>
                  <a:pt x="561713" y="123102"/>
                  <a:pt x="564380" y="122718"/>
                  <a:pt x="565743" y="121949"/>
                </a:cubicBezTo>
                <a:cubicBezTo>
                  <a:pt x="567106" y="121181"/>
                  <a:pt x="568187" y="119909"/>
                  <a:pt x="568987" y="118136"/>
                </a:cubicBezTo>
                <a:cubicBezTo>
                  <a:pt x="569787" y="116362"/>
                  <a:pt x="570187" y="112962"/>
                  <a:pt x="570187" y="107936"/>
                </a:cubicBezTo>
                <a:lnTo>
                  <a:pt x="570187" y="76630"/>
                </a:lnTo>
                <a:cubicBezTo>
                  <a:pt x="570187" y="67820"/>
                  <a:pt x="569920" y="62115"/>
                  <a:pt x="569387" y="59515"/>
                </a:cubicBezTo>
                <a:cubicBezTo>
                  <a:pt x="568972" y="57623"/>
                  <a:pt x="568320" y="56307"/>
                  <a:pt x="567432" y="55568"/>
                </a:cubicBezTo>
                <a:cubicBezTo>
                  <a:pt x="566543" y="54829"/>
                  <a:pt x="565328" y="54460"/>
                  <a:pt x="563787" y="54460"/>
                </a:cubicBezTo>
                <a:cubicBezTo>
                  <a:pt x="562128" y="54460"/>
                  <a:pt x="560114" y="54903"/>
                  <a:pt x="557743" y="55790"/>
                </a:cubicBezTo>
                <a:lnTo>
                  <a:pt x="556499" y="52596"/>
                </a:lnTo>
                <a:lnTo>
                  <a:pt x="581031" y="42663"/>
                </a:lnTo>
                <a:lnTo>
                  <a:pt x="584941" y="42663"/>
                </a:lnTo>
                <a:close/>
                <a:moveTo>
                  <a:pt x="628008" y="18132"/>
                </a:moveTo>
                <a:lnTo>
                  <a:pt x="628008" y="44974"/>
                </a:lnTo>
                <a:lnTo>
                  <a:pt x="647029" y="44974"/>
                </a:lnTo>
                <a:lnTo>
                  <a:pt x="647029" y="51196"/>
                </a:lnTo>
                <a:lnTo>
                  <a:pt x="628008" y="51196"/>
                </a:lnTo>
                <a:lnTo>
                  <a:pt x="628008" y="103920"/>
                </a:lnTo>
                <a:cubicBezTo>
                  <a:pt x="628008" y="109188"/>
                  <a:pt x="628763" y="112740"/>
                  <a:pt x="630274" y="114575"/>
                </a:cubicBezTo>
                <a:cubicBezTo>
                  <a:pt x="631785" y="116408"/>
                  <a:pt x="633726" y="117324"/>
                  <a:pt x="636096" y="117324"/>
                </a:cubicBezTo>
                <a:cubicBezTo>
                  <a:pt x="638051" y="117324"/>
                  <a:pt x="639948" y="116717"/>
                  <a:pt x="641785" y="115502"/>
                </a:cubicBezTo>
                <a:cubicBezTo>
                  <a:pt x="643621" y="114288"/>
                  <a:pt x="645044" y="112495"/>
                  <a:pt x="646051" y="110125"/>
                </a:cubicBezTo>
                <a:lnTo>
                  <a:pt x="649517" y="110125"/>
                </a:lnTo>
                <a:cubicBezTo>
                  <a:pt x="647443" y="115949"/>
                  <a:pt x="644510" y="120353"/>
                  <a:pt x="640718" y="123338"/>
                </a:cubicBezTo>
                <a:cubicBezTo>
                  <a:pt x="636926" y="126321"/>
                  <a:pt x="633015" y="127813"/>
                  <a:pt x="628985" y="127813"/>
                </a:cubicBezTo>
                <a:cubicBezTo>
                  <a:pt x="626260" y="127813"/>
                  <a:pt x="623593" y="127056"/>
                  <a:pt x="620986" y="125543"/>
                </a:cubicBezTo>
                <a:cubicBezTo>
                  <a:pt x="618379" y="124030"/>
                  <a:pt x="616453" y="121866"/>
                  <a:pt x="615209" y="119049"/>
                </a:cubicBezTo>
                <a:cubicBezTo>
                  <a:pt x="613964" y="116231"/>
                  <a:pt x="613342" y="111885"/>
                  <a:pt x="613342" y="106011"/>
                </a:cubicBezTo>
                <a:lnTo>
                  <a:pt x="613342" y="51196"/>
                </a:lnTo>
                <a:lnTo>
                  <a:pt x="600454" y="51196"/>
                </a:lnTo>
                <a:lnTo>
                  <a:pt x="600454" y="48263"/>
                </a:lnTo>
                <a:cubicBezTo>
                  <a:pt x="603713" y="46956"/>
                  <a:pt x="607046" y="44742"/>
                  <a:pt x="610454" y="41622"/>
                </a:cubicBezTo>
                <a:cubicBezTo>
                  <a:pt x="613861" y="38502"/>
                  <a:pt x="616897" y="34802"/>
                  <a:pt x="619564" y="30523"/>
                </a:cubicBezTo>
                <a:cubicBezTo>
                  <a:pt x="620927" y="28265"/>
                  <a:pt x="622823" y="24135"/>
                  <a:pt x="625252" y="18132"/>
                </a:cubicBezTo>
                <a:lnTo>
                  <a:pt x="628008" y="18132"/>
                </a:lnTo>
                <a:close/>
                <a:moveTo>
                  <a:pt x="678879" y="0"/>
                </a:moveTo>
                <a:lnTo>
                  <a:pt x="678879" y="59640"/>
                </a:lnTo>
                <a:cubicBezTo>
                  <a:pt x="685456" y="52411"/>
                  <a:pt x="690671" y="47774"/>
                  <a:pt x="694522" y="45730"/>
                </a:cubicBezTo>
                <a:cubicBezTo>
                  <a:pt x="698374" y="43686"/>
                  <a:pt x="702225" y="42663"/>
                  <a:pt x="706077" y="42663"/>
                </a:cubicBezTo>
                <a:cubicBezTo>
                  <a:pt x="710699" y="42663"/>
                  <a:pt x="714669" y="43935"/>
                  <a:pt x="717987" y="46477"/>
                </a:cubicBezTo>
                <a:cubicBezTo>
                  <a:pt x="721305" y="49019"/>
                  <a:pt x="723765" y="53010"/>
                  <a:pt x="725364" y="58448"/>
                </a:cubicBezTo>
                <a:cubicBezTo>
                  <a:pt x="726490" y="62233"/>
                  <a:pt x="727053" y="69151"/>
                  <a:pt x="727053" y="79202"/>
                </a:cubicBezTo>
                <a:lnTo>
                  <a:pt x="727053" y="107936"/>
                </a:lnTo>
                <a:cubicBezTo>
                  <a:pt x="727053" y="113080"/>
                  <a:pt x="727468" y="116599"/>
                  <a:pt x="728298" y="118491"/>
                </a:cubicBezTo>
                <a:cubicBezTo>
                  <a:pt x="728890" y="119909"/>
                  <a:pt x="729897" y="121033"/>
                  <a:pt x="731319" y="121860"/>
                </a:cubicBezTo>
                <a:cubicBezTo>
                  <a:pt x="732742" y="122688"/>
                  <a:pt x="735349" y="123102"/>
                  <a:pt x="739141" y="123102"/>
                </a:cubicBezTo>
                <a:lnTo>
                  <a:pt x="739141" y="126390"/>
                </a:lnTo>
                <a:lnTo>
                  <a:pt x="699144" y="126390"/>
                </a:lnTo>
                <a:lnTo>
                  <a:pt x="699144" y="123102"/>
                </a:lnTo>
                <a:lnTo>
                  <a:pt x="701011" y="123102"/>
                </a:lnTo>
                <a:cubicBezTo>
                  <a:pt x="704803" y="123102"/>
                  <a:pt x="707440" y="122524"/>
                  <a:pt x="708921" y="121369"/>
                </a:cubicBezTo>
                <a:cubicBezTo>
                  <a:pt x="710403" y="120213"/>
                  <a:pt x="711440" y="118510"/>
                  <a:pt x="712032" y="116258"/>
                </a:cubicBezTo>
                <a:cubicBezTo>
                  <a:pt x="712210" y="115310"/>
                  <a:pt x="712299" y="112525"/>
                  <a:pt x="712299" y="107903"/>
                </a:cubicBezTo>
                <a:lnTo>
                  <a:pt x="712299" y="79105"/>
                </a:lnTo>
                <a:cubicBezTo>
                  <a:pt x="712299" y="70217"/>
                  <a:pt x="711839" y="64380"/>
                  <a:pt x="710921" y="61595"/>
                </a:cubicBezTo>
                <a:cubicBezTo>
                  <a:pt x="710003" y="58810"/>
                  <a:pt x="708536" y="56722"/>
                  <a:pt x="706521" y="55329"/>
                </a:cubicBezTo>
                <a:cubicBezTo>
                  <a:pt x="704507" y="53937"/>
                  <a:pt x="702077" y="53240"/>
                  <a:pt x="699233" y="53240"/>
                </a:cubicBezTo>
                <a:cubicBezTo>
                  <a:pt x="696330" y="53240"/>
                  <a:pt x="693308" y="54011"/>
                  <a:pt x="690167" y="55551"/>
                </a:cubicBezTo>
                <a:cubicBezTo>
                  <a:pt x="687027" y="57092"/>
                  <a:pt x="683264" y="60203"/>
                  <a:pt x="678879" y="64884"/>
                </a:cubicBezTo>
                <a:lnTo>
                  <a:pt x="678879" y="107903"/>
                </a:lnTo>
                <a:cubicBezTo>
                  <a:pt x="678879" y="113473"/>
                  <a:pt x="679190" y="116939"/>
                  <a:pt x="679812" y="118302"/>
                </a:cubicBezTo>
                <a:cubicBezTo>
                  <a:pt x="680434" y="119665"/>
                  <a:pt x="681590" y="120806"/>
                  <a:pt x="683279" y="121724"/>
                </a:cubicBezTo>
                <a:cubicBezTo>
                  <a:pt x="684967" y="122643"/>
                  <a:pt x="687886" y="123102"/>
                  <a:pt x="692034" y="123102"/>
                </a:cubicBezTo>
                <a:lnTo>
                  <a:pt x="692034" y="126390"/>
                </a:lnTo>
                <a:lnTo>
                  <a:pt x="651681" y="126390"/>
                </a:lnTo>
                <a:lnTo>
                  <a:pt x="651681" y="123102"/>
                </a:lnTo>
                <a:cubicBezTo>
                  <a:pt x="655296" y="123102"/>
                  <a:pt x="658140" y="122539"/>
                  <a:pt x="660214" y="121413"/>
                </a:cubicBezTo>
                <a:cubicBezTo>
                  <a:pt x="661399" y="120822"/>
                  <a:pt x="662347" y="119698"/>
                  <a:pt x="663058" y="118041"/>
                </a:cubicBezTo>
                <a:cubicBezTo>
                  <a:pt x="663769" y="116382"/>
                  <a:pt x="664125" y="113006"/>
                  <a:pt x="664125" y="107914"/>
                </a:cubicBezTo>
                <a:lnTo>
                  <a:pt x="664125" y="34284"/>
                </a:lnTo>
                <a:cubicBezTo>
                  <a:pt x="664125" y="24988"/>
                  <a:pt x="663902" y="19274"/>
                  <a:pt x="663458" y="17143"/>
                </a:cubicBezTo>
                <a:cubicBezTo>
                  <a:pt x="663014" y="15010"/>
                  <a:pt x="662332" y="13559"/>
                  <a:pt x="661414" y="12791"/>
                </a:cubicBezTo>
                <a:cubicBezTo>
                  <a:pt x="660495" y="12020"/>
                  <a:pt x="659266" y="11635"/>
                  <a:pt x="657725" y="11635"/>
                </a:cubicBezTo>
                <a:cubicBezTo>
                  <a:pt x="656481" y="11635"/>
                  <a:pt x="654466" y="12109"/>
                  <a:pt x="651681" y="13057"/>
                </a:cubicBezTo>
                <a:lnTo>
                  <a:pt x="650437" y="9946"/>
                </a:lnTo>
                <a:lnTo>
                  <a:pt x="674790" y="0"/>
                </a:lnTo>
                <a:lnTo>
                  <a:pt x="678879" y="0"/>
                </a:lnTo>
                <a:close/>
                <a:moveTo>
                  <a:pt x="876369" y="86038"/>
                </a:moveTo>
                <a:lnTo>
                  <a:pt x="829706" y="86038"/>
                </a:lnTo>
                <a:lnTo>
                  <a:pt x="821528" y="105059"/>
                </a:lnTo>
                <a:cubicBezTo>
                  <a:pt x="819514" y="109740"/>
                  <a:pt x="818506" y="113236"/>
                  <a:pt x="818506" y="115547"/>
                </a:cubicBezTo>
                <a:cubicBezTo>
                  <a:pt x="818506" y="117384"/>
                  <a:pt x="819380" y="118998"/>
                  <a:pt x="821128" y="120391"/>
                </a:cubicBezTo>
                <a:cubicBezTo>
                  <a:pt x="822876" y="121783"/>
                  <a:pt x="826654" y="122687"/>
                  <a:pt x="832461" y="123102"/>
                </a:cubicBezTo>
                <a:lnTo>
                  <a:pt x="832461" y="126390"/>
                </a:lnTo>
                <a:lnTo>
                  <a:pt x="794508" y="126390"/>
                </a:lnTo>
                <a:lnTo>
                  <a:pt x="794508" y="123102"/>
                </a:lnTo>
                <a:cubicBezTo>
                  <a:pt x="799545" y="122213"/>
                  <a:pt x="802804" y="121058"/>
                  <a:pt x="804285" y="119638"/>
                </a:cubicBezTo>
                <a:cubicBezTo>
                  <a:pt x="807307" y="116796"/>
                  <a:pt x="810655" y="111023"/>
                  <a:pt x="814329" y="102320"/>
                </a:cubicBezTo>
                <a:lnTo>
                  <a:pt x="856726" y="3200"/>
                </a:lnTo>
                <a:lnTo>
                  <a:pt x="859837" y="3200"/>
                </a:lnTo>
                <a:lnTo>
                  <a:pt x="901789" y="103384"/>
                </a:lnTo>
                <a:cubicBezTo>
                  <a:pt x="905167" y="111437"/>
                  <a:pt x="908233" y="116663"/>
                  <a:pt x="910988" y="119060"/>
                </a:cubicBezTo>
                <a:cubicBezTo>
                  <a:pt x="913744" y="121458"/>
                  <a:pt x="917580" y="122806"/>
                  <a:pt x="922499" y="123102"/>
                </a:cubicBezTo>
                <a:lnTo>
                  <a:pt x="922499" y="126390"/>
                </a:lnTo>
                <a:lnTo>
                  <a:pt x="874947" y="126390"/>
                </a:lnTo>
                <a:lnTo>
                  <a:pt x="874947" y="123102"/>
                </a:lnTo>
                <a:cubicBezTo>
                  <a:pt x="879746" y="122865"/>
                  <a:pt x="882990" y="122065"/>
                  <a:pt x="884679" y="120702"/>
                </a:cubicBezTo>
                <a:cubicBezTo>
                  <a:pt x="886368" y="119339"/>
                  <a:pt x="887212" y="117680"/>
                  <a:pt x="887212" y="115725"/>
                </a:cubicBezTo>
                <a:cubicBezTo>
                  <a:pt x="887212" y="113117"/>
                  <a:pt x="886027" y="108999"/>
                  <a:pt x="883657" y="103370"/>
                </a:cubicBezTo>
                <a:lnTo>
                  <a:pt x="876369" y="86038"/>
                </a:lnTo>
                <a:moveTo>
                  <a:pt x="873880" y="79461"/>
                </a:moveTo>
                <a:lnTo>
                  <a:pt x="853437" y="30823"/>
                </a:lnTo>
                <a:lnTo>
                  <a:pt x="832461" y="79461"/>
                </a:lnTo>
                <a:lnTo>
                  <a:pt x="873880" y="79461"/>
                </a:lnTo>
                <a:close/>
                <a:moveTo>
                  <a:pt x="951113" y="18132"/>
                </a:moveTo>
                <a:lnTo>
                  <a:pt x="951113" y="44974"/>
                </a:lnTo>
                <a:lnTo>
                  <a:pt x="970134" y="44974"/>
                </a:lnTo>
                <a:lnTo>
                  <a:pt x="970134" y="51196"/>
                </a:lnTo>
                <a:lnTo>
                  <a:pt x="951113" y="51196"/>
                </a:lnTo>
                <a:lnTo>
                  <a:pt x="951113" y="103920"/>
                </a:lnTo>
                <a:cubicBezTo>
                  <a:pt x="951113" y="109188"/>
                  <a:pt x="951869" y="112740"/>
                  <a:pt x="953380" y="114575"/>
                </a:cubicBezTo>
                <a:cubicBezTo>
                  <a:pt x="954891" y="116408"/>
                  <a:pt x="956831" y="117324"/>
                  <a:pt x="959201" y="117324"/>
                </a:cubicBezTo>
                <a:cubicBezTo>
                  <a:pt x="961157" y="117324"/>
                  <a:pt x="963053" y="116717"/>
                  <a:pt x="964890" y="115502"/>
                </a:cubicBezTo>
                <a:cubicBezTo>
                  <a:pt x="966727" y="114288"/>
                  <a:pt x="968149" y="112495"/>
                  <a:pt x="969156" y="110125"/>
                </a:cubicBezTo>
                <a:lnTo>
                  <a:pt x="972623" y="110125"/>
                </a:lnTo>
                <a:cubicBezTo>
                  <a:pt x="970549" y="115949"/>
                  <a:pt x="967615" y="120353"/>
                  <a:pt x="963823" y="123338"/>
                </a:cubicBezTo>
                <a:cubicBezTo>
                  <a:pt x="960031" y="126321"/>
                  <a:pt x="956120" y="127813"/>
                  <a:pt x="952091" y="127813"/>
                </a:cubicBezTo>
                <a:cubicBezTo>
                  <a:pt x="949365" y="127813"/>
                  <a:pt x="946699" y="127056"/>
                  <a:pt x="944091" y="125543"/>
                </a:cubicBezTo>
                <a:cubicBezTo>
                  <a:pt x="941484" y="124030"/>
                  <a:pt x="939558" y="121866"/>
                  <a:pt x="938314" y="119049"/>
                </a:cubicBezTo>
                <a:cubicBezTo>
                  <a:pt x="937070" y="116231"/>
                  <a:pt x="936447" y="111885"/>
                  <a:pt x="936447" y="106011"/>
                </a:cubicBezTo>
                <a:lnTo>
                  <a:pt x="936447" y="51196"/>
                </a:lnTo>
                <a:lnTo>
                  <a:pt x="923560" y="51196"/>
                </a:lnTo>
                <a:lnTo>
                  <a:pt x="923560" y="48263"/>
                </a:lnTo>
                <a:cubicBezTo>
                  <a:pt x="926819" y="46956"/>
                  <a:pt x="930152" y="44742"/>
                  <a:pt x="933559" y="41622"/>
                </a:cubicBezTo>
                <a:cubicBezTo>
                  <a:pt x="936966" y="38502"/>
                  <a:pt x="940003" y="34802"/>
                  <a:pt x="942669" y="30523"/>
                </a:cubicBezTo>
                <a:cubicBezTo>
                  <a:pt x="944032" y="28265"/>
                  <a:pt x="945928" y="24135"/>
                  <a:pt x="948358" y="18132"/>
                </a:cubicBezTo>
                <a:lnTo>
                  <a:pt x="951113" y="18132"/>
                </a:lnTo>
                <a:close/>
                <a:moveTo>
                  <a:pt x="1001717" y="18132"/>
                </a:moveTo>
                <a:lnTo>
                  <a:pt x="1001717" y="44974"/>
                </a:lnTo>
                <a:lnTo>
                  <a:pt x="1020738" y="44974"/>
                </a:lnTo>
                <a:lnTo>
                  <a:pt x="1020738" y="51196"/>
                </a:lnTo>
                <a:lnTo>
                  <a:pt x="1001717" y="51196"/>
                </a:lnTo>
                <a:lnTo>
                  <a:pt x="1001717" y="103920"/>
                </a:lnTo>
                <a:cubicBezTo>
                  <a:pt x="1001717" y="109188"/>
                  <a:pt x="1002473" y="112740"/>
                  <a:pt x="1003984" y="114575"/>
                </a:cubicBezTo>
                <a:cubicBezTo>
                  <a:pt x="1005495" y="116408"/>
                  <a:pt x="1007435" y="117324"/>
                  <a:pt x="1009806" y="117324"/>
                </a:cubicBezTo>
                <a:cubicBezTo>
                  <a:pt x="1011761" y="117324"/>
                  <a:pt x="1013657" y="116717"/>
                  <a:pt x="1015494" y="115502"/>
                </a:cubicBezTo>
                <a:cubicBezTo>
                  <a:pt x="1017331" y="114288"/>
                  <a:pt x="1018753" y="112495"/>
                  <a:pt x="1019760" y="110125"/>
                </a:cubicBezTo>
                <a:lnTo>
                  <a:pt x="1023227" y="110125"/>
                </a:lnTo>
                <a:cubicBezTo>
                  <a:pt x="1021153" y="115949"/>
                  <a:pt x="1018220" y="120353"/>
                  <a:pt x="1014427" y="123338"/>
                </a:cubicBezTo>
                <a:cubicBezTo>
                  <a:pt x="1010635" y="126321"/>
                  <a:pt x="1006724" y="127813"/>
                  <a:pt x="1002695" y="127813"/>
                </a:cubicBezTo>
                <a:cubicBezTo>
                  <a:pt x="999969" y="127813"/>
                  <a:pt x="997303" y="127056"/>
                  <a:pt x="994696" y="125543"/>
                </a:cubicBezTo>
                <a:cubicBezTo>
                  <a:pt x="992088" y="124030"/>
                  <a:pt x="990163" y="121866"/>
                  <a:pt x="988918" y="119049"/>
                </a:cubicBezTo>
                <a:cubicBezTo>
                  <a:pt x="987674" y="116231"/>
                  <a:pt x="987052" y="111885"/>
                  <a:pt x="987052" y="106011"/>
                </a:cubicBezTo>
                <a:lnTo>
                  <a:pt x="987052" y="51196"/>
                </a:lnTo>
                <a:lnTo>
                  <a:pt x="974164" y="51196"/>
                </a:lnTo>
                <a:lnTo>
                  <a:pt x="974164" y="48263"/>
                </a:lnTo>
                <a:cubicBezTo>
                  <a:pt x="977423" y="46956"/>
                  <a:pt x="980756" y="44742"/>
                  <a:pt x="984163" y="41622"/>
                </a:cubicBezTo>
                <a:cubicBezTo>
                  <a:pt x="987570" y="38502"/>
                  <a:pt x="990607" y="34802"/>
                  <a:pt x="993274" y="30523"/>
                </a:cubicBezTo>
                <a:cubicBezTo>
                  <a:pt x="994636" y="28265"/>
                  <a:pt x="996533" y="24135"/>
                  <a:pt x="998962" y="18132"/>
                </a:cubicBezTo>
                <a:lnTo>
                  <a:pt x="1001717" y="18132"/>
                </a:lnTo>
                <a:close/>
                <a:moveTo>
                  <a:pt x="1041639" y="75728"/>
                </a:moveTo>
                <a:cubicBezTo>
                  <a:pt x="1041580" y="87788"/>
                  <a:pt x="1044513" y="97247"/>
                  <a:pt x="1050439" y="104106"/>
                </a:cubicBezTo>
                <a:cubicBezTo>
                  <a:pt x="1056364" y="110963"/>
                  <a:pt x="1063327" y="114391"/>
                  <a:pt x="1071326" y="114391"/>
                </a:cubicBezTo>
                <a:cubicBezTo>
                  <a:pt x="1076659" y="114391"/>
                  <a:pt x="1081296" y="112925"/>
                  <a:pt x="1085236" y="109992"/>
                </a:cubicBezTo>
                <a:cubicBezTo>
                  <a:pt x="1089176" y="107059"/>
                  <a:pt x="1092480" y="102037"/>
                  <a:pt x="1095146" y="94926"/>
                </a:cubicBezTo>
                <a:lnTo>
                  <a:pt x="1097902" y="96704"/>
                </a:lnTo>
                <a:cubicBezTo>
                  <a:pt x="1096657" y="104822"/>
                  <a:pt x="1093043" y="112214"/>
                  <a:pt x="1087058" y="118880"/>
                </a:cubicBezTo>
                <a:cubicBezTo>
                  <a:pt x="1081073" y="125546"/>
                  <a:pt x="1073578" y="128879"/>
                  <a:pt x="1064571" y="128879"/>
                </a:cubicBezTo>
                <a:cubicBezTo>
                  <a:pt x="1054794" y="128879"/>
                  <a:pt x="1046424" y="125080"/>
                  <a:pt x="1039462" y="117483"/>
                </a:cubicBezTo>
                <a:cubicBezTo>
                  <a:pt x="1032499" y="109883"/>
                  <a:pt x="1029018" y="99667"/>
                  <a:pt x="1029018" y="86835"/>
                </a:cubicBezTo>
                <a:cubicBezTo>
                  <a:pt x="1029018" y="72940"/>
                  <a:pt x="1032588" y="62105"/>
                  <a:pt x="1039728" y="54329"/>
                </a:cubicBezTo>
                <a:cubicBezTo>
                  <a:pt x="1046869" y="46552"/>
                  <a:pt x="1055831" y="42663"/>
                  <a:pt x="1066615" y="42663"/>
                </a:cubicBezTo>
                <a:cubicBezTo>
                  <a:pt x="1075740" y="42663"/>
                  <a:pt x="1083236" y="45663"/>
                  <a:pt x="1089102" y="51663"/>
                </a:cubicBezTo>
                <a:cubicBezTo>
                  <a:pt x="1094969" y="57660"/>
                  <a:pt x="1097902" y="65682"/>
                  <a:pt x="1097902" y="75728"/>
                </a:cubicBezTo>
                <a:lnTo>
                  <a:pt x="1041639" y="75728"/>
                </a:lnTo>
                <a:moveTo>
                  <a:pt x="1041639" y="70572"/>
                </a:moveTo>
                <a:lnTo>
                  <a:pt x="1079325" y="70572"/>
                </a:lnTo>
                <a:cubicBezTo>
                  <a:pt x="1079029" y="65358"/>
                  <a:pt x="1078407" y="61684"/>
                  <a:pt x="1077459" y="59551"/>
                </a:cubicBezTo>
                <a:cubicBezTo>
                  <a:pt x="1075977" y="56233"/>
                  <a:pt x="1073770" y="53626"/>
                  <a:pt x="1070837" y="51729"/>
                </a:cubicBezTo>
                <a:cubicBezTo>
                  <a:pt x="1067904" y="49833"/>
                  <a:pt x="1064838" y="48885"/>
                  <a:pt x="1061638" y="48885"/>
                </a:cubicBezTo>
                <a:cubicBezTo>
                  <a:pt x="1056720" y="48885"/>
                  <a:pt x="1052320" y="50796"/>
                  <a:pt x="1048439" y="54618"/>
                </a:cubicBezTo>
                <a:cubicBezTo>
                  <a:pt x="1044558" y="58440"/>
                  <a:pt x="1042291" y="63758"/>
                  <a:pt x="1041639" y="70572"/>
                </a:cubicBezTo>
                <a:close/>
                <a:moveTo>
                  <a:pt x="1133051" y="59907"/>
                </a:moveTo>
                <a:cubicBezTo>
                  <a:pt x="1142591" y="48411"/>
                  <a:pt x="1151687" y="42663"/>
                  <a:pt x="1160338" y="42663"/>
                </a:cubicBezTo>
                <a:cubicBezTo>
                  <a:pt x="1164782" y="42663"/>
                  <a:pt x="1168604" y="43773"/>
                  <a:pt x="1171804" y="45991"/>
                </a:cubicBezTo>
                <a:cubicBezTo>
                  <a:pt x="1175003" y="48207"/>
                  <a:pt x="1177551" y="51858"/>
                  <a:pt x="1179447" y="56943"/>
                </a:cubicBezTo>
                <a:cubicBezTo>
                  <a:pt x="1180751" y="60489"/>
                  <a:pt x="1181403" y="65928"/>
                  <a:pt x="1181403" y="73261"/>
                </a:cubicBezTo>
                <a:lnTo>
                  <a:pt x="1181403" y="107936"/>
                </a:lnTo>
                <a:cubicBezTo>
                  <a:pt x="1181403" y="113080"/>
                  <a:pt x="1181818" y="116569"/>
                  <a:pt x="1182647" y="118402"/>
                </a:cubicBezTo>
                <a:cubicBezTo>
                  <a:pt x="1183299" y="119880"/>
                  <a:pt x="1184351" y="121033"/>
                  <a:pt x="1185802" y="121860"/>
                </a:cubicBezTo>
                <a:cubicBezTo>
                  <a:pt x="1187254" y="122688"/>
                  <a:pt x="1189936" y="123102"/>
                  <a:pt x="1193846" y="123102"/>
                </a:cubicBezTo>
                <a:lnTo>
                  <a:pt x="1193846" y="126390"/>
                </a:lnTo>
                <a:lnTo>
                  <a:pt x="1153583" y="126390"/>
                </a:lnTo>
                <a:lnTo>
                  <a:pt x="1153583" y="123102"/>
                </a:lnTo>
                <a:lnTo>
                  <a:pt x="1155271" y="123102"/>
                </a:lnTo>
                <a:cubicBezTo>
                  <a:pt x="1159064" y="123102"/>
                  <a:pt x="1161715" y="122527"/>
                  <a:pt x="1163226" y="121377"/>
                </a:cubicBezTo>
                <a:cubicBezTo>
                  <a:pt x="1164737" y="120227"/>
                  <a:pt x="1165789" y="118533"/>
                  <a:pt x="1166382" y="116294"/>
                </a:cubicBezTo>
                <a:cubicBezTo>
                  <a:pt x="1166619" y="115409"/>
                  <a:pt x="1166737" y="112638"/>
                  <a:pt x="1166737" y="107981"/>
                </a:cubicBezTo>
                <a:lnTo>
                  <a:pt x="1166737" y="74819"/>
                </a:lnTo>
                <a:cubicBezTo>
                  <a:pt x="1166737" y="67451"/>
                  <a:pt x="1165774" y="62102"/>
                  <a:pt x="1163849" y="58771"/>
                </a:cubicBezTo>
                <a:cubicBezTo>
                  <a:pt x="1161923" y="55439"/>
                  <a:pt x="1158679" y="53774"/>
                  <a:pt x="1154116" y="53774"/>
                </a:cubicBezTo>
                <a:cubicBezTo>
                  <a:pt x="1147065" y="53774"/>
                  <a:pt x="1140043" y="57606"/>
                  <a:pt x="1133051" y="65270"/>
                </a:cubicBezTo>
                <a:lnTo>
                  <a:pt x="1133051" y="107981"/>
                </a:lnTo>
                <a:cubicBezTo>
                  <a:pt x="1133051" y="113464"/>
                  <a:pt x="1133377" y="116853"/>
                  <a:pt x="1134029" y="118149"/>
                </a:cubicBezTo>
                <a:cubicBezTo>
                  <a:pt x="1134858" y="119859"/>
                  <a:pt x="1135999" y="121111"/>
                  <a:pt x="1137451" y="121907"/>
                </a:cubicBezTo>
                <a:cubicBezTo>
                  <a:pt x="1138902" y="122704"/>
                  <a:pt x="1141850" y="123102"/>
                  <a:pt x="1146294" y="123102"/>
                </a:cubicBezTo>
                <a:lnTo>
                  <a:pt x="1146294" y="126390"/>
                </a:lnTo>
                <a:lnTo>
                  <a:pt x="1106031" y="126390"/>
                </a:lnTo>
                <a:lnTo>
                  <a:pt x="1106031" y="123102"/>
                </a:lnTo>
                <a:lnTo>
                  <a:pt x="1107808" y="123102"/>
                </a:lnTo>
                <a:cubicBezTo>
                  <a:pt x="1111956" y="123102"/>
                  <a:pt x="1114756" y="122053"/>
                  <a:pt x="1116208" y="119955"/>
                </a:cubicBezTo>
                <a:cubicBezTo>
                  <a:pt x="1117659" y="117855"/>
                  <a:pt x="1118385" y="113849"/>
                  <a:pt x="1118385" y="107936"/>
                </a:cubicBezTo>
                <a:lnTo>
                  <a:pt x="1118385" y="77783"/>
                </a:lnTo>
                <a:cubicBezTo>
                  <a:pt x="1118385" y="68028"/>
                  <a:pt x="1118163" y="62087"/>
                  <a:pt x="1117719" y="59959"/>
                </a:cubicBezTo>
                <a:cubicBezTo>
                  <a:pt x="1117274" y="57830"/>
                  <a:pt x="1116593" y="56381"/>
                  <a:pt x="1115674" y="55612"/>
                </a:cubicBezTo>
                <a:cubicBezTo>
                  <a:pt x="1114756" y="54844"/>
                  <a:pt x="1113526" y="54460"/>
                  <a:pt x="1111986" y="54460"/>
                </a:cubicBezTo>
                <a:cubicBezTo>
                  <a:pt x="1110327" y="54460"/>
                  <a:pt x="1108342" y="54903"/>
                  <a:pt x="1106031" y="55790"/>
                </a:cubicBezTo>
                <a:lnTo>
                  <a:pt x="1104697" y="52596"/>
                </a:lnTo>
                <a:lnTo>
                  <a:pt x="1129229" y="42663"/>
                </a:lnTo>
                <a:lnTo>
                  <a:pt x="1133051" y="42663"/>
                </a:lnTo>
                <a:lnTo>
                  <a:pt x="1133051" y="59907"/>
                </a:lnTo>
                <a:close/>
                <a:moveTo>
                  <a:pt x="1220882" y="18132"/>
                </a:moveTo>
                <a:lnTo>
                  <a:pt x="1220882" y="44974"/>
                </a:lnTo>
                <a:lnTo>
                  <a:pt x="1239903" y="44974"/>
                </a:lnTo>
                <a:lnTo>
                  <a:pt x="1239903" y="51196"/>
                </a:lnTo>
                <a:lnTo>
                  <a:pt x="1220882" y="51196"/>
                </a:lnTo>
                <a:lnTo>
                  <a:pt x="1220882" y="103920"/>
                </a:lnTo>
                <a:cubicBezTo>
                  <a:pt x="1220882" y="109188"/>
                  <a:pt x="1221638" y="112740"/>
                  <a:pt x="1223149" y="114575"/>
                </a:cubicBezTo>
                <a:cubicBezTo>
                  <a:pt x="1224660" y="116408"/>
                  <a:pt x="1226601" y="117324"/>
                  <a:pt x="1228971" y="117324"/>
                </a:cubicBezTo>
                <a:cubicBezTo>
                  <a:pt x="1230926" y="117324"/>
                  <a:pt x="1232822" y="116717"/>
                  <a:pt x="1234659" y="115502"/>
                </a:cubicBezTo>
                <a:cubicBezTo>
                  <a:pt x="1236496" y="114288"/>
                  <a:pt x="1237918" y="112495"/>
                  <a:pt x="1238926" y="110125"/>
                </a:cubicBezTo>
                <a:lnTo>
                  <a:pt x="1242392" y="110125"/>
                </a:lnTo>
                <a:cubicBezTo>
                  <a:pt x="1240318" y="115949"/>
                  <a:pt x="1237385" y="120353"/>
                  <a:pt x="1233593" y="123338"/>
                </a:cubicBezTo>
                <a:cubicBezTo>
                  <a:pt x="1229800" y="126321"/>
                  <a:pt x="1225889" y="127813"/>
                  <a:pt x="1221860" y="127813"/>
                </a:cubicBezTo>
                <a:cubicBezTo>
                  <a:pt x="1219134" y="127813"/>
                  <a:pt x="1216468" y="127056"/>
                  <a:pt x="1213861" y="125543"/>
                </a:cubicBezTo>
                <a:cubicBezTo>
                  <a:pt x="1211254" y="124030"/>
                  <a:pt x="1209328" y="121866"/>
                  <a:pt x="1208083" y="119049"/>
                </a:cubicBezTo>
                <a:cubicBezTo>
                  <a:pt x="1206839" y="116231"/>
                  <a:pt x="1206217" y="111885"/>
                  <a:pt x="1206217" y="106011"/>
                </a:cubicBezTo>
                <a:lnTo>
                  <a:pt x="1206217" y="51196"/>
                </a:lnTo>
                <a:lnTo>
                  <a:pt x="1193329" y="51196"/>
                </a:lnTo>
                <a:lnTo>
                  <a:pt x="1193329" y="48263"/>
                </a:lnTo>
                <a:cubicBezTo>
                  <a:pt x="1196588" y="46956"/>
                  <a:pt x="1199921" y="44742"/>
                  <a:pt x="1203328" y="41622"/>
                </a:cubicBezTo>
                <a:cubicBezTo>
                  <a:pt x="1206735" y="38502"/>
                  <a:pt x="1209772" y="34802"/>
                  <a:pt x="1212439" y="30523"/>
                </a:cubicBezTo>
                <a:cubicBezTo>
                  <a:pt x="1213801" y="28265"/>
                  <a:pt x="1215698" y="24135"/>
                  <a:pt x="1218127" y="18132"/>
                </a:cubicBezTo>
                <a:lnTo>
                  <a:pt x="1220882" y="18132"/>
                </a:lnTo>
                <a:close/>
                <a:moveTo>
                  <a:pt x="1271102" y="0"/>
                </a:moveTo>
                <a:cubicBezTo>
                  <a:pt x="1273591" y="0"/>
                  <a:pt x="1275709" y="879"/>
                  <a:pt x="1277457" y="2636"/>
                </a:cubicBezTo>
                <a:cubicBezTo>
                  <a:pt x="1279205" y="4391"/>
                  <a:pt x="1280079" y="6520"/>
                  <a:pt x="1280079" y="9022"/>
                </a:cubicBezTo>
                <a:cubicBezTo>
                  <a:pt x="1280079" y="11523"/>
                  <a:pt x="1279205" y="13667"/>
                  <a:pt x="1277457" y="15454"/>
                </a:cubicBezTo>
                <a:cubicBezTo>
                  <a:pt x="1275709" y="17239"/>
                  <a:pt x="1273591" y="18132"/>
                  <a:pt x="1271102" y="18132"/>
                </a:cubicBezTo>
                <a:cubicBezTo>
                  <a:pt x="1268614" y="18132"/>
                  <a:pt x="1266480" y="17239"/>
                  <a:pt x="1264703" y="15454"/>
                </a:cubicBezTo>
                <a:cubicBezTo>
                  <a:pt x="1262925" y="13667"/>
                  <a:pt x="1262036" y="11523"/>
                  <a:pt x="1262036" y="9022"/>
                </a:cubicBezTo>
                <a:cubicBezTo>
                  <a:pt x="1262036" y="6520"/>
                  <a:pt x="1262910" y="4391"/>
                  <a:pt x="1264658" y="2636"/>
                </a:cubicBezTo>
                <a:cubicBezTo>
                  <a:pt x="1266406" y="879"/>
                  <a:pt x="1268554" y="0"/>
                  <a:pt x="1271102" y="0"/>
                </a:cubicBezTo>
                <a:moveTo>
                  <a:pt x="1278479" y="42663"/>
                </a:moveTo>
                <a:lnTo>
                  <a:pt x="1278479" y="107936"/>
                </a:lnTo>
                <a:cubicBezTo>
                  <a:pt x="1278479" y="113021"/>
                  <a:pt x="1278850" y="116406"/>
                  <a:pt x="1279591" y="118091"/>
                </a:cubicBezTo>
                <a:cubicBezTo>
                  <a:pt x="1280331" y="119776"/>
                  <a:pt x="1281427" y="121033"/>
                  <a:pt x="1282879" y="121860"/>
                </a:cubicBezTo>
                <a:cubicBezTo>
                  <a:pt x="1284331" y="122688"/>
                  <a:pt x="1286983" y="123102"/>
                  <a:pt x="1290834" y="123102"/>
                </a:cubicBezTo>
                <a:lnTo>
                  <a:pt x="1290834" y="126390"/>
                </a:lnTo>
                <a:lnTo>
                  <a:pt x="1251282" y="126390"/>
                </a:lnTo>
                <a:lnTo>
                  <a:pt x="1251282" y="123102"/>
                </a:lnTo>
                <a:cubicBezTo>
                  <a:pt x="1255252" y="123102"/>
                  <a:pt x="1257918" y="122718"/>
                  <a:pt x="1259281" y="121949"/>
                </a:cubicBezTo>
                <a:cubicBezTo>
                  <a:pt x="1260644" y="121181"/>
                  <a:pt x="1261725" y="119909"/>
                  <a:pt x="1262525" y="118136"/>
                </a:cubicBezTo>
                <a:cubicBezTo>
                  <a:pt x="1263325" y="116362"/>
                  <a:pt x="1263725" y="112962"/>
                  <a:pt x="1263725" y="107936"/>
                </a:cubicBezTo>
                <a:lnTo>
                  <a:pt x="1263725" y="76630"/>
                </a:lnTo>
                <a:cubicBezTo>
                  <a:pt x="1263725" y="67820"/>
                  <a:pt x="1263458" y="62115"/>
                  <a:pt x="1262925" y="59515"/>
                </a:cubicBezTo>
                <a:cubicBezTo>
                  <a:pt x="1262510" y="57623"/>
                  <a:pt x="1261859" y="56307"/>
                  <a:pt x="1260970" y="55568"/>
                </a:cubicBezTo>
                <a:cubicBezTo>
                  <a:pt x="1260081" y="54829"/>
                  <a:pt x="1258866" y="54460"/>
                  <a:pt x="1257326" y="54460"/>
                </a:cubicBezTo>
                <a:cubicBezTo>
                  <a:pt x="1255666" y="54460"/>
                  <a:pt x="1253652" y="54903"/>
                  <a:pt x="1251282" y="55790"/>
                </a:cubicBezTo>
                <a:lnTo>
                  <a:pt x="1250037" y="52596"/>
                </a:lnTo>
                <a:lnTo>
                  <a:pt x="1274569" y="42663"/>
                </a:lnTo>
                <a:lnTo>
                  <a:pt x="1278479" y="42663"/>
                </a:lnTo>
                <a:close/>
                <a:moveTo>
                  <a:pt x="1337358" y="42663"/>
                </a:moveTo>
                <a:cubicBezTo>
                  <a:pt x="1349683" y="42663"/>
                  <a:pt x="1359579" y="47340"/>
                  <a:pt x="1367045" y="56693"/>
                </a:cubicBezTo>
                <a:cubicBezTo>
                  <a:pt x="1373385" y="64683"/>
                  <a:pt x="1376555" y="73858"/>
                  <a:pt x="1376555" y="84219"/>
                </a:cubicBezTo>
                <a:cubicBezTo>
                  <a:pt x="1376555" y="91500"/>
                  <a:pt x="1374807" y="98869"/>
                  <a:pt x="1371311" y="106328"/>
                </a:cubicBezTo>
                <a:cubicBezTo>
                  <a:pt x="1367815" y="113785"/>
                  <a:pt x="1363001" y="119408"/>
                  <a:pt x="1356868" y="123196"/>
                </a:cubicBezTo>
                <a:cubicBezTo>
                  <a:pt x="1350735" y="126985"/>
                  <a:pt x="1343906" y="128879"/>
                  <a:pt x="1336381" y="128879"/>
                </a:cubicBezTo>
                <a:cubicBezTo>
                  <a:pt x="1324115" y="128879"/>
                  <a:pt x="1314368" y="123995"/>
                  <a:pt x="1307138" y="114228"/>
                </a:cubicBezTo>
                <a:cubicBezTo>
                  <a:pt x="1301035" y="106000"/>
                  <a:pt x="1297984" y="96767"/>
                  <a:pt x="1297984" y="86527"/>
                </a:cubicBezTo>
                <a:cubicBezTo>
                  <a:pt x="1297984" y="79068"/>
                  <a:pt x="1299835" y="71654"/>
                  <a:pt x="1303539" y="64284"/>
                </a:cubicBezTo>
                <a:cubicBezTo>
                  <a:pt x="1307242" y="56914"/>
                  <a:pt x="1312116" y="51468"/>
                  <a:pt x="1318160" y="47946"/>
                </a:cubicBezTo>
                <a:cubicBezTo>
                  <a:pt x="1324204" y="44424"/>
                  <a:pt x="1330603" y="42663"/>
                  <a:pt x="1337358" y="42663"/>
                </a:cubicBezTo>
                <a:moveTo>
                  <a:pt x="1334603" y="48530"/>
                </a:moveTo>
                <a:cubicBezTo>
                  <a:pt x="1331463" y="48530"/>
                  <a:pt x="1328307" y="49462"/>
                  <a:pt x="1325137" y="51327"/>
                </a:cubicBezTo>
                <a:cubicBezTo>
                  <a:pt x="1321967" y="53191"/>
                  <a:pt x="1319404" y="56461"/>
                  <a:pt x="1317449" y="61137"/>
                </a:cubicBezTo>
                <a:cubicBezTo>
                  <a:pt x="1315493" y="65813"/>
                  <a:pt x="1314516" y="71820"/>
                  <a:pt x="1314516" y="79158"/>
                </a:cubicBezTo>
                <a:cubicBezTo>
                  <a:pt x="1314516" y="90994"/>
                  <a:pt x="1316871" y="101203"/>
                  <a:pt x="1321582" y="109786"/>
                </a:cubicBezTo>
                <a:cubicBezTo>
                  <a:pt x="1326293" y="118367"/>
                  <a:pt x="1332500" y="122657"/>
                  <a:pt x="1340203" y="122657"/>
                </a:cubicBezTo>
                <a:cubicBezTo>
                  <a:pt x="1345950" y="122657"/>
                  <a:pt x="1350691" y="120290"/>
                  <a:pt x="1354424" y="115555"/>
                </a:cubicBezTo>
                <a:cubicBezTo>
                  <a:pt x="1358157" y="110820"/>
                  <a:pt x="1360023" y="102683"/>
                  <a:pt x="1360023" y="91143"/>
                </a:cubicBezTo>
                <a:cubicBezTo>
                  <a:pt x="1360023" y="76702"/>
                  <a:pt x="1356912" y="65338"/>
                  <a:pt x="1350691" y="57051"/>
                </a:cubicBezTo>
                <a:cubicBezTo>
                  <a:pt x="1346484" y="51370"/>
                  <a:pt x="1341121" y="48530"/>
                  <a:pt x="1334603" y="48530"/>
                </a:cubicBezTo>
                <a:close/>
                <a:moveTo>
                  <a:pt x="1415198" y="59907"/>
                </a:moveTo>
                <a:cubicBezTo>
                  <a:pt x="1424738" y="48411"/>
                  <a:pt x="1433834" y="42663"/>
                  <a:pt x="1442485" y="42663"/>
                </a:cubicBezTo>
                <a:cubicBezTo>
                  <a:pt x="1446929" y="42663"/>
                  <a:pt x="1450751" y="43773"/>
                  <a:pt x="1453951" y="45991"/>
                </a:cubicBezTo>
                <a:cubicBezTo>
                  <a:pt x="1457151" y="48207"/>
                  <a:pt x="1459698" y="51858"/>
                  <a:pt x="1461595" y="56943"/>
                </a:cubicBezTo>
                <a:cubicBezTo>
                  <a:pt x="1462898" y="60489"/>
                  <a:pt x="1463550" y="65928"/>
                  <a:pt x="1463550" y="73261"/>
                </a:cubicBezTo>
                <a:lnTo>
                  <a:pt x="1463550" y="107936"/>
                </a:lnTo>
                <a:cubicBezTo>
                  <a:pt x="1463550" y="113080"/>
                  <a:pt x="1463965" y="116569"/>
                  <a:pt x="1464794" y="118402"/>
                </a:cubicBezTo>
                <a:cubicBezTo>
                  <a:pt x="1465446" y="119880"/>
                  <a:pt x="1466498" y="121033"/>
                  <a:pt x="1467950" y="121860"/>
                </a:cubicBezTo>
                <a:cubicBezTo>
                  <a:pt x="1469401" y="122688"/>
                  <a:pt x="1472083" y="123102"/>
                  <a:pt x="1475994" y="123102"/>
                </a:cubicBezTo>
                <a:lnTo>
                  <a:pt x="1475994" y="126390"/>
                </a:lnTo>
                <a:lnTo>
                  <a:pt x="1435730" y="126390"/>
                </a:lnTo>
                <a:lnTo>
                  <a:pt x="1435730" y="123102"/>
                </a:lnTo>
                <a:lnTo>
                  <a:pt x="1437419" y="123102"/>
                </a:lnTo>
                <a:cubicBezTo>
                  <a:pt x="1441211" y="123102"/>
                  <a:pt x="1443863" y="122527"/>
                  <a:pt x="1445374" y="121377"/>
                </a:cubicBezTo>
                <a:cubicBezTo>
                  <a:pt x="1446885" y="120227"/>
                  <a:pt x="1447936" y="118533"/>
                  <a:pt x="1448529" y="116294"/>
                </a:cubicBezTo>
                <a:cubicBezTo>
                  <a:pt x="1448766" y="115409"/>
                  <a:pt x="1448884" y="112638"/>
                  <a:pt x="1448884" y="107981"/>
                </a:cubicBezTo>
                <a:lnTo>
                  <a:pt x="1448884" y="74819"/>
                </a:lnTo>
                <a:cubicBezTo>
                  <a:pt x="1448884" y="67451"/>
                  <a:pt x="1447922" y="62102"/>
                  <a:pt x="1445996" y="58771"/>
                </a:cubicBezTo>
                <a:cubicBezTo>
                  <a:pt x="1444070" y="55439"/>
                  <a:pt x="1440826" y="53774"/>
                  <a:pt x="1436263" y="53774"/>
                </a:cubicBezTo>
                <a:cubicBezTo>
                  <a:pt x="1429212" y="53774"/>
                  <a:pt x="1422190" y="57606"/>
                  <a:pt x="1415198" y="65270"/>
                </a:cubicBezTo>
                <a:lnTo>
                  <a:pt x="1415198" y="107981"/>
                </a:lnTo>
                <a:cubicBezTo>
                  <a:pt x="1415198" y="113464"/>
                  <a:pt x="1415524" y="116853"/>
                  <a:pt x="1416176" y="118149"/>
                </a:cubicBezTo>
                <a:cubicBezTo>
                  <a:pt x="1417005" y="119859"/>
                  <a:pt x="1418146" y="121111"/>
                  <a:pt x="1419598" y="121907"/>
                </a:cubicBezTo>
                <a:cubicBezTo>
                  <a:pt x="1421050" y="122704"/>
                  <a:pt x="1423997" y="123102"/>
                  <a:pt x="1428442" y="123102"/>
                </a:cubicBezTo>
                <a:lnTo>
                  <a:pt x="1428442" y="126390"/>
                </a:lnTo>
                <a:lnTo>
                  <a:pt x="1388178" y="126390"/>
                </a:lnTo>
                <a:lnTo>
                  <a:pt x="1388178" y="123102"/>
                </a:lnTo>
                <a:lnTo>
                  <a:pt x="1389956" y="123102"/>
                </a:lnTo>
                <a:cubicBezTo>
                  <a:pt x="1394103" y="123102"/>
                  <a:pt x="1396903" y="122053"/>
                  <a:pt x="1398355" y="119955"/>
                </a:cubicBezTo>
                <a:cubicBezTo>
                  <a:pt x="1399807" y="117855"/>
                  <a:pt x="1400533" y="113849"/>
                  <a:pt x="1400533" y="107936"/>
                </a:cubicBezTo>
                <a:lnTo>
                  <a:pt x="1400533" y="77783"/>
                </a:lnTo>
                <a:cubicBezTo>
                  <a:pt x="1400533" y="68028"/>
                  <a:pt x="1400310" y="62087"/>
                  <a:pt x="1399866" y="59959"/>
                </a:cubicBezTo>
                <a:cubicBezTo>
                  <a:pt x="1399422" y="57830"/>
                  <a:pt x="1398740" y="56381"/>
                  <a:pt x="1397822" y="55612"/>
                </a:cubicBezTo>
                <a:cubicBezTo>
                  <a:pt x="1396903" y="54844"/>
                  <a:pt x="1395674" y="54460"/>
                  <a:pt x="1394133" y="54460"/>
                </a:cubicBezTo>
                <a:cubicBezTo>
                  <a:pt x="1392474" y="54460"/>
                  <a:pt x="1390489" y="54903"/>
                  <a:pt x="1388178" y="55790"/>
                </a:cubicBezTo>
                <a:lnTo>
                  <a:pt x="1386845" y="52596"/>
                </a:lnTo>
                <a:lnTo>
                  <a:pt x="1411376" y="42663"/>
                </a:lnTo>
                <a:lnTo>
                  <a:pt x="1415198" y="42663"/>
                </a:lnTo>
                <a:lnTo>
                  <a:pt x="1415198" y="5990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F664D-5D6D-42FC-8765-5D379034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866" y="6783425"/>
            <a:ext cx="104615" cy="141752"/>
          </a:xfrm>
          <a:custGeom xmlns:a="http://schemas.openxmlformats.org/drawingml/2006/main">
            <a:pathLst>
              <a:path w="104615" h="141752">
                <a:moveTo>
                  <a:pt x="65385" y="0"/>
                </a:moveTo>
                <a:lnTo>
                  <a:pt x="39231" y="0"/>
                </a:lnTo>
                <a:lnTo>
                  <a:pt x="39231" y="37136"/>
                </a:lnTo>
                <a:lnTo>
                  <a:pt x="0" y="37136"/>
                </a:lnTo>
                <a:lnTo>
                  <a:pt x="52308" y="141752"/>
                </a:lnTo>
                <a:lnTo>
                  <a:pt x="104615" y="37136"/>
                </a:lnTo>
                <a:lnTo>
                  <a:pt x="65385" y="37136"/>
                </a:lnTo>
                <a:lnTo>
                  <a:pt x="6538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0DFBB-9101-4A2A-BAED-125483EF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507" y="6782638"/>
            <a:ext cx="104615" cy="141752"/>
          </a:xfrm>
          <a:custGeom xmlns:a="http://schemas.openxmlformats.org/drawingml/2006/main">
            <a:pathLst>
              <a:path w="104615" h="141752">
                <a:moveTo>
                  <a:pt x="65385" y="0"/>
                </a:moveTo>
                <a:lnTo>
                  <a:pt x="39231" y="0"/>
                </a:lnTo>
                <a:lnTo>
                  <a:pt x="39231" y="37136"/>
                </a:lnTo>
                <a:lnTo>
                  <a:pt x="0" y="37136"/>
                </a:lnTo>
                <a:lnTo>
                  <a:pt x="52308" y="141752"/>
                </a:lnTo>
                <a:lnTo>
                  <a:pt x="104615" y="37136"/>
                </a:lnTo>
                <a:lnTo>
                  <a:pt x="65385" y="37136"/>
                </a:lnTo>
                <a:lnTo>
                  <a:pt x="6538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4540B-B236-4148-B566-30A180B4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99" y="6792312"/>
            <a:ext cx="104626" cy="141752"/>
          </a:xfrm>
          <a:custGeom xmlns:a="http://schemas.openxmlformats.org/drawingml/2006/main">
            <a:pathLst>
              <a:path w="104626" h="141752">
                <a:moveTo>
                  <a:pt x="65395" y="0"/>
                </a:moveTo>
                <a:lnTo>
                  <a:pt x="39231" y="0"/>
                </a:lnTo>
                <a:lnTo>
                  <a:pt x="39231" y="37136"/>
                </a:lnTo>
                <a:lnTo>
                  <a:pt x="0" y="37136"/>
                </a:lnTo>
                <a:lnTo>
                  <a:pt x="52318" y="141752"/>
                </a:lnTo>
                <a:lnTo>
                  <a:pt x="104626" y="37136"/>
                </a:lnTo>
                <a:lnTo>
                  <a:pt x="65395" y="37136"/>
                </a:lnTo>
                <a:lnTo>
                  <a:pt x="6539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4CC86-F452-4F9B-89A4-237B0AD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579" y="6794408"/>
            <a:ext cx="104615" cy="142018"/>
          </a:xfrm>
          <a:custGeom xmlns:a="http://schemas.openxmlformats.org/drawingml/2006/main">
            <a:pathLst>
              <a:path w="104615" h="142018">
                <a:moveTo>
                  <a:pt x="65385" y="0"/>
                </a:moveTo>
                <a:lnTo>
                  <a:pt x="39231" y="0"/>
                </a:lnTo>
                <a:lnTo>
                  <a:pt x="39231" y="37402"/>
                </a:lnTo>
                <a:lnTo>
                  <a:pt x="0" y="37402"/>
                </a:lnTo>
                <a:lnTo>
                  <a:pt x="52308" y="142018"/>
                </a:lnTo>
                <a:lnTo>
                  <a:pt x="104615" y="37402"/>
                </a:lnTo>
                <a:lnTo>
                  <a:pt x="65385" y="37402"/>
                </a:lnTo>
                <a:lnTo>
                  <a:pt x="6538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81CCD-A1BA-4DD4-93FD-91EBB70B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609" y="6792312"/>
            <a:ext cx="104615" cy="141752"/>
          </a:xfrm>
          <a:custGeom xmlns:a="http://schemas.openxmlformats.org/drawingml/2006/main">
            <a:pathLst>
              <a:path w="104615" h="141752">
                <a:moveTo>
                  <a:pt x="65385" y="0"/>
                </a:moveTo>
                <a:lnTo>
                  <a:pt x="39231" y="0"/>
                </a:lnTo>
                <a:lnTo>
                  <a:pt x="39231" y="37136"/>
                </a:lnTo>
                <a:lnTo>
                  <a:pt x="0" y="37136"/>
                </a:lnTo>
                <a:lnTo>
                  <a:pt x="52308" y="141752"/>
                </a:lnTo>
                <a:lnTo>
                  <a:pt x="104615" y="37136"/>
                </a:lnTo>
                <a:lnTo>
                  <a:pt x="65385" y="37136"/>
                </a:lnTo>
                <a:lnTo>
                  <a:pt x="6538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StructuralFeatureEncoder">
            <a:extLst xmlns:a="http://schemas.openxmlformats.org/drawingml/2006/main">
              <a:ext uri="{FF2B5EF4-FFF2-40B4-BE49-F238E27FC236}">
                <a16:creationId xmlns:a16="http://schemas.microsoft.com/office/drawing/2014/main" id="{2AB89B21-35BA-4383-8150-72C77D50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012" y="7396923"/>
            <a:ext cx="1962988" cy="129057"/>
          </a:xfrm>
          <a:custGeom xmlns:a="http://schemas.openxmlformats.org/drawingml/2006/main">
            <a:pathLst>
              <a:path w="1962988" h="129057">
                <a:moveTo>
                  <a:pt x="661095" y="12830"/>
                </a:moveTo>
                <a:lnTo>
                  <a:pt x="661381" y="12724"/>
                </a:lnTo>
                <a:lnTo>
                  <a:pt x="661662" y="12623"/>
                </a:lnTo>
                <a:lnTo>
                  <a:pt x="661939" y="12527"/>
                </a:lnTo>
                <a:lnTo>
                  <a:pt x="662211" y="12435"/>
                </a:lnTo>
                <a:lnTo>
                  <a:pt x="662479" y="12349"/>
                </a:lnTo>
                <a:lnTo>
                  <a:pt x="662743" y="12267"/>
                </a:lnTo>
                <a:lnTo>
                  <a:pt x="663003" y="12191"/>
                </a:lnTo>
                <a:lnTo>
                  <a:pt x="663258" y="12119"/>
                </a:lnTo>
                <a:lnTo>
                  <a:pt x="663509" y="12052"/>
                </a:lnTo>
                <a:lnTo>
                  <a:pt x="663756" y="11991"/>
                </a:lnTo>
                <a:lnTo>
                  <a:pt x="663998" y="11934"/>
                </a:lnTo>
                <a:lnTo>
                  <a:pt x="664236" y="11882"/>
                </a:lnTo>
                <a:lnTo>
                  <a:pt x="664469" y="11835"/>
                </a:lnTo>
                <a:lnTo>
                  <a:pt x="664699" y="11793"/>
                </a:lnTo>
                <a:lnTo>
                  <a:pt x="664924" y="11756"/>
                </a:lnTo>
                <a:lnTo>
                  <a:pt x="665144" y="11724"/>
                </a:lnTo>
                <a:lnTo>
                  <a:pt x="665361" y="11697"/>
                </a:lnTo>
                <a:lnTo>
                  <a:pt x="665573" y="11675"/>
                </a:lnTo>
                <a:lnTo>
                  <a:pt x="665780" y="11657"/>
                </a:lnTo>
                <a:lnTo>
                  <a:pt x="665984" y="11645"/>
                </a:lnTo>
                <a:lnTo>
                  <a:pt x="666183" y="11638"/>
                </a:lnTo>
                <a:lnTo>
                  <a:pt x="666378" y="11635"/>
                </a:lnTo>
                <a:lnTo>
                  <a:pt x="666554" y="11637"/>
                </a:lnTo>
                <a:lnTo>
                  <a:pt x="666728" y="11643"/>
                </a:lnTo>
                <a:lnTo>
                  <a:pt x="666899" y="11653"/>
                </a:lnTo>
                <a:lnTo>
                  <a:pt x="667068" y="11667"/>
                </a:lnTo>
                <a:lnTo>
                  <a:pt x="667234" y="11685"/>
                </a:lnTo>
                <a:lnTo>
                  <a:pt x="667397" y="11707"/>
                </a:lnTo>
                <a:lnTo>
                  <a:pt x="667558" y="11734"/>
                </a:lnTo>
                <a:lnTo>
                  <a:pt x="667716" y="11764"/>
                </a:lnTo>
                <a:lnTo>
                  <a:pt x="667871" y="11798"/>
                </a:lnTo>
                <a:lnTo>
                  <a:pt x="668024" y="11836"/>
                </a:lnTo>
                <a:lnTo>
                  <a:pt x="668174" y="11878"/>
                </a:lnTo>
                <a:lnTo>
                  <a:pt x="668322" y="11924"/>
                </a:lnTo>
                <a:lnTo>
                  <a:pt x="668467" y="11974"/>
                </a:lnTo>
                <a:lnTo>
                  <a:pt x="668609" y="12028"/>
                </a:lnTo>
                <a:lnTo>
                  <a:pt x="668749" y="12087"/>
                </a:lnTo>
                <a:lnTo>
                  <a:pt x="668886" y="12149"/>
                </a:lnTo>
                <a:lnTo>
                  <a:pt x="669021" y="12215"/>
                </a:lnTo>
                <a:lnTo>
                  <a:pt x="669152" y="12285"/>
                </a:lnTo>
                <a:lnTo>
                  <a:pt x="669282" y="12359"/>
                </a:lnTo>
                <a:lnTo>
                  <a:pt x="669408" y="12438"/>
                </a:lnTo>
                <a:lnTo>
                  <a:pt x="669532" y="12520"/>
                </a:lnTo>
                <a:lnTo>
                  <a:pt x="669654" y="12606"/>
                </a:lnTo>
                <a:lnTo>
                  <a:pt x="669772" y="12696"/>
                </a:lnTo>
                <a:lnTo>
                  <a:pt x="669888" y="12791"/>
                </a:lnTo>
                <a:lnTo>
                  <a:pt x="670002" y="12890"/>
                </a:lnTo>
                <a:lnTo>
                  <a:pt x="670113" y="12997"/>
                </a:lnTo>
                <a:lnTo>
                  <a:pt x="670221" y="13110"/>
                </a:lnTo>
                <a:lnTo>
                  <a:pt x="670327" y="13231"/>
                </a:lnTo>
                <a:lnTo>
                  <a:pt x="670430" y="13358"/>
                </a:lnTo>
                <a:lnTo>
                  <a:pt x="670530" y="13492"/>
                </a:lnTo>
                <a:lnTo>
                  <a:pt x="670628" y="13633"/>
                </a:lnTo>
                <a:lnTo>
                  <a:pt x="670723" y="13782"/>
                </a:lnTo>
                <a:lnTo>
                  <a:pt x="670815" y="13937"/>
                </a:lnTo>
                <a:lnTo>
                  <a:pt x="670905" y="14099"/>
                </a:lnTo>
                <a:lnTo>
                  <a:pt x="670993" y="14268"/>
                </a:lnTo>
                <a:lnTo>
                  <a:pt x="671077" y="14444"/>
                </a:lnTo>
                <a:lnTo>
                  <a:pt x="671159" y="14627"/>
                </a:lnTo>
                <a:lnTo>
                  <a:pt x="671239" y="14817"/>
                </a:lnTo>
                <a:lnTo>
                  <a:pt x="671315" y="15014"/>
                </a:lnTo>
                <a:lnTo>
                  <a:pt x="671390" y="15218"/>
                </a:lnTo>
                <a:lnTo>
                  <a:pt x="671461" y="15428"/>
                </a:lnTo>
                <a:lnTo>
                  <a:pt x="671530" y="15646"/>
                </a:lnTo>
                <a:lnTo>
                  <a:pt x="671596" y="15871"/>
                </a:lnTo>
                <a:lnTo>
                  <a:pt x="671660" y="16103"/>
                </a:lnTo>
                <a:lnTo>
                  <a:pt x="671721" y="16341"/>
                </a:lnTo>
                <a:lnTo>
                  <a:pt x="671779" y="16587"/>
                </a:lnTo>
                <a:lnTo>
                  <a:pt x="671835" y="16839"/>
                </a:lnTo>
                <a:lnTo>
                  <a:pt x="671888" y="17099"/>
                </a:lnTo>
                <a:lnTo>
                  <a:pt x="671939" y="17380"/>
                </a:lnTo>
                <a:lnTo>
                  <a:pt x="671988" y="17698"/>
                </a:lnTo>
                <a:lnTo>
                  <a:pt x="672034" y="18053"/>
                </a:lnTo>
                <a:lnTo>
                  <a:pt x="672078" y="18444"/>
                </a:lnTo>
                <a:lnTo>
                  <a:pt x="672121" y="18873"/>
                </a:lnTo>
                <a:lnTo>
                  <a:pt x="672160" y="19338"/>
                </a:lnTo>
                <a:lnTo>
                  <a:pt x="672198" y="19841"/>
                </a:lnTo>
                <a:lnTo>
                  <a:pt x="672234" y="20380"/>
                </a:lnTo>
                <a:lnTo>
                  <a:pt x="672267" y="20956"/>
                </a:lnTo>
                <a:lnTo>
                  <a:pt x="672299" y="21568"/>
                </a:lnTo>
                <a:lnTo>
                  <a:pt x="672328" y="22218"/>
                </a:lnTo>
                <a:lnTo>
                  <a:pt x="672355" y="22905"/>
                </a:lnTo>
                <a:lnTo>
                  <a:pt x="672380" y="23628"/>
                </a:lnTo>
                <a:lnTo>
                  <a:pt x="672402" y="24388"/>
                </a:lnTo>
                <a:lnTo>
                  <a:pt x="672423" y="25185"/>
                </a:lnTo>
                <a:lnTo>
                  <a:pt x="672441" y="26019"/>
                </a:lnTo>
                <a:lnTo>
                  <a:pt x="672458" y="26890"/>
                </a:lnTo>
                <a:lnTo>
                  <a:pt x="672472" y="27797"/>
                </a:lnTo>
                <a:lnTo>
                  <a:pt x="672483" y="28742"/>
                </a:lnTo>
                <a:lnTo>
                  <a:pt x="672493" y="29723"/>
                </a:lnTo>
                <a:lnTo>
                  <a:pt x="672501" y="30741"/>
                </a:lnTo>
                <a:lnTo>
                  <a:pt x="672506" y="31796"/>
                </a:lnTo>
                <a:lnTo>
                  <a:pt x="672509" y="32888"/>
                </a:lnTo>
                <a:lnTo>
                  <a:pt x="672510" y="34017"/>
                </a:lnTo>
                <a:lnTo>
                  <a:pt x="672510" y="107914"/>
                </a:lnTo>
                <a:lnTo>
                  <a:pt x="672508" y="108535"/>
                </a:lnTo>
                <a:lnTo>
                  <a:pt x="672502" y="109138"/>
                </a:lnTo>
                <a:lnTo>
                  <a:pt x="672492" y="109725"/>
                </a:lnTo>
                <a:lnTo>
                  <a:pt x="672478" y="110295"/>
                </a:lnTo>
                <a:lnTo>
                  <a:pt x="672460" y="110848"/>
                </a:lnTo>
                <a:lnTo>
                  <a:pt x="672438" y="111384"/>
                </a:lnTo>
                <a:lnTo>
                  <a:pt x="672412" y="111903"/>
                </a:lnTo>
                <a:lnTo>
                  <a:pt x="672382" y="112404"/>
                </a:lnTo>
                <a:lnTo>
                  <a:pt x="672348" y="112889"/>
                </a:lnTo>
                <a:lnTo>
                  <a:pt x="672310" y="113358"/>
                </a:lnTo>
                <a:lnTo>
                  <a:pt x="672268" y="113809"/>
                </a:lnTo>
                <a:lnTo>
                  <a:pt x="672222" y="114243"/>
                </a:lnTo>
                <a:lnTo>
                  <a:pt x="672171" y="114660"/>
                </a:lnTo>
                <a:lnTo>
                  <a:pt x="672117" y="115060"/>
                </a:lnTo>
                <a:lnTo>
                  <a:pt x="672059" y="115443"/>
                </a:lnTo>
                <a:lnTo>
                  <a:pt x="671997" y="115810"/>
                </a:lnTo>
                <a:lnTo>
                  <a:pt x="671931" y="116159"/>
                </a:lnTo>
                <a:lnTo>
                  <a:pt x="671861" y="116492"/>
                </a:lnTo>
                <a:lnTo>
                  <a:pt x="671786" y="116807"/>
                </a:lnTo>
                <a:lnTo>
                  <a:pt x="671708" y="117106"/>
                </a:lnTo>
                <a:lnTo>
                  <a:pt x="671626" y="117387"/>
                </a:lnTo>
                <a:lnTo>
                  <a:pt x="671540" y="117652"/>
                </a:lnTo>
                <a:lnTo>
                  <a:pt x="671449" y="117899"/>
                </a:lnTo>
                <a:lnTo>
                  <a:pt x="671355" y="118130"/>
                </a:lnTo>
                <a:lnTo>
                  <a:pt x="671257" y="118349"/>
                </a:lnTo>
                <a:lnTo>
                  <a:pt x="671156" y="118563"/>
                </a:lnTo>
                <a:lnTo>
                  <a:pt x="671052" y="118772"/>
                </a:lnTo>
                <a:lnTo>
                  <a:pt x="670945" y="118976"/>
                </a:lnTo>
                <a:lnTo>
                  <a:pt x="670835" y="119174"/>
                </a:lnTo>
                <a:lnTo>
                  <a:pt x="670722" y="119368"/>
                </a:lnTo>
                <a:lnTo>
                  <a:pt x="670605" y="119556"/>
                </a:lnTo>
                <a:lnTo>
                  <a:pt x="670486" y="119738"/>
                </a:lnTo>
                <a:lnTo>
                  <a:pt x="670363" y="119916"/>
                </a:lnTo>
                <a:lnTo>
                  <a:pt x="670238" y="120088"/>
                </a:lnTo>
                <a:lnTo>
                  <a:pt x="670109" y="120255"/>
                </a:lnTo>
                <a:lnTo>
                  <a:pt x="669977" y="120417"/>
                </a:lnTo>
                <a:lnTo>
                  <a:pt x="669842" y="120573"/>
                </a:lnTo>
                <a:lnTo>
                  <a:pt x="669705" y="120724"/>
                </a:lnTo>
                <a:lnTo>
                  <a:pt x="669563" y="120870"/>
                </a:lnTo>
                <a:lnTo>
                  <a:pt x="669419" y="121011"/>
                </a:lnTo>
                <a:lnTo>
                  <a:pt x="669272" y="121147"/>
                </a:lnTo>
                <a:lnTo>
                  <a:pt x="669122" y="121277"/>
                </a:lnTo>
                <a:lnTo>
                  <a:pt x="668968" y="121402"/>
                </a:lnTo>
                <a:lnTo>
                  <a:pt x="668812" y="121522"/>
                </a:lnTo>
                <a:lnTo>
                  <a:pt x="668652" y="121637"/>
                </a:lnTo>
                <a:lnTo>
                  <a:pt x="668490" y="121746"/>
                </a:lnTo>
                <a:lnTo>
                  <a:pt x="668324" y="121850"/>
                </a:lnTo>
                <a:lnTo>
                  <a:pt x="668155" y="121949"/>
                </a:lnTo>
                <a:lnTo>
                  <a:pt x="667979" y="122043"/>
                </a:lnTo>
                <a:lnTo>
                  <a:pt x="667790" y="122133"/>
                </a:lnTo>
                <a:lnTo>
                  <a:pt x="667589" y="122219"/>
                </a:lnTo>
                <a:lnTo>
                  <a:pt x="667375" y="122301"/>
                </a:lnTo>
                <a:lnTo>
                  <a:pt x="667149" y="122379"/>
                </a:lnTo>
                <a:lnTo>
                  <a:pt x="666911" y="122453"/>
                </a:lnTo>
                <a:lnTo>
                  <a:pt x="666660" y="122523"/>
                </a:lnTo>
                <a:lnTo>
                  <a:pt x="666397" y="122590"/>
                </a:lnTo>
                <a:lnTo>
                  <a:pt x="666122" y="122652"/>
                </a:lnTo>
                <a:lnTo>
                  <a:pt x="665834" y="122710"/>
                </a:lnTo>
                <a:lnTo>
                  <a:pt x="665534" y="122764"/>
                </a:lnTo>
                <a:lnTo>
                  <a:pt x="665222" y="122814"/>
                </a:lnTo>
                <a:lnTo>
                  <a:pt x="664897" y="122860"/>
                </a:lnTo>
                <a:lnTo>
                  <a:pt x="664560" y="122902"/>
                </a:lnTo>
                <a:lnTo>
                  <a:pt x="664211" y="122940"/>
                </a:lnTo>
                <a:lnTo>
                  <a:pt x="663849" y="122974"/>
                </a:lnTo>
                <a:lnTo>
                  <a:pt x="663475" y="123004"/>
                </a:lnTo>
                <a:lnTo>
                  <a:pt x="663089" y="123030"/>
                </a:lnTo>
                <a:lnTo>
                  <a:pt x="662690" y="123052"/>
                </a:lnTo>
                <a:lnTo>
                  <a:pt x="662279" y="123070"/>
                </a:lnTo>
                <a:lnTo>
                  <a:pt x="661856" y="123084"/>
                </a:lnTo>
                <a:lnTo>
                  <a:pt x="661420" y="123094"/>
                </a:lnTo>
                <a:lnTo>
                  <a:pt x="660972" y="123100"/>
                </a:lnTo>
                <a:lnTo>
                  <a:pt x="660511" y="123102"/>
                </a:lnTo>
                <a:lnTo>
                  <a:pt x="660511" y="126390"/>
                </a:lnTo>
                <a:lnTo>
                  <a:pt x="700419" y="126390"/>
                </a:lnTo>
                <a:lnTo>
                  <a:pt x="700419" y="123102"/>
                </a:lnTo>
                <a:lnTo>
                  <a:pt x="699901" y="123100"/>
                </a:lnTo>
                <a:lnTo>
                  <a:pt x="699395" y="123093"/>
                </a:lnTo>
                <a:lnTo>
                  <a:pt x="698904" y="123082"/>
                </a:lnTo>
                <a:lnTo>
                  <a:pt x="698427" y="123066"/>
                </a:lnTo>
                <a:lnTo>
                  <a:pt x="697964" y="123046"/>
                </a:lnTo>
                <a:lnTo>
                  <a:pt x="697514" y="123021"/>
                </a:lnTo>
                <a:lnTo>
                  <a:pt x="697079" y="122992"/>
                </a:lnTo>
                <a:lnTo>
                  <a:pt x="696657" y="122959"/>
                </a:lnTo>
                <a:lnTo>
                  <a:pt x="696249" y="122921"/>
                </a:lnTo>
                <a:lnTo>
                  <a:pt x="695855" y="122879"/>
                </a:lnTo>
                <a:lnTo>
                  <a:pt x="695475" y="122832"/>
                </a:lnTo>
                <a:lnTo>
                  <a:pt x="695109" y="122780"/>
                </a:lnTo>
                <a:lnTo>
                  <a:pt x="694756" y="122725"/>
                </a:lnTo>
                <a:lnTo>
                  <a:pt x="694418" y="122664"/>
                </a:lnTo>
                <a:lnTo>
                  <a:pt x="694094" y="122599"/>
                </a:lnTo>
                <a:lnTo>
                  <a:pt x="693783" y="122530"/>
                </a:lnTo>
                <a:lnTo>
                  <a:pt x="693486" y="122457"/>
                </a:lnTo>
                <a:lnTo>
                  <a:pt x="693203" y="122378"/>
                </a:lnTo>
                <a:lnTo>
                  <a:pt x="692934" y="122296"/>
                </a:lnTo>
                <a:lnTo>
                  <a:pt x="692679" y="122209"/>
                </a:lnTo>
                <a:lnTo>
                  <a:pt x="692438" y="122117"/>
                </a:lnTo>
                <a:lnTo>
                  <a:pt x="692211" y="122021"/>
                </a:lnTo>
                <a:lnTo>
                  <a:pt x="691997" y="121921"/>
                </a:lnTo>
                <a:lnTo>
                  <a:pt x="691798" y="121816"/>
                </a:lnTo>
                <a:lnTo>
                  <a:pt x="691607" y="121706"/>
                </a:lnTo>
                <a:lnTo>
                  <a:pt x="691421" y="121593"/>
                </a:lnTo>
                <a:lnTo>
                  <a:pt x="691239" y="121475"/>
                </a:lnTo>
                <a:lnTo>
                  <a:pt x="691061" y="121353"/>
                </a:lnTo>
                <a:lnTo>
                  <a:pt x="690887" y="121227"/>
                </a:lnTo>
                <a:lnTo>
                  <a:pt x="690717" y="121097"/>
                </a:lnTo>
                <a:lnTo>
                  <a:pt x="690552" y="120962"/>
                </a:lnTo>
                <a:lnTo>
                  <a:pt x="690391" y="120824"/>
                </a:lnTo>
                <a:lnTo>
                  <a:pt x="690233" y="120681"/>
                </a:lnTo>
                <a:lnTo>
                  <a:pt x="690080" y="120534"/>
                </a:lnTo>
                <a:lnTo>
                  <a:pt x="689932" y="120383"/>
                </a:lnTo>
                <a:lnTo>
                  <a:pt x="689787" y="120228"/>
                </a:lnTo>
                <a:lnTo>
                  <a:pt x="689646" y="120068"/>
                </a:lnTo>
                <a:lnTo>
                  <a:pt x="689510" y="119905"/>
                </a:lnTo>
                <a:lnTo>
                  <a:pt x="689378" y="119737"/>
                </a:lnTo>
                <a:lnTo>
                  <a:pt x="689250" y="119565"/>
                </a:lnTo>
                <a:lnTo>
                  <a:pt x="689126" y="119389"/>
                </a:lnTo>
                <a:lnTo>
                  <a:pt x="689006" y="119209"/>
                </a:lnTo>
                <a:lnTo>
                  <a:pt x="688891" y="119025"/>
                </a:lnTo>
                <a:lnTo>
                  <a:pt x="688780" y="118836"/>
                </a:lnTo>
                <a:lnTo>
                  <a:pt x="688672" y="118644"/>
                </a:lnTo>
                <a:lnTo>
                  <a:pt x="688569" y="118447"/>
                </a:lnTo>
                <a:lnTo>
                  <a:pt x="688471" y="118246"/>
                </a:lnTo>
                <a:lnTo>
                  <a:pt x="688376" y="118041"/>
                </a:lnTo>
                <a:lnTo>
                  <a:pt x="688285" y="117825"/>
                </a:lnTo>
                <a:lnTo>
                  <a:pt x="688198" y="117591"/>
                </a:lnTo>
                <a:lnTo>
                  <a:pt x="688116" y="117338"/>
                </a:lnTo>
                <a:lnTo>
                  <a:pt x="688036" y="117068"/>
                </a:lnTo>
                <a:lnTo>
                  <a:pt x="687961" y="116781"/>
                </a:lnTo>
                <a:lnTo>
                  <a:pt x="687890" y="116475"/>
                </a:lnTo>
                <a:lnTo>
                  <a:pt x="687822" y="116151"/>
                </a:lnTo>
                <a:lnTo>
                  <a:pt x="687759" y="115810"/>
                </a:lnTo>
                <a:lnTo>
                  <a:pt x="687699" y="115450"/>
                </a:lnTo>
                <a:lnTo>
                  <a:pt x="687643" y="115073"/>
                </a:lnTo>
                <a:lnTo>
                  <a:pt x="687591" y="114678"/>
                </a:lnTo>
                <a:lnTo>
                  <a:pt x="687543" y="114265"/>
                </a:lnTo>
                <a:lnTo>
                  <a:pt x="687498" y="113834"/>
                </a:lnTo>
                <a:lnTo>
                  <a:pt x="687458" y="113385"/>
                </a:lnTo>
                <a:lnTo>
                  <a:pt x="687421" y="112919"/>
                </a:lnTo>
                <a:lnTo>
                  <a:pt x="687388" y="112434"/>
                </a:lnTo>
                <a:lnTo>
                  <a:pt x="687359" y="111932"/>
                </a:lnTo>
                <a:lnTo>
                  <a:pt x="687334" y="111411"/>
                </a:lnTo>
                <a:lnTo>
                  <a:pt x="687313" y="110873"/>
                </a:lnTo>
                <a:lnTo>
                  <a:pt x="687296" y="110317"/>
                </a:lnTo>
                <a:lnTo>
                  <a:pt x="687282" y="109743"/>
                </a:lnTo>
                <a:lnTo>
                  <a:pt x="687273" y="109151"/>
                </a:lnTo>
                <a:lnTo>
                  <a:pt x="687267" y="108542"/>
                </a:lnTo>
                <a:lnTo>
                  <a:pt x="687265" y="107914"/>
                </a:lnTo>
                <a:lnTo>
                  <a:pt x="687265" y="0"/>
                </a:lnTo>
                <a:lnTo>
                  <a:pt x="683265" y="0"/>
                </a:lnTo>
                <a:lnTo>
                  <a:pt x="659000" y="9946"/>
                </a:lnTo>
                <a:lnTo>
                  <a:pt x="660511" y="13057"/>
                </a:lnTo>
                <a:lnTo>
                  <a:pt x="660805" y="12941"/>
                </a:lnTo>
                <a:lnTo>
                  <a:pt x="661095" y="12830"/>
                </a:lnTo>
                <a:close/>
                <a:moveTo>
                  <a:pt x="830163" y="12493"/>
                </a:moveTo>
                <a:lnTo>
                  <a:pt x="830871" y="12521"/>
                </a:lnTo>
                <a:lnTo>
                  <a:pt x="831562" y="12555"/>
                </a:lnTo>
                <a:lnTo>
                  <a:pt x="832236" y="12595"/>
                </a:lnTo>
                <a:lnTo>
                  <a:pt x="832892" y="12641"/>
                </a:lnTo>
                <a:lnTo>
                  <a:pt x="833532" y="12693"/>
                </a:lnTo>
                <a:lnTo>
                  <a:pt x="834154" y="12752"/>
                </a:lnTo>
                <a:lnTo>
                  <a:pt x="834760" y="12817"/>
                </a:lnTo>
                <a:lnTo>
                  <a:pt x="835348" y="12888"/>
                </a:lnTo>
                <a:lnTo>
                  <a:pt x="835919" y="12965"/>
                </a:lnTo>
                <a:lnTo>
                  <a:pt x="836473" y="13048"/>
                </a:lnTo>
                <a:lnTo>
                  <a:pt x="837009" y="13138"/>
                </a:lnTo>
                <a:lnTo>
                  <a:pt x="837529" y="13234"/>
                </a:lnTo>
                <a:lnTo>
                  <a:pt x="838032" y="13335"/>
                </a:lnTo>
                <a:lnTo>
                  <a:pt x="838517" y="13443"/>
                </a:lnTo>
                <a:lnTo>
                  <a:pt x="838985" y="13558"/>
                </a:lnTo>
                <a:lnTo>
                  <a:pt x="839436" y="13678"/>
                </a:lnTo>
                <a:lnTo>
                  <a:pt x="839870" y="13805"/>
                </a:lnTo>
                <a:lnTo>
                  <a:pt x="840287" y="13937"/>
                </a:lnTo>
                <a:lnTo>
                  <a:pt x="840687" y="14076"/>
                </a:lnTo>
                <a:lnTo>
                  <a:pt x="841070" y="14221"/>
                </a:lnTo>
                <a:lnTo>
                  <a:pt x="841441" y="14373"/>
                </a:lnTo>
                <a:lnTo>
                  <a:pt x="841808" y="14533"/>
                </a:lnTo>
                <a:lnTo>
                  <a:pt x="842169" y="14700"/>
                </a:lnTo>
                <a:lnTo>
                  <a:pt x="842526" y="14874"/>
                </a:lnTo>
                <a:lnTo>
                  <a:pt x="842878" y="15056"/>
                </a:lnTo>
                <a:lnTo>
                  <a:pt x="843225" y="15246"/>
                </a:lnTo>
                <a:lnTo>
                  <a:pt x="843567" y="15443"/>
                </a:lnTo>
                <a:lnTo>
                  <a:pt x="843904" y="15648"/>
                </a:lnTo>
                <a:lnTo>
                  <a:pt x="844236" y="15861"/>
                </a:lnTo>
                <a:lnTo>
                  <a:pt x="844563" y="16081"/>
                </a:lnTo>
                <a:lnTo>
                  <a:pt x="844885" y="16308"/>
                </a:lnTo>
                <a:lnTo>
                  <a:pt x="845203" y="16543"/>
                </a:lnTo>
                <a:lnTo>
                  <a:pt x="845515" y="16786"/>
                </a:lnTo>
                <a:lnTo>
                  <a:pt x="845822" y="17036"/>
                </a:lnTo>
                <a:lnTo>
                  <a:pt x="846125" y="17294"/>
                </a:lnTo>
                <a:lnTo>
                  <a:pt x="846422" y="17559"/>
                </a:lnTo>
                <a:lnTo>
                  <a:pt x="846715" y="17832"/>
                </a:lnTo>
                <a:lnTo>
                  <a:pt x="847002" y="18113"/>
                </a:lnTo>
                <a:lnTo>
                  <a:pt x="847285" y="18401"/>
                </a:lnTo>
                <a:lnTo>
                  <a:pt x="847563" y="18696"/>
                </a:lnTo>
                <a:lnTo>
                  <a:pt x="847836" y="18999"/>
                </a:lnTo>
                <a:lnTo>
                  <a:pt x="848104" y="19310"/>
                </a:lnTo>
                <a:lnTo>
                  <a:pt x="848367" y="19628"/>
                </a:lnTo>
                <a:lnTo>
                  <a:pt x="848625" y="19954"/>
                </a:lnTo>
                <a:lnTo>
                  <a:pt x="848879" y="20291"/>
                </a:lnTo>
                <a:lnTo>
                  <a:pt x="849130" y="20644"/>
                </a:lnTo>
                <a:lnTo>
                  <a:pt x="849379" y="21013"/>
                </a:lnTo>
                <a:lnTo>
                  <a:pt x="849626" y="21397"/>
                </a:lnTo>
                <a:lnTo>
                  <a:pt x="849869" y="21797"/>
                </a:lnTo>
                <a:lnTo>
                  <a:pt x="850111" y="22212"/>
                </a:lnTo>
                <a:lnTo>
                  <a:pt x="850349" y="22643"/>
                </a:lnTo>
                <a:lnTo>
                  <a:pt x="850585" y="23090"/>
                </a:lnTo>
                <a:lnTo>
                  <a:pt x="850818" y="23552"/>
                </a:lnTo>
                <a:lnTo>
                  <a:pt x="851049" y="24029"/>
                </a:lnTo>
                <a:lnTo>
                  <a:pt x="851277" y="24523"/>
                </a:lnTo>
                <a:lnTo>
                  <a:pt x="851502" y="25031"/>
                </a:lnTo>
                <a:lnTo>
                  <a:pt x="851725" y="25556"/>
                </a:lnTo>
                <a:lnTo>
                  <a:pt x="851945" y="26096"/>
                </a:lnTo>
                <a:lnTo>
                  <a:pt x="852162" y="26651"/>
                </a:lnTo>
                <a:lnTo>
                  <a:pt x="852377" y="27223"/>
                </a:lnTo>
                <a:lnTo>
                  <a:pt x="852590" y="27809"/>
                </a:lnTo>
                <a:lnTo>
                  <a:pt x="852799" y="28412"/>
                </a:lnTo>
                <a:lnTo>
                  <a:pt x="853006" y="29030"/>
                </a:lnTo>
                <a:lnTo>
                  <a:pt x="853211" y="29663"/>
                </a:lnTo>
                <a:lnTo>
                  <a:pt x="853412" y="30312"/>
                </a:lnTo>
                <a:lnTo>
                  <a:pt x="853611" y="30977"/>
                </a:lnTo>
                <a:lnTo>
                  <a:pt x="853808" y="31657"/>
                </a:lnTo>
                <a:lnTo>
                  <a:pt x="854002" y="32353"/>
                </a:lnTo>
                <a:lnTo>
                  <a:pt x="857113" y="32353"/>
                </a:lnTo>
                <a:lnTo>
                  <a:pt x="855957" y="5866"/>
                </a:lnTo>
                <a:lnTo>
                  <a:pt x="766275" y="5866"/>
                </a:lnTo>
                <a:lnTo>
                  <a:pt x="766275" y="9155"/>
                </a:lnTo>
                <a:lnTo>
                  <a:pt x="770542" y="9155"/>
                </a:lnTo>
                <a:lnTo>
                  <a:pt x="770904" y="9159"/>
                </a:lnTo>
                <a:lnTo>
                  <a:pt x="771264" y="9170"/>
                </a:lnTo>
                <a:lnTo>
                  <a:pt x="771622" y="9188"/>
                </a:lnTo>
                <a:lnTo>
                  <a:pt x="771978" y="9214"/>
                </a:lnTo>
                <a:lnTo>
                  <a:pt x="772333" y="9247"/>
                </a:lnTo>
                <a:lnTo>
                  <a:pt x="772686" y="9288"/>
                </a:lnTo>
                <a:lnTo>
                  <a:pt x="773037" y="9336"/>
                </a:lnTo>
                <a:lnTo>
                  <a:pt x="773386" y="9392"/>
                </a:lnTo>
                <a:lnTo>
                  <a:pt x="773733" y="9455"/>
                </a:lnTo>
                <a:lnTo>
                  <a:pt x="774078" y="9525"/>
                </a:lnTo>
                <a:lnTo>
                  <a:pt x="774422" y="9603"/>
                </a:lnTo>
                <a:lnTo>
                  <a:pt x="774763" y="9688"/>
                </a:lnTo>
                <a:lnTo>
                  <a:pt x="775103" y="9781"/>
                </a:lnTo>
                <a:lnTo>
                  <a:pt x="775441" y="9881"/>
                </a:lnTo>
                <a:lnTo>
                  <a:pt x="775777" y="9988"/>
                </a:lnTo>
                <a:lnTo>
                  <a:pt x="776111" y="10103"/>
                </a:lnTo>
                <a:lnTo>
                  <a:pt x="776444" y="10225"/>
                </a:lnTo>
                <a:lnTo>
                  <a:pt x="776774" y="10355"/>
                </a:lnTo>
                <a:lnTo>
                  <a:pt x="777103" y="10492"/>
                </a:lnTo>
                <a:lnTo>
                  <a:pt x="777430" y="10636"/>
                </a:lnTo>
                <a:lnTo>
                  <a:pt x="777755" y="10788"/>
                </a:lnTo>
                <a:lnTo>
                  <a:pt x="778078" y="10947"/>
                </a:lnTo>
                <a:lnTo>
                  <a:pt x="778399" y="11114"/>
                </a:lnTo>
                <a:lnTo>
                  <a:pt x="778719" y="11288"/>
                </a:lnTo>
                <a:lnTo>
                  <a:pt x="778945" y="11422"/>
                </a:lnTo>
                <a:lnTo>
                  <a:pt x="779165" y="11559"/>
                </a:lnTo>
                <a:lnTo>
                  <a:pt x="779378" y="11698"/>
                </a:lnTo>
                <a:lnTo>
                  <a:pt x="779585" y="11839"/>
                </a:lnTo>
                <a:lnTo>
                  <a:pt x="779786" y="11982"/>
                </a:lnTo>
                <a:lnTo>
                  <a:pt x="779980" y="12127"/>
                </a:lnTo>
                <a:lnTo>
                  <a:pt x="780167" y="12274"/>
                </a:lnTo>
                <a:lnTo>
                  <a:pt x="780348" y="12424"/>
                </a:lnTo>
                <a:lnTo>
                  <a:pt x="780523" y="12575"/>
                </a:lnTo>
                <a:lnTo>
                  <a:pt x="780691" y="12729"/>
                </a:lnTo>
                <a:lnTo>
                  <a:pt x="780852" y="12885"/>
                </a:lnTo>
                <a:lnTo>
                  <a:pt x="781007" y="13043"/>
                </a:lnTo>
                <a:lnTo>
                  <a:pt x="781156" y="13204"/>
                </a:lnTo>
                <a:lnTo>
                  <a:pt x="781298" y="13366"/>
                </a:lnTo>
                <a:lnTo>
                  <a:pt x="781434" y="13531"/>
                </a:lnTo>
                <a:lnTo>
                  <a:pt x="781563" y="13698"/>
                </a:lnTo>
                <a:lnTo>
                  <a:pt x="781686" y="13867"/>
                </a:lnTo>
                <a:lnTo>
                  <a:pt x="781802" y="14038"/>
                </a:lnTo>
                <a:lnTo>
                  <a:pt x="781911" y="14211"/>
                </a:lnTo>
                <a:lnTo>
                  <a:pt x="782015" y="14387"/>
                </a:lnTo>
                <a:lnTo>
                  <a:pt x="782111" y="14564"/>
                </a:lnTo>
                <a:lnTo>
                  <a:pt x="782202" y="14744"/>
                </a:lnTo>
                <a:lnTo>
                  <a:pt x="782286" y="14926"/>
                </a:lnTo>
                <a:lnTo>
                  <a:pt x="782363" y="15110"/>
                </a:lnTo>
                <a:lnTo>
                  <a:pt x="782457" y="15365"/>
                </a:lnTo>
                <a:lnTo>
                  <a:pt x="782547" y="15642"/>
                </a:lnTo>
                <a:lnTo>
                  <a:pt x="782634" y="15940"/>
                </a:lnTo>
                <a:lnTo>
                  <a:pt x="782716" y="16261"/>
                </a:lnTo>
                <a:lnTo>
                  <a:pt x="782794" y="16602"/>
                </a:lnTo>
                <a:lnTo>
                  <a:pt x="782868" y="16965"/>
                </a:lnTo>
                <a:lnTo>
                  <a:pt x="782939" y="17350"/>
                </a:lnTo>
                <a:lnTo>
                  <a:pt x="783005" y="17757"/>
                </a:lnTo>
                <a:lnTo>
                  <a:pt x="783067" y="18185"/>
                </a:lnTo>
                <a:lnTo>
                  <a:pt x="783125" y="18634"/>
                </a:lnTo>
                <a:lnTo>
                  <a:pt x="783179" y="19106"/>
                </a:lnTo>
                <a:lnTo>
                  <a:pt x="783229" y="19599"/>
                </a:lnTo>
                <a:lnTo>
                  <a:pt x="783276" y="20113"/>
                </a:lnTo>
                <a:lnTo>
                  <a:pt x="783318" y="20649"/>
                </a:lnTo>
                <a:lnTo>
                  <a:pt x="783356" y="21207"/>
                </a:lnTo>
                <a:lnTo>
                  <a:pt x="783390" y="21786"/>
                </a:lnTo>
                <a:lnTo>
                  <a:pt x="783420" y="22387"/>
                </a:lnTo>
                <a:lnTo>
                  <a:pt x="783446" y="23009"/>
                </a:lnTo>
                <a:lnTo>
                  <a:pt x="783468" y="23653"/>
                </a:lnTo>
                <a:lnTo>
                  <a:pt x="783486" y="24319"/>
                </a:lnTo>
                <a:lnTo>
                  <a:pt x="783500" y="25006"/>
                </a:lnTo>
                <a:lnTo>
                  <a:pt x="783510" y="25715"/>
                </a:lnTo>
                <a:lnTo>
                  <a:pt x="783516" y="26446"/>
                </a:lnTo>
                <a:lnTo>
                  <a:pt x="783518" y="27198"/>
                </a:lnTo>
                <a:lnTo>
                  <a:pt x="783518" y="105059"/>
                </a:lnTo>
                <a:lnTo>
                  <a:pt x="783515" y="105948"/>
                </a:lnTo>
                <a:lnTo>
                  <a:pt x="783503" y="106810"/>
                </a:lnTo>
                <a:lnTo>
                  <a:pt x="783485" y="107645"/>
                </a:lnTo>
                <a:lnTo>
                  <a:pt x="783459" y="108451"/>
                </a:lnTo>
                <a:lnTo>
                  <a:pt x="783426" y="109230"/>
                </a:lnTo>
                <a:lnTo>
                  <a:pt x="783385" y="109981"/>
                </a:lnTo>
                <a:lnTo>
                  <a:pt x="783337" y="110704"/>
                </a:lnTo>
                <a:lnTo>
                  <a:pt x="783281" y="111399"/>
                </a:lnTo>
                <a:lnTo>
                  <a:pt x="783218" y="112067"/>
                </a:lnTo>
                <a:lnTo>
                  <a:pt x="783148" y="112706"/>
                </a:lnTo>
                <a:lnTo>
                  <a:pt x="783070" y="113318"/>
                </a:lnTo>
                <a:lnTo>
                  <a:pt x="782985" y="113903"/>
                </a:lnTo>
                <a:lnTo>
                  <a:pt x="782892" y="114459"/>
                </a:lnTo>
                <a:lnTo>
                  <a:pt x="782792" y="114988"/>
                </a:lnTo>
                <a:lnTo>
                  <a:pt x="782685" y="115489"/>
                </a:lnTo>
                <a:lnTo>
                  <a:pt x="782570" y="115962"/>
                </a:lnTo>
                <a:lnTo>
                  <a:pt x="782448" y="116407"/>
                </a:lnTo>
                <a:lnTo>
                  <a:pt x="782318" y="116825"/>
                </a:lnTo>
                <a:lnTo>
                  <a:pt x="782181" y="117214"/>
                </a:lnTo>
                <a:lnTo>
                  <a:pt x="782037" y="117576"/>
                </a:lnTo>
                <a:lnTo>
                  <a:pt x="781885" y="117911"/>
                </a:lnTo>
                <a:lnTo>
                  <a:pt x="781726" y="118217"/>
                </a:lnTo>
                <a:lnTo>
                  <a:pt x="781559" y="118496"/>
                </a:lnTo>
                <a:lnTo>
                  <a:pt x="781385" y="118747"/>
                </a:lnTo>
                <a:lnTo>
                  <a:pt x="781097" y="119102"/>
                </a:lnTo>
                <a:lnTo>
                  <a:pt x="780794" y="119442"/>
                </a:lnTo>
                <a:lnTo>
                  <a:pt x="780477" y="119767"/>
                </a:lnTo>
                <a:lnTo>
                  <a:pt x="780146" y="120077"/>
                </a:lnTo>
                <a:lnTo>
                  <a:pt x="779800" y="120372"/>
                </a:lnTo>
                <a:lnTo>
                  <a:pt x="779441" y="120652"/>
                </a:lnTo>
                <a:lnTo>
                  <a:pt x="779067" y="120917"/>
                </a:lnTo>
                <a:lnTo>
                  <a:pt x="778679" y="121166"/>
                </a:lnTo>
                <a:lnTo>
                  <a:pt x="778277" y="121401"/>
                </a:lnTo>
                <a:lnTo>
                  <a:pt x="777861" y="121620"/>
                </a:lnTo>
                <a:lnTo>
                  <a:pt x="777430" y="121824"/>
                </a:lnTo>
                <a:lnTo>
                  <a:pt x="776985" y="122013"/>
                </a:lnTo>
                <a:lnTo>
                  <a:pt x="776527" y="122187"/>
                </a:lnTo>
                <a:lnTo>
                  <a:pt x="776053" y="122346"/>
                </a:lnTo>
                <a:lnTo>
                  <a:pt x="775566" y="122489"/>
                </a:lnTo>
                <a:lnTo>
                  <a:pt x="775065" y="122618"/>
                </a:lnTo>
                <a:lnTo>
                  <a:pt x="774549" y="122731"/>
                </a:lnTo>
                <a:lnTo>
                  <a:pt x="774019" y="122830"/>
                </a:lnTo>
                <a:lnTo>
                  <a:pt x="773475" y="122913"/>
                </a:lnTo>
                <a:lnTo>
                  <a:pt x="772917" y="122981"/>
                </a:lnTo>
                <a:lnTo>
                  <a:pt x="772344" y="123034"/>
                </a:lnTo>
                <a:lnTo>
                  <a:pt x="771757" y="123072"/>
                </a:lnTo>
                <a:lnTo>
                  <a:pt x="771157" y="123094"/>
                </a:lnTo>
                <a:lnTo>
                  <a:pt x="770542" y="123102"/>
                </a:lnTo>
                <a:lnTo>
                  <a:pt x="766275" y="123102"/>
                </a:lnTo>
                <a:lnTo>
                  <a:pt x="766275" y="126390"/>
                </a:lnTo>
                <a:lnTo>
                  <a:pt x="818005" y="126390"/>
                </a:lnTo>
                <a:lnTo>
                  <a:pt x="818005" y="123102"/>
                </a:lnTo>
                <a:lnTo>
                  <a:pt x="813649" y="123102"/>
                </a:lnTo>
                <a:lnTo>
                  <a:pt x="813294" y="123098"/>
                </a:lnTo>
                <a:lnTo>
                  <a:pt x="812941" y="123087"/>
                </a:lnTo>
                <a:lnTo>
                  <a:pt x="812588" y="123068"/>
                </a:lnTo>
                <a:lnTo>
                  <a:pt x="812237" y="123043"/>
                </a:lnTo>
                <a:lnTo>
                  <a:pt x="811887" y="123009"/>
                </a:lnTo>
                <a:lnTo>
                  <a:pt x="811538" y="122968"/>
                </a:lnTo>
                <a:lnTo>
                  <a:pt x="811191" y="122920"/>
                </a:lnTo>
                <a:lnTo>
                  <a:pt x="810845" y="122865"/>
                </a:lnTo>
                <a:lnTo>
                  <a:pt x="810500" y="122801"/>
                </a:lnTo>
                <a:lnTo>
                  <a:pt x="810156" y="122731"/>
                </a:lnTo>
                <a:lnTo>
                  <a:pt x="809813" y="122653"/>
                </a:lnTo>
                <a:lnTo>
                  <a:pt x="809472" y="122568"/>
                </a:lnTo>
                <a:lnTo>
                  <a:pt x="809132" y="122475"/>
                </a:lnTo>
                <a:lnTo>
                  <a:pt x="808793" y="122375"/>
                </a:lnTo>
                <a:lnTo>
                  <a:pt x="808455" y="122267"/>
                </a:lnTo>
                <a:lnTo>
                  <a:pt x="808119" y="122153"/>
                </a:lnTo>
                <a:lnTo>
                  <a:pt x="807784" y="122030"/>
                </a:lnTo>
                <a:lnTo>
                  <a:pt x="807450" y="121900"/>
                </a:lnTo>
                <a:lnTo>
                  <a:pt x="807117" y="121763"/>
                </a:lnTo>
                <a:lnTo>
                  <a:pt x="806786" y="121619"/>
                </a:lnTo>
                <a:lnTo>
                  <a:pt x="806455" y="121466"/>
                </a:lnTo>
                <a:lnTo>
                  <a:pt x="806126" y="121307"/>
                </a:lnTo>
                <a:lnTo>
                  <a:pt x="805799" y="121140"/>
                </a:lnTo>
                <a:lnTo>
                  <a:pt x="805472" y="120966"/>
                </a:lnTo>
                <a:lnTo>
                  <a:pt x="805239" y="120831"/>
                </a:lnTo>
                <a:lnTo>
                  <a:pt x="805012" y="120694"/>
                </a:lnTo>
                <a:lnTo>
                  <a:pt x="804792" y="120555"/>
                </a:lnTo>
                <a:lnTo>
                  <a:pt x="804578" y="120414"/>
                </a:lnTo>
                <a:lnTo>
                  <a:pt x="804372" y="120271"/>
                </a:lnTo>
                <a:lnTo>
                  <a:pt x="804172" y="120126"/>
                </a:lnTo>
                <a:lnTo>
                  <a:pt x="803979" y="119978"/>
                </a:lnTo>
                <a:lnTo>
                  <a:pt x="803793" y="119828"/>
                </a:lnTo>
                <a:lnTo>
                  <a:pt x="803614" y="119676"/>
                </a:lnTo>
                <a:lnTo>
                  <a:pt x="803441" y="119522"/>
                </a:lnTo>
                <a:lnTo>
                  <a:pt x="803276" y="119366"/>
                </a:lnTo>
                <a:lnTo>
                  <a:pt x="803117" y="119208"/>
                </a:lnTo>
                <a:lnTo>
                  <a:pt x="802965" y="119047"/>
                </a:lnTo>
                <a:lnTo>
                  <a:pt x="802819" y="118884"/>
                </a:lnTo>
                <a:lnTo>
                  <a:pt x="802681" y="118720"/>
                </a:lnTo>
                <a:lnTo>
                  <a:pt x="802549" y="118552"/>
                </a:lnTo>
                <a:lnTo>
                  <a:pt x="802424" y="118383"/>
                </a:lnTo>
                <a:lnTo>
                  <a:pt x="802306" y="118212"/>
                </a:lnTo>
                <a:lnTo>
                  <a:pt x="802194" y="118038"/>
                </a:lnTo>
                <a:lnTo>
                  <a:pt x="802090" y="117863"/>
                </a:lnTo>
                <a:lnTo>
                  <a:pt x="801992" y="117685"/>
                </a:lnTo>
                <a:lnTo>
                  <a:pt x="801901" y="117505"/>
                </a:lnTo>
                <a:lnTo>
                  <a:pt x="801817" y="117323"/>
                </a:lnTo>
                <a:lnTo>
                  <a:pt x="801739" y="117138"/>
                </a:lnTo>
                <a:lnTo>
                  <a:pt x="801645" y="116883"/>
                </a:lnTo>
                <a:lnTo>
                  <a:pt x="801555" y="116605"/>
                </a:lnTo>
                <a:lnTo>
                  <a:pt x="801468" y="116306"/>
                </a:lnTo>
                <a:lnTo>
                  <a:pt x="801386" y="115986"/>
                </a:lnTo>
                <a:lnTo>
                  <a:pt x="801308" y="115644"/>
                </a:lnTo>
                <a:lnTo>
                  <a:pt x="801234" y="115280"/>
                </a:lnTo>
                <a:lnTo>
                  <a:pt x="801163" y="114894"/>
                </a:lnTo>
                <a:lnTo>
                  <a:pt x="801097" y="114487"/>
                </a:lnTo>
                <a:lnTo>
                  <a:pt x="801035" y="114058"/>
                </a:lnTo>
                <a:lnTo>
                  <a:pt x="800977" y="113608"/>
                </a:lnTo>
                <a:lnTo>
                  <a:pt x="800923" y="113136"/>
                </a:lnTo>
                <a:lnTo>
                  <a:pt x="800873" y="112642"/>
                </a:lnTo>
                <a:lnTo>
                  <a:pt x="800826" y="112127"/>
                </a:lnTo>
                <a:lnTo>
                  <a:pt x="800784" y="111590"/>
                </a:lnTo>
                <a:lnTo>
                  <a:pt x="800746" y="111031"/>
                </a:lnTo>
                <a:lnTo>
                  <a:pt x="800712" y="110451"/>
                </a:lnTo>
                <a:lnTo>
                  <a:pt x="800682" y="109849"/>
                </a:lnTo>
                <a:lnTo>
                  <a:pt x="800656" y="109226"/>
                </a:lnTo>
                <a:lnTo>
                  <a:pt x="800634" y="108581"/>
                </a:lnTo>
                <a:lnTo>
                  <a:pt x="800616" y="107914"/>
                </a:lnTo>
                <a:lnTo>
                  <a:pt x="800602" y="107226"/>
                </a:lnTo>
                <a:lnTo>
                  <a:pt x="800592" y="106516"/>
                </a:lnTo>
                <a:lnTo>
                  <a:pt x="800586" y="105784"/>
                </a:lnTo>
                <a:lnTo>
                  <a:pt x="800584" y="105031"/>
                </a:lnTo>
                <a:lnTo>
                  <a:pt x="800584" y="67106"/>
                </a:lnTo>
                <a:lnTo>
                  <a:pt x="822538" y="67106"/>
                </a:lnTo>
                <a:lnTo>
                  <a:pt x="823036" y="67109"/>
                </a:lnTo>
                <a:lnTo>
                  <a:pt x="823524" y="67118"/>
                </a:lnTo>
                <a:lnTo>
                  <a:pt x="824002" y="67132"/>
                </a:lnTo>
                <a:lnTo>
                  <a:pt x="824470" y="67152"/>
                </a:lnTo>
                <a:lnTo>
                  <a:pt x="824927" y="67178"/>
                </a:lnTo>
                <a:lnTo>
                  <a:pt x="825373" y="67209"/>
                </a:lnTo>
                <a:lnTo>
                  <a:pt x="825810" y="67247"/>
                </a:lnTo>
                <a:lnTo>
                  <a:pt x="826236" y="67290"/>
                </a:lnTo>
                <a:lnTo>
                  <a:pt x="826652" y="67338"/>
                </a:lnTo>
                <a:lnTo>
                  <a:pt x="827057" y="67393"/>
                </a:lnTo>
                <a:lnTo>
                  <a:pt x="827452" y="67453"/>
                </a:lnTo>
                <a:lnTo>
                  <a:pt x="827837" y="67519"/>
                </a:lnTo>
                <a:lnTo>
                  <a:pt x="828212" y="67591"/>
                </a:lnTo>
                <a:lnTo>
                  <a:pt x="828576" y="67668"/>
                </a:lnTo>
                <a:lnTo>
                  <a:pt x="828929" y="67752"/>
                </a:lnTo>
                <a:lnTo>
                  <a:pt x="829273" y="67841"/>
                </a:lnTo>
                <a:lnTo>
                  <a:pt x="829606" y="67935"/>
                </a:lnTo>
                <a:lnTo>
                  <a:pt x="829929" y="68036"/>
                </a:lnTo>
                <a:lnTo>
                  <a:pt x="830241" y="68142"/>
                </a:lnTo>
                <a:lnTo>
                  <a:pt x="830543" y="68254"/>
                </a:lnTo>
                <a:lnTo>
                  <a:pt x="830835" y="68371"/>
                </a:lnTo>
                <a:lnTo>
                  <a:pt x="831116" y="68495"/>
                </a:lnTo>
                <a:lnTo>
                  <a:pt x="831387" y="68624"/>
                </a:lnTo>
                <a:lnTo>
                  <a:pt x="831648" y="68759"/>
                </a:lnTo>
                <a:lnTo>
                  <a:pt x="831901" y="68899"/>
                </a:lnTo>
                <a:lnTo>
                  <a:pt x="832150" y="69046"/>
                </a:lnTo>
                <a:lnTo>
                  <a:pt x="832394" y="69198"/>
                </a:lnTo>
                <a:lnTo>
                  <a:pt x="832633" y="69356"/>
                </a:lnTo>
                <a:lnTo>
                  <a:pt x="832868" y="69519"/>
                </a:lnTo>
                <a:lnTo>
                  <a:pt x="833098" y="69689"/>
                </a:lnTo>
                <a:lnTo>
                  <a:pt x="833323" y="69864"/>
                </a:lnTo>
                <a:lnTo>
                  <a:pt x="833544" y="70044"/>
                </a:lnTo>
                <a:lnTo>
                  <a:pt x="833760" y="70231"/>
                </a:lnTo>
                <a:lnTo>
                  <a:pt x="833972" y="70423"/>
                </a:lnTo>
                <a:lnTo>
                  <a:pt x="834179" y="70621"/>
                </a:lnTo>
                <a:lnTo>
                  <a:pt x="834381" y="70825"/>
                </a:lnTo>
                <a:lnTo>
                  <a:pt x="834579" y="71035"/>
                </a:lnTo>
                <a:lnTo>
                  <a:pt x="834772" y="71250"/>
                </a:lnTo>
                <a:lnTo>
                  <a:pt x="834960" y="71471"/>
                </a:lnTo>
                <a:lnTo>
                  <a:pt x="835144" y="71698"/>
                </a:lnTo>
                <a:lnTo>
                  <a:pt x="835323" y="71931"/>
                </a:lnTo>
                <a:lnTo>
                  <a:pt x="835498" y="72169"/>
                </a:lnTo>
                <a:lnTo>
                  <a:pt x="835668" y="72413"/>
                </a:lnTo>
                <a:lnTo>
                  <a:pt x="835833" y="72663"/>
                </a:lnTo>
                <a:lnTo>
                  <a:pt x="835994" y="72918"/>
                </a:lnTo>
                <a:lnTo>
                  <a:pt x="836150" y="73180"/>
                </a:lnTo>
                <a:lnTo>
                  <a:pt x="836301" y="73447"/>
                </a:lnTo>
                <a:lnTo>
                  <a:pt x="836448" y="73719"/>
                </a:lnTo>
                <a:lnTo>
                  <a:pt x="836589" y="74001"/>
                </a:lnTo>
                <a:lnTo>
                  <a:pt x="836725" y="74296"/>
                </a:lnTo>
                <a:lnTo>
                  <a:pt x="836855" y="74604"/>
                </a:lnTo>
                <a:lnTo>
                  <a:pt x="836980" y="74925"/>
                </a:lnTo>
                <a:lnTo>
                  <a:pt x="837098" y="75260"/>
                </a:lnTo>
                <a:lnTo>
                  <a:pt x="837211" y="75607"/>
                </a:lnTo>
                <a:lnTo>
                  <a:pt x="837319" y="75967"/>
                </a:lnTo>
                <a:lnTo>
                  <a:pt x="837420" y="76340"/>
                </a:lnTo>
                <a:lnTo>
                  <a:pt x="837516" y="76726"/>
                </a:lnTo>
                <a:lnTo>
                  <a:pt x="837607" y="77125"/>
                </a:lnTo>
                <a:lnTo>
                  <a:pt x="837691" y="77538"/>
                </a:lnTo>
                <a:lnTo>
                  <a:pt x="837770" y="77963"/>
                </a:lnTo>
                <a:lnTo>
                  <a:pt x="837843" y="78401"/>
                </a:lnTo>
                <a:lnTo>
                  <a:pt x="837910" y="78853"/>
                </a:lnTo>
                <a:lnTo>
                  <a:pt x="837972" y="79317"/>
                </a:lnTo>
                <a:lnTo>
                  <a:pt x="838028" y="79794"/>
                </a:lnTo>
                <a:lnTo>
                  <a:pt x="838078" y="80285"/>
                </a:lnTo>
                <a:lnTo>
                  <a:pt x="838123" y="80788"/>
                </a:lnTo>
                <a:lnTo>
                  <a:pt x="838161" y="81305"/>
                </a:lnTo>
                <a:lnTo>
                  <a:pt x="838194" y="81834"/>
                </a:lnTo>
                <a:lnTo>
                  <a:pt x="838222" y="82377"/>
                </a:lnTo>
                <a:lnTo>
                  <a:pt x="838244" y="82932"/>
                </a:lnTo>
                <a:lnTo>
                  <a:pt x="838259" y="83501"/>
                </a:lnTo>
                <a:lnTo>
                  <a:pt x="838270" y="84083"/>
                </a:lnTo>
                <a:lnTo>
                  <a:pt x="841558" y="84083"/>
                </a:lnTo>
                <a:lnTo>
                  <a:pt x="841558" y="43197"/>
                </a:lnTo>
                <a:lnTo>
                  <a:pt x="838270" y="43197"/>
                </a:lnTo>
                <a:lnTo>
                  <a:pt x="838169" y="44008"/>
                </a:lnTo>
                <a:lnTo>
                  <a:pt x="838061" y="44796"/>
                </a:lnTo>
                <a:lnTo>
                  <a:pt x="837944" y="45561"/>
                </a:lnTo>
                <a:lnTo>
                  <a:pt x="837819" y="46304"/>
                </a:lnTo>
                <a:lnTo>
                  <a:pt x="837686" y="47024"/>
                </a:lnTo>
                <a:lnTo>
                  <a:pt x="837545" y="47721"/>
                </a:lnTo>
                <a:lnTo>
                  <a:pt x="837395" y="48396"/>
                </a:lnTo>
                <a:lnTo>
                  <a:pt x="837238" y="49048"/>
                </a:lnTo>
                <a:lnTo>
                  <a:pt x="837072" y="49678"/>
                </a:lnTo>
                <a:lnTo>
                  <a:pt x="836898" y="50284"/>
                </a:lnTo>
                <a:lnTo>
                  <a:pt x="836716" y="50868"/>
                </a:lnTo>
                <a:lnTo>
                  <a:pt x="836525" y="51429"/>
                </a:lnTo>
                <a:lnTo>
                  <a:pt x="836327" y="51968"/>
                </a:lnTo>
                <a:lnTo>
                  <a:pt x="836120" y="52484"/>
                </a:lnTo>
                <a:lnTo>
                  <a:pt x="835905" y="52977"/>
                </a:lnTo>
                <a:lnTo>
                  <a:pt x="835682" y="53448"/>
                </a:lnTo>
                <a:lnTo>
                  <a:pt x="835451" y="53896"/>
                </a:lnTo>
                <a:lnTo>
                  <a:pt x="835212" y="54321"/>
                </a:lnTo>
                <a:lnTo>
                  <a:pt x="834964" y="54723"/>
                </a:lnTo>
                <a:lnTo>
                  <a:pt x="834708" y="55103"/>
                </a:lnTo>
                <a:lnTo>
                  <a:pt x="834444" y="55460"/>
                </a:lnTo>
                <a:lnTo>
                  <a:pt x="834172" y="55795"/>
                </a:lnTo>
                <a:lnTo>
                  <a:pt x="833892" y="56107"/>
                </a:lnTo>
                <a:lnTo>
                  <a:pt x="833603" y="56396"/>
                </a:lnTo>
                <a:lnTo>
                  <a:pt x="833304" y="56668"/>
                </a:lnTo>
                <a:lnTo>
                  <a:pt x="832990" y="56928"/>
                </a:lnTo>
                <a:lnTo>
                  <a:pt x="832663" y="57177"/>
                </a:lnTo>
                <a:lnTo>
                  <a:pt x="832321" y="57414"/>
                </a:lnTo>
                <a:lnTo>
                  <a:pt x="831965" y="57640"/>
                </a:lnTo>
                <a:lnTo>
                  <a:pt x="831595" y="57854"/>
                </a:lnTo>
                <a:lnTo>
                  <a:pt x="831211" y="58057"/>
                </a:lnTo>
                <a:lnTo>
                  <a:pt x="830814" y="58247"/>
                </a:lnTo>
                <a:lnTo>
                  <a:pt x="830402" y="58427"/>
                </a:lnTo>
                <a:lnTo>
                  <a:pt x="829976" y="58595"/>
                </a:lnTo>
                <a:lnTo>
                  <a:pt x="829536" y="58751"/>
                </a:lnTo>
                <a:lnTo>
                  <a:pt x="829082" y="58896"/>
                </a:lnTo>
                <a:lnTo>
                  <a:pt x="828613" y="59029"/>
                </a:lnTo>
                <a:lnTo>
                  <a:pt x="828131" y="59150"/>
                </a:lnTo>
                <a:lnTo>
                  <a:pt x="827635" y="59260"/>
                </a:lnTo>
                <a:lnTo>
                  <a:pt x="827125" y="59358"/>
                </a:lnTo>
                <a:lnTo>
                  <a:pt x="826601" y="59445"/>
                </a:lnTo>
                <a:lnTo>
                  <a:pt x="826062" y="59521"/>
                </a:lnTo>
                <a:lnTo>
                  <a:pt x="825510" y="59584"/>
                </a:lnTo>
                <a:lnTo>
                  <a:pt x="824944" y="59636"/>
                </a:lnTo>
                <a:lnTo>
                  <a:pt x="824363" y="59677"/>
                </a:lnTo>
                <a:lnTo>
                  <a:pt x="823769" y="59706"/>
                </a:lnTo>
                <a:lnTo>
                  <a:pt x="823160" y="59723"/>
                </a:lnTo>
                <a:lnTo>
                  <a:pt x="822538" y="59729"/>
                </a:lnTo>
                <a:lnTo>
                  <a:pt x="800584" y="59729"/>
                </a:lnTo>
                <a:lnTo>
                  <a:pt x="800584" y="12444"/>
                </a:lnTo>
                <a:lnTo>
                  <a:pt x="827159" y="12444"/>
                </a:lnTo>
                <a:lnTo>
                  <a:pt x="827936" y="12447"/>
                </a:lnTo>
                <a:lnTo>
                  <a:pt x="828695" y="12456"/>
                </a:lnTo>
                <a:lnTo>
                  <a:pt x="829438" y="12471"/>
                </a:lnTo>
                <a:lnTo>
                  <a:pt x="830163" y="12493"/>
                </a:lnTo>
                <a:close/>
                <a:moveTo>
                  <a:pt x="68564" y="4200"/>
                </a:moveTo>
                <a:lnTo>
                  <a:pt x="68482" y="4514"/>
                </a:lnTo>
                <a:lnTo>
                  <a:pt x="68399" y="4819"/>
                </a:lnTo>
                <a:lnTo>
                  <a:pt x="68314" y="5114"/>
                </a:lnTo>
                <a:lnTo>
                  <a:pt x="68227" y="5398"/>
                </a:lnTo>
                <a:lnTo>
                  <a:pt x="68138" y="5674"/>
                </a:lnTo>
                <a:lnTo>
                  <a:pt x="68047" y="5939"/>
                </a:lnTo>
                <a:lnTo>
                  <a:pt x="67954" y="6195"/>
                </a:lnTo>
                <a:lnTo>
                  <a:pt x="67859" y="6441"/>
                </a:lnTo>
                <a:lnTo>
                  <a:pt x="67762" y="6677"/>
                </a:lnTo>
                <a:lnTo>
                  <a:pt x="67662" y="6904"/>
                </a:lnTo>
                <a:lnTo>
                  <a:pt x="67561" y="7121"/>
                </a:lnTo>
                <a:lnTo>
                  <a:pt x="67458" y="7328"/>
                </a:lnTo>
                <a:lnTo>
                  <a:pt x="67353" y="7525"/>
                </a:lnTo>
                <a:lnTo>
                  <a:pt x="67246" y="7713"/>
                </a:lnTo>
                <a:lnTo>
                  <a:pt x="67137" y="7891"/>
                </a:lnTo>
                <a:lnTo>
                  <a:pt x="67025" y="8059"/>
                </a:lnTo>
                <a:lnTo>
                  <a:pt x="66912" y="8218"/>
                </a:lnTo>
                <a:lnTo>
                  <a:pt x="66797" y="8367"/>
                </a:lnTo>
                <a:lnTo>
                  <a:pt x="66680" y="8506"/>
                </a:lnTo>
                <a:lnTo>
                  <a:pt x="66561" y="8635"/>
                </a:lnTo>
                <a:lnTo>
                  <a:pt x="66439" y="8755"/>
                </a:lnTo>
                <a:lnTo>
                  <a:pt x="66316" y="8867"/>
                </a:lnTo>
                <a:lnTo>
                  <a:pt x="66189" y="8975"/>
                </a:lnTo>
                <a:lnTo>
                  <a:pt x="66060" y="9078"/>
                </a:lnTo>
                <a:lnTo>
                  <a:pt x="65927" y="9176"/>
                </a:lnTo>
                <a:lnTo>
                  <a:pt x="65792" y="9269"/>
                </a:lnTo>
                <a:lnTo>
                  <a:pt x="65653" y="9358"/>
                </a:lnTo>
                <a:lnTo>
                  <a:pt x="65512" y="9441"/>
                </a:lnTo>
                <a:lnTo>
                  <a:pt x="65368" y="9520"/>
                </a:lnTo>
                <a:lnTo>
                  <a:pt x="65221" y="9594"/>
                </a:lnTo>
                <a:lnTo>
                  <a:pt x="65071" y="9664"/>
                </a:lnTo>
                <a:lnTo>
                  <a:pt x="64918" y="9728"/>
                </a:lnTo>
                <a:lnTo>
                  <a:pt x="64762" y="9788"/>
                </a:lnTo>
                <a:lnTo>
                  <a:pt x="64603" y="9843"/>
                </a:lnTo>
                <a:lnTo>
                  <a:pt x="64441" y="9893"/>
                </a:lnTo>
                <a:lnTo>
                  <a:pt x="64276" y="9939"/>
                </a:lnTo>
                <a:lnTo>
                  <a:pt x="64109" y="9979"/>
                </a:lnTo>
                <a:lnTo>
                  <a:pt x="63938" y="10015"/>
                </a:lnTo>
                <a:lnTo>
                  <a:pt x="63765" y="10046"/>
                </a:lnTo>
                <a:lnTo>
                  <a:pt x="63588" y="10073"/>
                </a:lnTo>
                <a:lnTo>
                  <a:pt x="63409" y="10094"/>
                </a:lnTo>
                <a:lnTo>
                  <a:pt x="63226" y="10111"/>
                </a:lnTo>
                <a:lnTo>
                  <a:pt x="63041" y="10123"/>
                </a:lnTo>
                <a:lnTo>
                  <a:pt x="62853" y="10130"/>
                </a:lnTo>
                <a:lnTo>
                  <a:pt x="62662" y="10133"/>
                </a:lnTo>
                <a:lnTo>
                  <a:pt x="62486" y="10129"/>
                </a:lnTo>
                <a:lnTo>
                  <a:pt x="62301" y="10117"/>
                </a:lnTo>
                <a:lnTo>
                  <a:pt x="62105" y="10098"/>
                </a:lnTo>
                <a:lnTo>
                  <a:pt x="61899" y="10071"/>
                </a:lnTo>
                <a:lnTo>
                  <a:pt x="61683" y="10036"/>
                </a:lnTo>
                <a:lnTo>
                  <a:pt x="61456" y="9994"/>
                </a:lnTo>
                <a:lnTo>
                  <a:pt x="61220" y="9944"/>
                </a:lnTo>
                <a:lnTo>
                  <a:pt x="60973" y="9886"/>
                </a:lnTo>
                <a:lnTo>
                  <a:pt x="60716" y="9820"/>
                </a:lnTo>
                <a:lnTo>
                  <a:pt x="60449" y="9747"/>
                </a:lnTo>
                <a:lnTo>
                  <a:pt x="60172" y="9666"/>
                </a:lnTo>
                <a:lnTo>
                  <a:pt x="59884" y="9577"/>
                </a:lnTo>
                <a:lnTo>
                  <a:pt x="59587" y="9481"/>
                </a:lnTo>
                <a:lnTo>
                  <a:pt x="59279" y="9376"/>
                </a:lnTo>
                <a:lnTo>
                  <a:pt x="58961" y="9265"/>
                </a:lnTo>
                <a:lnTo>
                  <a:pt x="58633" y="9145"/>
                </a:lnTo>
                <a:lnTo>
                  <a:pt x="58294" y="9018"/>
                </a:lnTo>
                <a:lnTo>
                  <a:pt x="57946" y="8883"/>
                </a:lnTo>
                <a:lnTo>
                  <a:pt x="57587" y="8740"/>
                </a:lnTo>
                <a:lnTo>
                  <a:pt x="57218" y="8589"/>
                </a:lnTo>
                <a:lnTo>
                  <a:pt x="56839" y="8431"/>
                </a:lnTo>
                <a:lnTo>
                  <a:pt x="56449" y="8265"/>
                </a:lnTo>
                <a:lnTo>
                  <a:pt x="56050" y="8092"/>
                </a:lnTo>
                <a:lnTo>
                  <a:pt x="55640" y="7911"/>
                </a:lnTo>
                <a:lnTo>
                  <a:pt x="54746" y="7526"/>
                </a:lnTo>
                <a:lnTo>
                  <a:pt x="53856" y="7158"/>
                </a:lnTo>
                <a:lnTo>
                  <a:pt x="52970" y="6806"/>
                </a:lnTo>
                <a:lnTo>
                  <a:pt x="52087" y="6471"/>
                </a:lnTo>
                <a:lnTo>
                  <a:pt x="51209" y="6152"/>
                </a:lnTo>
                <a:lnTo>
                  <a:pt x="50335" y="5850"/>
                </a:lnTo>
                <a:lnTo>
                  <a:pt x="49465" y="5563"/>
                </a:lnTo>
                <a:lnTo>
                  <a:pt x="48599" y="5293"/>
                </a:lnTo>
                <a:lnTo>
                  <a:pt x="47737" y="5040"/>
                </a:lnTo>
                <a:lnTo>
                  <a:pt x="46879" y="4803"/>
                </a:lnTo>
                <a:lnTo>
                  <a:pt x="46024" y="4582"/>
                </a:lnTo>
                <a:lnTo>
                  <a:pt x="45174" y="4377"/>
                </a:lnTo>
                <a:lnTo>
                  <a:pt x="44328" y="4189"/>
                </a:lnTo>
                <a:lnTo>
                  <a:pt x="43486" y="4018"/>
                </a:lnTo>
                <a:lnTo>
                  <a:pt x="42648" y="3862"/>
                </a:lnTo>
                <a:lnTo>
                  <a:pt x="41814" y="3723"/>
                </a:lnTo>
                <a:lnTo>
                  <a:pt x="40984" y="3601"/>
                </a:lnTo>
                <a:lnTo>
                  <a:pt x="40158" y="3494"/>
                </a:lnTo>
                <a:lnTo>
                  <a:pt x="39336" y="3404"/>
                </a:lnTo>
                <a:lnTo>
                  <a:pt x="38518" y="3331"/>
                </a:lnTo>
                <a:lnTo>
                  <a:pt x="37704" y="3273"/>
                </a:lnTo>
                <a:lnTo>
                  <a:pt x="36894" y="3232"/>
                </a:lnTo>
                <a:lnTo>
                  <a:pt x="36088" y="3208"/>
                </a:lnTo>
                <a:lnTo>
                  <a:pt x="35286" y="3200"/>
                </a:lnTo>
                <a:lnTo>
                  <a:pt x="34014" y="3216"/>
                </a:lnTo>
                <a:lnTo>
                  <a:pt x="32761" y="3265"/>
                </a:lnTo>
                <a:lnTo>
                  <a:pt x="31527" y="3346"/>
                </a:lnTo>
                <a:lnTo>
                  <a:pt x="30311" y="3460"/>
                </a:lnTo>
                <a:lnTo>
                  <a:pt x="29115" y="3607"/>
                </a:lnTo>
                <a:lnTo>
                  <a:pt x="27937" y="3785"/>
                </a:lnTo>
                <a:lnTo>
                  <a:pt x="26778" y="3997"/>
                </a:lnTo>
                <a:lnTo>
                  <a:pt x="25638" y="4241"/>
                </a:lnTo>
                <a:lnTo>
                  <a:pt x="24516" y="4518"/>
                </a:lnTo>
                <a:lnTo>
                  <a:pt x="23414" y="4827"/>
                </a:lnTo>
                <a:lnTo>
                  <a:pt x="22330" y="5168"/>
                </a:lnTo>
                <a:lnTo>
                  <a:pt x="21265" y="5543"/>
                </a:lnTo>
                <a:lnTo>
                  <a:pt x="20219" y="5949"/>
                </a:lnTo>
                <a:lnTo>
                  <a:pt x="19192" y="6389"/>
                </a:lnTo>
                <a:lnTo>
                  <a:pt x="18183" y="6861"/>
                </a:lnTo>
                <a:lnTo>
                  <a:pt x="17194" y="7365"/>
                </a:lnTo>
                <a:lnTo>
                  <a:pt x="16223" y="7902"/>
                </a:lnTo>
                <a:lnTo>
                  <a:pt x="15271" y="8471"/>
                </a:lnTo>
                <a:lnTo>
                  <a:pt x="14338" y="9073"/>
                </a:lnTo>
                <a:lnTo>
                  <a:pt x="13424" y="9708"/>
                </a:lnTo>
                <a:lnTo>
                  <a:pt x="12528" y="10375"/>
                </a:lnTo>
                <a:lnTo>
                  <a:pt x="11652" y="11074"/>
                </a:lnTo>
                <a:lnTo>
                  <a:pt x="10794" y="11807"/>
                </a:lnTo>
                <a:lnTo>
                  <a:pt x="9955" y="12571"/>
                </a:lnTo>
                <a:lnTo>
                  <a:pt x="9143" y="13358"/>
                </a:lnTo>
                <a:lnTo>
                  <a:pt x="8365" y="14158"/>
                </a:lnTo>
                <a:lnTo>
                  <a:pt x="7622" y="14970"/>
                </a:lnTo>
                <a:lnTo>
                  <a:pt x="6913" y="15794"/>
                </a:lnTo>
                <a:lnTo>
                  <a:pt x="6239" y="16631"/>
                </a:lnTo>
                <a:lnTo>
                  <a:pt x="5600" y="17480"/>
                </a:lnTo>
                <a:lnTo>
                  <a:pt x="4995" y="18342"/>
                </a:lnTo>
                <a:lnTo>
                  <a:pt x="4424" y="19217"/>
                </a:lnTo>
                <a:lnTo>
                  <a:pt x="3889" y="20104"/>
                </a:lnTo>
                <a:lnTo>
                  <a:pt x="3387" y="21003"/>
                </a:lnTo>
                <a:lnTo>
                  <a:pt x="2921" y="21915"/>
                </a:lnTo>
                <a:lnTo>
                  <a:pt x="2489" y="22839"/>
                </a:lnTo>
                <a:lnTo>
                  <a:pt x="2091" y="23776"/>
                </a:lnTo>
                <a:lnTo>
                  <a:pt x="1728" y="24725"/>
                </a:lnTo>
                <a:lnTo>
                  <a:pt x="1400" y="25687"/>
                </a:lnTo>
                <a:lnTo>
                  <a:pt x="1106" y="26662"/>
                </a:lnTo>
                <a:lnTo>
                  <a:pt x="847" y="27648"/>
                </a:lnTo>
                <a:lnTo>
                  <a:pt x="622" y="28648"/>
                </a:lnTo>
                <a:lnTo>
                  <a:pt x="432" y="29659"/>
                </a:lnTo>
                <a:lnTo>
                  <a:pt x="277" y="30684"/>
                </a:lnTo>
                <a:lnTo>
                  <a:pt x="156" y="31720"/>
                </a:lnTo>
                <a:lnTo>
                  <a:pt x="69" y="32770"/>
                </a:lnTo>
                <a:lnTo>
                  <a:pt x="17" y="33831"/>
                </a:lnTo>
                <a:lnTo>
                  <a:pt x="0" y="34906"/>
                </a:lnTo>
                <a:lnTo>
                  <a:pt x="6" y="35525"/>
                </a:lnTo>
                <a:lnTo>
                  <a:pt x="23" y="36141"/>
                </a:lnTo>
                <a:lnTo>
                  <a:pt x="53" y="36751"/>
                </a:lnTo>
                <a:lnTo>
                  <a:pt x="94" y="37358"/>
                </a:lnTo>
                <a:lnTo>
                  <a:pt x="147" y="37960"/>
                </a:lnTo>
                <a:lnTo>
                  <a:pt x="211" y="38558"/>
                </a:lnTo>
                <a:lnTo>
                  <a:pt x="287" y="39152"/>
                </a:lnTo>
                <a:lnTo>
                  <a:pt x="375" y="39741"/>
                </a:lnTo>
                <a:lnTo>
                  <a:pt x="475" y="40327"/>
                </a:lnTo>
                <a:lnTo>
                  <a:pt x="586" y="40907"/>
                </a:lnTo>
                <a:lnTo>
                  <a:pt x="710" y="41484"/>
                </a:lnTo>
                <a:lnTo>
                  <a:pt x="844" y="42056"/>
                </a:lnTo>
                <a:lnTo>
                  <a:pt x="991" y="42624"/>
                </a:lnTo>
                <a:lnTo>
                  <a:pt x="1149" y="43187"/>
                </a:lnTo>
                <a:lnTo>
                  <a:pt x="1319" y="43746"/>
                </a:lnTo>
                <a:lnTo>
                  <a:pt x="1501" y="44301"/>
                </a:lnTo>
                <a:lnTo>
                  <a:pt x="1695" y="44852"/>
                </a:lnTo>
                <a:lnTo>
                  <a:pt x="1900" y="45398"/>
                </a:lnTo>
                <a:lnTo>
                  <a:pt x="2117" y="45940"/>
                </a:lnTo>
                <a:lnTo>
                  <a:pt x="2346" y="46478"/>
                </a:lnTo>
                <a:lnTo>
                  <a:pt x="2586" y="47011"/>
                </a:lnTo>
                <a:lnTo>
                  <a:pt x="2838" y="47540"/>
                </a:lnTo>
                <a:lnTo>
                  <a:pt x="3102" y="48065"/>
                </a:lnTo>
                <a:lnTo>
                  <a:pt x="3378" y="48585"/>
                </a:lnTo>
                <a:lnTo>
                  <a:pt x="3664" y="49101"/>
                </a:lnTo>
                <a:lnTo>
                  <a:pt x="3962" y="49614"/>
                </a:lnTo>
                <a:lnTo>
                  <a:pt x="4271" y="50123"/>
                </a:lnTo>
                <a:lnTo>
                  <a:pt x="4591" y="50628"/>
                </a:lnTo>
                <a:lnTo>
                  <a:pt x="4922" y="51129"/>
                </a:lnTo>
                <a:lnTo>
                  <a:pt x="5263" y="51627"/>
                </a:lnTo>
                <a:lnTo>
                  <a:pt x="5616" y="52121"/>
                </a:lnTo>
                <a:lnTo>
                  <a:pt x="5980" y="52611"/>
                </a:lnTo>
                <a:lnTo>
                  <a:pt x="6354" y="53098"/>
                </a:lnTo>
                <a:lnTo>
                  <a:pt x="6740" y="53581"/>
                </a:lnTo>
                <a:lnTo>
                  <a:pt x="7136" y="54060"/>
                </a:lnTo>
                <a:lnTo>
                  <a:pt x="7544" y="54535"/>
                </a:lnTo>
                <a:lnTo>
                  <a:pt x="7962" y="55007"/>
                </a:lnTo>
                <a:lnTo>
                  <a:pt x="8392" y="55475"/>
                </a:lnTo>
                <a:lnTo>
                  <a:pt x="8832" y="55940"/>
                </a:lnTo>
                <a:lnTo>
                  <a:pt x="9283" y="56401"/>
                </a:lnTo>
                <a:lnTo>
                  <a:pt x="9745" y="56858"/>
                </a:lnTo>
                <a:lnTo>
                  <a:pt x="10219" y="57311"/>
                </a:lnTo>
                <a:lnTo>
                  <a:pt x="10703" y="57761"/>
                </a:lnTo>
                <a:lnTo>
                  <a:pt x="11198" y="58207"/>
                </a:lnTo>
                <a:lnTo>
                  <a:pt x="11704" y="58649"/>
                </a:lnTo>
                <a:lnTo>
                  <a:pt x="12221" y="59088"/>
                </a:lnTo>
                <a:lnTo>
                  <a:pt x="12749" y="59523"/>
                </a:lnTo>
                <a:lnTo>
                  <a:pt x="13288" y="59954"/>
                </a:lnTo>
                <a:lnTo>
                  <a:pt x="13848" y="60389"/>
                </a:lnTo>
                <a:lnTo>
                  <a:pt x="14439" y="60836"/>
                </a:lnTo>
                <a:lnTo>
                  <a:pt x="15061" y="61296"/>
                </a:lnTo>
                <a:lnTo>
                  <a:pt x="15714" y="61768"/>
                </a:lnTo>
                <a:lnTo>
                  <a:pt x="16398" y="62252"/>
                </a:lnTo>
                <a:lnTo>
                  <a:pt x="17113" y="62748"/>
                </a:lnTo>
                <a:lnTo>
                  <a:pt x="17859" y="63256"/>
                </a:lnTo>
                <a:lnTo>
                  <a:pt x="18636" y="63777"/>
                </a:lnTo>
                <a:lnTo>
                  <a:pt x="19444" y="64310"/>
                </a:lnTo>
                <a:lnTo>
                  <a:pt x="20283" y="64855"/>
                </a:lnTo>
                <a:lnTo>
                  <a:pt x="21153" y="65412"/>
                </a:lnTo>
                <a:lnTo>
                  <a:pt x="22054" y="65981"/>
                </a:lnTo>
                <a:lnTo>
                  <a:pt x="22986" y="66563"/>
                </a:lnTo>
                <a:lnTo>
                  <a:pt x="23949" y="67156"/>
                </a:lnTo>
                <a:lnTo>
                  <a:pt x="24943" y="67762"/>
                </a:lnTo>
                <a:lnTo>
                  <a:pt x="25968" y="68380"/>
                </a:lnTo>
                <a:lnTo>
                  <a:pt x="27025" y="69011"/>
                </a:lnTo>
                <a:lnTo>
                  <a:pt x="28112" y="69653"/>
                </a:lnTo>
                <a:lnTo>
                  <a:pt x="29230" y="70308"/>
                </a:lnTo>
                <a:lnTo>
                  <a:pt x="30379" y="70975"/>
                </a:lnTo>
                <a:lnTo>
                  <a:pt x="31559" y="71654"/>
                </a:lnTo>
                <a:lnTo>
                  <a:pt x="32771" y="72345"/>
                </a:lnTo>
                <a:lnTo>
                  <a:pt x="34013" y="73048"/>
                </a:lnTo>
                <a:lnTo>
                  <a:pt x="35286" y="73764"/>
                </a:lnTo>
                <a:lnTo>
                  <a:pt x="36554" y="74475"/>
                </a:lnTo>
                <a:lnTo>
                  <a:pt x="37780" y="75166"/>
                </a:lnTo>
                <a:lnTo>
                  <a:pt x="38965" y="75835"/>
                </a:lnTo>
                <a:lnTo>
                  <a:pt x="40108" y="76484"/>
                </a:lnTo>
                <a:lnTo>
                  <a:pt x="41209" y="77112"/>
                </a:lnTo>
                <a:lnTo>
                  <a:pt x="42269" y="77719"/>
                </a:lnTo>
                <a:lnTo>
                  <a:pt x="43287" y="78306"/>
                </a:lnTo>
                <a:lnTo>
                  <a:pt x="44263" y="78871"/>
                </a:lnTo>
                <a:lnTo>
                  <a:pt x="45198" y="79416"/>
                </a:lnTo>
                <a:lnTo>
                  <a:pt x="46091" y="79940"/>
                </a:lnTo>
                <a:lnTo>
                  <a:pt x="46942" y="80443"/>
                </a:lnTo>
                <a:lnTo>
                  <a:pt x="47752" y="80925"/>
                </a:lnTo>
                <a:lnTo>
                  <a:pt x="48520" y="81387"/>
                </a:lnTo>
                <a:lnTo>
                  <a:pt x="49246" y="81827"/>
                </a:lnTo>
                <a:lnTo>
                  <a:pt x="49931" y="82247"/>
                </a:lnTo>
                <a:lnTo>
                  <a:pt x="50574" y="82646"/>
                </a:lnTo>
                <a:lnTo>
                  <a:pt x="51175" y="83024"/>
                </a:lnTo>
                <a:lnTo>
                  <a:pt x="51735" y="83381"/>
                </a:lnTo>
                <a:lnTo>
                  <a:pt x="52253" y="83718"/>
                </a:lnTo>
                <a:lnTo>
                  <a:pt x="52729" y="84034"/>
                </a:lnTo>
                <a:lnTo>
                  <a:pt x="53164" y="84328"/>
                </a:lnTo>
                <a:lnTo>
                  <a:pt x="53557" y="84602"/>
                </a:lnTo>
                <a:lnTo>
                  <a:pt x="53908" y="84856"/>
                </a:lnTo>
                <a:lnTo>
                  <a:pt x="54218" y="85088"/>
                </a:lnTo>
                <a:lnTo>
                  <a:pt x="54643" y="85415"/>
                </a:lnTo>
                <a:lnTo>
                  <a:pt x="55059" y="85744"/>
                </a:lnTo>
                <a:lnTo>
                  <a:pt x="55465" y="86075"/>
                </a:lnTo>
                <a:lnTo>
                  <a:pt x="55861" y="86408"/>
                </a:lnTo>
                <a:lnTo>
                  <a:pt x="56248" y="86743"/>
                </a:lnTo>
                <a:lnTo>
                  <a:pt x="56626" y="87081"/>
                </a:lnTo>
                <a:lnTo>
                  <a:pt x="56995" y="87421"/>
                </a:lnTo>
                <a:lnTo>
                  <a:pt x="57354" y="87763"/>
                </a:lnTo>
                <a:lnTo>
                  <a:pt x="57703" y="88107"/>
                </a:lnTo>
                <a:lnTo>
                  <a:pt x="58043" y="88453"/>
                </a:lnTo>
                <a:lnTo>
                  <a:pt x="58374" y="88801"/>
                </a:lnTo>
                <a:lnTo>
                  <a:pt x="58696" y="89152"/>
                </a:lnTo>
                <a:lnTo>
                  <a:pt x="59008" y="89504"/>
                </a:lnTo>
                <a:lnTo>
                  <a:pt x="59310" y="89859"/>
                </a:lnTo>
                <a:lnTo>
                  <a:pt x="59603" y="90216"/>
                </a:lnTo>
                <a:lnTo>
                  <a:pt x="59887" y="90575"/>
                </a:lnTo>
                <a:lnTo>
                  <a:pt x="60161" y="90937"/>
                </a:lnTo>
                <a:lnTo>
                  <a:pt x="60426" y="91300"/>
                </a:lnTo>
                <a:lnTo>
                  <a:pt x="60681" y="91666"/>
                </a:lnTo>
                <a:lnTo>
                  <a:pt x="60928" y="92033"/>
                </a:lnTo>
                <a:lnTo>
                  <a:pt x="61164" y="92403"/>
                </a:lnTo>
                <a:lnTo>
                  <a:pt x="61391" y="92776"/>
                </a:lnTo>
                <a:lnTo>
                  <a:pt x="61609" y="93150"/>
                </a:lnTo>
                <a:lnTo>
                  <a:pt x="61818" y="93526"/>
                </a:lnTo>
                <a:lnTo>
                  <a:pt x="62017" y="93903"/>
                </a:lnTo>
                <a:lnTo>
                  <a:pt x="62208" y="94280"/>
                </a:lnTo>
                <a:lnTo>
                  <a:pt x="62390" y="94657"/>
                </a:lnTo>
                <a:lnTo>
                  <a:pt x="62564" y="95033"/>
                </a:lnTo>
                <a:lnTo>
                  <a:pt x="62730" y="95409"/>
                </a:lnTo>
                <a:lnTo>
                  <a:pt x="62887" y="95785"/>
                </a:lnTo>
                <a:lnTo>
                  <a:pt x="63035" y="96160"/>
                </a:lnTo>
                <a:lnTo>
                  <a:pt x="63175" y="96535"/>
                </a:lnTo>
                <a:lnTo>
                  <a:pt x="63307" y="96910"/>
                </a:lnTo>
                <a:lnTo>
                  <a:pt x="63430" y="97284"/>
                </a:lnTo>
                <a:lnTo>
                  <a:pt x="63545" y="97658"/>
                </a:lnTo>
                <a:lnTo>
                  <a:pt x="63651" y="98032"/>
                </a:lnTo>
                <a:lnTo>
                  <a:pt x="63748" y="98406"/>
                </a:lnTo>
                <a:lnTo>
                  <a:pt x="63837" y="98779"/>
                </a:lnTo>
                <a:lnTo>
                  <a:pt x="63918" y="99152"/>
                </a:lnTo>
                <a:lnTo>
                  <a:pt x="63990" y="99525"/>
                </a:lnTo>
                <a:lnTo>
                  <a:pt x="64054" y="99897"/>
                </a:lnTo>
                <a:lnTo>
                  <a:pt x="64109" y="100269"/>
                </a:lnTo>
                <a:lnTo>
                  <a:pt x="64156" y="100641"/>
                </a:lnTo>
                <a:lnTo>
                  <a:pt x="64194" y="101012"/>
                </a:lnTo>
                <a:lnTo>
                  <a:pt x="64224" y="101383"/>
                </a:lnTo>
                <a:lnTo>
                  <a:pt x="64245" y="101754"/>
                </a:lnTo>
                <a:lnTo>
                  <a:pt x="64258" y="102125"/>
                </a:lnTo>
                <a:lnTo>
                  <a:pt x="64262" y="102495"/>
                </a:lnTo>
                <a:lnTo>
                  <a:pt x="64251" y="103158"/>
                </a:lnTo>
                <a:lnTo>
                  <a:pt x="64217" y="103813"/>
                </a:lnTo>
                <a:lnTo>
                  <a:pt x="64161" y="104460"/>
                </a:lnTo>
                <a:lnTo>
                  <a:pt x="64083" y="105100"/>
                </a:lnTo>
                <a:lnTo>
                  <a:pt x="63982" y="105733"/>
                </a:lnTo>
                <a:lnTo>
                  <a:pt x="63859" y="106359"/>
                </a:lnTo>
                <a:lnTo>
                  <a:pt x="63714" y="106977"/>
                </a:lnTo>
                <a:lnTo>
                  <a:pt x="63546" y="107588"/>
                </a:lnTo>
                <a:lnTo>
                  <a:pt x="63356" y="108191"/>
                </a:lnTo>
                <a:lnTo>
                  <a:pt x="63143" y="108787"/>
                </a:lnTo>
                <a:lnTo>
                  <a:pt x="62908" y="109375"/>
                </a:lnTo>
                <a:lnTo>
                  <a:pt x="62651" y="109956"/>
                </a:lnTo>
                <a:lnTo>
                  <a:pt x="62371" y="110530"/>
                </a:lnTo>
                <a:lnTo>
                  <a:pt x="62069" y="111096"/>
                </a:lnTo>
                <a:lnTo>
                  <a:pt x="61745" y="111655"/>
                </a:lnTo>
                <a:lnTo>
                  <a:pt x="61398" y="112207"/>
                </a:lnTo>
                <a:lnTo>
                  <a:pt x="61029" y="112751"/>
                </a:lnTo>
                <a:lnTo>
                  <a:pt x="60637" y="113287"/>
                </a:lnTo>
                <a:lnTo>
                  <a:pt x="60223" y="113817"/>
                </a:lnTo>
                <a:lnTo>
                  <a:pt x="59787" y="114339"/>
                </a:lnTo>
                <a:lnTo>
                  <a:pt x="59328" y="114853"/>
                </a:lnTo>
                <a:lnTo>
                  <a:pt x="58847" y="115360"/>
                </a:lnTo>
                <a:lnTo>
                  <a:pt x="58344" y="115860"/>
                </a:lnTo>
                <a:lnTo>
                  <a:pt x="57818" y="116352"/>
                </a:lnTo>
                <a:lnTo>
                  <a:pt x="57273" y="116831"/>
                </a:lnTo>
                <a:lnTo>
                  <a:pt x="56711" y="117288"/>
                </a:lnTo>
                <a:lnTo>
                  <a:pt x="56134" y="117726"/>
                </a:lnTo>
                <a:lnTo>
                  <a:pt x="55540" y="118143"/>
                </a:lnTo>
                <a:lnTo>
                  <a:pt x="54930" y="118540"/>
                </a:lnTo>
                <a:lnTo>
                  <a:pt x="54304" y="118916"/>
                </a:lnTo>
                <a:lnTo>
                  <a:pt x="53662" y="119273"/>
                </a:lnTo>
                <a:lnTo>
                  <a:pt x="53003" y="119608"/>
                </a:lnTo>
                <a:lnTo>
                  <a:pt x="52329" y="119924"/>
                </a:lnTo>
                <a:lnTo>
                  <a:pt x="51638" y="120219"/>
                </a:lnTo>
                <a:lnTo>
                  <a:pt x="50931" y="120493"/>
                </a:lnTo>
                <a:lnTo>
                  <a:pt x="50207" y="120748"/>
                </a:lnTo>
                <a:lnTo>
                  <a:pt x="49468" y="120982"/>
                </a:lnTo>
                <a:lnTo>
                  <a:pt x="48712" y="121196"/>
                </a:lnTo>
                <a:lnTo>
                  <a:pt x="47940" y="121389"/>
                </a:lnTo>
                <a:lnTo>
                  <a:pt x="47152" y="121562"/>
                </a:lnTo>
                <a:lnTo>
                  <a:pt x="46348" y="121714"/>
                </a:lnTo>
                <a:lnTo>
                  <a:pt x="45527" y="121847"/>
                </a:lnTo>
                <a:lnTo>
                  <a:pt x="44690" y="121959"/>
                </a:lnTo>
                <a:lnTo>
                  <a:pt x="43837" y="122050"/>
                </a:lnTo>
                <a:lnTo>
                  <a:pt x="42968" y="122121"/>
                </a:lnTo>
                <a:lnTo>
                  <a:pt x="42083" y="122172"/>
                </a:lnTo>
                <a:lnTo>
                  <a:pt x="41181" y="122203"/>
                </a:lnTo>
                <a:lnTo>
                  <a:pt x="40264" y="122213"/>
                </a:lnTo>
                <a:lnTo>
                  <a:pt x="39466" y="122206"/>
                </a:lnTo>
                <a:lnTo>
                  <a:pt x="38675" y="122183"/>
                </a:lnTo>
                <a:lnTo>
                  <a:pt x="37888" y="122146"/>
                </a:lnTo>
                <a:lnTo>
                  <a:pt x="37107" y="122095"/>
                </a:lnTo>
                <a:lnTo>
                  <a:pt x="36331" y="122028"/>
                </a:lnTo>
                <a:lnTo>
                  <a:pt x="35561" y="121946"/>
                </a:lnTo>
                <a:lnTo>
                  <a:pt x="34796" y="121850"/>
                </a:lnTo>
                <a:lnTo>
                  <a:pt x="34037" y="121739"/>
                </a:lnTo>
                <a:lnTo>
                  <a:pt x="33283" y="121613"/>
                </a:lnTo>
                <a:lnTo>
                  <a:pt x="32534" y="121472"/>
                </a:lnTo>
                <a:lnTo>
                  <a:pt x="31791" y="121317"/>
                </a:lnTo>
                <a:lnTo>
                  <a:pt x="31053" y="121146"/>
                </a:lnTo>
                <a:lnTo>
                  <a:pt x="30321" y="120961"/>
                </a:lnTo>
                <a:lnTo>
                  <a:pt x="29594" y="120761"/>
                </a:lnTo>
                <a:lnTo>
                  <a:pt x="28872" y="120546"/>
                </a:lnTo>
                <a:lnTo>
                  <a:pt x="28156" y="120317"/>
                </a:lnTo>
                <a:lnTo>
                  <a:pt x="27445" y="120072"/>
                </a:lnTo>
                <a:lnTo>
                  <a:pt x="26740" y="119813"/>
                </a:lnTo>
                <a:lnTo>
                  <a:pt x="26040" y="119539"/>
                </a:lnTo>
                <a:lnTo>
                  <a:pt x="25345" y="119250"/>
                </a:lnTo>
                <a:lnTo>
                  <a:pt x="24656" y="118947"/>
                </a:lnTo>
                <a:lnTo>
                  <a:pt x="23972" y="118628"/>
                </a:lnTo>
                <a:lnTo>
                  <a:pt x="23294" y="118295"/>
                </a:lnTo>
                <a:lnTo>
                  <a:pt x="22621" y="117947"/>
                </a:lnTo>
                <a:lnTo>
                  <a:pt x="21957" y="117587"/>
                </a:lnTo>
                <a:lnTo>
                  <a:pt x="21309" y="117220"/>
                </a:lnTo>
                <a:lnTo>
                  <a:pt x="20674" y="116846"/>
                </a:lnTo>
                <a:lnTo>
                  <a:pt x="20054" y="116464"/>
                </a:lnTo>
                <a:lnTo>
                  <a:pt x="19448" y="116075"/>
                </a:lnTo>
                <a:lnTo>
                  <a:pt x="18857" y="115677"/>
                </a:lnTo>
                <a:lnTo>
                  <a:pt x="18280" y="115273"/>
                </a:lnTo>
                <a:lnTo>
                  <a:pt x="17717" y="114860"/>
                </a:lnTo>
                <a:lnTo>
                  <a:pt x="17169" y="114441"/>
                </a:lnTo>
                <a:lnTo>
                  <a:pt x="16635" y="114013"/>
                </a:lnTo>
                <a:lnTo>
                  <a:pt x="16115" y="113578"/>
                </a:lnTo>
                <a:lnTo>
                  <a:pt x="15610" y="113136"/>
                </a:lnTo>
                <a:lnTo>
                  <a:pt x="15119" y="112686"/>
                </a:lnTo>
                <a:lnTo>
                  <a:pt x="14642" y="112228"/>
                </a:lnTo>
                <a:lnTo>
                  <a:pt x="14180" y="111763"/>
                </a:lnTo>
                <a:lnTo>
                  <a:pt x="13732" y="111290"/>
                </a:lnTo>
                <a:lnTo>
                  <a:pt x="13299" y="110810"/>
                </a:lnTo>
                <a:lnTo>
                  <a:pt x="12880" y="110322"/>
                </a:lnTo>
                <a:lnTo>
                  <a:pt x="12475" y="109827"/>
                </a:lnTo>
                <a:lnTo>
                  <a:pt x="12084" y="109324"/>
                </a:lnTo>
                <a:lnTo>
                  <a:pt x="11708" y="108813"/>
                </a:lnTo>
                <a:lnTo>
                  <a:pt x="11346" y="108295"/>
                </a:lnTo>
                <a:lnTo>
                  <a:pt x="10999" y="107770"/>
                </a:lnTo>
                <a:lnTo>
                  <a:pt x="10666" y="107236"/>
                </a:lnTo>
                <a:lnTo>
                  <a:pt x="10343" y="106688"/>
                </a:lnTo>
                <a:lnTo>
                  <a:pt x="10025" y="106117"/>
                </a:lnTo>
                <a:lnTo>
                  <a:pt x="9713" y="105523"/>
                </a:lnTo>
                <a:lnTo>
                  <a:pt x="9407" y="104907"/>
                </a:lnTo>
                <a:lnTo>
                  <a:pt x="9106" y="104268"/>
                </a:lnTo>
                <a:lnTo>
                  <a:pt x="8810" y="103606"/>
                </a:lnTo>
                <a:lnTo>
                  <a:pt x="8521" y="102922"/>
                </a:lnTo>
                <a:lnTo>
                  <a:pt x="8236" y="102215"/>
                </a:lnTo>
                <a:lnTo>
                  <a:pt x="7958" y="101485"/>
                </a:lnTo>
                <a:lnTo>
                  <a:pt x="7685" y="100732"/>
                </a:lnTo>
                <a:lnTo>
                  <a:pt x="7417" y="99957"/>
                </a:lnTo>
                <a:lnTo>
                  <a:pt x="7155" y="99159"/>
                </a:lnTo>
                <a:lnTo>
                  <a:pt x="6899" y="98339"/>
                </a:lnTo>
                <a:lnTo>
                  <a:pt x="6648" y="97495"/>
                </a:lnTo>
                <a:lnTo>
                  <a:pt x="6402" y="96630"/>
                </a:lnTo>
                <a:lnTo>
                  <a:pt x="6162" y="95741"/>
                </a:lnTo>
                <a:lnTo>
                  <a:pt x="5928" y="94830"/>
                </a:lnTo>
                <a:lnTo>
                  <a:pt x="5700" y="93896"/>
                </a:lnTo>
                <a:lnTo>
                  <a:pt x="5476" y="92939"/>
                </a:lnTo>
                <a:lnTo>
                  <a:pt x="5259" y="91960"/>
                </a:lnTo>
                <a:lnTo>
                  <a:pt x="5047" y="90958"/>
                </a:lnTo>
                <a:lnTo>
                  <a:pt x="4840" y="89933"/>
                </a:lnTo>
                <a:lnTo>
                  <a:pt x="4639" y="88886"/>
                </a:lnTo>
                <a:lnTo>
                  <a:pt x="4444" y="87816"/>
                </a:lnTo>
                <a:lnTo>
                  <a:pt x="1155" y="87816"/>
                </a:lnTo>
                <a:lnTo>
                  <a:pt x="1155" y="129057"/>
                </a:lnTo>
                <a:lnTo>
                  <a:pt x="4444" y="129057"/>
                </a:lnTo>
                <a:lnTo>
                  <a:pt x="4497" y="128718"/>
                </a:lnTo>
                <a:lnTo>
                  <a:pt x="4552" y="128389"/>
                </a:lnTo>
                <a:lnTo>
                  <a:pt x="4610" y="128070"/>
                </a:lnTo>
                <a:lnTo>
                  <a:pt x="4670" y="127761"/>
                </a:lnTo>
                <a:lnTo>
                  <a:pt x="4732" y="127461"/>
                </a:lnTo>
                <a:lnTo>
                  <a:pt x="4797" y="127171"/>
                </a:lnTo>
                <a:lnTo>
                  <a:pt x="4864" y="126891"/>
                </a:lnTo>
                <a:lnTo>
                  <a:pt x="4933" y="126621"/>
                </a:lnTo>
                <a:lnTo>
                  <a:pt x="5004" y="126360"/>
                </a:lnTo>
                <a:lnTo>
                  <a:pt x="5078" y="126109"/>
                </a:lnTo>
                <a:lnTo>
                  <a:pt x="5154" y="125868"/>
                </a:lnTo>
                <a:lnTo>
                  <a:pt x="5233" y="125636"/>
                </a:lnTo>
                <a:lnTo>
                  <a:pt x="5314" y="125415"/>
                </a:lnTo>
                <a:lnTo>
                  <a:pt x="5397" y="125203"/>
                </a:lnTo>
                <a:lnTo>
                  <a:pt x="5482" y="125000"/>
                </a:lnTo>
                <a:lnTo>
                  <a:pt x="5570" y="124808"/>
                </a:lnTo>
                <a:lnTo>
                  <a:pt x="5660" y="124625"/>
                </a:lnTo>
                <a:lnTo>
                  <a:pt x="5752" y="124452"/>
                </a:lnTo>
                <a:lnTo>
                  <a:pt x="5847" y="124289"/>
                </a:lnTo>
                <a:lnTo>
                  <a:pt x="5944" y="124135"/>
                </a:lnTo>
                <a:lnTo>
                  <a:pt x="6043" y="123991"/>
                </a:lnTo>
                <a:lnTo>
                  <a:pt x="6145" y="123857"/>
                </a:lnTo>
                <a:lnTo>
                  <a:pt x="6249" y="123733"/>
                </a:lnTo>
                <a:lnTo>
                  <a:pt x="6355" y="123618"/>
                </a:lnTo>
                <a:lnTo>
                  <a:pt x="6464" y="123511"/>
                </a:lnTo>
                <a:lnTo>
                  <a:pt x="6576" y="123408"/>
                </a:lnTo>
                <a:lnTo>
                  <a:pt x="6692" y="123310"/>
                </a:lnTo>
                <a:lnTo>
                  <a:pt x="6811" y="123216"/>
                </a:lnTo>
                <a:lnTo>
                  <a:pt x="6933" y="123127"/>
                </a:lnTo>
                <a:lnTo>
                  <a:pt x="7058" y="123042"/>
                </a:lnTo>
                <a:lnTo>
                  <a:pt x="7186" y="122962"/>
                </a:lnTo>
                <a:lnTo>
                  <a:pt x="7318" y="122887"/>
                </a:lnTo>
                <a:lnTo>
                  <a:pt x="7453" y="122816"/>
                </a:lnTo>
                <a:lnTo>
                  <a:pt x="7591" y="122750"/>
                </a:lnTo>
                <a:lnTo>
                  <a:pt x="7733" y="122688"/>
                </a:lnTo>
                <a:lnTo>
                  <a:pt x="7877" y="122631"/>
                </a:lnTo>
                <a:lnTo>
                  <a:pt x="8025" y="122578"/>
                </a:lnTo>
                <a:lnTo>
                  <a:pt x="8176" y="122530"/>
                </a:lnTo>
                <a:lnTo>
                  <a:pt x="8331" y="122487"/>
                </a:lnTo>
                <a:lnTo>
                  <a:pt x="8488" y="122448"/>
                </a:lnTo>
                <a:lnTo>
                  <a:pt x="8649" y="122414"/>
                </a:lnTo>
                <a:lnTo>
                  <a:pt x="8813" y="122384"/>
                </a:lnTo>
                <a:lnTo>
                  <a:pt x="8981" y="122359"/>
                </a:lnTo>
                <a:lnTo>
                  <a:pt x="9151" y="122338"/>
                </a:lnTo>
                <a:lnTo>
                  <a:pt x="9325" y="122322"/>
                </a:lnTo>
                <a:lnTo>
                  <a:pt x="9502" y="122311"/>
                </a:lnTo>
                <a:lnTo>
                  <a:pt x="9682" y="122304"/>
                </a:lnTo>
                <a:lnTo>
                  <a:pt x="9866" y="122302"/>
                </a:lnTo>
                <a:lnTo>
                  <a:pt x="10070" y="122307"/>
                </a:lnTo>
                <a:lnTo>
                  <a:pt x="10295" y="122321"/>
                </a:lnTo>
                <a:lnTo>
                  <a:pt x="10543" y="122345"/>
                </a:lnTo>
                <a:lnTo>
                  <a:pt x="10813" y="122379"/>
                </a:lnTo>
                <a:lnTo>
                  <a:pt x="11105" y="122422"/>
                </a:lnTo>
                <a:lnTo>
                  <a:pt x="11419" y="122475"/>
                </a:lnTo>
                <a:lnTo>
                  <a:pt x="11755" y="122537"/>
                </a:lnTo>
                <a:lnTo>
                  <a:pt x="12113" y="122609"/>
                </a:lnTo>
                <a:lnTo>
                  <a:pt x="12493" y="122691"/>
                </a:lnTo>
                <a:lnTo>
                  <a:pt x="12895" y="122782"/>
                </a:lnTo>
                <a:lnTo>
                  <a:pt x="13319" y="122882"/>
                </a:lnTo>
                <a:lnTo>
                  <a:pt x="13766" y="122993"/>
                </a:lnTo>
                <a:lnTo>
                  <a:pt x="14234" y="123113"/>
                </a:lnTo>
                <a:lnTo>
                  <a:pt x="14725" y="123242"/>
                </a:lnTo>
                <a:lnTo>
                  <a:pt x="15237" y="123381"/>
                </a:lnTo>
                <a:lnTo>
                  <a:pt x="15772" y="123530"/>
                </a:lnTo>
                <a:lnTo>
                  <a:pt x="16328" y="123689"/>
                </a:lnTo>
                <a:lnTo>
                  <a:pt x="16907" y="123856"/>
                </a:lnTo>
                <a:lnTo>
                  <a:pt x="17508" y="124034"/>
                </a:lnTo>
                <a:lnTo>
                  <a:pt x="18131" y="124221"/>
                </a:lnTo>
                <a:lnTo>
                  <a:pt x="18776" y="124418"/>
                </a:lnTo>
                <a:lnTo>
                  <a:pt x="19443" y="124624"/>
                </a:lnTo>
                <a:lnTo>
                  <a:pt x="20132" y="124840"/>
                </a:lnTo>
                <a:lnTo>
                  <a:pt x="20843" y="125066"/>
                </a:lnTo>
                <a:lnTo>
                  <a:pt x="21555" y="125292"/>
                </a:lnTo>
                <a:lnTo>
                  <a:pt x="22246" y="125510"/>
                </a:lnTo>
                <a:lnTo>
                  <a:pt x="22917" y="125720"/>
                </a:lnTo>
                <a:lnTo>
                  <a:pt x="23567" y="125922"/>
                </a:lnTo>
                <a:lnTo>
                  <a:pt x="24197" y="126116"/>
                </a:lnTo>
                <a:lnTo>
                  <a:pt x="24806" y="126302"/>
                </a:lnTo>
                <a:lnTo>
                  <a:pt x="25395" y="126480"/>
                </a:lnTo>
                <a:lnTo>
                  <a:pt x="25963" y="126650"/>
                </a:lnTo>
                <a:lnTo>
                  <a:pt x="26511" y="126811"/>
                </a:lnTo>
                <a:lnTo>
                  <a:pt x="27038" y="126965"/>
                </a:lnTo>
                <a:lnTo>
                  <a:pt x="27545" y="127111"/>
                </a:lnTo>
                <a:lnTo>
                  <a:pt x="28031" y="127248"/>
                </a:lnTo>
                <a:lnTo>
                  <a:pt x="28497" y="127377"/>
                </a:lnTo>
                <a:lnTo>
                  <a:pt x="28942" y="127499"/>
                </a:lnTo>
                <a:lnTo>
                  <a:pt x="29367" y="127612"/>
                </a:lnTo>
                <a:lnTo>
                  <a:pt x="29771" y="127717"/>
                </a:lnTo>
                <a:lnTo>
                  <a:pt x="30154" y="127814"/>
                </a:lnTo>
                <a:lnTo>
                  <a:pt x="30517" y="127903"/>
                </a:lnTo>
                <a:lnTo>
                  <a:pt x="30860" y="127984"/>
                </a:lnTo>
                <a:lnTo>
                  <a:pt x="31182" y="128057"/>
                </a:lnTo>
                <a:lnTo>
                  <a:pt x="31483" y="128122"/>
                </a:lnTo>
                <a:lnTo>
                  <a:pt x="31764" y="128179"/>
                </a:lnTo>
                <a:lnTo>
                  <a:pt x="32024" y="128228"/>
                </a:lnTo>
                <a:lnTo>
                  <a:pt x="32264" y="128268"/>
                </a:lnTo>
                <a:lnTo>
                  <a:pt x="32650" y="128332"/>
                </a:lnTo>
                <a:lnTo>
                  <a:pt x="33039" y="128394"/>
                </a:lnTo>
                <a:lnTo>
                  <a:pt x="33429" y="128453"/>
                </a:lnTo>
                <a:lnTo>
                  <a:pt x="33822" y="128509"/>
                </a:lnTo>
                <a:lnTo>
                  <a:pt x="34217" y="128563"/>
                </a:lnTo>
                <a:lnTo>
                  <a:pt x="34614" y="128613"/>
                </a:lnTo>
                <a:lnTo>
                  <a:pt x="35013" y="128661"/>
                </a:lnTo>
                <a:lnTo>
                  <a:pt x="35415" y="128706"/>
                </a:lnTo>
                <a:lnTo>
                  <a:pt x="35818" y="128749"/>
                </a:lnTo>
                <a:lnTo>
                  <a:pt x="36224" y="128789"/>
                </a:lnTo>
                <a:lnTo>
                  <a:pt x="36632" y="128825"/>
                </a:lnTo>
                <a:lnTo>
                  <a:pt x="37042" y="128860"/>
                </a:lnTo>
                <a:lnTo>
                  <a:pt x="37454" y="128891"/>
                </a:lnTo>
                <a:lnTo>
                  <a:pt x="37868" y="128920"/>
                </a:lnTo>
                <a:lnTo>
                  <a:pt x="38285" y="128946"/>
                </a:lnTo>
                <a:lnTo>
                  <a:pt x="38703" y="128969"/>
                </a:lnTo>
                <a:lnTo>
                  <a:pt x="39124" y="128990"/>
                </a:lnTo>
                <a:lnTo>
                  <a:pt x="39547" y="129008"/>
                </a:lnTo>
                <a:lnTo>
                  <a:pt x="39972" y="129023"/>
                </a:lnTo>
                <a:lnTo>
                  <a:pt x="40399" y="129035"/>
                </a:lnTo>
                <a:lnTo>
                  <a:pt x="40829" y="129045"/>
                </a:lnTo>
                <a:lnTo>
                  <a:pt x="41260" y="129051"/>
                </a:lnTo>
                <a:lnTo>
                  <a:pt x="41694" y="129056"/>
                </a:lnTo>
                <a:lnTo>
                  <a:pt x="42130" y="129057"/>
                </a:lnTo>
                <a:lnTo>
                  <a:pt x="43512" y="129040"/>
                </a:lnTo>
                <a:lnTo>
                  <a:pt x="44873" y="128988"/>
                </a:lnTo>
                <a:lnTo>
                  <a:pt x="46212" y="128902"/>
                </a:lnTo>
                <a:lnTo>
                  <a:pt x="47531" y="128782"/>
                </a:lnTo>
                <a:lnTo>
                  <a:pt x="48828" y="128627"/>
                </a:lnTo>
                <a:lnTo>
                  <a:pt x="50105" y="128438"/>
                </a:lnTo>
                <a:lnTo>
                  <a:pt x="51360" y="128215"/>
                </a:lnTo>
                <a:lnTo>
                  <a:pt x="52594" y="127957"/>
                </a:lnTo>
                <a:lnTo>
                  <a:pt x="53806" y="127664"/>
                </a:lnTo>
                <a:lnTo>
                  <a:pt x="54998" y="127338"/>
                </a:lnTo>
                <a:lnTo>
                  <a:pt x="56169" y="126977"/>
                </a:lnTo>
                <a:lnTo>
                  <a:pt x="57318" y="126581"/>
                </a:lnTo>
                <a:lnTo>
                  <a:pt x="58446" y="126152"/>
                </a:lnTo>
                <a:lnTo>
                  <a:pt x="59553" y="125688"/>
                </a:lnTo>
                <a:lnTo>
                  <a:pt x="60639" y="125189"/>
                </a:lnTo>
                <a:lnTo>
                  <a:pt x="61704" y="124656"/>
                </a:lnTo>
                <a:lnTo>
                  <a:pt x="62748" y="124089"/>
                </a:lnTo>
                <a:lnTo>
                  <a:pt x="63770" y="123487"/>
                </a:lnTo>
                <a:lnTo>
                  <a:pt x="64772" y="122851"/>
                </a:lnTo>
                <a:lnTo>
                  <a:pt x="65752" y="122181"/>
                </a:lnTo>
                <a:lnTo>
                  <a:pt x="66711" y="121476"/>
                </a:lnTo>
                <a:lnTo>
                  <a:pt x="67649" y="120736"/>
                </a:lnTo>
                <a:lnTo>
                  <a:pt x="68566" y="119963"/>
                </a:lnTo>
                <a:lnTo>
                  <a:pt x="69461" y="119155"/>
                </a:lnTo>
                <a:lnTo>
                  <a:pt x="70328" y="118323"/>
                </a:lnTo>
                <a:lnTo>
                  <a:pt x="71158" y="117478"/>
                </a:lnTo>
                <a:lnTo>
                  <a:pt x="71951" y="116620"/>
                </a:lnTo>
                <a:lnTo>
                  <a:pt x="72707" y="115749"/>
                </a:lnTo>
                <a:lnTo>
                  <a:pt x="73426" y="114864"/>
                </a:lnTo>
                <a:lnTo>
                  <a:pt x="74108" y="113967"/>
                </a:lnTo>
                <a:lnTo>
                  <a:pt x="74754" y="113056"/>
                </a:lnTo>
                <a:lnTo>
                  <a:pt x="75362" y="112133"/>
                </a:lnTo>
                <a:lnTo>
                  <a:pt x="75934" y="111196"/>
                </a:lnTo>
                <a:lnTo>
                  <a:pt x="76469" y="110246"/>
                </a:lnTo>
                <a:lnTo>
                  <a:pt x="76966" y="109283"/>
                </a:lnTo>
                <a:lnTo>
                  <a:pt x="77427" y="108307"/>
                </a:lnTo>
                <a:lnTo>
                  <a:pt x="77852" y="107318"/>
                </a:lnTo>
                <a:lnTo>
                  <a:pt x="78239" y="106316"/>
                </a:lnTo>
                <a:lnTo>
                  <a:pt x="78589" y="105300"/>
                </a:lnTo>
                <a:lnTo>
                  <a:pt x="78903" y="104272"/>
                </a:lnTo>
                <a:lnTo>
                  <a:pt x="79179" y="103231"/>
                </a:lnTo>
                <a:lnTo>
                  <a:pt x="79419" y="102176"/>
                </a:lnTo>
                <a:lnTo>
                  <a:pt x="79622" y="101108"/>
                </a:lnTo>
                <a:lnTo>
                  <a:pt x="79788" y="100027"/>
                </a:lnTo>
                <a:lnTo>
                  <a:pt x="79917" y="98934"/>
                </a:lnTo>
                <a:lnTo>
                  <a:pt x="80009" y="97827"/>
                </a:lnTo>
                <a:lnTo>
                  <a:pt x="80064" y="96707"/>
                </a:lnTo>
                <a:lnTo>
                  <a:pt x="80083" y="95573"/>
                </a:lnTo>
                <a:lnTo>
                  <a:pt x="80077" y="94975"/>
                </a:lnTo>
                <a:lnTo>
                  <a:pt x="80060" y="94379"/>
                </a:lnTo>
                <a:lnTo>
                  <a:pt x="80031" y="93785"/>
                </a:lnTo>
                <a:lnTo>
                  <a:pt x="79990" y="93193"/>
                </a:lnTo>
                <a:lnTo>
                  <a:pt x="79938" y="92603"/>
                </a:lnTo>
                <a:lnTo>
                  <a:pt x="79875" y="92015"/>
                </a:lnTo>
                <a:lnTo>
                  <a:pt x="79799" y="91430"/>
                </a:lnTo>
                <a:lnTo>
                  <a:pt x="79713" y="90847"/>
                </a:lnTo>
                <a:lnTo>
                  <a:pt x="79614" y="90265"/>
                </a:lnTo>
                <a:lnTo>
                  <a:pt x="79504" y="89686"/>
                </a:lnTo>
                <a:lnTo>
                  <a:pt x="79383" y="89110"/>
                </a:lnTo>
                <a:lnTo>
                  <a:pt x="79250" y="88535"/>
                </a:lnTo>
                <a:lnTo>
                  <a:pt x="79105" y="87963"/>
                </a:lnTo>
                <a:lnTo>
                  <a:pt x="78949" y="87392"/>
                </a:lnTo>
                <a:lnTo>
                  <a:pt x="78781" y="86824"/>
                </a:lnTo>
                <a:lnTo>
                  <a:pt x="78601" y="86258"/>
                </a:lnTo>
                <a:lnTo>
                  <a:pt x="78411" y="85694"/>
                </a:lnTo>
                <a:lnTo>
                  <a:pt x="78208" y="85132"/>
                </a:lnTo>
                <a:lnTo>
                  <a:pt x="77994" y="84573"/>
                </a:lnTo>
                <a:lnTo>
                  <a:pt x="77768" y="84016"/>
                </a:lnTo>
                <a:lnTo>
                  <a:pt x="77531" y="83460"/>
                </a:lnTo>
                <a:lnTo>
                  <a:pt x="77282" y="82907"/>
                </a:lnTo>
                <a:lnTo>
                  <a:pt x="77022" y="82356"/>
                </a:lnTo>
                <a:lnTo>
                  <a:pt x="76750" y="81808"/>
                </a:lnTo>
                <a:lnTo>
                  <a:pt x="76467" y="81263"/>
                </a:lnTo>
                <a:lnTo>
                  <a:pt x="76175" y="80724"/>
                </a:lnTo>
                <a:lnTo>
                  <a:pt x="75872" y="80191"/>
                </a:lnTo>
                <a:lnTo>
                  <a:pt x="75560" y="79664"/>
                </a:lnTo>
                <a:lnTo>
                  <a:pt x="75238" y="79144"/>
                </a:lnTo>
                <a:lnTo>
                  <a:pt x="74905" y="78629"/>
                </a:lnTo>
                <a:lnTo>
                  <a:pt x="74564" y="78120"/>
                </a:lnTo>
                <a:lnTo>
                  <a:pt x="74212" y="77618"/>
                </a:lnTo>
                <a:lnTo>
                  <a:pt x="73850" y="77121"/>
                </a:lnTo>
                <a:lnTo>
                  <a:pt x="73478" y="76630"/>
                </a:lnTo>
                <a:lnTo>
                  <a:pt x="73097" y="76146"/>
                </a:lnTo>
                <a:lnTo>
                  <a:pt x="72706" y="75667"/>
                </a:lnTo>
                <a:lnTo>
                  <a:pt x="72304" y="75195"/>
                </a:lnTo>
                <a:lnTo>
                  <a:pt x="71893" y="74728"/>
                </a:lnTo>
                <a:lnTo>
                  <a:pt x="71472" y="74268"/>
                </a:lnTo>
                <a:lnTo>
                  <a:pt x="71042" y="73813"/>
                </a:lnTo>
                <a:lnTo>
                  <a:pt x="70601" y="73365"/>
                </a:lnTo>
                <a:lnTo>
                  <a:pt x="70150" y="72922"/>
                </a:lnTo>
                <a:lnTo>
                  <a:pt x="69690" y="72486"/>
                </a:lnTo>
                <a:lnTo>
                  <a:pt x="69219" y="72056"/>
                </a:lnTo>
                <a:lnTo>
                  <a:pt x="68739" y="71631"/>
                </a:lnTo>
                <a:lnTo>
                  <a:pt x="68249" y="71213"/>
                </a:lnTo>
                <a:lnTo>
                  <a:pt x="67749" y="70801"/>
                </a:lnTo>
                <a:lnTo>
                  <a:pt x="67239" y="70395"/>
                </a:lnTo>
                <a:lnTo>
                  <a:pt x="66706" y="69984"/>
                </a:lnTo>
                <a:lnTo>
                  <a:pt x="66135" y="69559"/>
                </a:lnTo>
                <a:lnTo>
                  <a:pt x="65528" y="69118"/>
                </a:lnTo>
                <a:lnTo>
                  <a:pt x="64883" y="68664"/>
                </a:lnTo>
                <a:lnTo>
                  <a:pt x="64201" y="68194"/>
                </a:lnTo>
                <a:lnTo>
                  <a:pt x="63481" y="67711"/>
                </a:lnTo>
                <a:lnTo>
                  <a:pt x="62725" y="67212"/>
                </a:lnTo>
                <a:lnTo>
                  <a:pt x="61931" y="66699"/>
                </a:lnTo>
                <a:lnTo>
                  <a:pt x="61100" y="66171"/>
                </a:lnTo>
                <a:lnTo>
                  <a:pt x="60232" y="65628"/>
                </a:lnTo>
                <a:lnTo>
                  <a:pt x="59327" y="65071"/>
                </a:lnTo>
                <a:lnTo>
                  <a:pt x="58384" y="64499"/>
                </a:lnTo>
                <a:lnTo>
                  <a:pt x="57405" y="63913"/>
                </a:lnTo>
                <a:lnTo>
                  <a:pt x="56388" y="63312"/>
                </a:lnTo>
                <a:lnTo>
                  <a:pt x="55334" y="62696"/>
                </a:lnTo>
                <a:lnTo>
                  <a:pt x="54243" y="62066"/>
                </a:lnTo>
                <a:lnTo>
                  <a:pt x="53114" y="61421"/>
                </a:lnTo>
                <a:lnTo>
                  <a:pt x="51949" y="60761"/>
                </a:lnTo>
                <a:lnTo>
                  <a:pt x="50746" y="60087"/>
                </a:lnTo>
                <a:lnTo>
                  <a:pt x="49506" y="59398"/>
                </a:lnTo>
                <a:lnTo>
                  <a:pt x="48229" y="58694"/>
                </a:lnTo>
                <a:lnTo>
                  <a:pt x="46915" y="57976"/>
                </a:lnTo>
                <a:lnTo>
                  <a:pt x="45563" y="57243"/>
                </a:lnTo>
                <a:lnTo>
                  <a:pt x="44174" y="56496"/>
                </a:lnTo>
                <a:lnTo>
                  <a:pt x="42475" y="55578"/>
                </a:lnTo>
                <a:lnTo>
                  <a:pt x="40828" y="54676"/>
                </a:lnTo>
                <a:lnTo>
                  <a:pt x="39235" y="53790"/>
                </a:lnTo>
                <a:lnTo>
                  <a:pt x="37693" y="52918"/>
                </a:lnTo>
                <a:lnTo>
                  <a:pt x="36205" y="52063"/>
                </a:lnTo>
                <a:lnTo>
                  <a:pt x="34770" y="51222"/>
                </a:lnTo>
                <a:lnTo>
                  <a:pt x="33387" y="50397"/>
                </a:lnTo>
                <a:lnTo>
                  <a:pt x="32057" y="49588"/>
                </a:lnTo>
                <a:lnTo>
                  <a:pt x="30780" y="48793"/>
                </a:lnTo>
                <a:lnTo>
                  <a:pt x="29555" y="48015"/>
                </a:lnTo>
                <a:lnTo>
                  <a:pt x="28384" y="47251"/>
                </a:lnTo>
                <a:lnTo>
                  <a:pt x="27265" y="46503"/>
                </a:lnTo>
                <a:lnTo>
                  <a:pt x="26198" y="45771"/>
                </a:lnTo>
                <a:lnTo>
                  <a:pt x="25185" y="45054"/>
                </a:lnTo>
                <a:lnTo>
                  <a:pt x="24225" y="44352"/>
                </a:lnTo>
                <a:lnTo>
                  <a:pt x="23317" y="43666"/>
                </a:lnTo>
                <a:lnTo>
                  <a:pt x="22462" y="42995"/>
                </a:lnTo>
                <a:lnTo>
                  <a:pt x="21659" y="42340"/>
                </a:lnTo>
                <a:lnTo>
                  <a:pt x="20910" y="41699"/>
                </a:lnTo>
                <a:lnTo>
                  <a:pt x="20213" y="41075"/>
                </a:lnTo>
                <a:lnTo>
                  <a:pt x="19569" y="40466"/>
                </a:lnTo>
                <a:lnTo>
                  <a:pt x="18978" y="39872"/>
                </a:lnTo>
                <a:lnTo>
                  <a:pt x="18440" y="39293"/>
                </a:lnTo>
                <a:lnTo>
                  <a:pt x="17954" y="38730"/>
                </a:lnTo>
                <a:lnTo>
                  <a:pt x="17642" y="38351"/>
                </a:lnTo>
                <a:lnTo>
                  <a:pt x="17344" y="37969"/>
                </a:lnTo>
                <a:lnTo>
                  <a:pt x="17058" y="37583"/>
                </a:lnTo>
                <a:lnTo>
                  <a:pt x="16786" y="37194"/>
                </a:lnTo>
                <a:lnTo>
                  <a:pt x="16528" y="36801"/>
                </a:lnTo>
                <a:lnTo>
                  <a:pt x="16282" y="36405"/>
                </a:lnTo>
                <a:lnTo>
                  <a:pt x="16050" y="36006"/>
                </a:lnTo>
                <a:lnTo>
                  <a:pt x="15831" y="35603"/>
                </a:lnTo>
                <a:lnTo>
                  <a:pt x="15625" y="35197"/>
                </a:lnTo>
                <a:lnTo>
                  <a:pt x="15433" y="34787"/>
                </a:lnTo>
                <a:lnTo>
                  <a:pt x="15254" y="34374"/>
                </a:lnTo>
                <a:lnTo>
                  <a:pt x="15088" y="33958"/>
                </a:lnTo>
                <a:lnTo>
                  <a:pt x="14935" y="33538"/>
                </a:lnTo>
                <a:lnTo>
                  <a:pt x="14796" y="33115"/>
                </a:lnTo>
                <a:lnTo>
                  <a:pt x="14670" y="32688"/>
                </a:lnTo>
                <a:lnTo>
                  <a:pt x="14557" y="32258"/>
                </a:lnTo>
                <a:lnTo>
                  <a:pt x="14457" y="31825"/>
                </a:lnTo>
                <a:lnTo>
                  <a:pt x="14371" y="31388"/>
                </a:lnTo>
                <a:lnTo>
                  <a:pt x="14298" y="30947"/>
                </a:lnTo>
                <a:lnTo>
                  <a:pt x="14238" y="30504"/>
                </a:lnTo>
                <a:lnTo>
                  <a:pt x="14192" y="30057"/>
                </a:lnTo>
                <a:lnTo>
                  <a:pt x="14159" y="29606"/>
                </a:lnTo>
                <a:lnTo>
                  <a:pt x="14139" y="29152"/>
                </a:lnTo>
                <a:lnTo>
                  <a:pt x="14132" y="28695"/>
                </a:lnTo>
                <a:lnTo>
                  <a:pt x="14143" y="28098"/>
                </a:lnTo>
                <a:lnTo>
                  <a:pt x="14174" y="27507"/>
                </a:lnTo>
                <a:lnTo>
                  <a:pt x="14227" y="26921"/>
                </a:lnTo>
                <a:lnTo>
                  <a:pt x="14300" y="26340"/>
                </a:lnTo>
                <a:lnTo>
                  <a:pt x="14395" y="25765"/>
                </a:lnTo>
                <a:lnTo>
                  <a:pt x="14510" y="25195"/>
                </a:lnTo>
                <a:lnTo>
                  <a:pt x="14646" y="24631"/>
                </a:lnTo>
                <a:lnTo>
                  <a:pt x="14804" y="24072"/>
                </a:lnTo>
                <a:lnTo>
                  <a:pt x="14982" y="23518"/>
                </a:lnTo>
                <a:lnTo>
                  <a:pt x="15182" y="22970"/>
                </a:lnTo>
                <a:lnTo>
                  <a:pt x="15402" y="22427"/>
                </a:lnTo>
                <a:lnTo>
                  <a:pt x="15643" y="21890"/>
                </a:lnTo>
                <a:lnTo>
                  <a:pt x="15906" y="21358"/>
                </a:lnTo>
                <a:lnTo>
                  <a:pt x="16189" y="20831"/>
                </a:lnTo>
                <a:lnTo>
                  <a:pt x="16493" y="20310"/>
                </a:lnTo>
                <a:lnTo>
                  <a:pt x="16818" y="19794"/>
                </a:lnTo>
                <a:lnTo>
                  <a:pt x="17165" y="19284"/>
                </a:lnTo>
                <a:lnTo>
                  <a:pt x="17532" y="18779"/>
                </a:lnTo>
                <a:lnTo>
                  <a:pt x="17920" y="18280"/>
                </a:lnTo>
                <a:lnTo>
                  <a:pt x="18329" y="17785"/>
                </a:lnTo>
                <a:lnTo>
                  <a:pt x="18760" y="17297"/>
                </a:lnTo>
                <a:lnTo>
                  <a:pt x="19211" y="16813"/>
                </a:lnTo>
                <a:lnTo>
                  <a:pt x="19683" y="16335"/>
                </a:lnTo>
                <a:lnTo>
                  <a:pt x="20176" y="15863"/>
                </a:lnTo>
                <a:lnTo>
                  <a:pt x="20685" y="15402"/>
                </a:lnTo>
                <a:lnTo>
                  <a:pt x="21206" y="14962"/>
                </a:lnTo>
                <a:lnTo>
                  <a:pt x="21737" y="14541"/>
                </a:lnTo>
                <a:lnTo>
                  <a:pt x="22280" y="14139"/>
                </a:lnTo>
                <a:lnTo>
                  <a:pt x="22833" y="13757"/>
                </a:lnTo>
                <a:lnTo>
                  <a:pt x="23398" y="13395"/>
                </a:lnTo>
                <a:lnTo>
                  <a:pt x="23974" y="13052"/>
                </a:lnTo>
                <a:lnTo>
                  <a:pt x="24561" y="12729"/>
                </a:lnTo>
                <a:lnTo>
                  <a:pt x="25159" y="12425"/>
                </a:lnTo>
                <a:lnTo>
                  <a:pt x="25768" y="12141"/>
                </a:lnTo>
                <a:lnTo>
                  <a:pt x="26389" y="11877"/>
                </a:lnTo>
                <a:lnTo>
                  <a:pt x="27020" y="11632"/>
                </a:lnTo>
                <a:lnTo>
                  <a:pt x="27663" y="11407"/>
                </a:lnTo>
                <a:lnTo>
                  <a:pt x="28316" y="11201"/>
                </a:lnTo>
                <a:lnTo>
                  <a:pt x="28981" y="11015"/>
                </a:lnTo>
                <a:lnTo>
                  <a:pt x="29657" y="10848"/>
                </a:lnTo>
                <a:lnTo>
                  <a:pt x="30344" y="10701"/>
                </a:lnTo>
                <a:lnTo>
                  <a:pt x="31042" y="10574"/>
                </a:lnTo>
                <a:lnTo>
                  <a:pt x="31751" y="10466"/>
                </a:lnTo>
                <a:lnTo>
                  <a:pt x="32472" y="10378"/>
                </a:lnTo>
                <a:lnTo>
                  <a:pt x="33203" y="10310"/>
                </a:lnTo>
                <a:lnTo>
                  <a:pt x="33946" y="10261"/>
                </a:lnTo>
                <a:lnTo>
                  <a:pt x="34699" y="10231"/>
                </a:lnTo>
                <a:lnTo>
                  <a:pt x="35464" y="10221"/>
                </a:lnTo>
                <a:lnTo>
                  <a:pt x="36144" y="10229"/>
                </a:lnTo>
                <a:lnTo>
                  <a:pt x="36823" y="10250"/>
                </a:lnTo>
                <a:lnTo>
                  <a:pt x="37500" y="10287"/>
                </a:lnTo>
                <a:lnTo>
                  <a:pt x="38175" y="10337"/>
                </a:lnTo>
                <a:lnTo>
                  <a:pt x="38848" y="10403"/>
                </a:lnTo>
                <a:lnTo>
                  <a:pt x="39519" y="10483"/>
                </a:lnTo>
                <a:lnTo>
                  <a:pt x="40189" y="10577"/>
                </a:lnTo>
                <a:lnTo>
                  <a:pt x="40856" y="10686"/>
                </a:lnTo>
                <a:lnTo>
                  <a:pt x="41522" y="10809"/>
                </a:lnTo>
                <a:lnTo>
                  <a:pt x="42186" y="10947"/>
                </a:lnTo>
                <a:lnTo>
                  <a:pt x="42848" y="11099"/>
                </a:lnTo>
                <a:lnTo>
                  <a:pt x="43508" y="11266"/>
                </a:lnTo>
                <a:lnTo>
                  <a:pt x="44166" y="11447"/>
                </a:lnTo>
                <a:lnTo>
                  <a:pt x="44823" y="11643"/>
                </a:lnTo>
                <a:lnTo>
                  <a:pt x="45477" y="11853"/>
                </a:lnTo>
                <a:lnTo>
                  <a:pt x="46130" y="12078"/>
                </a:lnTo>
                <a:lnTo>
                  <a:pt x="46781" y="12317"/>
                </a:lnTo>
                <a:lnTo>
                  <a:pt x="47430" y="12571"/>
                </a:lnTo>
                <a:lnTo>
                  <a:pt x="48077" y="12840"/>
                </a:lnTo>
                <a:lnTo>
                  <a:pt x="48722" y="13122"/>
                </a:lnTo>
                <a:lnTo>
                  <a:pt x="49366" y="13420"/>
                </a:lnTo>
                <a:lnTo>
                  <a:pt x="50007" y="13732"/>
                </a:lnTo>
                <a:lnTo>
                  <a:pt x="50647" y="14058"/>
                </a:lnTo>
                <a:lnTo>
                  <a:pt x="51285" y="14399"/>
                </a:lnTo>
                <a:lnTo>
                  <a:pt x="51916" y="14752"/>
                </a:lnTo>
                <a:lnTo>
                  <a:pt x="52535" y="15116"/>
                </a:lnTo>
                <a:lnTo>
                  <a:pt x="53141" y="15489"/>
                </a:lnTo>
                <a:lnTo>
                  <a:pt x="53735" y="15873"/>
                </a:lnTo>
                <a:lnTo>
                  <a:pt x="54318" y="16267"/>
                </a:lnTo>
                <a:lnTo>
                  <a:pt x="54888" y="16671"/>
                </a:lnTo>
                <a:lnTo>
                  <a:pt x="55445" y="17085"/>
                </a:lnTo>
                <a:lnTo>
                  <a:pt x="55991" y="17510"/>
                </a:lnTo>
                <a:lnTo>
                  <a:pt x="56524" y="17944"/>
                </a:lnTo>
                <a:lnTo>
                  <a:pt x="57045" y="18389"/>
                </a:lnTo>
                <a:lnTo>
                  <a:pt x="57554" y="18844"/>
                </a:lnTo>
                <a:lnTo>
                  <a:pt x="58051" y="19310"/>
                </a:lnTo>
                <a:lnTo>
                  <a:pt x="58536" y="19785"/>
                </a:lnTo>
                <a:lnTo>
                  <a:pt x="59008" y="20271"/>
                </a:lnTo>
                <a:lnTo>
                  <a:pt x="59468" y="20766"/>
                </a:lnTo>
                <a:lnTo>
                  <a:pt x="59916" y="21272"/>
                </a:lnTo>
                <a:lnTo>
                  <a:pt x="60352" y="21789"/>
                </a:lnTo>
                <a:lnTo>
                  <a:pt x="60776" y="22315"/>
                </a:lnTo>
                <a:lnTo>
                  <a:pt x="61187" y="22852"/>
                </a:lnTo>
                <a:lnTo>
                  <a:pt x="61587" y="23398"/>
                </a:lnTo>
                <a:lnTo>
                  <a:pt x="61974" y="23955"/>
                </a:lnTo>
                <a:lnTo>
                  <a:pt x="62349" y="24522"/>
                </a:lnTo>
                <a:lnTo>
                  <a:pt x="62711" y="25099"/>
                </a:lnTo>
                <a:lnTo>
                  <a:pt x="63062" y="25687"/>
                </a:lnTo>
                <a:lnTo>
                  <a:pt x="63402" y="26288"/>
                </a:lnTo>
                <a:lnTo>
                  <a:pt x="63733" y="26906"/>
                </a:lnTo>
                <a:lnTo>
                  <a:pt x="64056" y="27541"/>
                </a:lnTo>
                <a:lnTo>
                  <a:pt x="64369" y="28193"/>
                </a:lnTo>
                <a:lnTo>
                  <a:pt x="64674" y="28862"/>
                </a:lnTo>
                <a:lnTo>
                  <a:pt x="64970" y="29548"/>
                </a:lnTo>
                <a:lnTo>
                  <a:pt x="65257" y="30251"/>
                </a:lnTo>
                <a:lnTo>
                  <a:pt x="65536" y="30971"/>
                </a:lnTo>
                <a:lnTo>
                  <a:pt x="65805" y="31707"/>
                </a:lnTo>
                <a:lnTo>
                  <a:pt x="66066" y="32461"/>
                </a:lnTo>
                <a:lnTo>
                  <a:pt x="66318" y="33232"/>
                </a:lnTo>
                <a:lnTo>
                  <a:pt x="66562" y="34020"/>
                </a:lnTo>
                <a:lnTo>
                  <a:pt x="66796" y="34824"/>
                </a:lnTo>
                <a:lnTo>
                  <a:pt x="67022" y="35646"/>
                </a:lnTo>
                <a:lnTo>
                  <a:pt x="67239" y="36485"/>
                </a:lnTo>
                <a:lnTo>
                  <a:pt x="67447" y="37340"/>
                </a:lnTo>
                <a:lnTo>
                  <a:pt x="67646" y="38213"/>
                </a:lnTo>
                <a:lnTo>
                  <a:pt x="67837" y="39103"/>
                </a:lnTo>
                <a:lnTo>
                  <a:pt x="68018" y="40009"/>
                </a:lnTo>
                <a:lnTo>
                  <a:pt x="68191" y="40933"/>
                </a:lnTo>
                <a:lnTo>
                  <a:pt x="68355" y="41873"/>
                </a:lnTo>
                <a:lnTo>
                  <a:pt x="68511" y="42831"/>
                </a:lnTo>
                <a:lnTo>
                  <a:pt x="68657" y="43805"/>
                </a:lnTo>
                <a:lnTo>
                  <a:pt x="68795" y="44797"/>
                </a:lnTo>
                <a:lnTo>
                  <a:pt x="72083" y="44797"/>
                </a:lnTo>
                <a:lnTo>
                  <a:pt x="72083" y="3200"/>
                </a:lnTo>
                <a:lnTo>
                  <a:pt x="68795" y="3200"/>
                </a:lnTo>
                <a:lnTo>
                  <a:pt x="68720" y="3543"/>
                </a:lnTo>
                <a:lnTo>
                  <a:pt x="68643" y="3877"/>
                </a:lnTo>
                <a:lnTo>
                  <a:pt x="68564" y="4200"/>
                </a:lnTo>
                <a:close/>
                <a:moveTo>
                  <a:pt x="114509" y="20978"/>
                </a:moveTo>
                <a:lnTo>
                  <a:pt x="114231" y="21640"/>
                </a:lnTo>
                <a:lnTo>
                  <a:pt x="113958" y="22283"/>
                </a:lnTo>
                <a:lnTo>
                  <a:pt x="113690" y="22907"/>
                </a:lnTo>
                <a:lnTo>
                  <a:pt x="113428" y="23511"/>
                </a:lnTo>
                <a:lnTo>
                  <a:pt x="113172" y="24095"/>
                </a:lnTo>
                <a:lnTo>
                  <a:pt x="112921" y="24661"/>
                </a:lnTo>
                <a:lnTo>
                  <a:pt x="112675" y="25206"/>
                </a:lnTo>
                <a:lnTo>
                  <a:pt x="112436" y="25732"/>
                </a:lnTo>
                <a:lnTo>
                  <a:pt x="112201" y="26239"/>
                </a:lnTo>
                <a:lnTo>
                  <a:pt x="111973" y="26726"/>
                </a:lnTo>
                <a:lnTo>
                  <a:pt x="111749" y="27193"/>
                </a:lnTo>
                <a:lnTo>
                  <a:pt x="111532" y="27641"/>
                </a:lnTo>
                <a:lnTo>
                  <a:pt x="111320" y="28070"/>
                </a:lnTo>
                <a:lnTo>
                  <a:pt x="111113" y="28479"/>
                </a:lnTo>
                <a:lnTo>
                  <a:pt x="110913" y="28868"/>
                </a:lnTo>
                <a:lnTo>
                  <a:pt x="110717" y="29238"/>
                </a:lnTo>
                <a:lnTo>
                  <a:pt x="110527" y="29588"/>
                </a:lnTo>
                <a:lnTo>
                  <a:pt x="110343" y="29919"/>
                </a:lnTo>
                <a:lnTo>
                  <a:pt x="110164" y="30231"/>
                </a:lnTo>
                <a:lnTo>
                  <a:pt x="109991" y="30523"/>
                </a:lnTo>
                <a:lnTo>
                  <a:pt x="109656" y="31055"/>
                </a:lnTo>
                <a:lnTo>
                  <a:pt x="109317" y="31580"/>
                </a:lnTo>
                <a:lnTo>
                  <a:pt x="108974" y="32100"/>
                </a:lnTo>
                <a:lnTo>
                  <a:pt x="108627" y="32614"/>
                </a:lnTo>
                <a:lnTo>
                  <a:pt x="108277" y="33122"/>
                </a:lnTo>
                <a:lnTo>
                  <a:pt x="107922" y="33624"/>
                </a:lnTo>
                <a:lnTo>
                  <a:pt x="107564" y="34119"/>
                </a:lnTo>
                <a:lnTo>
                  <a:pt x="107201" y="34609"/>
                </a:lnTo>
                <a:lnTo>
                  <a:pt x="106835" y="35092"/>
                </a:lnTo>
                <a:lnTo>
                  <a:pt x="106465" y="35570"/>
                </a:lnTo>
                <a:lnTo>
                  <a:pt x="106092" y="36041"/>
                </a:lnTo>
                <a:lnTo>
                  <a:pt x="105714" y="36507"/>
                </a:lnTo>
                <a:lnTo>
                  <a:pt x="105332" y="36966"/>
                </a:lnTo>
                <a:lnTo>
                  <a:pt x="104947" y="37420"/>
                </a:lnTo>
                <a:lnTo>
                  <a:pt x="104558" y="37867"/>
                </a:lnTo>
                <a:lnTo>
                  <a:pt x="104165" y="38309"/>
                </a:lnTo>
                <a:lnTo>
                  <a:pt x="103768" y="38744"/>
                </a:lnTo>
                <a:lnTo>
                  <a:pt x="103367" y="39173"/>
                </a:lnTo>
                <a:lnTo>
                  <a:pt x="102962" y="39596"/>
                </a:lnTo>
                <a:lnTo>
                  <a:pt x="102554" y="40013"/>
                </a:lnTo>
                <a:lnTo>
                  <a:pt x="102141" y="40425"/>
                </a:lnTo>
                <a:lnTo>
                  <a:pt x="101725" y="40830"/>
                </a:lnTo>
                <a:lnTo>
                  <a:pt x="101305" y="41229"/>
                </a:lnTo>
                <a:lnTo>
                  <a:pt x="100881" y="41622"/>
                </a:lnTo>
                <a:lnTo>
                  <a:pt x="100455" y="42007"/>
                </a:lnTo>
                <a:lnTo>
                  <a:pt x="100031" y="42383"/>
                </a:lnTo>
                <a:lnTo>
                  <a:pt x="99607" y="42749"/>
                </a:lnTo>
                <a:lnTo>
                  <a:pt x="99183" y="43106"/>
                </a:lnTo>
                <a:lnTo>
                  <a:pt x="98761" y="43454"/>
                </a:lnTo>
                <a:lnTo>
                  <a:pt x="98339" y="43792"/>
                </a:lnTo>
                <a:lnTo>
                  <a:pt x="97919" y="44121"/>
                </a:lnTo>
                <a:lnTo>
                  <a:pt x="97498" y="44440"/>
                </a:lnTo>
                <a:lnTo>
                  <a:pt x="97079" y="44750"/>
                </a:lnTo>
                <a:lnTo>
                  <a:pt x="96661" y="45050"/>
                </a:lnTo>
                <a:lnTo>
                  <a:pt x="96243" y="45341"/>
                </a:lnTo>
                <a:lnTo>
                  <a:pt x="95826" y="45622"/>
                </a:lnTo>
                <a:lnTo>
                  <a:pt x="95409" y="45894"/>
                </a:lnTo>
                <a:lnTo>
                  <a:pt x="94994" y="46157"/>
                </a:lnTo>
                <a:lnTo>
                  <a:pt x="94579" y="46410"/>
                </a:lnTo>
                <a:lnTo>
                  <a:pt x="94165" y="46654"/>
                </a:lnTo>
                <a:lnTo>
                  <a:pt x="93752" y="46888"/>
                </a:lnTo>
                <a:lnTo>
                  <a:pt x="93340" y="47113"/>
                </a:lnTo>
                <a:lnTo>
                  <a:pt x="92928" y="47328"/>
                </a:lnTo>
                <a:lnTo>
                  <a:pt x="92517" y="47534"/>
                </a:lnTo>
                <a:lnTo>
                  <a:pt x="92107" y="47730"/>
                </a:lnTo>
                <a:lnTo>
                  <a:pt x="91698" y="47917"/>
                </a:lnTo>
                <a:lnTo>
                  <a:pt x="91289" y="48095"/>
                </a:lnTo>
                <a:lnTo>
                  <a:pt x="90882" y="48263"/>
                </a:lnTo>
                <a:lnTo>
                  <a:pt x="90882" y="51196"/>
                </a:lnTo>
                <a:lnTo>
                  <a:pt x="103770" y="51196"/>
                </a:lnTo>
                <a:lnTo>
                  <a:pt x="103770" y="106011"/>
                </a:lnTo>
                <a:lnTo>
                  <a:pt x="103773" y="106738"/>
                </a:lnTo>
                <a:lnTo>
                  <a:pt x="103783" y="107448"/>
                </a:lnTo>
                <a:lnTo>
                  <a:pt x="103799" y="108142"/>
                </a:lnTo>
                <a:lnTo>
                  <a:pt x="103821" y="108821"/>
                </a:lnTo>
                <a:lnTo>
                  <a:pt x="103851" y="109484"/>
                </a:lnTo>
                <a:lnTo>
                  <a:pt x="103886" y="110130"/>
                </a:lnTo>
                <a:lnTo>
                  <a:pt x="103928" y="110761"/>
                </a:lnTo>
                <a:lnTo>
                  <a:pt x="103977" y="111376"/>
                </a:lnTo>
                <a:lnTo>
                  <a:pt x="104032" y="111975"/>
                </a:lnTo>
                <a:lnTo>
                  <a:pt x="104094" y="112558"/>
                </a:lnTo>
                <a:lnTo>
                  <a:pt x="104162" y="113125"/>
                </a:lnTo>
                <a:lnTo>
                  <a:pt x="104236" y="113676"/>
                </a:lnTo>
                <a:lnTo>
                  <a:pt x="104317" y="114211"/>
                </a:lnTo>
                <a:lnTo>
                  <a:pt x="104405" y="114731"/>
                </a:lnTo>
                <a:lnTo>
                  <a:pt x="104499" y="115234"/>
                </a:lnTo>
                <a:lnTo>
                  <a:pt x="104599" y="115722"/>
                </a:lnTo>
                <a:lnTo>
                  <a:pt x="104706" y="116193"/>
                </a:lnTo>
                <a:lnTo>
                  <a:pt x="104819" y="116649"/>
                </a:lnTo>
                <a:lnTo>
                  <a:pt x="104939" y="117089"/>
                </a:lnTo>
                <a:lnTo>
                  <a:pt x="105066" y="117513"/>
                </a:lnTo>
                <a:lnTo>
                  <a:pt x="105199" y="117921"/>
                </a:lnTo>
                <a:lnTo>
                  <a:pt x="105338" y="118313"/>
                </a:lnTo>
                <a:lnTo>
                  <a:pt x="105484" y="118689"/>
                </a:lnTo>
                <a:lnTo>
                  <a:pt x="105636" y="119049"/>
                </a:lnTo>
                <a:lnTo>
                  <a:pt x="105795" y="119398"/>
                </a:lnTo>
                <a:lnTo>
                  <a:pt x="105961" y="119740"/>
                </a:lnTo>
                <a:lnTo>
                  <a:pt x="106135" y="120075"/>
                </a:lnTo>
                <a:lnTo>
                  <a:pt x="106315" y="120403"/>
                </a:lnTo>
                <a:lnTo>
                  <a:pt x="106503" y="120725"/>
                </a:lnTo>
                <a:lnTo>
                  <a:pt x="106697" y="121039"/>
                </a:lnTo>
                <a:lnTo>
                  <a:pt x="106899" y="121347"/>
                </a:lnTo>
                <a:lnTo>
                  <a:pt x="107108" y="121649"/>
                </a:lnTo>
                <a:lnTo>
                  <a:pt x="107323" y="121943"/>
                </a:lnTo>
                <a:lnTo>
                  <a:pt x="107546" y="122230"/>
                </a:lnTo>
                <a:lnTo>
                  <a:pt x="107776" y="122511"/>
                </a:lnTo>
                <a:lnTo>
                  <a:pt x="108014" y="122785"/>
                </a:lnTo>
                <a:lnTo>
                  <a:pt x="108258" y="123052"/>
                </a:lnTo>
                <a:lnTo>
                  <a:pt x="108509" y="123313"/>
                </a:lnTo>
                <a:lnTo>
                  <a:pt x="108768" y="123566"/>
                </a:lnTo>
                <a:lnTo>
                  <a:pt x="109033" y="123813"/>
                </a:lnTo>
                <a:lnTo>
                  <a:pt x="109306" y="124053"/>
                </a:lnTo>
                <a:lnTo>
                  <a:pt x="109586" y="124286"/>
                </a:lnTo>
                <a:lnTo>
                  <a:pt x="109873" y="124513"/>
                </a:lnTo>
                <a:lnTo>
                  <a:pt x="110167" y="124733"/>
                </a:lnTo>
                <a:lnTo>
                  <a:pt x="110468" y="124945"/>
                </a:lnTo>
                <a:lnTo>
                  <a:pt x="110776" y="125152"/>
                </a:lnTo>
                <a:lnTo>
                  <a:pt x="111091" y="125351"/>
                </a:lnTo>
                <a:lnTo>
                  <a:pt x="111413" y="125543"/>
                </a:lnTo>
                <a:lnTo>
                  <a:pt x="111740" y="125728"/>
                </a:lnTo>
                <a:lnTo>
                  <a:pt x="112066" y="125906"/>
                </a:lnTo>
                <a:lnTo>
                  <a:pt x="112394" y="126075"/>
                </a:lnTo>
                <a:lnTo>
                  <a:pt x="112722" y="126237"/>
                </a:lnTo>
                <a:lnTo>
                  <a:pt x="113051" y="126390"/>
                </a:lnTo>
                <a:lnTo>
                  <a:pt x="113380" y="126536"/>
                </a:lnTo>
                <a:lnTo>
                  <a:pt x="113710" y="126674"/>
                </a:lnTo>
                <a:lnTo>
                  <a:pt x="114040" y="126804"/>
                </a:lnTo>
                <a:lnTo>
                  <a:pt x="114372" y="126926"/>
                </a:lnTo>
                <a:lnTo>
                  <a:pt x="114703" y="127040"/>
                </a:lnTo>
                <a:lnTo>
                  <a:pt x="115036" y="127147"/>
                </a:lnTo>
                <a:lnTo>
                  <a:pt x="115369" y="127245"/>
                </a:lnTo>
                <a:lnTo>
                  <a:pt x="115702" y="127336"/>
                </a:lnTo>
                <a:lnTo>
                  <a:pt x="116037" y="127419"/>
                </a:lnTo>
                <a:lnTo>
                  <a:pt x="116371" y="127493"/>
                </a:lnTo>
                <a:lnTo>
                  <a:pt x="116707" y="127560"/>
                </a:lnTo>
                <a:lnTo>
                  <a:pt x="117043" y="127620"/>
                </a:lnTo>
                <a:lnTo>
                  <a:pt x="117380" y="127671"/>
                </a:lnTo>
                <a:lnTo>
                  <a:pt x="117717" y="127714"/>
                </a:lnTo>
                <a:lnTo>
                  <a:pt x="118055" y="127750"/>
                </a:lnTo>
                <a:lnTo>
                  <a:pt x="118393" y="127777"/>
                </a:lnTo>
                <a:lnTo>
                  <a:pt x="118733" y="127797"/>
                </a:lnTo>
                <a:lnTo>
                  <a:pt x="119072" y="127809"/>
                </a:lnTo>
                <a:lnTo>
                  <a:pt x="119413" y="127813"/>
                </a:lnTo>
                <a:lnTo>
                  <a:pt x="119916" y="127805"/>
                </a:lnTo>
                <a:lnTo>
                  <a:pt x="120418" y="127782"/>
                </a:lnTo>
                <a:lnTo>
                  <a:pt x="120918" y="127743"/>
                </a:lnTo>
                <a:lnTo>
                  <a:pt x="121418" y="127688"/>
                </a:lnTo>
                <a:lnTo>
                  <a:pt x="121916" y="127618"/>
                </a:lnTo>
                <a:lnTo>
                  <a:pt x="122413" y="127533"/>
                </a:lnTo>
                <a:lnTo>
                  <a:pt x="122908" y="127432"/>
                </a:lnTo>
                <a:lnTo>
                  <a:pt x="123403" y="127315"/>
                </a:lnTo>
                <a:lnTo>
                  <a:pt x="123896" y="127183"/>
                </a:lnTo>
                <a:lnTo>
                  <a:pt x="124388" y="127036"/>
                </a:lnTo>
                <a:lnTo>
                  <a:pt x="124878" y="126873"/>
                </a:lnTo>
                <a:lnTo>
                  <a:pt x="125368" y="126694"/>
                </a:lnTo>
                <a:lnTo>
                  <a:pt x="125856" y="126500"/>
                </a:lnTo>
                <a:lnTo>
                  <a:pt x="126343" y="126290"/>
                </a:lnTo>
                <a:lnTo>
                  <a:pt x="126829" y="126065"/>
                </a:lnTo>
                <a:lnTo>
                  <a:pt x="127313" y="125824"/>
                </a:lnTo>
                <a:lnTo>
                  <a:pt x="127797" y="125567"/>
                </a:lnTo>
                <a:lnTo>
                  <a:pt x="128279" y="125296"/>
                </a:lnTo>
                <a:lnTo>
                  <a:pt x="128760" y="125008"/>
                </a:lnTo>
                <a:lnTo>
                  <a:pt x="129239" y="124705"/>
                </a:lnTo>
                <a:lnTo>
                  <a:pt x="129718" y="124387"/>
                </a:lnTo>
                <a:lnTo>
                  <a:pt x="130195" y="124053"/>
                </a:lnTo>
                <a:lnTo>
                  <a:pt x="130671" y="123703"/>
                </a:lnTo>
                <a:lnTo>
                  <a:pt x="131145" y="123338"/>
                </a:lnTo>
                <a:lnTo>
                  <a:pt x="131615" y="122957"/>
                </a:lnTo>
                <a:lnTo>
                  <a:pt x="132075" y="122562"/>
                </a:lnTo>
                <a:lnTo>
                  <a:pt x="132527" y="122152"/>
                </a:lnTo>
                <a:lnTo>
                  <a:pt x="132970" y="121727"/>
                </a:lnTo>
                <a:lnTo>
                  <a:pt x="133404" y="121288"/>
                </a:lnTo>
                <a:lnTo>
                  <a:pt x="133828" y="120833"/>
                </a:lnTo>
                <a:lnTo>
                  <a:pt x="134244" y="120364"/>
                </a:lnTo>
                <a:lnTo>
                  <a:pt x="134651" y="119880"/>
                </a:lnTo>
                <a:lnTo>
                  <a:pt x="135049" y="119381"/>
                </a:lnTo>
                <a:lnTo>
                  <a:pt x="135438" y="118867"/>
                </a:lnTo>
                <a:lnTo>
                  <a:pt x="135818" y="118339"/>
                </a:lnTo>
                <a:lnTo>
                  <a:pt x="136189" y="117796"/>
                </a:lnTo>
                <a:lnTo>
                  <a:pt x="136551" y="117238"/>
                </a:lnTo>
                <a:lnTo>
                  <a:pt x="136905" y="116665"/>
                </a:lnTo>
                <a:lnTo>
                  <a:pt x="137249" y="116078"/>
                </a:lnTo>
                <a:lnTo>
                  <a:pt x="137584" y="115476"/>
                </a:lnTo>
                <a:lnTo>
                  <a:pt x="137911" y="114858"/>
                </a:lnTo>
                <a:lnTo>
                  <a:pt x="138228" y="114227"/>
                </a:lnTo>
                <a:lnTo>
                  <a:pt x="138537" y="113580"/>
                </a:lnTo>
                <a:lnTo>
                  <a:pt x="138836" y="112919"/>
                </a:lnTo>
                <a:lnTo>
                  <a:pt x="139127" y="112242"/>
                </a:lnTo>
                <a:lnTo>
                  <a:pt x="139408" y="111551"/>
                </a:lnTo>
                <a:lnTo>
                  <a:pt x="139681" y="110846"/>
                </a:lnTo>
                <a:lnTo>
                  <a:pt x="139945" y="110125"/>
                </a:lnTo>
                <a:lnTo>
                  <a:pt x="136478" y="110125"/>
                </a:lnTo>
                <a:lnTo>
                  <a:pt x="136350" y="110418"/>
                </a:lnTo>
                <a:lnTo>
                  <a:pt x="136218" y="110706"/>
                </a:lnTo>
                <a:lnTo>
                  <a:pt x="136081" y="110987"/>
                </a:lnTo>
                <a:lnTo>
                  <a:pt x="135940" y="111262"/>
                </a:lnTo>
                <a:lnTo>
                  <a:pt x="135795" y="111531"/>
                </a:lnTo>
                <a:lnTo>
                  <a:pt x="135645" y="111794"/>
                </a:lnTo>
                <a:lnTo>
                  <a:pt x="135491" y="112052"/>
                </a:lnTo>
                <a:lnTo>
                  <a:pt x="135333" y="112303"/>
                </a:lnTo>
                <a:lnTo>
                  <a:pt x="135170" y="112548"/>
                </a:lnTo>
                <a:lnTo>
                  <a:pt x="135003" y="112787"/>
                </a:lnTo>
                <a:lnTo>
                  <a:pt x="134832" y="113020"/>
                </a:lnTo>
                <a:lnTo>
                  <a:pt x="134656" y="113247"/>
                </a:lnTo>
                <a:lnTo>
                  <a:pt x="134476" y="113468"/>
                </a:lnTo>
                <a:lnTo>
                  <a:pt x="134292" y="113683"/>
                </a:lnTo>
                <a:lnTo>
                  <a:pt x="134103" y="113892"/>
                </a:lnTo>
                <a:lnTo>
                  <a:pt x="133910" y="114095"/>
                </a:lnTo>
                <a:lnTo>
                  <a:pt x="133713" y="114292"/>
                </a:lnTo>
                <a:lnTo>
                  <a:pt x="133512" y="114483"/>
                </a:lnTo>
                <a:lnTo>
                  <a:pt x="133306" y="114668"/>
                </a:lnTo>
                <a:lnTo>
                  <a:pt x="133096" y="114847"/>
                </a:lnTo>
                <a:lnTo>
                  <a:pt x="132881" y="115020"/>
                </a:lnTo>
                <a:lnTo>
                  <a:pt x="132662" y="115187"/>
                </a:lnTo>
                <a:lnTo>
                  <a:pt x="132439" y="115348"/>
                </a:lnTo>
                <a:lnTo>
                  <a:pt x="132212" y="115502"/>
                </a:lnTo>
                <a:lnTo>
                  <a:pt x="131982" y="115651"/>
                </a:lnTo>
                <a:lnTo>
                  <a:pt x="131751" y="115793"/>
                </a:lnTo>
                <a:lnTo>
                  <a:pt x="131520" y="115929"/>
                </a:lnTo>
                <a:lnTo>
                  <a:pt x="131288" y="116059"/>
                </a:lnTo>
                <a:lnTo>
                  <a:pt x="131056" y="116183"/>
                </a:lnTo>
                <a:lnTo>
                  <a:pt x="130823" y="116300"/>
                </a:lnTo>
                <a:lnTo>
                  <a:pt x="130589" y="116410"/>
                </a:lnTo>
                <a:lnTo>
                  <a:pt x="130355" y="116515"/>
                </a:lnTo>
                <a:lnTo>
                  <a:pt x="130120" y="116613"/>
                </a:lnTo>
                <a:lnTo>
                  <a:pt x="129885" y="116704"/>
                </a:lnTo>
                <a:lnTo>
                  <a:pt x="129649" y="116790"/>
                </a:lnTo>
                <a:lnTo>
                  <a:pt x="129412" y="116869"/>
                </a:lnTo>
                <a:lnTo>
                  <a:pt x="129175" y="116942"/>
                </a:lnTo>
                <a:lnTo>
                  <a:pt x="128937" y="117008"/>
                </a:lnTo>
                <a:lnTo>
                  <a:pt x="128698" y="117068"/>
                </a:lnTo>
                <a:lnTo>
                  <a:pt x="128459" y="117122"/>
                </a:lnTo>
                <a:lnTo>
                  <a:pt x="128219" y="117169"/>
                </a:lnTo>
                <a:lnTo>
                  <a:pt x="127979" y="117211"/>
                </a:lnTo>
                <a:lnTo>
                  <a:pt x="127738" y="117245"/>
                </a:lnTo>
                <a:lnTo>
                  <a:pt x="127496" y="117274"/>
                </a:lnTo>
                <a:lnTo>
                  <a:pt x="127254" y="117296"/>
                </a:lnTo>
                <a:lnTo>
                  <a:pt x="127011" y="117312"/>
                </a:lnTo>
                <a:lnTo>
                  <a:pt x="126767" y="117321"/>
                </a:lnTo>
                <a:lnTo>
                  <a:pt x="126523" y="117324"/>
                </a:lnTo>
                <a:lnTo>
                  <a:pt x="126229" y="117320"/>
                </a:lnTo>
                <a:lnTo>
                  <a:pt x="125940" y="117305"/>
                </a:lnTo>
                <a:lnTo>
                  <a:pt x="125655" y="117282"/>
                </a:lnTo>
                <a:lnTo>
                  <a:pt x="125374" y="117248"/>
                </a:lnTo>
                <a:lnTo>
                  <a:pt x="125098" y="117205"/>
                </a:lnTo>
                <a:lnTo>
                  <a:pt x="124826" y="117153"/>
                </a:lnTo>
                <a:lnTo>
                  <a:pt x="124559" y="117091"/>
                </a:lnTo>
                <a:lnTo>
                  <a:pt x="124296" y="117019"/>
                </a:lnTo>
                <a:lnTo>
                  <a:pt x="124038" y="116938"/>
                </a:lnTo>
                <a:lnTo>
                  <a:pt x="123784" y="116847"/>
                </a:lnTo>
                <a:lnTo>
                  <a:pt x="123535" y="116747"/>
                </a:lnTo>
                <a:lnTo>
                  <a:pt x="123290" y="116637"/>
                </a:lnTo>
                <a:lnTo>
                  <a:pt x="123050" y="116518"/>
                </a:lnTo>
                <a:lnTo>
                  <a:pt x="122814" y="116389"/>
                </a:lnTo>
                <a:lnTo>
                  <a:pt x="122583" y="116250"/>
                </a:lnTo>
                <a:lnTo>
                  <a:pt x="122356" y="116102"/>
                </a:lnTo>
                <a:lnTo>
                  <a:pt x="122133" y="115945"/>
                </a:lnTo>
                <a:lnTo>
                  <a:pt x="121915" y="115778"/>
                </a:lnTo>
                <a:lnTo>
                  <a:pt x="121702" y="115601"/>
                </a:lnTo>
                <a:lnTo>
                  <a:pt x="121493" y="115415"/>
                </a:lnTo>
                <a:lnTo>
                  <a:pt x="121288" y="115219"/>
                </a:lnTo>
                <a:lnTo>
                  <a:pt x="121088" y="115014"/>
                </a:lnTo>
                <a:lnTo>
                  <a:pt x="120893" y="114799"/>
                </a:lnTo>
                <a:lnTo>
                  <a:pt x="120702" y="114575"/>
                </a:lnTo>
                <a:lnTo>
                  <a:pt x="120517" y="114336"/>
                </a:lnTo>
                <a:lnTo>
                  <a:pt x="120340" y="114080"/>
                </a:lnTo>
                <a:lnTo>
                  <a:pt x="120170" y="113806"/>
                </a:lnTo>
                <a:lnTo>
                  <a:pt x="120009" y="113514"/>
                </a:lnTo>
                <a:lnTo>
                  <a:pt x="119856" y="113204"/>
                </a:lnTo>
                <a:lnTo>
                  <a:pt x="119710" y="112877"/>
                </a:lnTo>
                <a:lnTo>
                  <a:pt x="119572" y="112531"/>
                </a:lnTo>
                <a:lnTo>
                  <a:pt x="119442" y="112167"/>
                </a:lnTo>
                <a:lnTo>
                  <a:pt x="119320" y="111786"/>
                </a:lnTo>
                <a:lnTo>
                  <a:pt x="119206" y="111387"/>
                </a:lnTo>
                <a:lnTo>
                  <a:pt x="119100" y="110970"/>
                </a:lnTo>
                <a:lnTo>
                  <a:pt x="119002" y="110535"/>
                </a:lnTo>
                <a:lnTo>
                  <a:pt x="118911" y="110082"/>
                </a:lnTo>
                <a:lnTo>
                  <a:pt x="118829" y="109611"/>
                </a:lnTo>
                <a:lnTo>
                  <a:pt x="118754" y="109122"/>
                </a:lnTo>
                <a:lnTo>
                  <a:pt x="118687" y="108616"/>
                </a:lnTo>
                <a:lnTo>
                  <a:pt x="118628" y="108091"/>
                </a:lnTo>
                <a:lnTo>
                  <a:pt x="118577" y="107549"/>
                </a:lnTo>
                <a:lnTo>
                  <a:pt x="118533" y="106989"/>
                </a:lnTo>
                <a:lnTo>
                  <a:pt x="118498" y="106411"/>
                </a:lnTo>
                <a:lnTo>
                  <a:pt x="118471" y="105815"/>
                </a:lnTo>
                <a:lnTo>
                  <a:pt x="118451" y="105201"/>
                </a:lnTo>
                <a:lnTo>
                  <a:pt x="118439" y="104570"/>
                </a:lnTo>
                <a:lnTo>
                  <a:pt x="118435" y="103920"/>
                </a:lnTo>
                <a:lnTo>
                  <a:pt x="118435" y="51196"/>
                </a:lnTo>
                <a:lnTo>
                  <a:pt x="137456" y="51196"/>
                </a:lnTo>
                <a:lnTo>
                  <a:pt x="137456" y="44974"/>
                </a:lnTo>
                <a:lnTo>
                  <a:pt x="118435" y="44974"/>
                </a:lnTo>
                <a:lnTo>
                  <a:pt x="118435" y="18132"/>
                </a:lnTo>
                <a:lnTo>
                  <a:pt x="115680" y="18132"/>
                </a:lnTo>
                <a:lnTo>
                  <a:pt x="115379" y="18873"/>
                </a:lnTo>
                <a:lnTo>
                  <a:pt x="115084" y="19594"/>
                </a:lnTo>
                <a:lnTo>
                  <a:pt x="114794" y="20295"/>
                </a:lnTo>
                <a:lnTo>
                  <a:pt x="114509" y="20978"/>
                </a:lnTo>
                <a:close/>
                <a:moveTo>
                  <a:pt x="393561" y="20978"/>
                </a:moveTo>
                <a:lnTo>
                  <a:pt x="393282" y="21640"/>
                </a:lnTo>
                <a:lnTo>
                  <a:pt x="393009" y="22283"/>
                </a:lnTo>
                <a:lnTo>
                  <a:pt x="392742" y="22907"/>
                </a:lnTo>
                <a:lnTo>
                  <a:pt x="392480" y="23511"/>
                </a:lnTo>
                <a:lnTo>
                  <a:pt x="392223" y="24095"/>
                </a:lnTo>
                <a:lnTo>
                  <a:pt x="391972" y="24661"/>
                </a:lnTo>
                <a:lnTo>
                  <a:pt x="391727" y="25206"/>
                </a:lnTo>
                <a:lnTo>
                  <a:pt x="391487" y="25732"/>
                </a:lnTo>
                <a:lnTo>
                  <a:pt x="391253" y="26239"/>
                </a:lnTo>
                <a:lnTo>
                  <a:pt x="391024" y="26726"/>
                </a:lnTo>
                <a:lnTo>
                  <a:pt x="390801" y="27193"/>
                </a:lnTo>
                <a:lnTo>
                  <a:pt x="390583" y="27641"/>
                </a:lnTo>
                <a:lnTo>
                  <a:pt x="390371" y="28070"/>
                </a:lnTo>
                <a:lnTo>
                  <a:pt x="390165" y="28479"/>
                </a:lnTo>
                <a:lnTo>
                  <a:pt x="389964" y="28868"/>
                </a:lnTo>
                <a:lnTo>
                  <a:pt x="389769" y="29238"/>
                </a:lnTo>
                <a:lnTo>
                  <a:pt x="389579" y="29588"/>
                </a:lnTo>
                <a:lnTo>
                  <a:pt x="389395" y="29919"/>
                </a:lnTo>
                <a:lnTo>
                  <a:pt x="389216" y="30231"/>
                </a:lnTo>
                <a:lnTo>
                  <a:pt x="389043" y="30523"/>
                </a:lnTo>
                <a:lnTo>
                  <a:pt x="388708" y="31055"/>
                </a:lnTo>
                <a:lnTo>
                  <a:pt x="388368" y="31580"/>
                </a:lnTo>
                <a:lnTo>
                  <a:pt x="388026" y="32100"/>
                </a:lnTo>
                <a:lnTo>
                  <a:pt x="387679" y="32614"/>
                </a:lnTo>
                <a:lnTo>
                  <a:pt x="387328" y="33122"/>
                </a:lnTo>
                <a:lnTo>
                  <a:pt x="386974" y="33624"/>
                </a:lnTo>
                <a:lnTo>
                  <a:pt x="386615" y="34119"/>
                </a:lnTo>
                <a:lnTo>
                  <a:pt x="386253" y="34609"/>
                </a:lnTo>
                <a:lnTo>
                  <a:pt x="385887" y="35092"/>
                </a:lnTo>
                <a:lnTo>
                  <a:pt x="385517" y="35570"/>
                </a:lnTo>
                <a:lnTo>
                  <a:pt x="385143" y="36041"/>
                </a:lnTo>
                <a:lnTo>
                  <a:pt x="384765" y="36507"/>
                </a:lnTo>
                <a:lnTo>
                  <a:pt x="384384" y="36966"/>
                </a:lnTo>
                <a:lnTo>
                  <a:pt x="383998" y="37420"/>
                </a:lnTo>
                <a:lnTo>
                  <a:pt x="383609" y="37867"/>
                </a:lnTo>
                <a:lnTo>
                  <a:pt x="383216" y="38309"/>
                </a:lnTo>
                <a:lnTo>
                  <a:pt x="382819" y="38744"/>
                </a:lnTo>
                <a:lnTo>
                  <a:pt x="382418" y="39173"/>
                </a:lnTo>
                <a:lnTo>
                  <a:pt x="382014" y="39596"/>
                </a:lnTo>
                <a:lnTo>
                  <a:pt x="381605" y="40013"/>
                </a:lnTo>
                <a:lnTo>
                  <a:pt x="381193" y="40425"/>
                </a:lnTo>
                <a:lnTo>
                  <a:pt x="380776" y="40830"/>
                </a:lnTo>
                <a:lnTo>
                  <a:pt x="380356" y="41229"/>
                </a:lnTo>
                <a:lnTo>
                  <a:pt x="379932" y="41622"/>
                </a:lnTo>
                <a:lnTo>
                  <a:pt x="379507" y="42007"/>
                </a:lnTo>
                <a:lnTo>
                  <a:pt x="379082" y="42383"/>
                </a:lnTo>
                <a:lnTo>
                  <a:pt x="378658" y="42749"/>
                </a:lnTo>
                <a:lnTo>
                  <a:pt x="378235" y="43106"/>
                </a:lnTo>
                <a:lnTo>
                  <a:pt x="377813" y="43454"/>
                </a:lnTo>
                <a:lnTo>
                  <a:pt x="377391" y="43792"/>
                </a:lnTo>
                <a:lnTo>
                  <a:pt x="376970" y="44121"/>
                </a:lnTo>
                <a:lnTo>
                  <a:pt x="376550" y="44440"/>
                </a:lnTo>
                <a:lnTo>
                  <a:pt x="376131" y="44750"/>
                </a:lnTo>
                <a:lnTo>
                  <a:pt x="375712" y="45050"/>
                </a:lnTo>
                <a:lnTo>
                  <a:pt x="375294" y="45341"/>
                </a:lnTo>
                <a:lnTo>
                  <a:pt x="374877" y="45622"/>
                </a:lnTo>
                <a:lnTo>
                  <a:pt x="374461" y="45894"/>
                </a:lnTo>
                <a:lnTo>
                  <a:pt x="374046" y="46157"/>
                </a:lnTo>
                <a:lnTo>
                  <a:pt x="373631" y="46410"/>
                </a:lnTo>
                <a:lnTo>
                  <a:pt x="373217" y="46654"/>
                </a:lnTo>
                <a:lnTo>
                  <a:pt x="372804" y="46888"/>
                </a:lnTo>
                <a:lnTo>
                  <a:pt x="372391" y="47113"/>
                </a:lnTo>
                <a:lnTo>
                  <a:pt x="371980" y="47328"/>
                </a:lnTo>
                <a:lnTo>
                  <a:pt x="371569" y="47534"/>
                </a:lnTo>
                <a:lnTo>
                  <a:pt x="371159" y="47730"/>
                </a:lnTo>
                <a:lnTo>
                  <a:pt x="370749" y="47917"/>
                </a:lnTo>
                <a:lnTo>
                  <a:pt x="370341" y="48095"/>
                </a:lnTo>
                <a:lnTo>
                  <a:pt x="369933" y="48263"/>
                </a:lnTo>
                <a:lnTo>
                  <a:pt x="369933" y="51196"/>
                </a:lnTo>
                <a:lnTo>
                  <a:pt x="382821" y="51196"/>
                </a:lnTo>
                <a:lnTo>
                  <a:pt x="382821" y="106011"/>
                </a:lnTo>
                <a:lnTo>
                  <a:pt x="382824" y="106738"/>
                </a:lnTo>
                <a:lnTo>
                  <a:pt x="382834" y="107448"/>
                </a:lnTo>
                <a:lnTo>
                  <a:pt x="382850" y="108142"/>
                </a:lnTo>
                <a:lnTo>
                  <a:pt x="382873" y="108821"/>
                </a:lnTo>
                <a:lnTo>
                  <a:pt x="382902" y="109484"/>
                </a:lnTo>
                <a:lnTo>
                  <a:pt x="382938" y="110130"/>
                </a:lnTo>
                <a:lnTo>
                  <a:pt x="382980" y="110761"/>
                </a:lnTo>
                <a:lnTo>
                  <a:pt x="383028" y="111376"/>
                </a:lnTo>
                <a:lnTo>
                  <a:pt x="383084" y="111975"/>
                </a:lnTo>
                <a:lnTo>
                  <a:pt x="383145" y="112558"/>
                </a:lnTo>
                <a:lnTo>
                  <a:pt x="383213" y="113125"/>
                </a:lnTo>
                <a:lnTo>
                  <a:pt x="383288" y="113676"/>
                </a:lnTo>
                <a:lnTo>
                  <a:pt x="383369" y="114211"/>
                </a:lnTo>
                <a:lnTo>
                  <a:pt x="383456" y="114731"/>
                </a:lnTo>
                <a:lnTo>
                  <a:pt x="383550" y="115234"/>
                </a:lnTo>
                <a:lnTo>
                  <a:pt x="383651" y="115722"/>
                </a:lnTo>
                <a:lnTo>
                  <a:pt x="383758" y="116193"/>
                </a:lnTo>
                <a:lnTo>
                  <a:pt x="383871" y="116649"/>
                </a:lnTo>
                <a:lnTo>
                  <a:pt x="383991" y="117089"/>
                </a:lnTo>
                <a:lnTo>
                  <a:pt x="384117" y="117513"/>
                </a:lnTo>
                <a:lnTo>
                  <a:pt x="384250" y="117921"/>
                </a:lnTo>
                <a:lnTo>
                  <a:pt x="384389" y="118313"/>
                </a:lnTo>
                <a:lnTo>
                  <a:pt x="384535" y="118689"/>
                </a:lnTo>
                <a:lnTo>
                  <a:pt x="384688" y="119049"/>
                </a:lnTo>
                <a:lnTo>
                  <a:pt x="384847" y="119398"/>
                </a:lnTo>
                <a:lnTo>
                  <a:pt x="385013" y="119740"/>
                </a:lnTo>
                <a:lnTo>
                  <a:pt x="385186" y="120075"/>
                </a:lnTo>
                <a:lnTo>
                  <a:pt x="385367" y="120403"/>
                </a:lnTo>
                <a:lnTo>
                  <a:pt x="385554" y="120725"/>
                </a:lnTo>
                <a:lnTo>
                  <a:pt x="385749" y="121039"/>
                </a:lnTo>
                <a:lnTo>
                  <a:pt x="385950" y="121347"/>
                </a:lnTo>
                <a:lnTo>
                  <a:pt x="386159" y="121649"/>
                </a:lnTo>
                <a:lnTo>
                  <a:pt x="386375" y="121943"/>
                </a:lnTo>
                <a:lnTo>
                  <a:pt x="386598" y="122230"/>
                </a:lnTo>
                <a:lnTo>
                  <a:pt x="386828" y="122511"/>
                </a:lnTo>
                <a:lnTo>
                  <a:pt x="387065" y="122785"/>
                </a:lnTo>
                <a:lnTo>
                  <a:pt x="387309" y="123052"/>
                </a:lnTo>
                <a:lnTo>
                  <a:pt x="387561" y="123313"/>
                </a:lnTo>
                <a:lnTo>
                  <a:pt x="387819" y="123566"/>
                </a:lnTo>
                <a:lnTo>
                  <a:pt x="388085" y="123813"/>
                </a:lnTo>
                <a:lnTo>
                  <a:pt x="388358" y="124053"/>
                </a:lnTo>
                <a:lnTo>
                  <a:pt x="388637" y="124286"/>
                </a:lnTo>
                <a:lnTo>
                  <a:pt x="388924" y="124513"/>
                </a:lnTo>
                <a:lnTo>
                  <a:pt x="389218" y="124733"/>
                </a:lnTo>
                <a:lnTo>
                  <a:pt x="389519" y="124945"/>
                </a:lnTo>
                <a:lnTo>
                  <a:pt x="389827" y="125152"/>
                </a:lnTo>
                <a:lnTo>
                  <a:pt x="390143" y="125351"/>
                </a:lnTo>
                <a:lnTo>
                  <a:pt x="390465" y="125543"/>
                </a:lnTo>
                <a:lnTo>
                  <a:pt x="390791" y="125728"/>
                </a:lnTo>
                <a:lnTo>
                  <a:pt x="391118" y="125906"/>
                </a:lnTo>
                <a:lnTo>
                  <a:pt x="391445" y="126075"/>
                </a:lnTo>
                <a:lnTo>
                  <a:pt x="391773" y="126237"/>
                </a:lnTo>
                <a:lnTo>
                  <a:pt x="392102" y="126390"/>
                </a:lnTo>
                <a:lnTo>
                  <a:pt x="392431" y="126536"/>
                </a:lnTo>
                <a:lnTo>
                  <a:pt x="392761" y="126674"/>
                </a:lnTo>
                <a:lnTo>
                  <a:pt x="393092" y="126804"/>
                </a:lnTo>
                <a:lnTo>
                  <a:pt x="393423" y="126926"/>
                </a:lnTo>
                <a:lnTo>
                  <a:pt x="393755" y="127040"/>
                </a:lnTo>
                <a:lnTo>
                  <a:pt x="394087" y="127147"/>
                </a:lnTo>
                <a:lnTo>
                  <a:pt x="394420" y="127245"/>
                </a:lnTo>
                <a:lnTo>
                  <a:pt x="394754" y="127336"/>
                </a:lnTo>
                <a:lnTo>
                  <a:pt x="395088" y="127419"/>
                </a:lnTo>
                <a:lnTo>
                  <a:pt x="395423" y="127493"/>
                </a:lnTo>
                <a:lnTo>
                  <a:pt x="395758" y="127560"/>
                </a:lnTo>
                <a:lnTo>
                  <a:pt x="396094" y="127620"/>
                </a:lnTo>
                <a:lnTo>
                  <a:pt x="396431" y="127671"/>
                </a:lnTo>
                <a:lnTo>
                  <a:pt x="396768" y="127714"/>
                </a:lnTo>
                <a:lnTo>
                  <a:pt x="397106" y="127750"/>
                </a:lnTo>
                <a:lnTo>
                  <a:pt x="397445" y="127777"/>
                </a:lnTo>
                <a:lnTo>
                  <a:pt x="397784" y="127797"/>
                </a:lnTo>
                <a:lnTo>
                  <a:pt x="398124" y="127809"/>
                </a:lnTo>
                <a:lnTo>
                  <a:pt x="398464" y="127813"/>
                </a:lnTo>
                <a:lnTo>
                  <a:pt x="398967" y="127805"/>
                </a:lnTo>
                <a:lnTo>
                  <a:pt x="399469" y="127782"/>
                </a:lnTo>
                <a:lnTo>
                  <a:pt x="399970" y="127743"/>
                </a:lnTo>
                <a:lnTo>
                  <a:pt x="400469" y="127688"/>
                </a:lnTo>
                <a:lnTo>
                  <a:pt x="400967" y="127618"/>
                </a:lnTo>
                <a:lnTo>
                  <a:pt x="401464" y="127533"/>
                </a:lnTo>
                <a:lnTo>
                  <a:pt x="401960" y="127432"/>
                </a:lnTo>
                <a:lnTo>
                  <a:pt x="402454" y="127315"/>
                </a:lnTo>
                <a:lnTo>
                  <a:pt x="402947" y="127183"/>
                </a:lnTo>
                <a:lnTo>
                  <a:pt x="403439" y="127036"/>
                </a:lnTo>
                <a:lnTo>
                  <a:pt x="403930" y="126873"/>
                </a:lnTo>
                <a:lnTo>
                  <a:pt x="404419" y="126694"/>
                </a:lnTo>
                <a:lnTo>
                  <a:pt x="404908" y="126500"/>
                </a:lnTo>
                <a:lnTo>
                  <a:pt x="405395" y="126290"/>
                </a:lnTo>
                <a:lnTo>
                  <a:pt x="405880" y="126065"/>
                </a:lnTo>
                <a:lnTo>
                  <a:pt x="406365" y="125824"/>
                </a:lnTo>
                <a:lnTo>
                  <a:pt x="406848" y="125567"/>
                </a:lnTo>
                <a:lnTo>
                  <a:pt x="407330" y="125296"/>
                </a:lnTo>
                <a:lnTo>
                  <a:pt x="407811" y="125008"/>
                </a:lnTo>
                <a:lnTo>
                  <a:pt x="408291" y="124705"/>
                </a:lnTo>
                <a:lnTo>
                  <a:pt x="408769" y="124387"/>
                </a:lnTo>
                <a:lnTo>
                  <a:pt x="409246" y="124053"/>
                </a:lnTo>
                <a:lnTo>
                  <a:pt x="409722" y="123703"/>
                </a:lnTo>
                <a:lnTo>
                  <a:pt x="410197" y="123338"/>
                </a:lnTo>
                <a:lnTo>
                  <a:pt x="410666" y="122957"/>
                </a:lnTo>
                <a:lnTo>
                  <a:pt x="411127" y="122562"/>
                </a:lnTo>
                <a:lnTo>
                  <a:pt x="411579" y="122152"/>
                </a:lnTo>
                <a:lnTo>
                  <a:pt x="412021" y="121727"/>
                </a:lnTo>
                <a:lnTo>
                  <a:pt x="412455" y="121288"/>
                </a:lnTo>
                <a:lnTo>
                  <a:pt x="412880" y="120833"/>
                </a:lnTo>
                <a:lnTo>
                  <a:pt x="413296" y="120364"/>
                </a:lnTo>
                <a:lnTo>
                  <a:pt x="413703" y="119880"/>
                </a:lnTo>
                <a:lnTo>
                  <a:pt x="414101" y="119381"/>
                </a:lnTo>
                <a:lnTo>
                  <a:pt x="414490" y="118867"/>
                </a:lnTo>
                <a:lnTo>
                  <a:pt x="414870" y="118339"/>
                </a:lnTo>
                <a:lnTo>
                  <a:pt x="415241" y="117796"/>
                </a:lnTo>
                <a:lnTo>
                  <a:pt x="415603" y="117238"/>
                </a:lnTo>
                <a:lnTo>
                  <a:pt x="415956" y="116665"/>
                </a:lnTo>
                <a:lnTo>
                  <a:pt x="416301" y="116078"/>
                </a:lnTo>
                <a:lnTo>
                  <a:pt x="416636" y="115476"/>
                </a:lnTo>
                <a:lnTo>
                  <a:pt x="416962" y="114858"/>
                </a:lnTo>
                <a:lnTo>
                  <a:pt x="417280" y="114227"/>
                </a:lnTo>
                <a:lnTo>
                  <a:pt x="417588" y="113580"/>
                </a:lnTo>
                <a:lnTo>
                  <a:pt x="417888" y="112919"/>
                </a:lnTo>
                <a:lnTo>
                  <a:pt x="418178" y="112242"/>
                </a:lnTo>
                <a:lnTo>
                  <a:pt x="418460" y="111551"/>
                </a:lnTo>
                <a:lnTo>
                  <a:pt x="418732" y="110846"/>
                </a:lnTo>
                <a:lnTo>
                  <a:pt x="418996" y="110125"/>
                </a:lnTo>
                <a:lnTo>
                  <a:pt x="415530" y="110125"/>
                </a:lnTo>
                <a:lnTo>
                  <a:pt x="415402" y="110418"/>
                </a:lnTo>
                <a:lnTo>
                  <a:pt x="415269" y="110706"/>
                </a:lnTo>
                <a:lnTo>
                  <a:pt x="415133" y="110987"/>
                </a:lnTo>
                <a:lnTo>
                  <a:pt x="414991" y="111262"/>
                </a:lnTo>
                <a:lnTo>
                  <a:pt x="414846" y="111531"/>
                </a:lnTo>
                <a:lnTo>
                  <a:pt x="414696" y="111794"/>
                </a:lnTo>
                <a:lnTo>
                  <a:pt x="414542" y="112052"/>
                </a:lnTo>
                <a:lnTo>
                  <a:pt x="414384" y="112303"/>
                </a:lnTo>
                <a:lnTo>
                  <a:pt x="414221" y="112548"/>
                </a:lnTo>
                <a:lnTo>
                  <a:pt x="414055" y="112787"/>
                </a:lnTo>
                <a:lnTo>
                  <a:pt x="413883" y="113020"/>
                </a:lnTo>
                <a:lnTo>
                  <a:pt x="413708" y="113247"/>
                </a:lnTo>
                <a:lnTo>
                  <a:pt x="413528" y="113468"/>
                </a:lnTo>
                <a:lnTo>
                  <a:pt x="413343" y="113683"/>
                </a:lnTo>
                <a:lnTo>
                  <a:pt x="413155" y="113892"/>
                </a:lnTo>
                <a:lnTo>
                  <a:pt x="412962" y="114095"/>
                </a:lnTo>
                <a:lnTo>
                  <a:pt x="412765" y="114292"/>
                </a:lnTo>
                <a:lnTo>
                  <a:pt x="412563" y="114483"/>
                </a:lnTo>
                <a:lnTo>
                  <a:pt x="412357" y="114668"/>
                </a:lnTo>
                <a:lnTo>
                  <a:pt x="412147" y="114847"/>
                </a:lnTo>
                <a:lnTo>
                  <a:pt x="411933" y="115020"/>
                </a:lnTo>
                <a:lnTo>
                  <a:pt x="411714" y="115187"/>
                </a:lnTo>
                <a:lnTo>
                  <a:pt x="411491" y="115348"/>
                </a:lnTo>
                <a:lnTo>
                  <a:pt x="411263" y="115502"/>
                </a:lnTo>
                <a:lnTo>
                  <a:pt x="411033" y="115651"/>
                </a:lnTo>
                <a:lnTo>
                  <a:pt x="410803" y="115793"/>
                </a:lnTo>
                <a:lnTo>
                  <a:pt x="410572" y="115929"/>
                </a:lnTo>
                <a:lnTo>
                  <a:pt x="410340" y="116059"/>
                </a:lnTo>
                <a:lnTo>
                  <a:pt x="410108" y="116183"/>
                </a:lnTo>
                <a:lnTo>
                  <a:pt x="409875" y="116300"/>
                </a:lnTo>
                <a:lnTo>
                  <a:pt x="409641" y="116410"/>
                </a:lnTo>
                <a:lnTo>
                  <a:pt x="409407" y="116515"/>
                </a:lnTo>
                <a:lnTo>
                  <a:pt x="409172" y="116613"/>
                </a:lnTo>
                <a:lnTo>
                  <a:pt x="408936" y="116704"/>
                </a:lnTo>
                <a:lnTo>
                  <a:pt x="408700" y="116790"/>
                </a:lnTo>
                <a:lnTo>
                  <a:pt x="408464" y="116869"/>
                </a:lnTo>
                <a:lnTo>
                  <a:pt x="408226" y="116942"/>
                </a:lnTo>
                <a:lnTo>
                  <a:pt x="407988" y="117008"/>
                </a:lnTo>
                <a:lnTo>
                  <a:pt x="407750" y="117068"/>
                </a:lnTo>
                <a:lnTo>
                  <a:pt x="407511" y="117122"/>
                </a:lnTo>
                <a:lnTo>
                  <a:pt x="407271" y="117169"/>
                </a:lnTo>
                <a:lnTo>
                  <a:pt x="407030" y="117211"/>
                </a:lnTo>
                <a:lnTo>
                  <a:pt x="406789" y="117245"/>
                </a:lnTo>
                <a:lnTo>
                  <a:pt x="406548" y="117274"/>
                </a:lnTo>
                <a:lnTo>
                  <a:pt x="406305" y="117296"/>
                </a:lnTo>
                <a:lnTo>
                  <a:pt x="406063" y="117312"/>
                </a:lnTo>
                <a:lnTo>
                  <a:pt x="405819" y="117321"/>
                </a:lnTo>
                <a:lnTo>
                  <a:pt x="405575" y="117324"/>
                </a:lnTo>
                <a:lnTo>
                  <a:pt x="405281" y="117320"/>
                </a:lnTo>
                <a:lnTo>
                  <a:pt x="404991" y="117305"/>
                </a:lnTo>
                <a:lnTo>
                  <a:pt x="404706" y="117282"/>
                </a:lnTo>
                <a:lnTo>
                  <a:pt x="404426" y="117248"/>
                </a:lnTo>
                <a:lnTo>
                  <a:pt x="404149" y="117205"/>
                </a:lnTo>
                <a:lnTo>
                  <a:pt x="403878" y="117153"/>
                </a:lnTo>
                <a:lnTo>
                  <a:pt x="403611" y="117091"/>
                </a:lnTo>
                <a:lnTo>
                  <a:pt x="403348" y="117019"/>
                </a:lnTo>
                <a:lnTo>
                  <a:pt x="403090" y="116938"/>
                </a:lnTo>
                <a:lnTo>
                  <a:pt x="402836" y="116847"/>
                </a:lnTo>
                <a:lnTo>
                  <a:pt x="402587" y="116747"/>
                </a:lnTo>
                <a:lnTo>
                  <a:pt x="402342" y="116637"/>
                </a:lnTo>
                <a:lnTo>
                  <a:pt x="402101" y="116518"/>
                </a:lnTo>
                <a:lnTo>
                  <a:pt x="401866" y="116389"/>
                </a:lnTo>
                <a:lnTo>
                  <a:pt x="401634" y="116250"/>
                </a:lnTo>
                <a:lnTo>
                  <a:pt x="401407" y="116102"/>
                </a:lnTo>
                <a:lnTo>
                  <a:pt x="401185" y="115945"/>
                </a:lnTo>
                <a:lnTo>
                  <a:pt x="400967" y="115778"/>
                </a:lnTo>
                <a:lnTo>
                  <a:pt x="400753" y="115601"/>
                </a:lnTo>
                <a:lnTo>
                  <a:pt x="400544" y="115415"/>
                </a:lnTo>
                <a:lnTo>
                  <a:pt x="400340" y="115219"/>
                </a:lnTo>
                <a:lnTo>
                  <a:pt x="400140" y="115014"/>
                </a:lnTo>
                <a:lnTo>
                  <a:pt x="399944" y="114799"/>
                </a:lnTo>
                <a:lnTo>
                  <a:pt x="399753" y="114575"/>
                </a:lnTo>
                <a:lnTo>
                  <a:pt x="399568" y="114336"/>
                </a:lnTo>
                <a:lnTo>
                  <a:pt x="399391" y="114080"/>
                </a:lnTo>
                <a:lnTo>
                  <a:pt x="399222" y="113806"/>
                </a:lnTo>
                <a:lnTo>
                  <a:pt x="399061" y="113514"/>
                </a:lnTo>
                <a:lnTo>
                  <a:pt x="398907" y="113204"/>
                </a:lnTo>
                <a:lnTo>
                  <a:pt x="398762" y="112877"/>
                </a:lnTo>
                <a:lnTo>
                  <a:pt x="398624" y="112531"/>
                </a:lnTo>
                <a:lnTo>
                  <a:pt x="398494" y="112167"/>
                </a:lnTo>
                <a:lnTo>
                  <a:pt x="398372" y="111786"/>
                </a:lnTo>
                <a:lnTo>
                  <a:pt x="398258" y="111387"/>
                </a:lnTo>
                <a:lnTo>
                  <a:pt x="398152" y="110970"/>
                </a:lnTo>
                <a:lnTo>
                  <a:pt x="398053" y="110535"/>
                </a:lnTo>
                <a:lnTo>
                  <a:pt x="397963" y="110082"/>
                </a:lnTo>
                <a:lnTo>
                  <a:pt x="397880" y="109611"/>
                </a:lnTo>
                <a:lnTo>
                  <a:pt x="397805" y="109122"/>
                </a:lnTo>
                <a:lnTo>
                  <a:pt x="397738" y="108616"/>
                </a:lnTo>
                <a:lnTo>
                  <a:pt x="397679" y="108091"/>
                </a:lnTo>
                <a:lnTo>
                  <a:pt x="397628" y="107549"/>
                </a:lnTo>
                <a:lnTo>
                  <a:pt x="397585" y="106989"/>
                </a:lnTo>
                <a:lnTo>
                  <a:pt x="397550" y="106411"/>
                </a:lnTo>
                <a:lnTo>
                  <a:pt x="397522" y="105815"/>
                </a:lnTo>
                <a:lnTo>
                  <a:pt x="397502" y="105201"/>
                </a:lnTo>
                <a:lnTo>
                  <a:pt x="397491" y="104570"/>
                </a:lnTo>
                <a:lnTo>
                  <a:pt x="397487" y="103920"/>
                </a:lnTo>
                <a:lnTo>
                  <a:pt x="397487" y="51196"/>
                </a:lnTo>
                <a:lnTo>
                  <a:pt x="416507" y="51196"/>
                </a:lnTo>
                <a:lnTo>
                  <a:pt x="416507" y="44974"/>
                </a:lnTo>
                <a:lnTo>
                  <a:pt x="397487" y="44974"/>
                </a:lnTo>
                <a:lnTo>
                  <a:pt x="397487" y="18132"/>
                </a:lnTo>
                <a:lnTo>
                  <a:pt x="394731" y="18132"/>
                </a:lnTo>
                <a:lnTo>
                  <a:pt x="394430" y="18873"/>
                </a:lnTo>
                <a:lnTo>
                  <a:pt x="394135" y="19594"/>
                </a:lnTo>
                <a:lnTo>
                  <a:pt x="393845" y="20295"/>
                </a:lnTo>
                <a:lnTo>
                  <a:pt x="393561" y="20978"/>
                </a:lnTo>
                <a:close/>
                <a:moveTo>
                  <a:pt x="198282" y="45641"/>
                </a:moveTo>
                <a:lnTo>
                  <a:pt x="198012" y="45398"/>
                </a:lnTo>
                <a:lnTo>
                  <a:pt x="197737" y="45165"/>
                </a:lnTo>
                <a:lnTo>
                  <a:pt x="197456" y="44943"/>
                </a:lnTo>
                <a:lnTo>
                  <a:pt x="197168" y="44731"/>
                </a:lnTo>
                <a:lnTo>
                  <a:pt x="196875" y="44530"/>
                </a:lnTo>
                <a:lnTo>
                  <a:pt x="196577" y="44338"/>
                </a:lnTo>
                <a:lnTo>
                  <a:pt x="196272" y="44157"/>
                </a:lnTo>
                <a:lnTo>
                  <a:pt x="195961" y="43987"/>
                </a:lnTo>
                <a:lnTo>
                  <a:pt x="195645" y="43827"/>
                </a:lnTo>
                <a:lnTo>
                  <a:pt x="195322" y="43677"/>
                </a:lnTo>
                <a:lnTo>
                  <a:pt x="194994" y="43537"/>
                </a:lnTo>
                <a:lnTo>
                  <a:pt x="194660" y="43408"/>
                </a:lnTo>
                <a:lnTo>
                  <a:pt x="194320" y="43289"/>
                </a:lnTo>
                <a:lnTo>
                  <a:pt x="193974" y="43180"/>
                </a:lnTo>
                <a:lnTo>
                  <a:pt x="193623" y="43082"/>
                </a:lnTo>
                <a:lnTo>
                  <a:pt x="193265" y="42994"/>
                </a:lnTo>
                <a:lnTo>
                  <a:pt x="192902" y="42917"/>
                </a:lnTo>
                <a:lnTo>
                  <a:pt x="192532" y="42850"/>
                </a:lnTo>
                <a:lnTo>
                  <a:pt x="192157" y="42793"/>
                </a:lnTo>
                <a:lnTo>
                  <a:pt x="191776" y="42746"/>
                </a:lnTo>
                <a:lnTo>
                  <a:pt x="191389" y="42710"/>
                </a:lnTo>
                <a:lnTo>
                  <a:pt x="190997" y="42684"/>
                </a:lnTo>
                <a:lnTo>
                  <a:pt x="190598" y="42669"/>
                </a:lnTo>
                <a:lnTo>
                  <a:pt x="190194" y="42663"/>
                </a:lnTo>
                <a:lnTo>
                  <a:pt x="189298" y="42695"/>
                </a:lnTo>
                <a:lnTo>
                  <a:pt x="188405" y="42791"/>
                </a:lnTo>
                <a:lnTo>
                  <a:pt x="187513" y="42950"/>
                </a:lnTo>
                <a:lnTo>
                  <a:pt x="186624" y="43172"/>
                </a:lnTo>
                <a:lnTo>
                  <a:pt x="185736" y="43458"/>
                </a:lnTo>
                <a:lnTo>
                  <a:pt x="184850" y="43808"/>
                </a:lnTo>
                <a:lnTo>
                  <a:pt x="183965" y="44221"/>
                </a:lnTo>
                <a:lnTo>
                  <a:pt x="183083" y="44698"/>
                </a:lnTo>
                <a:lnTo>
                  <a:pt x="182203" y="45238"/>
                </a:lnTo>
                <a:lnTo>
                  <a:pt x="181324" y="45842"/>
                </a:lnTo>
                <a:lnTo>
                  <a:pt x="180447" y="46510"/>
                </a:lnTo>
                <a:lnTo>
                  <a:pt x="179572" y="47241"/>
                </a:lnTo>
                <a:lnTo>
                  <a:pt x="178699" y="48036"/>
                </a:lnTo>
                <a:lnTo>
                  <a:pt x="177828" y="48894"/>
                </a:lnTo>
                <a:lnTo>
                  <a:pt x="176959" y="49816"/>
                </a:lnTo>
                <a:lnTo>
                  <a:pt x="176091" y="50801"/>
                </a:lnTo>
                <a:lnTo>
                  <a:pt x="175225" y="51850"/>
                </a:lnTo>
                <a:lnTo>
                  <a:pt x="174362" y="52963"/>
                </a:lnTo>
                <a:lnTo>
                  <a:pt x="173500" y="54139"/>
                </a:lnTo>
                <a:lnTo>
                  <a:pt x="172639" y="55379"/>
                </a:lnTo>
                <a:lnTo>
                  <a:pt x="171781" y="56682"/>
                </a:lnTo>
                <a:lnTo>
                  <a:pt x="170925" y="58049"/>
                </a:lnTo>
                <a:lnTo>
                  <a:pt x="170070" y="59479"/>
                </a:lnTo>
                <a:lnTo>
                  <a:pt x="169218" y="60973"/>
                </a:lnTo>
                <a:lnTo>
                  <a:pt x="169218" y="42663"/>
                </a:lnTo>
                <a:lnTo>
                  <a:pt x="165484" y="42663"/>
                </a:lnTo>
                <a:lnTo>
                  <a:pt x="140864" y="52596"/>
                </a:lnTo>
                <a:lnTo>
                  <a:pt x="141753" y="55790"/>
                </a:lnTo>
                <a:lnTo>
                  <a:pt x="142041" y="55682"/>
                </a:lnTo>
                <a:lnTo>
                  <a:pt x="142326" y="55578"/>
                </a:lnTo>
                <a:lnTo>
                  <a:pt x="142608" y="55478"/>
                </a:lnTo>
                <a:lnTo>
                  <a:pt x="142889" y="55384"/>
                </a:lnTo>
                <a:lnTo>
                  <a:pt x="143166" y="55294"/>
                </a:lnTo>
                <a:lnTo>
                  <a:pt x="143442" y="55208"/>
                </a:lnTo>
                <a:lnTo>
                  <a:pt x="143714" y="55127"/>
                </a:lnTo>
                <a:lnTo>
                  <a:pt x="143985" y="55051"/>
                </a:lnTo>
                <a:lnTo>
                  <a:pt x="144253" y="54979"/>
                </a:lnTo>
                <a:lnTo>
                  <a:pt x="144518" y="54913"/>
                </a:lnTo>
                <a:lnTo>
                  <a:pt x="144781" y="54850"/>
                </a:lnTo>
                <a:lnTo>
                  <a:pt x="145042" y="54792"/>
                </a:lnTo>
                <a:lnTo>
                  <a:pt x="145300" y="54739"/>
                </a:lnTo>
                <a:lnTo>
                  <a:pt x="145555" y="54691"/>
                </a:lnTo>
                <a:lnTo>
                  <a:pt x="145808" y="54647"/>
                </a:lnTo>
                <a:lnTo>
                  <a:pt x="146059" y="54608"/>
                </a:lnTo>
                <a:lnTo>
                  <a:pt x="146307" y="54573"/>
                </a:lnTo>
                <a:lnTo>
                  <a:pt x="146553" y="54543"/>
                </a:lnTo>
                <a:lnTo>
                  <a:pt x="146796" y="54518"/>
                </a:lnTo>
                <a:lnTo>
                  <a:pt x="147036" y="54497"/>
                </a:lnTo>
                <a:lnTo>
                  <a:pt x="147275" y="54481"/>
                </a:lnTo>
                <a:lnTo>
                  <a:pt x="147511" y="54469"/>
                </a:lnTo>
                <a:lnTo>
                  <a:pt x="147744" y="54462"/>
                </a:lnTo>
                <a:lnTo>
                  <a:pt x="147975" y="54460"/>
                </a:lnTo>
                <a:lnTo>
                  <a:pt x="148166" y="54462"/>
                </a:lnTo>
                <a:lnTo>
                  <a:pt x="148355" y="54468"/>
                </a:lnTo>
                <a:lnTo>
                  <a:pt x="148541" y="54479"/>
                </a:lnTo>
                <a:lnTo>
                  <a:pt x="148724" y="54494"/>
                </a:lnTo>
                <a:lnTo>
                  <a:pt x="148905" y="54514"/>
                </a:lnTo>
                <a:lnTo>
                  <a:pt x="149083" y="54537"/>
                </a:lnTo>
                <a:lnTo>
                  <a:pt x="149258" y="54565"/>
                </a:lnTo>
                <a:lnTo>
                  <a:pt x="149431" y="54598"/>
                </a:lnTo>
                <a:lnTo>
                  <a:pt x="149602" y="54634"/>
                </a:lnTo>
                <a:lnTo>
                  <a:pt x="149769" y="54675"/>
                </a:lnTo>
                <a:lnTo>
                  <a:pt x="149934" y="54721"/>
                </a:lnTo>
                <a:lnTo>
                  <a:pt x="150097" y="54770"/>
                </a:lnTo>
                <a:lnTo>
                  <a:pt x="150257" y="54824"/>
                </a:lnTo>
                <a:lnTo>
                  <a:pt x="150414" y="54882"/>
                </a:lnTo>
                <a:lnTo>
                  <a:pt x="150568" y="54945"/>
                </a:lnTo>
                <a:lnTo>
                  <a:pt x="150720" y="55012"/>
                </a:lnTo>
                <a:lnTo>
                  <a:pt x="150869" y="55083"/>
                </a:lnTo>
                <a:lnTo>
                  <a:pt x="151016" y="55158"/>
                </a:lnTo>
                <a:lnTo>
                  <a:pt x="151160" y="55238"/>
                </a:lnTo>
                <a:lnTo>
                  <a:pt x="151302" y="55322"/>
                </a:lnTo>
                <a:lnTo>
                  <a:pt x="151440" y="55410"/>
                </a:lnTo>
                <a:lnTo>
                  <a:pt x="151577" y="55503"/>
                </a:lnTo>
                <a:lnTo>
                  <a:pt x="151710" y="55600"/>
                </a:lnTo>
                <a:lnTo>
                  <a:pt x="151841" y="55701"/>
                </a:lnTo>
                <a:lnTo>
                  <a:pt x="151969" y="55807"/>
                </a:lnTo>
                <a:lnTo>
                  <a:pt x="152093" y="55918"/>
                </a:lnTo>
                <a:lnTo>
                  <a:pt x="152215" y="56035"/>
                </a:lnTo>
                <a:lnTo>
                  <a:pt x="152332" y="56156"/>
                </a:lnTo>
                <a:lnTo>
                  <a:pt x="152447" y="56282"/>
                </a:lnTo>
                <a:lnTo>
                  <a:pt x="152558" y="56414"/>
                </a:lnTo>
                <a:lnTo>
                  <a:pt x="152665" y="56550"/>
                </a:lnTo>
                <a:lnTo>
                  <a:pt x="152769" y="56692"/>
                </a:lnTo>
                <a:lnTo>
                  <a:pt x="152870" y="56838"/>
                </a:lnTo>
                <a:lnTo>
                  <a:pt x="152967" y="56990"/>
                </a:lnTo>
                <a:lnTo>
                  <a:pt x="153061" y="57147"/>
                </a:lnTo>
                <a:lnTo>
                  <a:pt x="153152" y="57309"/>
                </a:lnTo>
                <a:lnTo>
                  <a:pt x="153239" y="57476"/>
                </a:lnTo>
                <a:lnTo>
                  <a:pt x="153323" y="57648"/>
                </a:lnTo>
                <a:lnTo>
                  <a:pt x="153403" y="57825"/>
                </a:lnTo>
                <a:lnTo>
                  <a:pt x="153480" y="58007"/>
                </a:lnTo>
                <a:lnTo>
                  <a:pt x="153554" y="58195"/>
                </a:lnTo>
                <a:lnTo>
                  <a:pt x="153624" y="58387"/>
                </a:lnTo>
                <a:lnTo>
                  <a:pt x="153691" y="58585"/>
                </a:lnTo>
                <a:lnTo>
                  <a:pt x="153754" y="58787"/>
                </a:lnTo>
                <a:lnTo>
                  <a:pt x="153815" y="58995"/>
                </a:lnTo>
                <a:lnTo>
                  <a:pt x="153871" y="59208"/>
                </a:lnTo>
                <a:lnTo>
                  <a:pt x="153924" y="59425"/>
                </a:lnTo>
                <a:lnTo>
                  <a:pt x="153974" y="59648"/>
                </a:lnTo>
                <a:lnTo>
                  <a:pt x="154021" y="59893"/>
                </a:lnTo>
                <a:lnTo>
                  <a:pt x="154066" y="60178"/>
                </a:lnTo>
                <a:lnTo>
                  <a:pt x="154110" y="60503"/>
                </a:lnTo>
                <a:lnTo>
                  <a:pt x="154151" y="60868"/>
                </a:lnTo>
                <a:lnTo>
                  <a:pt x="154190" y="61273"/>
                </a:lnTo>
                <a:lnTo>
                  <a:pt x="154227" y="61718"/>
                </a:lnTo>
                <a:lnTo>
                  <a:pt x="154262" y="62202"/>
                </a:lnTo>
                <a:lnTo>
                  <a:pt x="154295" y="62726"/>
                </a:lnTo>
                <a:lnTo>
                  <a:pt x="154326" y="63291"/>
                </a:lnTo>
                <a:lnTo>
                  <a:pt x="154355" y="63895"/>
                </a:lnTo>
                <a:lnTo>
                  <a:pt x="154382" y="64539"/>
                </a:lnTo>
                <a:lnTo>
                  <a:pt x="154408" y="65223"/>
                </a:lnTo>
                <a:lnTo>
                  <a:pt x="154431" y="65947"/>
                </a:lnTo>
                <a:lnTo>
                  <a:pt x="154452" y="66710"/>
                </a:lnTo>
                <a:lnTo>
                  <a:pt x="154471" y="67514"/>
                </a:lnTo>
                <a:lnTo>
                  <a:pt x="154488" y="68358"/>
                </a:lnTo>
                <a:lnTo>
                  <a:pt x="154503" y="69241"/>
                </a:lnTo>
                <a:lnTo>
                  <a:pt x="154516" y="70164"/>
                </a:lnTo>
                <a:lnTo>
                  <a:pt x="154527" y="71127"/>
                </a:lnTo>
                <a:lnTo>
                  <a:pt x="154536" y="72130"/>
                </a:lnTo>
                <a:lnTo>
                  <a:pt x="154543" y="73173"/>
                </a:lnTo>
                <a:lnTo>
                  <a:pt x="154548" y="74256"/>
                </a:lnTo>
                <a:lnTo>
                  <a:pt x="154551" y="75379"/>
                </a:lnTo>
                <a:lnTo>
                  <a:pt x="154552" y="76541"/>
                </a:lnTo>
                <a:lnTo>
                  <a:pt x="154552" y="108025"/>
                </a:lnTo>
                <a:lnTo>
                  <a:pt x="154551" y="108607"/>
                </a:lnTo>
                <a:lnTo>
                  <a:pt x="154549" y="109169"/>
                </a:lnTo>
                <a:lnTo>
                  <a:pt x="154545" y="109711"/>
                </a:lnTo>
                <a:lnTo>
                  <a:pt x="154540" y="110235"/>
                </a:lnTo>
                <a:lnTo>
                  <a:pt x="154533" y="110739"/>
                </a:lnTo>
                <a:lnTo>
                  <a:pt x="154524" y="111223"/>
                </a:lnTo>
                <a:lnTo>
                  <a:pt x="154514" y="111688"/>
                </a:lnTo>
                <a:lnTo>
                  <a:pt x="154503" y="112134"/>
                </a:lnTo>
                <a:lnTo>
                  <a:pt x="154489" y="112560"/>
                </a:lnTo>
                <a:lnTo>
                  <a:pt x="154475" y="112967"/>
                </a:lnTo>
                <a:lnTo>
                  <a:pt x="154459" y="113355"/>
                </a:lnTo>
                <a:lnTo>
                  <a:pt x="154441" y="113723"/>
                </a:lnTo>
                <a:lnTo>
                  <a:pt x="154422" y="114071"/>
                </a:lnTo>
                <a:lnTo>
                  <a:pt x="154401" y="114401"/>
                </a:lnTo>
                <a:lnTo>
                  <a:pt x="154378" y="114711"/>
                </a:lnTo>
                <a:lnTo>
                  <a:pt x="154354" y="115001"/>
                </a:lnTo>
                <a:lnTo>
                  <a:pt x="154329" y="115272"/>
                </a:lnTo>
                <a:lnTo>
                  <a:pt x="154302" y="115524"/>
                </a:lnTo>
                <a:lnTo>
                  <a:pt x="154273" y="115756"/>
                </a:lnTo>
                <a:lnTo>
                  <a:pt x="154243" y="115969"/>
                </a:lnTo>
                <a:lnTo>
                  <a:pt x="154212" y="116163"/>
                </a:lnTo>
                <a:lnTo>
                  <a:pt x="154179" y="116337"/>
                </a:lnTo>
                <a:lnTo>
                  <a:pt x="154144" y="116492"/>
                </a:lnTo>
                <a:lnTo>
                  <a:pt x="154108" y="116627"/>
                </a:lnTo>
                <a:lnTo>
                  <a:pt x="154031" y="116883"/>
                </a:lnTo>
                <a:lnTo>
                  <a:pt x="153950" y="117133"/>
                </a:lnTo>
                <a:lnTo>
                  <a:pt x="153864" y="117377"/>
                </a:lnTo>
                <a:lnTo>
                  <a:pt x="153774" y="117616"/>
                </a:lnTo>
                <a:lnTo>
                  <a:pt x="153679" y="117848"/>
                </a:lnTo>
                <a:lnTo>
                  <a:pt x="153580" y="118075"/>
                </a:lnTo>
                <a:lnTo>
                  <a:pt x="153476" y="118295"/>
                </a:lnTo>
                <a:lnTo>
                  <a:pt x="153367" y="118510"/>
                </a:lnTo>
                <a:lnTo>
                  <a:pt x="153253" y="118719"/>
                </a:lnTo>
                <a:lnTo>
                  <a:pt x="153135" y="118922"/>
                </a:lnTo>
                <a:lnTo>
                  <a:pt x="153013" y="119120"/>
                </a:lnTo>
                <a:lnTo>
                  <a:pt x="152885" y="119311"/>
                </a:lnTo>
                <a:lnTo>
                  <a:pt x="152753" y="119497"/>
                </a:lnTo>
                <a:lnTo>
                  <a:pt x="152617" y="119676"/>
                </a:lnTo>
                <a:lnTo>
                  <a:pt x="152476" y="119850"/>
                </a:lnTo>
                <a:lnTo>
                  <a:pt x="152330" y="120018"/>
                </a:lnTo>
                <a:lnTo>
                  <a:pt x="152179" y="120181"/>
                </a:lnTo>
                <a:lnTo>
                  <a:pt x="152024" y="120337"/>
                </a:lnTo>
                <a:lnTo>
                  <a:pt x="151865" y="120487"/>
                </a:lnTo>
                <a:lnTo>
                  <a:pt x="151700" y="120632"/>
                </a:lnTo>
                <a:lnTo>
                  <a:pt x="151531" y="120771"/>
                </a:lnTo>
                <a:lnTo>
                  <a:pt x="151358" y="120904"/>
                </a:lnTo>
                <a:lnTo>
                  <a:pt x="151180" y="121031"/>
                </a:lnTo>
                <a:lnTo>
                  <a:pt x="150997" y="121152"/>
                </a:lnTo>
                <a:lnTo>
                  <a:pt x="150739" y="121311"/>
                </a:lnTo>
                <a:lnTo>
                  <a:pt x="150471" y="121463"/>
                </a:lnTo>
                <a:lnTo>
                  <a:pt x="150191" y="121609"/>
                </a:lnTo>
                <a:lnTo>
                  <a:pt x="149900" y="121748"/>
                </a:lnTo>
                <a:lnTo>
                  <a:pt x="149599" y="121880"/>
                </a:lnTo>
                <a:lnTo>
                  <a:pt x="149286" y="122005"/>
                </a:lnTo>
                <a:lnTo>
                  <a:pt x="148962" y="122124"/>
                </a:lnTo>
                <a:lnTo>
                  <a:pt x="148626" y="122235"/>
                </a:lnTo>
                <a:lnTo>
                  <a:pt x="148280" y="122340"/>
                </a:lnTo>
                <a:lnTo>
                  <a:pt x="147923" y="122438"/>
                </a:lnTo>
                <a:lnTo>
                  <a:pt x="147554" y="122530"/>
                </a:lnTo>
                <a:lnTo>
                  <a:pt x="147175" y="122614"/>
                </a:lnTo>
                <a:lnTo>
                  <a:pt x="146784" y="122692"/>
                </a:lnTo>
                <a:lnTo>
                  <a:pt x="146382" y="122763"/>
                </a:lnTo>
                <a:lnTo>
                  <a:pt x="145969" y="122828"/>
                </a:lnTo>
                <a:lnTo>
                  <a:pt x="145545" y="122885"/>
                </a:lnTo>
                <a:lnTo>
                  <a:pt x="145110" y="122936"/>
                </a:lnTo>
                <a:lnTo>
                  <a:pt x="144664" y="122980"/>
                </a:lnTo>
                <a:lnTo>
                  <a:pt x="144206" y="123017"/>
                </a:lnTo>
                <a:lnTo>
                  <a:pt x="143738" y="123048"/>
                </a:lnTo>
                <a:lnTo>
                  <a:pt x="143258" y="123071"/>
                </a:lnTo>
                <a:lnTo>
                  <a:pt x="142768" y="123088"/>
                </a:lnTo>
                <a:lnTo>
                  <a:pt x="142266" y="123098"/>
                </a:lnTo>
                <a:lnTo>
                  <a:pt x="141753" y="123102"/>
                </a:lnTo>
                <a:lnTo>
                  <a:pt x="141753" y="126390"/>
                </a:lnTo>
                <a:lnTo>
                  <a:pt x="183439" y="126390"/>
                </a:lnTo>
                <a:lnTo>
                  <a:pt x="183439" y="123102"/>
                </a:lnTo>
                <a:lnTo>
                  <a:pt x="182984" y="123099"/>
                </a:lnTo>
                <a:lnTo>
                  <a:pt x="182538" y="123091"/>
                </a:lnTo>
                <a:lnTo>
                  <a:pt x="182101" y="123077"/>
                </a:lnTo>
                <a:lnTo>
                  <a:pt x="181673" y="123058"/>
                </a:lnTo>
                <a:lnTo>
                  <a:pt x="181254" y="123033"/>
                </a:lnTo>
                <a:lnTo>
                  <a:pt x="180844" y="123002"/>
                </a:lnTo>
                <a:lnTo>
                  <a:pt x="180443" y="122966"/>
                </a:lnTo>
                <a:lnTo>
                  <a:pt x="180051" y="122925"/>
                </a:lnTo>
                <a:lnTo>
                  <a:pt x="179668" y="122878"/>
                </a:lnTo>
                <a:lnTo>
                  <a:pt x="179294" y="122825"/>
                </a:lnTo>
                <a:lnTo>
                  <a:pt x="178929" y="122767"/>
                </a:lnTo>
                <a:lnTo>
                  <a:pt x="178572" y="122703"/>
                </a:lnTo>
                <a:lnTo>
                  <a:pt x="178225" y="122634"/>
                </a:lnTo>
                <a:lnTo>
                  <a:pt x="177887" y="122559"/>
                </a:lnTo>
                <a:lnTo>
                  <a:pt x="177557" y="122479"/>
                </a:lnTo>
                <a:lnTo>
                  <a:pt x="177237" y="122393"/>
                </a:lnTo>
                <a:lnTo>
                  <a:pt x="176925" y="122302"/>
                </a:lnTo>
                <a:lnTo>
                  <a:pt x="176623" y="122205"/>
                </a:lnTo>
                <a:lnTo>
                  <a:pt x="176329" y="122103"/>
                </a:lnTo>
                <a:lnTo>
                  <a:pt x="176044" y="121995"/>
                </a:lnTo>
                <a:lnTo>
                  <a:pt x="175768" y="121881"/>
                </a:lnTo>
                <a:lnTo>
                  <a:pt x="175502" y="121762"/>
                </a:lnTo>
                <a:lnTo>
                  <a:pt x="175244" y="121638"/>
                </a:lnTo>
                <a:lnTo>
                  <a:pt x="174995" y="121508"/>
                </a:lnTo>
                <a:lnTo>
                  <a:pt x="174754" y="121373"/>
                </a:lnTo>
                <a:lnTo>
                  <a:pt x="174518" y="121236"/>
                </a:lnTo>
                <a:lnTo>
                  <a:pt x="174289" y="121096"/>
                </a:lnTo>
                <a:lnTo>
                  <a:pt x="174067" y="120953"/>
                </a:lnTo>
                <a:lnTo>
                  <a:pt x="173850" y="120807"/>
                </a:lnTo>
                <a:lnTo>
                  <a:pt x="173639" y="120659"/>
                </a:lnTo>
                <a:lnTo>
                  <a:pt x="173435" y="120508"/>
                </a:lnTo>
                <a:lnTo>
                  <a:pt x="173237" y="120354"/>
                </a:lnTo>
                <a:lnTo>
                  <a:pt x="173045" y="120198"/>
                </a:lnTo>
                <a:lnTo>
                  <a:pt x="172859" y="120038"/>
                </a:lnTo>
                <a:lnTo>
                  <a:pt x="172680" y="119876"/>
                </a:lnTo>
                <a:lnTo>
                  <a:pt x="172506" y="119711"/>
                </a:lnTo>
                <a:lnTo>
                  <a:pt x="172339" y="119543"/>
                </a:lnTo>
                <a:lnTo>
                  <a:pt x="172178" y="119373"/>
                </a:lnTo>
                <a:lnTo>
                  <a:pt x="172023" y="119200"/>
                </a:lnTo>
                <a:lnTo>
                  <a:pt x="171874" y="119024"/>
                </a:lnTo>
                <a:lnTo>
                  <a:pt x="171732" y="118845"/>
                </a:lnTo>
                <a:lnTo>
                  <a:pt x="171595" y="118663"/>
                </a:lnTo>
                <a:lnTo>
                  <a:pt x="171465" y="118479"/>
                </a:lnTo>
                <a:lnTo>
                  <a:pt x="171341" y="118292"/>
                </a:lnTo>
                <a:lnTo>
                  <a:pt x="171223" y="118102"/>
                </a:lnTo>
                <a:lnTo>
                  <a:pt x="171111" y="117910"/>
                </a:lnTo>
                <a:lnTo>
                  <a:pt x="171006" y="117714"/>
                </a:lnTo>
                <a:lnTo>
                  <a:pt x="170906" y="117516"/>
                </a:lnTo>
                <a:lnTo>
                  <a:pt x="170768" y="117222"/>
                </a:lnTo>
                <a:lnTo>
                  <a:pt x="170637" y="116917"/>
                </a:lnTo>
                <a:lnTo>
                  <a:pt x="170510" y="116600"/>
                </a:lnTo>
                <a:lnTo>
                  <a:pt x="170390" y="116272"/>
                </a:lnTo>
                <a:lnTo>
                  <a:pt x="170276" y="115933"/>
                </a:lnTo>
                <a:lnTo>
                  <a:pt x="170167" y="115582"/>
                </a:lnTo>
                <a:lnTo>
                  <a:pt x="170065" y="115220"/>
                </a:lnTo>
                <a:lnTo>
                  <a:pt x="169968" y="114847"/>
                </a:lnTo>
                <a:lnTo>
                  <a:pt x="169877" y="114462"/>
                </a:lnTo>
                <a:lnTo>
                  <a:pt x="169792" y="114065"/>
                </a:lnTo>
                <a:lnTo>
                  <a:pt x="169713" y="113658"/>
                </a:lnTo>
                <a:lnTo>
                  <a:pt x="169640" y="113239"/>
                </a:lnTo>
                <a:lnTo>
                  <a:pt x="169572" y="112808"/>
                </a:lnTo>
                <a:lnTo>
                  <a:pt x="169511" y="112366"/>
                </a:lnTo>
                <a:lnTo>
                  <a:pt x="169455" y="111913"/>
                </a:lnTo>
                <a:lnTo>
                  <a:pt x="169405" y="111449"/>
                </a:lnTo>
                <a:lnTo>
                  <a:pt x="169361" y="110973"/>
                </a:lnTo>
                <a:lnTo>
                  <a:pt x="169323" y="110485"/>
                </a:lnTo>
                <a:lnTo>
                  <a:pt x="169291" y="109987"/>
                </a:lnTo>
                <a:lnTo>
                  <a:pt x="169264" y="109477"/>
                </a:lnTo>
                <a:lnTo>
                  <a:pt x="169244" y="108955"/>
                </a:lnTo>
                <a:lnTo>
                  <a:pt x="169229" y="108422"/>
                </a:lnTo>
                <a:lnTo>
                  <a:pt x="169220" y="107878"/>
                </a:lnTo>
                <a:lnTo>
                  <a:pt x="169218" y="107322"/>
                </a:lnTo>
                <a:lnTo>
                  <a:pt x="169218" y="68403"/>
                </a:lnTo>
                <a:lnTo>
                  <a:pt x="169573" y="67717"/>
                </a:lnTo>
                <a:lnTo>
                  <a:pt x="169927" y="67047"/>
                </a:lnTo>
                <a:lnTo>
                  <a:pt x="170280" y="66393"/>
                </a:lnTo>
                <a:lnTo>
                  <a:pt x="170632" y="65756"/>
                </a:lnTo>
                <a:lnTo>
                  <a:pt x="170984" y="65135"/>
                </a:lnTo>
                <a:lnTo>
                  <a:pt x="171334" y="64530"/>
                </a:lnTo>
                <a:lnTo>
                  <a:pt x="171684" y="63942"/>
                </a:lnTo>
                <a:lnTo>
                  <a:pt x="172032" y="63370"/>
                </a:lnTo>
                <a:lnTo>
                  <a:pt x="172380" y="62814"/>
                </a:lnTo>
                <a:lnTo>
                  <a:pt x="172727" y="62275"/>
                </a:lnTo>
                <a:lnTo>
                  <a:pt x="173072" y="61752"/>
                </a:lnTo>
                <a:lnTo>
                  <a:pt x="173417" y="61245"/>
                </a:lnTo>
                <a:lnTo>
                  <a:pt x="173761" y="60754"/>
                </a:lnTo>
                <a:lnTo>
                  <a:pt x="174104" y="60280"/>
                </a:lnTo>
                <a:lnTo>
                  <a:pt x="174446" y="59822"/>
                </a:lnTo>
                <a:lnTo>
                  <a:pt x="174787" y="59380"/>
                </a:lnTo>
                <a:lnTo>
                  <a:pt x="175128" y="58955"/>
                </a:lnTo>
                <a:lnTo>
                  <a:pt x="175467" y="58546"/>
                </a:lnTo>
                <a:lnTo>
                  <a:pt x="175805" y="58153"/>
                </a:lnTo>
                <a:lnTo>
                  <a:pt x="176143" y="57777"/>
                </a:lnTo>
                <a:lnTo>
                  <a:pt x="176479" y="57417"/>
                </a:lnTo>
                <a:lnTo>
                  <a:pt x="176815" y="57073"/>
                </a:lnTo>
                <a:lnTo>
                  <a:pt x="177150" y="56746"/>
                </a:lnTo>
                <a:lnTo>
                  <a:pt x="177484" y="56435"/>
                </a:lnTo>
                <a:lnTo>
                  <a:pt x="177639" y="56290"/>
                </a:lnTo>
                <a:lnTo>
                  <a:pt x="177793" y="56152"/>
                </a:lnTo>
                <a:lnTo>
                  <a:pt x="177946" y="56019"/>
                </a:lnTo>
                <a:lnTo>
                  <a:pt x="178098" y="55893"/>
                </a:lnTo>
                <a:lnTo>
                  <a:pt x="178250" y="55773"/>
                </a:lnTo>
                <a:lnTo>
                  <a:pt x="178400" y="55659"/>
                </a:lnTo>
                <a:lnTo>
                  <a:pt x="178550" y="55552"/>
                </a:lnTo>
                <a:lnTo>
                  <a:pt x="178698" y="55450"/>
                </a:lnTo>
                <a:lnTo>
                  <a:pt x="178846" y="55355"/>
                </a:lnTo>
                <a:lnTo>
                  <a:pt x="178993" y="55266"/>
                </a:lnTo>
                <a:lnTo>
                  <a:pt x="179139" y="55182"/>
                </a:lnTo>
                <a:lnTo>
                  <a:pt x="179283" y="55106"/>
                </a:lnTo>
                <a:lnTo>
                  <a:pt x="179427" y="55035"/>
                </a:lnTo>
                <a:lnTo>
                  <a:pt x="179570" y="54970"/>
                </a:lnTo>
                <a:lnTo>
                  <a:pt x="179713" y="54912"/>
                </a:lnTo>
                <a:lnTo>
                  <a:pt x="179854" y="54859"/>
                </a:lnTo>
                <a:lnTo>
                  <a:pt x="179994" y="54813"/>
                </a:lnTo>
                <a:lnTo>
                  <a:pt x="180133" y="54773"/>
                </a:lnTo>
                <a:lnTo>
                  <a:pt x="180272" y="54739"/>
                </a:lnTo>
                <a:lnTo>
                  <a:pt x="180409" y="54712"/>
                </a:lnTo>
                <a:lnTo>
                  <a:pt x="180546" y="54690"/>
                </a:lnTo>
                <a:lnTo>
                  <a:pt x="180681" y="54675"/>
                </a:lnTo>
                <a:lnTo>
                  <a:pt x="180816" y="54666"/>
                </a:lnTo>
                <a:lnTo>
                  <a:pt x="180950" y="54663"/>
                </a:lnTo>
                <a:lnTo>
                  <a:pt x="181109" y="54668"/>
                </a:lnTo>
                <a:lnTo>
                  <a:pt x="181275" y="54684"/>
                </a:lnTo>
                <a:lnTo>
                  <a:pt x="181448" y="54710"/>
                </a:lnTo>
                <a:lnTo>
                  <a:pt x="181628" y="54748"/>
                </a:lnTo>
                <a:lnTo>
                  <a:pt x="181814" y="54796"/>
                </a:lnTo>
                <a:lnTo>
                  <a:pt x="182008" y="54854"/>
                </a:lnTo>
                <a:lnTo>
                  <a:pt x="182209" y="54923"/>
                </a:lnTo>
                <a:lnTo>
                  <a:pt x="182417" y="55003"/>
                </a:lnTo>
                <a:lnTo>
                  <a:pt x="182631" y="55094"/>
                </a:lnTo>
                <a:lnTo>
                  <a:pt x="182853" y="55195"/>
                </a:lnTo>
                <a:lnTo>
                  <a:pt x="183081" y="55307"/>
                </a:lnTo>
                <a:lnTo>
                  <a:pt x="183316" y="55429"/>
                </a:lnTo>
                <a:lnTo>
                  <a:pt x="183559" y="55562"/>
                </a:lnTo>
                <a:lnTo>
                  <a:pt x="183808" y="55706"/>
                </a:lnTo>
                <a:lnTo>
                  <a:pt x="184064" y="55860"/>
                </a:lnTo>
                <a:lnTo>
                  <a:pt x="184327" y="56025"/>
                </a:lnTo>
                <a:lnTo>
                  <a:pt x="184598" y="56201"/>
                </a:lnTo>
                <a:lnTo>
                  <a:pt x="184875" y="56387"/>
                </a:lnTo>
                <a:lnTo>
                  <a:pt x="185159" y="56584"/>
                </a:lnTo>
                <a:lnTo>
                  <a:pt x="185450" y="56792"/>
                </a:lnTo>
                <a:lnTo>
                  <a:pt x="185748" y="57010"/>
                </a:lnTo>
                <a:lnTo>
                  <a:pt x="186052" y="57239"/>
                </a:lnTo>
                <a:lnTo>
                  <a:pt x="186364" y="57479"/>
                </a:lnTo>
                <a:lnTo>
                  <a:pt x="186683" y="57729"/>
                </a:lnTo>
                <a:lnTo>
                  <a:pt x="187004" y="57979"/>
                </a:lnTo>
                <a:lnTo>
                  <a:pt x="187322" y="58219"/>
                </a:lnTo>
                <a:lnTo>
                  <a:pt x="187638" y="58448"/>
                </a:lnTo>
                <a:lnTo>
                  <a:pt x="187951" y="58666"/>
                </a:lnTo>
                <a:lnTo>
                  <a:pt x="188261" y="58874"/>
                </a:lnTo>
                <a:lnTo>
                  <a:pt x="188569" y="59071"/>
                </a:lnTo>
                <a:lnTo>
                  <a:pt x="188874" y="59257"/>
                </a:lnTo>
                <a:lnTo>
                  <a:pt x="189176" y="59433"/>
                </a:lnTo>
                <a:lnTo>
                  <a:pt x="189476" y="59598"/>
                </a:lnTo>
                <a:lnTo>
                  <a:pt x="189774" y="59752"/>
                </a:lnTo>
                <a:lnTo>
                  <a:pt x="190068" y="59896"/>
                </a:lnTo>
                <a:lnTo>
                  <a:pt x="190360" y="60029"/>
                </a:lnTo>
                <a:lnTo>
                  <a:pt x="190650" y="60151"/>
                </a:lnTo>
                <a:lnTo>
                  <a:pt x="190937" y="60263"/>
                </a:lnTo>
                <a:lnTo>
                  <a:pt x="191221" y="60364"/>
                </a:lnTo>
                <a:lnTo>
                  <a:pt x="191502" y="60455"/>
                </a:lnTo>
                <a:lnTo>
                  <a:pt x="191781" y="60535"/>
                </a:lnTo>
                <a:lnTo>
                  <a:pt x="192057" y="60604"/>
                </a:lnTo>
                <a:lnTo>
                  <a:pt x="192331" y="60662"/>
                </a:lnTo>
                <a:lnTo>
                  <a:pt x="192602" y="60710"/>
                </a:lnTo>
                <a:lnTo>
                  <a:pt x="192871" y="60748"/>
                </a:lnTo>
                <a:lnTo>
                  <a:pt x="193136" y="60774"/>
                </a:lnTo>
                <a:lnTo>
                  <a:pt x="193400" y="60790"/>
                </a:lnTo>
                <a:lnTo>
                  <a:pt x="193660" y="60795"/>
                </a:lnTo>
                <a:lnTo>
                  <a:pt x="193925" y="60791"/>
                </a:lnTo>
                <a:lnTo>
                  <a:pt x="194187" y="60779"/>
                </a:lnTo>
                <a:lnTo>
                  <a:pt x="194446" y="60758"/>
                </a:lnTo>
                <a:lnTo>
                  <a:pt x="194702" y="60729"/>
                </a:lnTo>
                <a:lnTo>
                  <a:pt x="194955" y="60691"/>
                </a:lnTo>
                <a:lnTo>
                  <a:pt x="195204" y="60645"/>
                </a:lnTo>
                <a:lnTo>
                  <a:pt x="195451" y="60591"/>
                </a:lnTo>
                <a:lnTo>
                  <a:pt x="195695" y="60529"/>
                </a:lnTo>
                <a:lnTo>
                  <a:pt x="195935" y="60458"/>
                </a:lnTo>
                <a:lnTo>
                  <a:pt x="196172" y="60379"/>
                </a:lnTo>
                <a:lnTo>
                  <a:pt x="196407" y="60291"/>
                </a:lnTo>
                <a:lnTo>
                  <a:pt x="196638" y="60195"/>
                </a:lnTo>
                <a:lnTo>
                  <a:pt x="196866" y="60091"/>
                </a:lnTo>
                <a:lnTo>
                  <a:pt x="197091" y="59979"/>
                </a:lnTo>
                <a:lnTo>
                  <a:pt x="197313" y="59858"/>
                </a:lnTo>
                <a:lnTo>
                  <a:pt x="197531" y="59729"/>
                </a:lnTo>
                <a:lnTo>
                  <a:pt x="197747" y="59591"/>
                </a:lnTo>
                <a:lnTo>
                  <a:pt x="197960" y="59446"/>
                </a:lnTo>
                <a:lnTo>
                  <a:pt x="198169" y="59291"/>
                </a:lnTo>
                <a:lnTo>
                  <a:pt x="198376" y="59129"/>
                </a:lnTo>
                <a:lnTo>
                  <a:pt x="198579" y="58958"/>
                </a:lnTo>
                <a:lnTo>
                  <a:pt x="198779" y="58779"/>
                </a:lnTo>
                <a:lnTo>
                  <a:pt x="198977" y="58591"/>
                </a:lnTo>
                <a:lnTo>
                  <a:pt x="199171" y="58396"/>
                </a:lnTo>
                <a:lnTo>
                  <a:pt x="199359" y="58194"/>
                </a:lnTo>
                <a:lnTo>
                  <a:pt x="199540" y="57988"/>
                </a:lnTo>
                <a:lnTo>
                  <a:pt x="199712" y="57779"/>
                </a:lnTo>
                <a:lnTo>
                  <a:pt x="199877" y="57566"/>
                </a:lnTo>
                <a:lnTo>
                  <a:pt x="200033" y="57349"/>
                </a:lnTo>
                <a:lnTo>
                  <a:pt x="200182" y="57129"/>
                </a:lnTo>
                <a:lnTo>
                  <a:pt x="200322" y="56905"/>
                </a:lnTo>
                <a:lnTo>
                  <a:pt x="200455" y="56677"/>
                </a:lnTo>
                <a:lnTo>
                  <a:pt x="200579" y="56446"/>
                </a:lnTo>
                <a:lnTo>
                  <a:pt x="200695" y="56211"/>
                </a:lnTo>
                <a:lnTo>
                  <a:pt x="200804" y="55972"/>
                </a:lnTo>
                <a:lnTo>
                  <a:pt x="200904" y="55729"/>
                </a:lnTo>
                <a:lnTo>
                  <a:pt x="200996" y="55483"/>
                </a:lnTo>
                <a:lnTo>
                  <a:pt x="201081" y="55233"/>
                </a:lnTo>
                <a:lnTo>
                  <a:pt x="201157" y="54979"/>
                </a:lnTo>
                <a:lnTo>
                  <a:pt x="201225" y="54722"/>
                </a:lnTo>
                <a:lnTo>
                  <a:pt x="201285" y="54461"/>
                </a:lnTo>
                <a:lnTo>
                  <a:pt x="201337" y="54196"/>
                </a:lnTo>
                <a:lnTo>
                  <a:pt x="201381" y="53927"/>
                </a:lnTo>
                <a:lnTo>
                  <a:pt x="201418" y="53655"/>
                </a:lnTo>
                <a:lnTo>
                  <a:pt x="201446" y="53379"/>
                </a:lnTo>
                <a:lnTo>
                  <a:pt x="201466" y="53100"/>
                </a:lnTo>
                <a:lnTo>
                  <a:pt x="201478" y="52816"/>
                </a:lnTo>
                <a:lnTo>
                  <a:pt x="201482" y="52529"/>
                </a:lnTo>
                <a:lnTo>
                  <a:pt x="201476" y="52205"/>
                </a:lnTo>
                <a:lnTo>
                  <a:pt x="201460" y="51884"/>
                </a:lnTo>
                <a:lnTo>
                  <a:pt x="201432" y="51566"/>
                </a:lnTo>
                <a:lnTo>
                  <a:pt x="201393" y="51252"/>
                </a:lnTo>
                <a:lnTo>
                  <a:pt x="201343" y="50940"/>
                </a:lnTo>
                <a:lnTo>
                  <a:pt x="201282" y="50632"/>
                </a:lnTo>
                <a:lnTo>
                  <a:pt x="201210" y="50327"/>
                </a:lnTo>
                <a:lnTo>
                  <a:pt x="201126" y="50026"/>
                </a:lnTo>
                <a:lnTo>
                  <a:pt x="201032" y="49728"/>
                </a:lnTo>
                <a:lnTo>
                  <a:pt x="200926" y="49432"/>
                </a:lnTo>
                <a:lnTo>
                  <a:pt x="200810" y="49141"/>
                </a:lnTo>
                <a:lnTo>
                  <a:pt x="200682" y="48852"/>
                </a:lnTo>
                <a:lnTo>
                  <a:pt x="200543" y="48566"/>
                </a:lnTo>
                <a:lnTo>
                  <a:pt x="200393" y="48284"/>
                </a:lnTo>
                <a:lnTo>
                  <a:pt x="200379" y="48259"/>
                </a:lnTo>
                <a:lnTo>
                  <a:pt x="200583" y="48261"/>
                </a:lnTo>
                <a:lnTo>
                  <a:pt x="201068" y="48269"/>
                </a:lnTo>
                <a:lnTo>
                  <a:pt x="201540" y="48282"/>
                </a:lnTo>
                <a:lnTo>
                  <a:pt x="201998" y="48299"/>
                </a:lnTo>
                <a:lnTo>
                  <a:pt x="202442" y="48321"/>
                </a:lnTo>
                <a:lnTo>
                  <a:pt x="202872" y="48347"/>
                </a:lnTo>
                <a:lnTo>
                  <a:pt x="203288" y="48378"/>
                </a:lnTo>
                <a:lnTo>
                  <a:pt x="203691" y="48413"/>
                </a:lnTo>
                <a:lnTo>
                  <a:pt x="204080" y="48452"/>
                </a:lnTo>
                <a:lnTo>
                  <a:pt x="204456" y="48496"/>
                </a:lnTo>
                <a:lnTo>
                  <a:pt x="204817" y="48545"/>
                </a:lnTo>
                <a:lnTo>
                  <a:pt x="205165" y="48598"/>
                </a:lnTo>
                <a:lnTo>
                  <a:pt x="205499" y="48655"/>
                </a:lnTo>
                <a:lnTo>
                  <a:pt x="205820" y="48717"/>
                </a:lnTo>
                <a:lnTo>
                  <a:pt x="206126" y="48784"/>
                </a:lnTo>
                <a:lnTo>
                  <a:pt x="206419" y="48855"/>
                </a:lnTo>
                <a:lnTo>
                  <a:pt x="206699" y="48930"/>
                </a:lnTo>
                <a:lnTo>
                  <a:pt x="206964" y="49010"/>
                </a:lnTo>
                <a:lnTo>
                  <a:pt x="207216" y="49094"/>
                </a:lnTo>
                <a:lnTo>
                  <a:pt x="207454" y="49183"/>
                </a:lnTo>
                <a:lnTo>
                  <a:pt x="207678" y="49276"/>
                </a:lnTo>
                <a:lnTo>
                  <a:pt x="207889" y="49374"/>
                </a:lnTo>
                <a:lnTo>
                  <a:pt x="208090" y="49476"/>
                </a:lnTo>
                <a:lnTo>
                  <a:pt x="208288" y="49581"/>
                </a:lnTo>
                <a:lnTo>
                  <a:pt x="208481" y="49690"/>
                </a:lnTo>
                <a:lnTo>
                  <a:pt x="208670" y="49802"/>
                </a:lnTo>
                <a:lnTo>
                  <a:pt x="208855" y="49918"/>
                </a:lnTo>
                <a:lnTo>
                  <a:pt x="209036" y="50038"/>
                </a:lnTo>
                <a:lnTo>
                  <a:pt x="209212" y="50161"/>
                </a:lnTo>
                <a:lnTo>
                  <a:pt x="209385" y="50288"/>
                </a:lnTo>
                <a:lnTo>
                  <a:pt x="209553" y="50418"/>
                </a:lnTo>
                <a:lnTo>
                  <a:pt x="209717" y="50551"/>
                </a:lnTo>
                <a:lnTo>
                  <a:pt x="209877" y="50689"/>
                </a:lnTo>
                <a:lnTo>
                  <a:pt x="210033" y="50830"/>
                </a:lnTo>
                <a:lnTo>
                  <a:pt x="210185" y="50974"/>
                </a:lnTo>
                <a:lnTo>
                  <a:pt x="210332" y="51122"/>
                </a:lnTo>
                <a:lnTo>
                  <a:pt x="210475" y="51273"/>
                </a:lnTo>
                <a:lnTo>
                  <a:pt x="210614" y="51428"/>
                </a:lnTo>
                <a:lnTo>
                  <a:pt x="210749" y="51587"/>
                </a:lnTo>
                <a:lnTo>
                  <a:pt x="210880" y="51749"/>
                </a:lnTo>
                <a:lnTo>
                  <a:pt x="211007" y="51915"/>
                </a:lnTo>
                <a:lnTo>
                  <a:pt x="211129" y="52084"/>
                </a:lnTo>
                <a:lnTo>
                  <a:pt x="211248" y="52256"/>
                </a:lnTo>
                <a:lnTo>
                  <a:pt x="211362" y="52433"/>
                </a:lnTo>
                <a:lnTo>
                  <a:pt x="211472" y="52613"/>
                </a:lnTo>
                <a:lnTo>
                  <a:pt x="211577" y="52796"/>
                </a:lnTo>
                <a:lnTo>
                  <a:pt x="211679" y="52987"/>
                </a:lnTo>
                <a:lnTo>
                  <a:pt x="211776" y="53191"/>
                </a:lnTo>
                <a:lnTo>
                  <a:pt x="211869" y="53407"/>
                </a:lnTo>
                <a:lnTo>
                  <a:pt x="211958" y="53635"/>
                </a:lnTo>
                <a:lnTo>
                  <a:pt x="212042" y="53876"/>
                </a:lnTo>
                <a:lnTo>
                  <a:pt x="212122" y="54129"/>
                </a:lnTo>
                <a:lnTo>
                  <a:pt x="212197" y="54395"/>
                </a:lnTo>
                <a:lnTo>
                  <a:pt x="212269" y="54672"/>
                </a:lnTo>
                <a:lnTo>
                  <a:pt x="212336" y="54963"/>
                </a:lnTo>
                <a:lnTo>
                  <a:pt x="212398" y="55265"/>
                </a:lnTo>
                <a:lnTo>
                  <a:pt x="212457" y="55580"/>
                </a:lnTo>
                <a:lnTo>
                  <a:pt x="212511" y="55907"/>
                </a:lnTo>
                <a:lnTo>
                  <a:pt x="212560" y="56246"/>
                </a:lnTo>
                <a:lnTo>
                  <a:pt x="212606" y="56598"/>
                </a:lnTo>
                <a:lnTo>
                  <a:pt x="212647" y="56962"/>
                </a:lnTo>
                <a:lnTo>
                  <a:pt x="212683" y="57339"/>
                </a:lnTo>
                <a:lnTo>
                  <a:pt x="212716" y="57728"/>
                </a:lnTo>
                <a:lnTo>
                  <a:pt x="212744" y="58129"/>
                </a:lnTo>
                <a:lnTo>
                  <a:pt x="212768" y="58543"/>
                </a:lnTo>
                <a:lnTo>
                  <a:pt x="212787" y="58968"/>
                </a:lnTo>
                <a:lnTo>
                  <a:pt x="212802" y="59407"/>
                </a:lnTo>
                <a:lnTo>
                  <a:pt x="212813" y="59857"/>
                </a:lnTo>
                <a:lnTo>
                  <a:pt x="212820" y="60320"/>
                </a:lnTo>
                <a:lnTo>
                  <a:pt x="212822" y="60795"/>
                </a:lnTo>
                <a:lnTo>
                  <a:pt x="212822" y="97148"/>
                </a:lnTo>
                <a:lnTo>
                  <a:pt x="212825" y="98087"/>
                </a:lnTo>
                <a:lnTo>
                  <a:pt x="212835" y="99009"/>
                </a:lnTo>
                <a:lnTo>
                  <a:pt x="212852" y="99912"/>
                </a:lnTo>
                <a:lnTo>
                  <a:pt x="212876" y="100797"/>
                </a:lnTo>
                <a:lnTo>
                  <a:pt x="212907" y="101665"/>
                </a:lnTo>
                <a:lnTo>
                  <a:pt x="212944" y="102514"/>
                </a:lnTo>
                <a:lnTo>
                  <a:pt x="212988" y="103346"/>
                </a:lnTo>
                <a:lnTo>
                  <a:pt x="213039" y="104160"/>
                </a:lnTo>
                <a:lnTo>
                  <a:pt x="213097" y="104956"/>
                </a:lnTo>
                <a:lnTo>
                  <a:pt x="213161" y="105734"/>
                </a:lnTo>
                <a:lnTo>
                  <a:pt x="213232" y="106494"/>
                </a:lnTo>
                <a:lnTo>
                  <a:pt x="213311" y="107236"/>
                </a:lnTo>
                <a:lnTo>
                  <a:pt x="213395" y="107961"/>
                </a:lnTo>
                <a:lnTo>
                  <a:pt x="213487" y="108667"/>
                </a:lnTo>
                <a:lnTo>
                  <a:pt x="213586" y="109356"/>
                </a:lnTo>
                <a:lnTo>
                  <a:pt x="213691" y="110026"/>
                </a:lnTo>
                <a:lnTo>
                  <a:pt x="213803" y="110679"/>
                </a:lnTo>
                <a:lnTo>
                  <a:pt x="213922" y="111314"/>
                </a:lnTo>
                <a:lnTo>
                  <a:pt x="214047" y="111931"/>
                </a:lnTo>
                <a:lnTo>
                  <a:pt x="214180" y="112530"/>
                </a:lnTo>
                <a:lnTo>
                  <a:pt x="214319" y="113111"/>
                </a:lnTo>
                <a:lnTo>
                  <a:pt x="214465" y="113674"/>
                </a:lnTo>
                <a:lnTo>
                  <a:pt x="214618" y="114219"/>
                </a:lnTo>
                <a:lnTo>
                  <a:pt x="214777" y="114747"/>
                </a:lnTo>
                <a:lnTo>
                  <a:pt x="214945" y="115261"/>
                </a:lnTo>
                <a:lnTo>
                  <a:pt x="215124" y="115768"/>
                </a:lnTo>
                <a:lnTo>
                  <a:pt x="215314" y="116267"/>
                </a:lnTo>
                <a:lnTo>
                  <a:pt x="215514" y="116758"/>
                </a:lnTo>
                <a:lnTo>
                  <a:pt x="215725" y="117241"/>
                </a:lnTo>
                <a:lnTo>
                  <a:pt x="215946" y="117716"/>
                </a:lnTo>
                <a:lnTo>
                  <a:pt x="216179" y="118183"/>
                </a:lnTo>
                <a:lnTo>
                  <a:pt x="216421" y="118643"/>
                </a:lnTo>
                <a:lnTo>
                  <a:pt x="216675" y="119094"/>
                </a:lnTo>
                <a:lnTo>
                  <a:pt x="216939" y="119538"/>
                </a:lnTo>
                <a:lnTo>
                  <a:pt x="217214" y="119974"/>
                </a:lnTo>
                <a:lnTo>
                  <a:pt x="217499" y="120402"/>
                </a:lnTo>
                <a:lnTo>
                  <a:pt x="217795" y="120822"/>
                </a:lnTo>
                <a:lnTo>
                  <a:pt x="218102" y="121234"/>
                </a:lnTo>
                <a:lnTo>
                  <a:pt x="218419" y="121639"/>
                </a:lnTo>
                <a:lnTo>
                  <a:pt x="218747" y="122035"/>
                </a:lnTo>
                <a:lnTo>
                  <a:pt x="219086" y="122424"/>
                </a:lnTo>
                <a:lnTo>
                  <a:pt x="219435" y="122805"/>
                </a:lnTo>
                <a:lnTo>
                  <a:pt x="219795" y="123178"/>
                </a:lnTo>
                <a:lnTo>
                  <a:pt x="220166" y="123543"/>
                </a:lnTo>
                <a:lnTo>
                  <a:pt x="220547" y="123900"/>
                </a:lnTo>
                <a:lnTo>
                  <a:pt x="220939" y="124249"/>
                </a:lnTo>
                <a:lnTo>
                  <a:pt x="221341" y="124590"/>
                </a:lnTo>
                <a:lnTo>
                  <a:pt x="221754" y="124924"/>
                </a:lnTo>
                <a:lnTo>
                  <a:pt x="222176" y="125247"/>
                </a:lnTo>
                <a:lnTo>
                  <a:pt x="222604" y="125556"/>
                </a:lnTo>
                <a:lnTo>
                  <a:pt x="223038" y="125851"/>
                </a:lnTo>
                <a:lnTo>
                  <a:pt x="223479" y="126132"/>
                </a:lnTo>
                <a:lnTo>
                  <a:pt x="223926" y="126400"/>
                </a:lnTo>
                <a:lnTo>
                  <a:pt x="224379" y="126654"/>
                </a:lnTo>
                <a:lnTo>
                  <a:pt x="224839" y="126895"/>
                </a:lnTo>
                <a:lnTo>
                  <a:pt x="225305" y="127121"/>
                </a:lnTo>
                <a:lnTo>
                  <a:pt x="225777" y="127334"/>
                </a:lnTo>
                <a:lnTo>
                  <a:pt x="226256" y="127533"/>
                </a:lnTo>
                <a:lnTo>
                  <a:pt x="226740" y="127719"/>
                </a:lnTo>
                <a:lnTo>
                  <a:pt x="227232" y="127890"/>
                </a:lnTo>
                <a:lnTo>
                  <a:pt x="227729" y="128048"/>
                </a:lnTo>
                <a:lnTo>
                  <a:pt x="228233" y="128193"/>
                </a:lnTo>
                <a:lnTo>
                  <a:pt x="228743" y="128323"/>
                </a:lnTo>
                <a:lnTo>
                  <a:pt x="229260" y="128440"/>
                </a:lnTo>
                <a:lnTo>
                  <a:pt x="229783" y="128543"/>
                </a:lnTo>
                <a:lnTo>
                  <a:pt x="230312" y="128632"/>
                </a:lnTo>
                <a:lnTo>
                  <a:pt x="230848" y="128708"/>
                </a:lnTo>
                <a:lnTo>
                  <a:pt x="231389" y="128769"/>
                </a:lnTo>
                <a:lnTo>
                  <a:pt x="231938" y="128817"/>
                </a:lnTo>
                <a:lnTo>
                  <a:pt x="232492" y="128852"/>
                </a:lnTo>
                <a:lnTo>
                  <a:pt x="233053" y="128872"/>
                </a:lnTo>
                <a:lnTo>
                  <a:pt x="233620" y="128879"/>
                </a:lnTo>
                <a:lnTo>
                  <a:pt x="234130" y="128874"/>
                </a:lnTo>
                <a:lnTo>
                  <a:pt x="234638" y="128859"/>
                </a:lnTo>
                <a:lnTo>
                  <a:pt x="235144" y="128833"/>
                </a:lnTo>
                <a:lnTo>
                  <a:pt x="235647" y="128798"/>
                </a:lnTo>
                <a:lnTo>
                  <a:pt x="236149" y="128752"/>
                </a:lnTo>
                <a:lnTo>
                  <a:pt x="236648" y="128696"/>
                </a:lnTo>
                <a:lnTo>
                  <a:pt x="237145" y="128630"/>
                </a:lnTo>
                <a:lnTo>
                  <a:pt x="237640" y="128553"/>
                </a:lnTo>
                <a:lnTo>
                  <a:pt x="238132" y="128467"/>
                </a:lnTo>
                <a:lnTo>
                  <a:pt x="238623" y="128370"/>
                </a:lnTo>
                <a:lnTo>
                  <a:pt x="239111" y="128263"/>
                </a:lnTo>
                <a:lnTo>
                  <a:pt x="239597" y="128146"/>
                </a:lnTo>
                <a:lnTo>
                  <a:pt x="240082" y="128019"/>
                </a:lnTo>
                <a:lnTo>
                  <a:pt x="240563" y="127881"/>
                </a:lnTo>
                <a:lnTo>
                  <a:pt x="241043" y="127733"/>
                </a:lnTo>
                <a:lnTo>
                  <a:pt x="241521" y="127576"/>
                </a:lnTo>
                <a:lnTo>
                  <a:pt x="241996" y="127408"/>
                </a:lnTo>
                <a:lnTo>
                  <a:pt x="242469" y="127229"/>
                </a:lnTo>
                <a:lnTo>
                  <a:pt x="242941" y="127041"/>
                </a:lnTo>
                <a:lnTo>
                  <a:pt x="243410" y="126842"/>
                </a:lnTo>
                <a:lnTo>
                  <a:pt x="243876" y="126634"/>
                </a:lnTo>
                <a:lnTo>
                  <a:pt x="244341" y="126415"/>
                </a:lnTo>
                <a:lnTo>
                  <a:pt x="244803" y="126185"/>
                </a:lnTo>
                <a:lnTo>
                  <a:pt x="245264" y="125946"/>
                </a:lnTo>
                <a:lnTo>
                  <a:pt x="245732" y="125687"/>
                </a:lnTo>
                <a:lnTo>
                  <a:pt x="246217" y="125399"/>
                </a:lnTo>
                <a:lnTo>
                  <a:pt x="246719" y="125081"/>
                </a:lnTo>
                <a:lnTo>
                  <a:pt x="247239" y="124734"/>
                </a:lnTo>
                <a:lnTo>
                  <a:pt x="247776" y="124357"/>
                </a:lnTo>
                <a:lnTo>
                  <a:pt x="248330" y="123952"/>
                </a:lnTo>
                <a:lnTo>
                  <a:pt x="248902" y="123517"/>
                </a:lnTo>
                <a:lnTo>
                  <a:pt x="249491" y="123052"/>
                </a:lnTo>
                <a:lnTo>
                  <a:pt x="250097" y="122559"/>
                </a:lnTo>
                <a:lnTo>
                  <a:pt x="250720" y="122036"/>
                </a:lnTo>
                <a:lnTo>
                  <a:pt x="251361" y="121484"/>
                </a:lnTo>
                <a:lnTo>
                  <a:pt x="252019" y="120902"/>
                </a:lnTo>
                <a:lnTo>
                  <a:pt x="252694" y="120291"/>
                </a:lnTo>
                <a:lnTo>
                  <a:pt x="253387" y="119651"/>
                </a:lnTo>
                <a:lnTo>
                  <a:pt x="254096" y="118981"/>
                </a:lnTo>
                <a:lnTo>
                  <a:pt x="254823" y="118282"/>
                </a:lnTo>
                <a:lnTo>
                  <a:pt x="255568" y="117554"/>
                </a:lnTo>
                <a:lnTo>
                  <a:pt x="256330" y="116797"/>
                </a:lnTo>
                <a:lnTo>
                  <a:pt x="257109" y="116010"/>
                </a:lnTo>
                <a:lnTo>
                  <a:pt x="257905" y="115194"/>
                </a:lnTo>
                <a:lnTo>
                  <a:pt x="258718" y="114348"/>
                </a:lnTo>
                <a:lnTo>
                  <a:pt x="259549" y="113474"/>
                </a:lnTo>
                <a:lnTo>
                  <a:pt x="260397" y="112569"/>
                </a:lnTo>
                <a:lnTo>
                  <a:pt x="261263" y="111636"/>
                </a:lnTo>
                <a:lnTo>
                  <a:pt x="261263" y="128879"/>
                </a:lnTo>
                <a:lnTo>
                  <a:pt x="265262" y="128879"/>
                </a:lnTo>
                <a:lnTo>
                  <a:pt x="289616" y="118835"/>
                </a:lnTo>
                <a:lnTo>
                  <a:pt x="288372" y="115725"/>
                </a:lnTo>
                <a:lnTo>
                  <a:pt x="288084" y="115848"/>
                </a:lnTo>
                <a:lnTo>
                  <a:pt x="287799" y="115966"/>
                </a:lnTo>
                <a:lnTo>
                  <a:pt x="287516" y="116079"/>
                </a:lnTo>
                <a:lnTo>
                  <a:pt x="287236" y="116186"/>
                </a:lnTo>
                <a:lnTo>
                  <a:pt x="286958" y="116289"/>
                </a:lnTo>
                <a:lnTo>
                  <a:pt x="286683" y="116386"/>
                </a:lnTo>
                <a:lnTo>
                  <a:pt x="286410" y="116477"/>
                </a:lnTo>
                <a:lnTo>
                  <a:pt x="286140" y="116564"/>
                </a:lnTo>
                <a:lnTo>
                  <a:pt x="285872" y="116645"/>
                </a:lnTo>
                <a:lnTo>
                  <a:pt x="285606" y="116721"/>
                </a:lnTo>
                <a:lnTo>
                  <a:pt x="285343" y="116792"/>
                </a:lnTo>
                <a:lnTo>
                  <a:pt x="285083" y="116858"/>
                </a:lnTo>
                <a:lnTo>
                  <a:pt x="284825" y="116918"/>
                </a:lnTo>
                <a:lnTo>
                  <a:pt x="284569" y="116973"/>
                </a:lnTo>
                <a:lnTo>
                  <a:pt x="284316" y="117023"/>
                </a:lnTo>
                <a:lnTo>
                  <a:pt x="284066" y="117068"/>
                </a:lnTo>
                <a:lnTo>
                  <a:pt x="283818" y="117107"/>
                </a:lnTo>
                <a:lnTo>
                  <a:pt x="283572" y="117141"/>
                </a:lnTo>
                <a:lnTo>
                  <a:pt x="283329" y="117170"/>
                </a:lnTo>
                <a:lnTo>
                  <a:pt x="283088" y="117194"/>
                </a:lnTo>
                <a:lnTo>
                  <a:pt x="282850" y="117212"/>
                </a:lnTo>
                <a:lnTo>
                  <a:pt x="282614" y="117225"/>
                </a:lnTo>
                <a:lnTo>
                  <a:pt x="282381" y="117233"/>
                </a:lnTo>
                <a:lnTo>
                  <a:pt x="282150" y="117236"/>
                </a:lnTo>
                <a:lnTo>
                  <a:pt x="281988" y="117233"/>
                </a:lnTo>
                <a:lnTo>
                  <a:pt x="281827" y="117227"/>
                </a:lnTo>
                <a:lnTo>
                  <a:pt x="281669" y="117216"/>
                </a:lnTo>
                <a:lnTo>
                  <a:pt x="281512" y="117201"/>
                </a:lnTo>
                <a:lnTo>
                  <a:pt x="281356" y="117182"/>
                </a:lnTo>
                <a:lnTo>
                  <a:pt x="281203" y="117158"/>
                </a:lnTo>
                <a:lnTo>
                  <a:pt x="281051" y="117130"/>
                </a:lnTo>
                <a:lnTo>
                  <a:pt x="280901" y="117097"/>
                </a:lnTo>
                <a:lnTo>
                  <a:pt x="280752" y="117061"/>
                </a:lnTo>
                <a:lnTo>
                  <a:pt x="280605" y="117020"/>
                </a:lnTo>
                <a:lnTo>
                  <a:pt x="280460" y="116974"/>
                </a:lnTo>
                <a:lnTo>
                  <a:pt x="280317" y="116925"/>
                </a:lnTo>
                <a:lnTo>
                  <a:pt x="280175" y="116871"/>
                </a:lnTo>
                <a:lnTo>
                  <a:pt x="280035" y="116812"/>
                </a:lnTo>
                <a:lnTo>
                  <a:pt x="279897" y="116750"/>
                </a:lnTo>
                <a:lnTo>
                  <a:pt x="279760" y="116683"/>
                </a:lnTo>
                <a:lnTo>
                  <a:pt x="279625" y="116611"/>
                </a:lnTo>
                <a:lnTo>
                  <a:pt x="279492" y="116536"/>
                </a:lnTo>
                <a:lnTo>
                  <a:pt x="279360" y="116456"/>
                </a:lnTo>
                <a:lnTo>
                  <a:pt x="279230" y="116371"/>
                </a:lnTo>
                <a:lnTo>
                  <a:pt x="279102" y="116283"/>
                </a:lnTo>
                <a:lnTo>
                  <a:pt x="278976" y="116190"/>
                </a:lnTo>
                <a:lnTo>
                  <a:pt x="278851" y="116093"/>
                </a:lnTo>
                <a:lnTo>
                  <a:pt x="278728" y="115991"/>
                </a:lnTo>
                <a:lnTo>
                  <a:pt x="278607" y="115884"/>
                </a:lnTo>
                <a:lnTo>
                  <a:pt x="278489" y="115771"/>
                </a:lnTo>
                <a:lnTo>
                  <a:pt x="278374" y="115650"/>
                </a:lnTo>
                <a:lnTo>
                  <a:pt x="278261" y="115523"/>
                </a:lnTo>
                <a:lnTo>
                  <a:pt x="278152" y="115390"/>
                </a:lnTo>
                <a:lnTo>
                  <a:pt x="278045" y="115250"/>
                </a:lnTo>
                <a:lnTo>
                  <a:pt x="277940" y="115103"/>
                </a:lnTo>
                <a:lnTo>
                  <a:pt x="277839" y="114949"/>
                </a:lnTo>
                <a:lnTo>
                  <a:pt x="277740" y="114789"/>
                </a:lnTo>
                <a:lnTo>
                  <a:pt x="277645" y="114623"/>
                </a:lnTo>
                <a:lnTo>
                  <a:pt x="277552" y="114449"/>
                </a:lnTo>
                <a:lnTo>
                  <a:pt x="277461" y="114269"/>
                </a:lnTo>
                <a:lnTo>
                  <a:pt x="277374" y="114083"/>
                </a:lnTo>
                <a:lnTo>
                  <a:pt x="277289" y="113889"/>
                </a:lnTo>
                <a:lnTo>
                  <a:pt x="277207" y="113689"/>
                </a:lnTo>
                <a:lnTo>
                  <a:pt x="277128" y="113483"/>
                </a:lnTo>
                <a:lnTo>
                  <a:pt x="277052" y="113270"/>
                </a:lnTo>
                <a:lnTo>
                  <a:pt x="276978" y="113050"/>
                </a:lnTo>
                <a:lnTo>
                  <a:pt x="276907" y="112823"/>
                </a:lnTo>
                <a:lnTo>
                  <a:pt x="276839" y="112590"/>
                </a:lnTo>
                <a:lnTo>
                  <a:pt x="276774" y="112351"/>
                </a:lnTo>
                <a:lnTo>
                  <a:pt x="276711" y="112104"/>
                </a:lnTo>
                <a:lnTo>
                  <a:pt x="276652" y="111851"/>
                </a:lnTo>
                <a:lnTo>
                  <a:pt x="276595" y="111592"/>
                </a:lnTo>
                <a:lnTo>
                  <a:pt x="276540" y="111310"/>
                </a:lnTo>
                <a:lnTo>
                  <a:pt x="276488" y="110989"/>
                </a:lnTo>
                <a:lnTo>
                  <a:pt x="276438" y="110631"/>
                </a:lnTo>
                <a:lnTo>
                  <a:pt x="276391" y="110235"/>
                </a:lnTo>
                <a:lnTo>
                  <a:pt x="276346" y="109800"/>
                </a:lnTo>
                <a:lnTo>
                  <a:pt x="276303" y="109328"/>
                </a:lnTo>
                <a:lnTo>
                  <a:pt x="276263" y="108817"/>
                </a:lnTo>
                <a:lnTo>
                  <a:pt x="276224" y="108268"/>
                </a:lnTo>
                <a:lnTo>
                  <a:pt x="276188" y="107681"/>
                </a:lnTo>
                <a:lnTo>
                  <a:pt x="276155" y="107056"/>
                </a:lnTo>
                <a:lnTo>
                  <a:pt x="276124" y="106393"/>
                </a:lnTo>
                <a:lnTo>
                  <a:pt x="276095" y="105692"/>
                </a:lnTo>
                <a:lnTo>
                  <a:pt x="276068" y="104953"/>
                </a:lnTo>
                <a:lnTo>
                  <a:pt x="276044" y="104175"/>
                </a:lnTo>
                <a:lnTo>
                  <a:pt x="276022" y="103360"/>
                </a:lnTo>
                <a:lnTo>
                  <a:pt x="276002" y="102506"/>
                </a:lnTo>
                <a:lnTo>
                  <a:pt x="275985" y="101614"/>
                </a:lnTo>
                <a:lnTo>
                  <a:pt x="275970" y="100684"/>
                </a:lnTo>
                <a:lnTo>
                  <a:pt x="275957" y="99716"/>
                </a:lnTo>
                <a:lnTo>
                  <a:pt x="275947" y="98710"/>
                </a:lnTo>
                <a:lnTo>
                  <a:pt x="275938" y="97666"/>
                </a:lnTo>
                <a:lnTo>
                  <a:pt x="275933" y="96583"/>
                </a:lnTo>
                <a:lnTo>
                  <a:pt x="275929" y="95463"/>
                </a:lnTo>
                <a:lnTo>
                  <a:pt x="275928" y="94304"/>
                </a:lnTo>
                <a:lnTo>
                  <a:pt x="275928" y="44974"/>
                </a:lnTo>
                <a:lnTo>
                  <a:pt x="248197" y="44974"/>
                </a:lnTo>
                <a:lnTo>
                  <a:pt x="248197" y="48263"/>
                </a:lnTo>
                <a:lnTo>
                  <a:pt x="248854" y="48282"/>
                </a:lnTo>
                <a:lnTo>
                  <a:pt x="249492" y="48308"/>
                </a:lnTo>
                <a:lnTo>
                  <a:pt x="250111" y="48343"/>
                </a:lnTo>
                <a:lnTo>
                  <a:pt x="250711" y="48385"/>
                </a:lnTo>
                <a:lnTo>
                  <a:pt x="251293" y="48435"/>
                </a:lnTo>
                <a:lnTo>
                  <a:pt x="251855" y="48493"/>
                </a:lnTo>
                <a:lnTo>
                  <a:pt x="252398" y="48559"/>
                </a:lnTo>
                <a:lnTo>
                  <a:pt x="252922" y="48633"/>
                </a:lnTo>
                <a:lnTo>
                  <a:pt x="253428" y="48714"/>
                </a:lnTo>
                <a:lnTo>
                  <a:pt x="253914" y="48804"/>
                </a:lnTo>
                <a:lnTo>
                  <a:pt x="254381" y="48901"/>
                </a:lnTo>
                <a:lnTo>
                  <a:pt x="254830" y="49006"/>
                </a:lnTo>
                <a:lnTo>
                  <a:pt x="255259" y="49119"/>
                </a:lnTo>
                <a:lnTo>
                  <a:pt x="255669" y="49240"/>
                </a:lnTo>
                <a:lnTo>
                  <a:pt x="256061" y="49368"/>
                </a:lnTo>
                <a:lnTo>
                  <a:pt x="256433" y="49505"/>
                </a:lnTo>
                <a:lnTo>
                  <a:pt x="256787" y="49649"/>
                </a:lnTo>
                <a:lnTo>
                  <a:pt x="257121" y="49801"/>
                </a:lnTo>
                <a:lnTo>
                  <a:pt x="257437" y="49962"/>
                </a:lnTo>
                <a:lnTo>
                  <a:pt x="257733" y="50129"/>
                </a:lnTo>
                <a:lnTo>
                  <a:pt x="258011" y="50305"/>
                </a:lnTo>
                <a:lnTo>
                  <a:pt x="258269" y="50489"/>
                </a:lnTo>
                <a:lnTo>
                  <a:pt x="258509" y="50680"/>
                </a:lnTo>
                <a:lnTo>
                  <a:pt x="258729" y="50880"/>
                </a:lnTo>
                <a:lnTo>
                  <a:pt x="258936" y="51090"/>
                </a:lnTo>
                <a:lnTo>
                  <a:pt x="259134" y="51317"/>
                </a:lnTo>
                <a:lnTo>
                  <a:pt x="259323" y="51558"/>
                </a:lnTo>
                <a:lnTo>
                  <a:pt x="259503" y="51816"/>
                </a:lnTo>
                <a:lnTo>
                  <a:pt x="259675" y="52089"/>
                </a:lnTo>
                <a:lnTo>
                  <a:pt x="259838" y="52377"/>
                </a:lnTo>
                <a:lnTo>
                  <a:pt x="259992" y="52682"/>
                </a:lnTo>
                <a:lnTo>
                  <a:pt x="260137" y="53001"/>
                </a:lnTo>
                <a:lnTo>
                  <a:pt x="260273" y="53336"/>
                </a:lnTo>
                <a:lnTo>
                  <a:pt x="260401" y="53687"/>
                </a:lnTo>
                <a:lnTo>
                  <a:pt x="260519" y="54054"/>
                </a:lnTo>
                <a:lnTo>
                  <a:pt x="260629" y="54435"/>
                </a:lnTo>
                <a:lnTo>
                  <a:pt x="260730" y="54833"/>
                </a:lnTo>
                <a:lnTo>
                  <a:pt x="260823" y="55246"/>
                </a:lnTo>
                <a:lnTo>
                  <a:pt x="260906" y="55674"/>
                </a:lnTo>
                <a:lnTo>
                  <a:pt x="260981" y="56119"/>
                </a:lnTo>
                <a:lnTo>
                  <a:pt x="261047" y="56578"/>
                </a:lnTo>
                <a:lnTo>
                  <a:pt x="261104" y="57054"/>
                </a:lnTo>
                <a:lnTo>
                  <a:pt x="261153" y="57544"/>
                </a:lnTo>
                <a:lnTo>
                  <a:pt x="261192" y="58051"/>
                </a:lnTo>
                <a:lnTo>
                  <a:pt x="261223" y="58573"/>
                </a:lnTo>
                <a:lnTo>
                  <a:pt x="261245" y="59110"/>
                </a:lnTo>
                <a:lnTo>
                  <a:pt x="261258" y="59663"/>
                </a:lnTo>
                <a:lnTo>
                  <a:pt x="261263" y="60232"/>
                </a:lnTo>
                <a:lnTo>
                  <a:pt x="261263" y="106245"/>
                </a:lnTo>
                <a:lnTo>
                  <a:pt x="260710" y="106799"/>
                </a:lnTo>
                <a:lnTo>
                  <a:pt x="260164" y="107337"/>
                </a:lnTo>
                <a:lnTo>
                  <a:pt x="259624" y="107861"/>
                </a:lnTo>
                <a:lnTo>
                  <a:pt x="259091" y="108369"/>
                </a:lnTo>
                <a:lnTo>
                  <a:pt x="258564" y="108863"/>
                </a:lnTo>
                <a:lnTo>
                  <a:pt x="258043" y="109341"/>
                </a:lnTo>
                <a:lnTo>
                  <a:pt x="257529" y="109805"/>
                </a:lnTo>
                <a:lnTo>
                  <a:pt x="257021" y="110253"/>
                </a:lnTo>
                <a:lnTo>
                  <a:pt x="256519" y="110686"/>
                </a:lnTo>
                <a:lnTo>
                  <a:pt x="256024" y="111104"/>
                </a:lnTo>
                <a:lnTo>
                  <a:pt x="255535" y="111507"/>
                </a:lnTo>
                <a:lnTo>
                  <a:pt x="255052" y="111895"/>
                </a:lnTo>
                <a:lnTo>
                  <a:pt x="254575" y="112268"/>
                </a:lnTo>
                <a:lnTo>
                  <a:pt x="254105" y="112626"/>
                </a:lnTo>
                <a:lnTo>
                  <a:pt x="253642" y="112968"/>
                </a:lnTo>
                <a:lnTo>
                  <a:pt x="253184" y="113296"/>
                </a:lnTo>
                <a:lnTo>
                  <a:pt x="252733" y="113609"/>
                </a:lnTo>
                <a:lnTo>
                  <a:pt x="252288" y="113906"/>
                </a:lnTo>
                <a:lnTo>
                  <a:pt x="251850" y="114189"/>
                </a:lnTo>
                <a:lnTo>
                  <a:pt x="251418" y="114456"/>
                </a:lnTo>
                <a:lnTo>
                  <a:pt x="250992" y="114708"/>
                </a:lnTo>
                <a:lnTo>
                  <a:pt x="250572" y="114945"/>
                </a:lnTo>
                <a:lnTo>
                  <a:pt x="250159" y="115168"/>
                </a:lnTo>
                <a:lnTo>
                  <a:pt x="249752" y="115375"/>
                </a:lnTo>
                <a:lnTo>
                  <a:pt x="249350" y="115570"/>
                </a:lnTo>
                <a:lnTo>
                  <a:pt x="248952" y="115757"/>
                </a:lnTo>
                <a:lnTo>
                  <a:pt x="248557" y="115936"/>
                </a:lnTo>
                <a:lnTo>
                  <a:pt x="248166" y="116106"/>
                </a:lnTo>
                <a:lnTo>
                  <a:pt x="247778" y="116268"/>
                </a:lnTo>
                <a:lnTo>
                  <a:pt x="247394" y="116422"/>
                </a:lnTo>
                <a:lnTo>
                  <a:pt x="247014" y="116568"/>
                </a:lnTo>
                <a:lnTo>
                  <a:pt x="246636" y="116705"/>
                </a:lnTo>
                <a:lnTo>
                  <a:pt x="246263" y="116834"/>
                </a:lnTo>
                <a:lnTo>
                  <a:pt x="245893" y="116954"/>
                </a:lnTo>
                <a:lnTo>
                  <a:pt x="245527" y="117066"/>
                </a:lnTo>
                <a:lnTo>
                  <a:pt x="245164" y="117170"/>
                </a:lnTo>
                <a:lnTo>
                  <a:pt x="244804" y="117266"/>
                </a:lnTo>
                <a:lnTo>
                  <a:pt x="244449" y="117353"/>
                </a:lnTo>
                <a:lnTo>
                  <a:pt x="244096" y="117432"/>
                </a:lnTo>
                <a:lnTo>
                  <a:pt x="243748" y="117503"/>
                </a:lnTo>
                <a:lnTo>
                  <a:pt x="243403" y="117565"/>
                </a:lnTo>
                <a:lnTo>
                  <a:pt x="243061" y="117619"/>
                </a:lnTo>
                <a:lnTo>
                  <a:pt x="242723" y="117665"/>
                </a:lnTo>
                <a:lnTo>
                  <a:pt x="242389" y="117702"/>
                </a:lnTo>
                <a:lnTo>
                  <a:pt x="242058" y="117731"/>
                </a:lnTo>
                <a:lnTo>
                  <a:pt x="241730" y="117752"/>
                </a:lnTo>
                <a:lnTo>
                  <a:pt x="241407" y="117765"/>
                </a:lnTo>
                <a:lnTo>
                  <a:pt x="241086" y="117769"/>
                </a:lnTo>
                <a:lnTo>
                  <a:pt x="240622" y="117763"/>
                </a:lnTo>
                <a:lnTo>
                  <a:pt x="240164" y="117744"/>
                </a:lnTo>
                <a:lnTo>
                  <a:pt x="239712" y="117713"/>
                </a:lnTo>
                <a:lnTo>
                  <a:pt x="239265" y="117670"/>
                </a:lnTo>
                <a:lnTo>
                  <a:pt x="238824" y="117615"/>
                </a:lnTo>
                <a:lnTo>
                  <a:pt x="238389" y="117547"/>
                </a:lnTo>
                <a:lnTo>
                  <a:pt x="237960" y="117467"/>
                </a:lnTo>
                <a:lnTo>
                  <a:pt x="237536" y="117375"/>
                </a:lnTo>
                <a:lnTo>
                  <a:pt x="237118" y="117270"/>
                </a:lnTo>
                <a:lnTo>
                  <a:pt x="236705" y="117153"/>
                </a:lnTo>
                <a:lnTo>
                  <a:pt x="236299" y="117024"/>
                </a:lnTo>
                <a:lnTo>
                  <a:pt x="235898" y="116882"/>
                </a:lnTo>
                <a:lnTo>
                  <a:pt x="235502" y="116728"/>
                </a:lnTo>
                <a:lnTo>
                  <a:pt x="235113" y="116562"/>
                </a:lnTo>
                <a:lnTo>
                  <a:pt x="234729" y="116383"/>
                </a:lnTo>
                <a:lnTo>
                  <a:pt x="234351" y="116192"/>
                </a:lnTo>
                <a:lnTo>
                  <a:pt x="233979" y="115989"/>
                </a:lnTo>
                <a:lnTo>
                  <a:pt x="233612" y="115774"/>
                </a:lnTo>
                <a:lnTo>
                  <a:pt x="233251" y="115546"/>
                </a:lnTo>
                <a:lnTo>
                  <a:pt x="232896" y="115306"/>
                </a:lnTo>
                <a:lnTo>
                  <a:pt x="232546" y="115053"/>
                </a:lnTo>
                <a:lnTo>
                  <a:pt x="232202" y="114788"/>
                </a:lnTo>
                <a:lnTo>
                  <a:pt x="231864" y="114511"/>
                </a:lnTo>
                <a:lnTo>
                  <a:pt x="231531" y="114222"/>
                </a:lnTo>
                <a:lnTo>
                  <a:pt x="231209" y="113913"/>
                </a:lnTo>
                <a:lnTo>
                  <a:pt x="230900" y="113577"/>
                </a:lnTo>
                <a:lnTo>
                  <a:pt x="230604" y="113213"/>
                </a:lnTo>
                <a:lnTo>
                  <a:pt x="230323" y="112823"/>
                </a:lnTo>
                <a:lnTo>
                  <a:pt x="230055" y="112405"/>
                </a:lnTo>
                <a:lnTo>
                  <a:pt x="229801" y="111961"/>
                </a:lnTo>
                <a:lnTo>
                  <a:pt x="229561" y="111489"/>
                </a:lnTo>
                <a:lnTo>
                  <a:pt x="229334" y="110990"/>
                </a:lnTo>
                <a:lnTo>
                  <a:pt x="229121" y="110465"/>
                </a:lnTo>
                <a:lnTo>
                  <a:pt x="228922" y="109912"/>
                </a:lnTo>
                <a:lnTo>
                  <a:pt x="228737" y="109332"/>
                </a:lnTo>
                <a:lnTo>
                  <a:pt x="228565" y="108724"/>
                </a:lnTo>
                <a:lnTo>
                  <a:pt x="228407" y="108090"/>
                </a:lnTo>
                <a:lnTo>
                  <a:pt x="228263" y="107429"/>
                </a:lnTo>
                <a:lnTo>
                  <a:pt x="228132" y="106741"/>
                </a:lnTo>
                <a:lnTo>
                  <a:pt x="228016" y="106025"/>
                </a:lnTo>
                <a:lnTo>
                  <a:pt x="227913" y="105282"/>
                </a:lnTo>
                <a:lnTo>
                  <a:pt x="227823" y="104513"/>
                </a:lnTo>
                <a:lnTo>
                  <a:pt x="227748" y="103716"/>
                </a:lnTo>
                <a:lnTo>
                  <a:pt x="227686" y="102892"/>
                </a:lnTo>
                <a:lnTo>
                  <a:pt x="227638" y="102041"/>
                </a:lnTo>
                <a:lnTo>
                  <a:pt x="227604" y="101163"/>
                </a:lnTo>
                <a:lnTo>
                  <a:pt x="227583" y="100258"/>
                </a:lnTo>
                <a:lnTo>
                  <a:pt x="227576" y="99326"/>
                </a:lnTo>
                <a:lnTo>
                  <a:pt x="227576" y="44974"/>
                </a:lnTo>
                <a:lnTo>
                  <a:pt x="199045" y="44974"/>
                </a:lnTo>
                <a:lnTo>
                  <a:pt x="199045" y="46415"/>
                </a:lnTo>
                <a:lnTo>
                  <a:pt x="199032" y="46400"/>
                </a:lnTo>
                <a:lnTo>
                  <a:pt x="198793" y="46144"/>
                </a:lnTo>
                <a:lnTo>
                  <a:pt x="198543" y="45891"/>
                </a:lnTo>
                <a:lnTo>
                  <a:pt x="198282" y="45641"/>
                </a:lnTo>
                <a:close/>
                <a:moveTo>
                  <a:pt x="512393" y="55578"/>
                </a:moveTo>
                <a:lnTo>
                  <a:pt x="512675" y="55478"/>
                </a:lnTo>
                <a:lnTo>
                  <a:pt x="512956" y="55384"/>
                </a:lnTo>
                <a:lnTo>
                  <a:pt x="513233" y="55294"/>
                </a:lnTo>
                <a:lnTo>
                  <a:pt x="513509" y="55208"/>
                </a:lnTo>
                <a:lnTo>
                  <a:pt x="513782" y="55127"/>
                </a:lnTo>
                <a:lnTo>
                  <a:pt x="514052" y="55051"/>
                </a:lnTo>
                <a:lnTo>
                  <a:pt x="514320" y="54979"/>
                </a:lnTo>
                <a:lnTo>
                  <a:pt x="514585" y="54913"/>
                </a:lnTo>
                <a:lnTo>
                  <a:pt x="514848" y="54850"/>
                </a:lnTo>
                <a:lnTo>
                  <a:pt x="515109" y="54792"/>
                </a:lnTo>
                <a:lnTo>
                  <a:pt x="515367" y="54739"/>
                </a:lnTo>
                <a:lnTo>
                  <a:pt x="515622" y="54691"/>
                </a:lnTo>
                <a:lnTo>
                  <a:pt x="515875" y="54647"/>
                </a:lnTo>
                <a:lnTo>
                  <a:pt x="516126" y="54608"/>
                </a:lnTo>
                <a:lnTo>
                  <a:pt x="516374" y="54573"/>
                </a:lnTo>
                <a:lnTo>
                  <a:pt x="516620" y="54543"/>
                </a:lnTo>
                <a:lnTo>
                  <a:pt x="516863" y="54518"/>
                </a:lnTo>
                <a:lnTo>
                  <a:pt x="517104" y="54497"/>
                </a:lnTo>
                <a:lnTo>
                  <a:pt x="517342" y="54481"/>
                </a:lnTo>
                <a:lnTo>
                  <a:pt x="517578" y="54469"/>
                </a:lnTo>
                <a:lnTo>
                  <a:pt x="517811" y="54462"/>
                </a:lnTo>
                <a:lnTo>
                  <a:pt x="518042" y="54460"/>
                </a:lnTo>
                <a:lnTo>
                  <a:pt x="518233" y="54462"/>
                </a:lnTo>
                <a:lnTo>
                  <a:pt x="518422" y="54468"/>
                </a:lnTo>
                <a:lnTo>
                  <a:pt x="518608" y="54479"/>
                </a:lnTo>
                <a:lnTo>
                  <a:pt x="518791" y="54494"/>
                </a:lnTo>
                <a:lnTo>
                  <a:pt x="518972" y="54514"/>
                </a:lnTo>
                <a:lnTo>
                  <a:pt x="519150" y="54537"/>
                </a:lnTo>
                <a:lnTo>
                  <a:pt x="519326" y="54565"/>
                </a:lnTo>
                <a:lnTo>
                  <a:pt x="519498" y="54598"/>
                </a:lnTo>
                <a:lnTo>
                  <a:pt x="519669" y="54634"/>
                </a:lnTo>
                <a:lnTo>
                  <a:pt x="519836" y="54675"/>
                </a:lnTo>
                <a:lnTo>
                  <a:pt x="520001" y="54721"/>
                </a:lnTo>
                <a:lnTo>
                  <a:pt x="520164" y="54770"/>
                </a:lnTo>
                <a:lnTo>
                  <a:pt x="520324" y="54824"/>
                </a:lnTo>
                <a:lnTo>
                  <a:pt x="520481" y="54882"/>
                </a:lnTo>
                <a:lnTo>
                  <a:pt x="520635" y="54945"/>
                </a:lnTo>
                <a:lnTo>
                  <a:pt x="520787" y="55012"/>
                </a:lnTo>
                <a:lnTo>
                  <a:pt x="520937" y="55083"/>
                </a:lnTo>
                <a:lnTo>
                  <a:pt x="521083" y="55158"/>
                </a:lnTo>
                <a:lnTo>
                  <a:pt x="521227" y="55238"/>
                </a:lnTo>
                <a:lnTo>
                  <a:pt x="521369" y="55322"/>
                </a:lnTo>
                <a:lnTo>
                  <a:pt x="521507" y="55410"/>
                </a:lnTo>
                <a:lnTo>
                  <a:pt x="521644" y="55503"/>
                </a:lnTo>
                <a:lnTo>
                  <a:pt x="521777" y="55600"/>
                </a:lnTo>
                <a:lnTo>
                  <a:pt x="521908" y="55701"/>
                </a:lnTo>
                <a:lnTo>
                  <a:pt x="522036" y="55807"/>
                </a:lnTo>
                <a:lnTo>
                  <a:pt x="522161" y="55918"/>
                </a:lnTo>
                <a:lnTo>
                  <a:pt x="522282" y="56035"/>
                </a:lnTo>
                <a:lnTo>
                  <a:pt x="522399" y="56156"/>
                </a:lnTo>
                <a:lnTo>
                  <a:pt x="522514" y="56282"/>
                </a:lnTo>
                <a:lnTo>
                  <a:pt x="522625" y="56414"/>
                </a:lnTo>
                <a:lnTo>
                  <a:pt x="522732" y="56550"/>
                </a:lnTo>
                <a:lnTo>
                  <a:pt x="522836" y="56692"/>
                </a:lnTo>
                <a:lnTo>
                  <a:pt x="522937" y="56838"/>
                </a:lnTo>
                <a:lnTo>
                  <a:pt x="523035" y="56990"/>
                </a:lnTo>
                <a:lnTo>
                  <a:pt x="523129" y="57147"/>
                </a:lnTo>
                <a:lnTo>
                  <a:pt x="523219" y="57309"/>
                </a:lnTo>
                <a:lnTo>
                  <a:pt x="523306" y="57476"/>
                </a:lnTo>
                <a:lnTo>
                  <a:pt x="523390" y="57648"/>
                </a:lnTo>
                <a:lnTo>
                  <a:pt x="523471" y="57825"/>
                </a:lnTo>
                <a:lnTo>
                  <a:pt x="523548" y="58007"/>
                </a:lnTo>
                <a:lnTo>
                  <a:pt x="523621" y="58195"/>
                </a:lnTo>
                <a:lnTo>
                  <a:pt x="523691" y="58387"/>
                </a:lnTo>
                <a:lnTo>
                  <a:pt x="523758" y="58585"/>
                </a:lnTo>
                <a:lnTo>
                  <a:pt x="523822" y="58787"/>
                </a:lnTo>
                <a:lnTo>
                  <a:pt x="523882" y="58995"/>
                </a:lnTo>
                <a:lnTo>
                  <a:pt x="523938" y="59208"/>
                </a:lnTo>
                <a:lnTo>
                  <a:pt x="523991" y="59425"/>
                </a:lnTo>
                <a:lnTo>
                  <a:pt x="524041" y="59648"/>
                </a:lnTo>
                <a:lnTo>
                  <a:pt x="524088" y="59893"/>
                </a:lnTo>
                <a:lnTo>
                  <a:pt x="524134" y="60178"/>
                </a:lnTo>
                <a:lnTo>
                  <a:pt x="524177" y="60503"/>
                </a:lnTo>
                <a:lnTo>
                  <a:pt x="524218" y="60868"/>
                </a:lnTo>
                <a:lnTo>
                  <a:pt x="524257" y="61273"/>
                </a:lnTo>
                <a:lnTo>
                  <a:pt x="524294" y="61718"/>
                </a:lnTo>
                <a:lnTo>
                  <a:pt x="524329" y="62202"/>
                </a:lnTo>
                <a:lnTo>
                  <a:pt x="524362" y="62726"/>
                </a:lnTo>
                <a:lnTo>
                  <a:pt x="524393" y="63291"/>
                </a:lnTo>
                <a:lnTo>
                  <a:pt x="524422" y="63895"/>
                </a:lnTo>
                <a:lnTo>
                  <a:pt x="524450" y="64539"/>
                </a:lnTo>
                <a:lnTo>
                  <a:pt x="524475" y="65223"/>
                </a:lnTo>
                <a:lnTo>
                  <a:pt x="524498" y="65947"/>
                </a:lnTo>
                <a:lnTo>
                  <a:pt x="524519" y="66710"/>
                </a:lnTo>
                <a:lnTo>
                  <a:pt x="524538" y="67514"/>
                </a:lnTo>
                <a:lnTo>
                  <a:pt x="524555" y="68358"/>
                </a:lnTo>
                <a:lnTo>
                  <a:pt x="524570" y="69241"/>
                </a:lnTo>
                <a:lnTo>
                  <a:pt x="524583" y="70164"/>
                </a:lnTo>
                <a:lnTo>
                  <a:pt x="524594" y="71127"/>
                </a:lnTo>
                <a:lnTo>
                  <a:pt x="524603" y="72130"/>
                </a:lnTo>
                <a:lnTo>
                  <a:pt x="524610" y="73173"/>
                </a:lnTo>
                <a:lnTo>
                  <a:pt x="524615" y="74256"/>
                </a:lnTo>
                <a:lnTo>
                  <a:pt x="524618" y="75379"/>
                </a:lnTo>
                <a:lnTo>
                  <a:pt x="524619" y="76541"/>
                </a:lnTo>
                <a:lnTo>
                  <a:pt x="524619" y="108025"/>
                </a:lnTo>
                <a:lnTo>
                  <a:pt x="524618" y="108607"/>
                </a:lnTo>
                <a:lnTo>
                  <a:pt x="524616" y="109169"/>
                </a:lnTo>
                <a:lnTo>
                  <a:pt x="524612" y="109711"/>
                </a:lnTo>
                <a:lnTo>
                  <a:pt x="524607" y="110235"/>
                </a:lnTo>
                <a:lnTo>
                  <a:pt x="524600" y="110739"/>
                </a:lnTo>
                <a:lnTo>
                  <a:pt x="524591" y="111223"/>
                </a:lnTo>
                <a:lnTo>
                  <a:pt x="524581" y="111688"/>
                </a:lnTo>
                <a:lnTo>
                  <a:pt x="524570" y="112134"/>
                </a:lnTo>
                <a:lnTo>
                  <a:pt x="524557" y="112560"/>
                </a:lnTo>
                <a:lnTo>
                  <a:pt x="524542" y="112967"/>
                </a:lnTo>
                <a:lnTo>
                  <a:pt x="524526" y="113355"/>
                </a:lnTo>
                <a:lnTo>
                  <a:pt x="524508" y="113723"/>
                </a:lnTo>
                <a:lnTo>
                  <a:pt x="524489" y="114071"/>
                </a:lnTo>
                <a:lnTo>
                  <a:pt x="524468" y="114401"/>
                </a:lnTo>
                <a:lnTo>
                  <a:pt x="524445" y="114711"/>
                </a:lnTo>
                <a:lnTo>
                  <a:pt x="524422" y="115001"/>
                </a:lnTo>
                <a:lnTo>
                  <a:pt x="524396" y="115272"/>
                </a:lnTo>
                <a:lnTo>
                  <a:pt x="524369" y="115524"/>
                </a:lnTo>
                <a:lnTo>
                  <a:pt x="524340" y="115756"/>
                </a:lnTo>
                <a:lnTo>
                  <a:pt x="524310" y="115969"/>
                </a:lnTo>
                <a:lnTo>
                  <a:pt x="524279" y="116163"/>
                </a:lnTo>
                <a:lnTo>
                  <a:pt x="524246" y="116337"/>
                </a:lnTo>
                <a:lnTo>
                  <a:pt x="524211" y="116492"/>
                </a:lnTo>
                <a:lnTo>
                  <a:pt x="524175" y="116627"/>
                </a:lnTo>
                <a:lnTo>
                  <a:pt x="524098" y="116883"/>
                </a:lnTo>
                <a:lnTo>
                  <a:pt x="524017" y="117133"/>
                </a:lnTo>
                <a:lnTo>
                  <a:pt x="523932" y="117377"/>
                </a:lnTo>
                <a:lnTo>
                  <a:pt x="523841" y="117616"/>
                </a:lnTo>
                <a:lnTo>
                  <a:pt x="523746" y="117848"/>
                </a:lnTo>
                <a:lnTo>
                  <a:pt x="523647" y="118075"/>
                </a:lnTo>
                <a:lnTo>
                  <a:pt x="523543" y="118295"/>
                </a:lnTo>
                <a:lnTo>
                  <a:pt x="523434" y="118510"/>
                </a:lnTo>
                <a:lnTo>
                  <a:pt x="523321" y="118719"/>
                </a:lnTo>
                <a:lnTo>
                  <a:pt x="523202" y="118922"/>
                </a:lnTo>
                <a:lnTo>
                  <a:pt x="523080" y="119120"/>
                </a:lnTo>
                <a:lnTo>
                  <a:pt x="522952" y="119311"/>
                </a:lnTo>
                <a:lnTo>
                  <a:pt x="522821" y="119497"/>
                </a:lnTo>
                <a:lnTo>
                  <a:pt x="522684" y="119676"/>
                </a:lnTo>
                <a:lnTo>
                  <a:pt x="522543" y="119850"/>
                </a:lnTo>
                <a:lnTo>
                  <a:pt x="522397" y="120018"/>
                </a:lnTo>
                <a:lnTo>
                  <a:pt x="522247" y="120181"/>
                </a:lnTo>
                <a:lnTo>
                  <a:pt x="522091" y="120337"/>
                </a:lnTo>
                <a:lnTo>
                  <a:pt x="521932" y="120487"/>
                </a:lnTo>
                <a:lnTo>
                  <a:pt x="521767" y="120632"/>
                </a:lnTo>
                <a:lnTo>
                  <a:pt x="521598" y="120771"/>
                </a:lnTo>
                <a:lnTo>
                  <a:pt x="521425" y="120904"/>
                </a:lnTo>
                <a:lnTo>
                  <a:pt x="521247" y="121031"/>
                </a:lnTo>
                <a:lnTo>
                  <a:pt x="521064" y="121152"/>
                </a:lnTo>
                <a:lnTo>
                  <a:pt x="520806" y="121311"/>
                </a:lnTo>
                <a:lnTo>
                  <a:pt x="520538" y="121463"/>
                </a:lnTo>
                <a:lnTo>
                  <a:pt x="520258" y="121609"/>
                </a:lnTo>
                <a:lnTo>
                  <a:pt x="519968" y="121748"/>
                </a:lnTo>
                <a:lnTo>
                  <a:pt x="519666" y="121880"/>
                </a:lnTo>
                <a:lnTo>
                  <a:pt x="519353" y="122005"/>
                </a:lnTo>
                <a:lnTo>
                  <a:pt x="519029" y="122124"/>
                </a:lnTo>
                <a:lnTo>
                  <a:pt x="518694" y="122235"/>
                </a:lnTo>
                <a:lnTo>
                  <a:pt x="518347" y="122340"/>
                </a:lnTo>
                <a:lnTo>
                  <a:pt x="517990" y="122438"/>
                </a:lnTo>
                <a:lnTo>
                  <a:pt x="517621" y="122530"/>
                </a:lnTo>
                <a:lnTo>
                  <a:pt x="517242" y="122614"/>
                </a:lnTo>
                <a:lnTo>
                  <a:pt x="516851" y="122692"/>
                </a:lnTo>
                <a:lnTo>
                  <a:pt x="516449" y="122763"/>
                </a:lnTo>
                <a:lnTo>
                  <a:pt x="516036" y="122828"/>
                </a:lnTo>
                <a:lnTo>
                  <a:pt x="515612" y="122885"/>
                </a:lnTo>
                <a:lnTo>
                  <a:pt x="515177" y="122936"/>
                </a:lnTo>
                <a:lnTo>
                  <a:pt x="514731" y="122980"/>
                </a:lnTo>
                <a:lnTo>
                  <a:pt x="514274" y="123017"/>
                </a:lnTo>
                <a:lnTo>
                  <a:pt x="513805" y="123048"/>
                </a:lnTo>
                <a:lnTo>
                  <a:pt x="513325" y="123071"/>
                </a:lnTo>
                <a:lnTo>
                  <a:pt x="512835" y="123088"/>
                </a:lnTo>
                <a:lnTo>
                  <a:pt x="512333" y="123098"/>
                </a:lnTo>
                <a:lnTo>
                  <a:pt x="511820" y="123102"/>
                </a:lnTo>
                <a:lnTo>
                  <a:pt x="511820" y="126390"/>
                </a:lnTo>
                <a:lnTo>
                  <a:pt x="553506" y="126390"/>
                </a:lnTo>
                <a:lnTo>
                  <a:pt x="553506" y="123102"/>
                </a:lnTo>
                <a:lnTo>
                  <a:pt x="553051" y="123099"/>
                </a:lnTo>
                <a:lnTo>
                  <a:pt x="552605" y="123091"/>
                </a:lnTo>
                <a:lnTo>
                  <a:pt x="552168" y="123077"/>
                </a:lnTo>
                <a:lnTo>
                  <a:pt x="551740" y="123058"/>
                </a:lnTo>
                <a:lnTo>
                  <a:pt x="551321" y="123033"/>
                </a:lnTo>
                <a:lnTo>
                  <a:pt x="550911" y="123002"/>
                </a:lnTo>
                <a:lnTo>
                  <a:pt x="550510" y="122966"/>
                </a:lnTo>
                <a:lnTo>
                  <a:pt x="550118" y="122925"/>
                </a:lnTo>
                <a:lnTo>
                  <a:pt x="549735" y="122878"/>
                </a:lnTo>
                <a:lnTo>
                  <a:pt x="549361" y="122825"/>
                </a:lnTo>
                <a:lnTo>
                  <a:pt x="548996" y="122767"/>
                </a:lnTo>
                <a:lnTo>
                  <a:pt x="548639" y="122703"/>
                </a:lnTo>
                <a:lnTo>
                  <a:pt x="548292" y="122634"/>
                </a:lnTo>
                <a:lnTo>
                  <a:pt x="547954" y="122559"/>
                </a:lnTo>
                <a:lnTo>
                  <a:pt x="547624" y="122479"/>
                </a:lnTo>
                <a:lnTo>
                  <a:pt x="547304" y="122393"/>
                </a:lnTo>
                <a:lnTo>
                  <a:pt x="546992" y="122302"/>
                </a:lnTo>
                <a:lnTo>
                  <a:pt x="546690" y="122205"/>
                </a:lnTo>
                <a:lnTo>
                  <a:pt x="546396" y="122103"/>
                </a:lnTo>
                <a:lnTo>
                  <a:pt x="546111" y="121995"/>
                </a:lnTo>
                <a:lnTo>
                  <a:pt x="545835" y="121881"/>
                </a:lnTo>
                <a:lnTo>
                  <a:pt x="545569" y="121762"/>
                </a:lnTo>
                <a:lnTo>
                  <a:pt x="545311" y="121638"/>
                </a:lnTo>
                <a:lnTo>
                  <a:pt x="545062" y="121508"/>
                </a:lnTo>
                <a:lnTo>
                  <a:pt x="544821" y="121373"/>
                </a:lnTo>
                <a:lnTo>
                  <a:pt x="544585" y="121236"/>
                </a:lnTo>
                <a:lnTo>
                  <a:pt x="544356" y="121096"/>
                </a:lnTo>
                <a:lnTo>
                  <a:pt x="544134" y="120953"/>
                </a:lnTo>
                <a:lnTo>
                  <a:pt x="543917" y="120807"/>
                </a:lnTo>
                <a:lnTo>
                  <a:pt x="543706" y="120659"/>
                </a:lnTo>
                <a:lnTo>
                  <a:pt x="543502" y="120508"/>
                </a:lnTo>
                <a:lnTo>
                  <a:pt x="543304" y="120354"/>
                </a:lnTo>
                <a:lnTo>
                  <a:pt x="543112" y="120198"/>
                </a:lnTo>
                <a:lnTo>
                  <a:pt x="542926" y="120038"/>
                </a:lnTo>
                <a:lnTo>
                  <a:pt x="542747" y="119876"/>
                </a:lnTo>
                <a:lnTo>
                  <a:pt x="542573" y="119711"/>
                </a:lnTo>
                <a:lnTo>
                  <a:pt x="542406" y="119543"/>
                </a:lnTo>
                <a:lnTo>
                  <a:pt x="542245" y="119373"/>
                </a:lnTo>
                <a:lnTo>
                  <a:pt x="542090" y="119200"/>
                </a:lnTo>
                <a:lnTo>
                  <a:pt x="541941" y="119024"/>
                </a:lnTo>
                <a:lnTo>
                  <a:pt x="541799" y="118845"/>
                </a:lnTo>
                <a:lnTo>
                  <a:pt x="541662" y="118663"/>
                </a:lnTo>
                <a:lnTo>
                  <a:pt x="541532" y="118479"/>
                </a:lnTo>
                <a:lnTo>
                  <a:pt x="541408" y="118292"/>
                </a:lnTo>
                <a:lnTo>
                  <a:pt x="541290" y="118102"/>
                </a:lnTo>
                <a:lnTo>
                  <a:pt x="541178" y="117910"/>
                </a:lnTo>
                <a:lnTo>
                  <a:pt x="541073" y="117714"/>
                </a:lnTo>
                <a:lnTo>
                  <a:pt x="540973" y="117516"/>
                </a:lnTo>
                <a:lnTo>
                  <a:pt x="540836" y="117222"/>
                </a:lnTo>
                <a:lnTo>
                  <a:pt x="540704" y="116917"/>
                </a:lnTo>
                <a:lnTo>
                  <a:pt x="540578" y="116600"/>
                </a:lnTo>
                <a:lnTo>
                  <a:pt x="540457" y="116272"/>
                </a:lnTo>
                <a:lnTo>
                  <a:pt x="540343" y="115933"/>
                </a:lnTo>
                <a:lnTo>
                  <a:pt x="540235" y="115582"/>
                </a:lnTo>
                <a:lnTo>
                  <a:pt x="540132" y="115220"/>
                </a:lnTo>
                <a:lnTo>
                  <a:pt x="540035" y="114847"/>
                </a:lnTo>
                <a:lnTo>
                  <a:pt x="539944" y="114462"/>
                </a:lnTo>
                <a:lnTo>
                  <a:pt x="539859" y="114065"/>
                </a:lnTo>
                <a:lnTo>
                  <a:pt x="539780" y="113658"/>
                </a:lnTo>
                <a:lnTo>
                  <a:pt x="539707" y="113239"/>
                </a:lnTo>
                <a:lnTo>
                  <a:pt x="539639" y="112808"/>
                </a:lnTo>
                <a:lnTo>
                  <a:pt x="539578" y="112366"/>
                </a:lnTo>
                <a:lnTo>
                  <a:pt x="539522" y="111913"/>
                </a:lnTo>
                <a:lnTo>
                  <a:pt x="539472" y="111449"/>
                </a:lnTo>
                <a:lnTo>
                  <a:pt x="539428" y="110973"/>
                </a:lnTo>
                <a:lnTo>
                  <a:pt x="539390" y="110485"/>
                </a:lnTo>
                <a:lnTo>
                  <a:pt x="539358" y="109987"/>
                </a:lnTo>
                <a:lnTo>
                  <a:pt x="539331" y="109477"/>
                </a:lnTo>
                <a:lnTo>
                  <a:pt x="539311" y="108955"/>
                </a:lnTo>
                <a:lnTo>
                  <a:pt x="539296" y="108422"/>
                </a:lnTo>
                <a:lnTo>
                  <a:pt x="539288" y="107878"/>
                </a:lnTo>
                <a:lnTo>
                  <a:pt x="539285" y="107322"/>
                </a:lnTo>
                <a:lnTo>
                  <a:pt x="539285" y="68403"/>
                </a:lnTo>
                <a:lnTo>
                  <a:pt x="539640" y="67717"/>
                </a:lnTo>
                <a:lnTo>
                  <a:pt x="539994" y="67047"/>
                </a:lnTo>
                <a:lnTo>
                  <a:pt x="540347" y="66393"/>
                </a:lnTo>
                <a:lnTo>
                  <a:pt x="540699" y="65756"/>
                </a:lnTo>
                <a:lnTo>
                  <a:pt x="541051" y="65135"/>
                </a:lnTo>
                <a:lnTo>
                  <a:pt x="541401" y="64530"/>
                </a:lnTo>
                <a:lnTo>
                  <a:pt x="541751" y="63942"/>
                </a:lnTo>
                <a:lnTo>
                  <a:pt x="542099" y="63370"/>
                </a:lnTo>
                <a:lnTo>
                  <a:pt x="542447" y="62814"/>
                </a:lnTo>
                <a:lnTo>
                  <a:pt x="542794" y="62275"/>
                </a:lnTo>
                <a:lnTo>
                  <a:pt x="543139" y="61752"/>
                </a:lnTo>
                <a:lnTo>
                  <a:pt x="543484" y="61245"/>
                </a:lnTo>
                <a:lnTo>
                  <a:pt x="543828" y="60754"/>
                </a:lnTo>
                <a:lnTo>
                  <a:pt x="544171" y="60280"/>
                </a:lnTo>
                <a:lnTo>
                  <a:pt x="544513" y="59822"/>
                </a:lnTo>
                <a:lnTo>
                  <a:pt x="544855" y="59380"/>
                </a:lnTo>
                <a:lnTo>
                  <a:pt x="545195" y="58955"/>
                </a:lnTo>
                <a:lnTo>
                  <a:pt x="545534" y="58546"/>
                </a:lnTo>
                <a:lnTo>
                  <a:pt x="545873" y="58153"/>
                </a:lnTo>
                <a:lnTo>
                  <a:pt x="546210" y="57777"/>
                </a:lnTo>
                <a:lnTo>
                  <a:pt x="546547" y="57417"/>
                </a:lnTo>
                <a:lnTo>
                  <a:pt x="546882" y="57073"/>
                </a:lnTo>
                <a:lnTo>
                  <a:pt x="547217" y="56746"/>
                </a:lnTo>
                <a:lnTo>
                  <a:pt x="547551" y="56435"/>
                </a:lnTo>
                <a:lnTo>
                  <a:pt x="547706" y="56290"/>
                </a:lnTo>
                <a:lnTo>
                  <a:pt x="547860" y="56152"/>
                </a:lnTo>
                <a:lnTo>
                  <a:pt x="548013" y="56019"/>
                </a:lnTo>
                <a:lnTo>
                  <a:pt x="548165" y="55893"/>
                </a:lnTo>
                <a:lnTo>
                  <a:pt x="548317" y="55773"/>
                </a:lnTo>
                <a:lnTo>
                  <a:pt x="548467" y="55659"/>
                </a:lnTo>
                <a:lnTo>
                  <a:pt x="548617" y="55552"/>
                </a:lnTo>
                <a:lnTo>
                  <a:pt x="548765" y="55450"/>
                </a:lnTo>
                <a:lnTo>
                  <a:pt x="548913" y="55355"/>
                </a:lnTo>
                <a:lnTo>
                  <a:pt x="549060" y="55266"/>
                </a:lnTo>
                <a:lnTo>
                  <a:pt x="549206" y="55182"/>
                </a:lnTo>
                <a:lnTo>
                  <a:pt x="549350" y="55106"/>
                </a:lnTo>
                <a:lnTo>
                  <a:pt x="549494" y="55035"/>
                </a:lnTo>
                <a:lnTo>
                  <a:pt x="549638" y="54970"/>
                </a:lnTo>
                <a:lnTo>
                  <a:pt x="549780" y="54912"/>
                </a:lnTo>
                <a:lnTo>
                  <a:pt x="549921" y="54859"/>
                </a:lnTo>
                <a:lnTo>
                  <a:pt x="550061" y="54813"/>
                </a:lnTo>
                <a:lnTo>
                  <a:pt x="550200" y="54773"/>
                </a:lnTo>
                <a:lnTo>
                  <a:pt x="550339" y="54739"/>
                </a:lnTo>
                <a:lnTo>
                  <a:pt x="550476" y="54712"/>
                </a:lnTo>
                <a:lnTo>
                  <a:pt x="550613" y="54690"/>
                </a:lnTo>
                <a:lnTo>
                  <a:pt x="550749" y="54675"/>
                </a:lnTo>
                <a:lnTo>
                  <a:pt x="550883" y="54666"/>
                </a:lnTo>
                <a:lnTo>
                  <a:pt x="551017" y="54663"/>
                </a:lnTo>
                <a:lnTo>
                  <a:pt x="551176" y="54668"/>
                </a:lnTo>
                <a:lnTo>
                  <a:pt x="551342" y="54684"/>
                </a:lnTo>
                <a:lnTo>
                  <a:pt x="551515" y="54710"/>
                </a:lnTo>
                <a:lnTo>
                  <a:pt x="551695" y="54748"/>
                </a:lnTo>
                <a:lnTo>
                  <a:pt x="551882" y="54796"/>
                </a:lnTo>
                <a:lnTo>
                  <a:pt x="552075" y="54854"/>
                </a:lnTo>
                <a:lnTo>
                  <a:pt x="552276" y="54923"/>
                </a:lnTo>
                <a:lnTo>
                  <a:pt x="552484" y="55003"/>
                </a:lnTo>
                <a:lnTo>
                  <a:pt x="552698" y="55094"/>
                </a:lnTo>
                <a:lnTo>
                  <a:pt x="552920" y="55195"/>
                </a:lnTo>
                <a:lnTo>
                  <a:pt x="553148" y="55307"/>
                </a:lnTo>
                <a:lnTo>
                  <a:pt x="553384" y="55429"/>
                </a:lnTo>
                <a:lnTo>
                  <a:pt x="553626" y="55562"/>
                </a:lnTo>
                <a:lnTo>
                  <a:pt x="553875" y="55706"/>
                </a:lnTo>
                <a:lnTo>
                  <a:pt x="554131" y="55860"/>
                </a:lnTo>
                <a:lnTo>
                  <a:pt x="554395" y="56025"/>
                </a:lnTo>
                <a:lnTo>
                  <a:pt x="554665" y="56201"/>
                </a:lnTo>
                <a:lnTo>
                  <a:pt x="554942" y="56387"/>
                </a:lnTo>
                <a:lnTo>
                  <a:pt x="555226" y="56584"/>
                </a:lnTo>
                <a:lnTo>
                  <a:pt x="555517" y="56792"/>
                </a:lnTo>
                <a:lnTo>
                  <a:pt x="555815" y="57010"/>
                </a:lnTo>
                <a:lnTo>
                  <a:pt x="556119" y="57239"/>
                </a:lnTo>
                <a:lnTo>
                  <a:pt x="556431" y="57479"/>
                </a:lnTo>
                <a:lnTo>
                  <a:pt x="556750" y="57729"/>
                </a:lnTo>
                <a:lnTo>
                  <a:pt x="557071" y="57979"/>
                </a:lnTo>
                <a:lnTo>
                  <a:pt x="557389" y="58219"/>
                </a:lnTo>
                <a:lnTo>
                  <a:pt x="557705" y="58448"/>
                </a:lnTo>
                <a:lnTo>
                  <a:pt x="558018" y="58666"/>
                </a:lnTo>
                <a:lnTo>
                  <a:pt x="558328" y="58874"/>
                </a:lnTo>
                <a:lnTo>
                  <a:pt x="558636" y="59071"/>
                </a:lnTo>
                <a:lnTo>
                  <a:pt x="558941" y="59257"/>
                </a:lnTo>
                <a:lnTo>
                  <a:pt x="559244" y="59433"/>
                </a:lnTo>
                <a:lnTo>
                  <a:pt x="559543" y="59598"/>
                </a:lnTo>
                <a:lnTo>
                  <a:pt x="559841" y="59752"/>
                </a:lnTo>
                <a:lnTo>
                  <a:pt x="560135" y="59896"/>
                </a:lnTo>
                <a:lnTo>
                  <a:pt x="560427" y="60029"/>
                </a:lnTo>
                <a:lnTo>
                  <a:pt x="560717" y="60151"/>
                </a:lnTo>
                <a:lnTo>
                  <a:pt x="561004" y="60263"/>
                </a:lnTo>
                <a:lnTo>
                  <a:pt x="561288" y="60364"/>
                </a:lnTo>
                <a:lnTo>
                  <a:pt x="561569" y="60455"/>
                </a:lnTo>
                <a:lnTo>
                  <a:pt x="561848" y="60535"/>
                </a:lnTo>
                <a:lnTo>
                  <a:pt x="562125" y="60604"/>
                </a:lnTo>
                <a:lnTo>
                  <a:pt x="562398" y="60662"/>
                </a:lnTo>
                <a:lnTo>
                  <a:pt x="562669" y="60710"/>
                </a:lnTo>
                <a:lnTo>
                  <a:pt x="562938" y="60748"/>
                </a:lnTo>
                <a:lnTo>
                  <a:pt x="563203" y="60774"/>
                </a:lnTo>
                <a:lnTo>
                  <a:pt x="563467" y="60790"/>
                </a:lnTo>
                <a:lnTo>
                  <a:pt x="563727" y="60795"/>
                </a:lnTo>
                <a:lnTo>
                  <a:pt x="563992" y="60791"/>
                </a:lnTo>
                <a:lnTo>
                  <a:pt x="564254" y="60779"/>
                </a:lnTo>
                <a:lnTo>
                  <a:pt x="564513" y="60758"/>
                </a:lnTo>
                <a:lnTo>
                  <a:pt x="564769" y="60729"/>
                </a:lnTo>
                <a:lnTo>
                  <a:pt x="565022" y="60691"/>
                </a:lnTo>
                <a:lnTo>
                  <a:pt x="565272" y="60645"/>
                </a:lnTo>
                <a:lnTo>
                  <a:pt x="565518" y="60591"/>
                </a:lnTo>
                <a:lnTo>
                  <a:pt x="565762" y="60529"/>
                </a:lnTo>
                <a:lnTo>
                  <a:pt x="566002" y="60458"/>
                </a:lnTo>
                <a:lnTo>
                  <a:pt x="566239" y="60379"/>
                </a:lnTo>
                <a:lnTo>
                  <a:pt x="566474" y="60291"/>
                </a:lnTo>
                <a:lnTo>
                  <a:pt x="566705" y="60195"/>
                </a:lnTo>
                <a:lnTo>
                  <a:pt x="566933" y="60091"/>
                </a:lnTo>
                <a:lnTo>
                  <a:pt x="567158" y="59979"/>
                </a:lnTo>
                <a:lnTo>
                  <a:pt x="567380" y="59858"/>
                </a:lnTo>
                <a:lnTo>
                  <a:pt x="567599" y="59729"/>
                </a:lnTo>
                <a:lnTo>
                  <a:pt x="567814" y="59591"/>
                </a:lnTo>
                <a:lnTo>
                  <a:pt x="568027" y="59446"/>
                </a:lnTo>
                <a:lnTo>
                  <a:pt x="568236" y="59291"/>
                </a:lnTo>
                <a:lnTo>
                  <a:pt x="568443" y="59129"/>
                </a:lnTo>
                <a:lnTo>
                  <a:pt x="568646" y="58958"/>
                </a:lnTo>
                <a:lnTo>
                  <a:pt x="568847" y="58779"/>
                </a:lnTo>
                <a:lnTo>
                  <a:pt x="569044" y="58591"/>
                </a:lnTo>
                <a:lnTo>
                  <a:pt x="569238" y="58396"/>
                </a:lnTo>
                <a:lnTo>
                  <a:pt x="569426" y="58194"/>
                </a:lnTo>
                <a:lnTo>
                  <a:pt x="569607" y="57988"/>
                </a:lnTo>
                <a:lnTo>
                  <a:pt x="569780" y="57779"/>
                </a:lnTo>
                <a:lnTo>
                  <a:pt x="569944" y="57566"/>
                </a:lnTo>
                <a:lnTo>
                  <a:pt x="570100" y="57349"/>
                </a:lnTo>
                <a:lnTo>
                  <a:pt x="570249" y="57129"/>
                </a:lnTo>
                <a:lnTo>
                  <a:pt x="570389" y="56905"/>
                </a:lnTo>
                <a:lnTo>
                  <a:pt x="570522" y="56677"/>
                </a:lnTo>
                <a:lnTo>
                  <a:pt x="570646" y="56446"/>
                </a:lnTo>
                <a:lnTo>
                  <a:pt x="570762" y="56211"/>
                </a:lnTo>
                <a:lnTo>
                  <a:pt x="570871" y="55972"/>
                </a:lnTo>
                <a:lnTo>
                  <a:pt x="570971" y="55729"/>
                </a:lnTo>
                <a:lnTo>
                  <a:pt x="571063" y="55483"/>
                </a:lnTo>
                <a:lnTo>
                  <a:pt x="571148" y="55233"/>
                </a:lnTo>
                <a:lnTo>
                  <a:pt x="571224" y="54979"/>
                </a:lnTo>
                <a:lnTo>
                  <a:pt x="571292" y="54722"/>
                </a:lnTo>
                <a:lnTo>
                  <a:pt x="571352" y="54461"/>
                </a:lnTo>
                <a:lnTo>
                  <a:pt x="571404" y="54196"/>
                </a:lnTo>
                <a:lnTo>
                  <a:pt x="571449" y="53927"/>
                </a:lnTo>
                <a:lnTo>
                  <a:pt x="571485" y="53655"/>
                </a:lnTo>
                <a:lnTo>
                  <a:pt x="571513" y="53379"/>
                </a:lnTo>
                <a:lnTo>
                  <a:pt x="571533" y="53100"/>
                </a:lnTo>
                <a:lnTo>
                  <a:pt x="571545" y="52816"/>
                </a:lnTo>
                <a:lnTo>
                  <a:pt x="571549" y="52529"/>
                </a:lnTo>
                <a:lnTo>
                  <a:pt x="571543" y="52205"/>
                </a:lnTo>
                <a:lnTo>
                  <a:pt x="571527" y="51884"/>
                </a:lnTo>
                <a:lnTo>
                  <a:pt x="571499" y="51566"/>
                </a:lnTo>
                <a:lnTo>
                  <a:pt x="571460" y="51252"/>
                </a:lnTo>
                <a:lnTo>
                  <a:pt x="571410" y="50940"/>
                </a:lnTo>
                <a:lnTo>
                  <a:pt x="571349" y="50632"/>
                </a:lnTo>
                <a:lnTo>
                  <a:pt x="571277" y="50327"/>
                </a:lnTo>
                <a:lnTo>
                  <a:pt x="571193" y="50026"/>
                </a:lnTo>
                <a:lnTo>
                  <a:pt x="571099" y="49728"/>
                </a:lnTo>
                <a:lnTo>
                  <a:pt x="570993" y="49432"/>
                </a:lnTo>
                <a:lnTo>
                  <a:pt x="570877" y="49141"/>
                </a:lnTo>
                <a:lnTo>
                  <a:pt x="570749" y="48852"/>
                </a:lnTo>
                <a:lnTo>
                  <a:pt x="570610" y="48566"/>
                </a:lnTo>
                <a:lnTo>
                  <a:pt x="570460" y="48284"/>
                </a:lnTo>
                <a:lnTo>
                  <a:pt x="570299" y="48005"/>
                </a:lnTo>
                <a:lnTo>
                  <a:pt x="570127" y="47730"/>
                </a:lnTo>
                <a:lnTo>
                  <a:pt x="569943" y="47457"/>
                </a:lnTo>
                <a:lnTo>
                  <a:pt x="569749" y="47188"/>
                </a:lnTo>
                <a:lnTo>
                  <a:pt x="569543" y="46922"/>
                </a:lnTo>
                <a:lnTo>
                  <a:pt x="569327" y="46659"/>
                </a:lnTo>
                <a:lnTo>
                  <a:pt x="569099" y="46400"/>
                </a:lnTo>
                <a:lnTo>
                  <a:pt x="568860" y="46144"/>
                </a:lnTo>
                <a:lnTo>
                  <a:pt x="568610" y="45891"/>
                </a:lnTo>
                <a:lnTo>
                  <a:pt x="568349" y="45641"/>
                </a:lnTo>
                <a:lnTo>
                  <a:pt x="568079" y="45398"/>
                </a:lnTo>
                <a:lnTo>
                  <a:pt x="567804" y="45165"/>
                </a:lnTo>
                <a:lnTo>
                  <a:pt x="567523" y="44943"/>
                </a:lnTo>
                <a:lnTo>
                  <a:pt x="567236" y="44731"/>
                </a:lnTo>
                <a:lnTo>
                  <a:pt x="566943" y="44530"/>
                </a:lnTo>
                <a:lnTo>
                  <a:pt x="566644" y="44338"/>
                </a:lnTo>
                <a:lnTo>
                  <a:pt x="566339" y="44157"/>
                </a:lnTo>
                <a:lnTo>
                  <a:pt x="566028" y="43987"/>
                </a:lnTo>
                <a:lnTo>
                  <a:pt x="565712" y="43827"/>
                </a:lnTo>
                <a:lnTo>
                  <a:pt x="565389" y="43677"/>
                </a:lnTo>
                <a:lnTo>
                  <a:pt x="565061" y="43537"/>
                </a:lnTo>
                <a:lnTo>
                  <a:pt x="564727" y="43408"/>
                </a:lnTo>
                <a:lnTo>
                  <a:pt x="564387" y="43289"/>
                </a:lnTo>
                <a:lnTo>
                  <a:pt x="564041" y="43180"/>
                </a:lnTo>
                <a:lnTo>
                  <a:pt x="563690" y="43082"/>
                </a:lnTo>
                <a:lnTo>
                  <a:pt x="563332" y="42994"/>
                </a:lnTo>
                <a:lnTo>
                  <a:pt x="562969" y="42917"/>
                </a:lnTo>
                <a:lnTo>
                  <a:pt x="562599" y="42850"/>
                </a:lnTo>
                <a:lnTo>
                  <a:pt x="562224" y="42793"/>
                </a:lnTo>
                <a:lnTo>
                  <a:pt x="561843" y="42746"/>
                </a:lnTo>
                <a:lnTo>
                  <a:pt x="561457" y="42710"/>
                </a:lnTo>
                <a:lnTo>
                  <a:pt x="561064" y="42684"/>
                </a:lnTo>
                <a:lnTo>
                  <a:pt x="560665" y="42669"/>
                </a:lnTo>
                <a:lnTo>
                  <a:pt x="560261" y="42663"/>
                </a:lnTo>
                <a:lnTo>
                  <a:pt x="559365" y="42695"/>
                </a:lnTo>
                <a:lnTo>
                  <a:pt x="558472" y="42791"/>
                </a:lnTo>
                <a:lnTo>
                  <a:pt x="557580" y="42950"/>
                </a:lnTo>
                <a:lnTo>
                  <a:pt x="556691" y="43172"/>
                </a:lnTo>
                <a:lnTo>
                  <a:pt x="555803" y="43458"/>
                </a:lnTo>
                <a:lnTo>
                  <a:pt x="554917" y="43808"/>
                </a:lnTo>
                <a:lnTo>
                  <a:pt x="554033" y="44221"/>
                </a:lnTo>
                <a:lnTo>
                  <a:pt x="553150" y="44698"/>
                </a:lnTo>
                <a:lnTo>
                  <a:pt x="552270" y="45238"/>
                </a:lnTo>
                <a:lnTo>
                  <a:pt x="551391" y="45842"/>
                </a:lnTo>
                <a:lnTo>
                  <a:pt x="550514" y="46510"/>
                </a:lnTo>
                <a:lnTo>
                  <a:pt x="549639" y="47241"/>
                </a:lnTo>
                <a:lnTo>
                  <a:pt x="548766" y="48036"/>
                </a:lnTo>
                <a:lnTo>
                  <a:pt x="547895" y="48894"/>
                </a:lnTo>
                <a:lnTo>
                  <a:pt x="547026" y="49816"/>
                </a:lnTo>
                <a:lnTo>
                  <a:pt x="546158" y="50801"/>
                </a:lnTo>
                <a:lnTo>
                  <a:pt x="545292" y="51850"/>
                </a:lnTo>
                <a:lnTo>
                  <a:pt x="544429" y="52963"/>
                </a:lnTo>
                <a:lnTo>
                  <a:pt x="543567" y="54139"/>
                </a:lnTo>
                <a:lnTo>
                  <a:pt x="542707" y="55379"/>
                </a:lnTo>
                <a:lnTo>
                  <a:pt x="541848" y="56682"/>
                </a:lnTo>
                <a:lnTo>
                  <a:pt x="540992" y="58049"/>
                </a:lnTo>
                <a:lnTo>
                  <a:pt x="540137" y="59479"/>
                </a:lnTo>
                <a:lnTo>
                  <a:pt x="539285" y="60973"/>
                </a:lnTo>
                <a:lnTo>
                  <a:pt x="539285" y="42663"/>
                </a:lnTo>
                <a:lnTo>
                  <a:pt x="535552" y="42663"/>
                </a:lnTo>
                <a:lnTo>
                  <a:pt x="510931" y="52596"/>
                </a:lnTo>
                <a:lnTo>
                  <a:pt x="511820" y="55790"/>
                </a:lnTo>
                <a:lnTo>
                  <a:pt x="512108" y="55682"/>
                </a:lnTo>
                <a:lnTo>
                  <a:pt x="512393" y="55578"/>
                </a:lnTo>
                <a:close/>
                <a:moveTo>
                  <a:pt x="620898" y="117510"/>
                </a:moveTo>
                <a:lnTo>
                  <a:pt x="620953" y="118036"/>
                </a:lnTo>
                <a:lnTo>
                  <a:pt x="621016" y="118547"/>
                </a:lnTo>
                <a:lnTo>
                  <a:pt x="621088" y="119043"/>
                </a:lnTo>
                <a:lnTo>
                  <a:pt x="621169" y="119524"/>
                </a:lnTo>
                <a:lnTo>
                  <a:pt x="621259" y="119991"/>
                </a:lnTo>
                <a:lnTo>
                  <a:pt x="621357" y="120443"/>
                </a:lnTo>
                <a:lnTo>
                  <a:pt x="621464" y="120880"/>
                </a:lnTo>
                <a:lnTo>
                  <a:pt x="621579" y="121302"/>
                </a:lnTo>
                <a:lnTo>
                  <a:pt x="621703" y="121709"/>
                </a:lnTo>
                <a:lnTo>
                  <a:pt x="621836" y="122102"/>
                </a:lnTo>
                <a:lnTo>
                  <a:pt x="621977" y="122480"/>
                </a:lnTo>
                <a:lnTo>
                  <a:pt x="622127" y="122843"/>
                </a:lnTo>
                <a:lnTo>
                  <a:pt x="622286" y="123191"/>
                </a:lnTo>
                <a:lnTo>
                  <a:pt x="622453" y="123524"/>
                </a:lnTo>
                <a:lnTo>
                  <a:pt x="622629" y="123843"/>
                </a:lnTo>
                <a:lnTo>
                  <a:pt x="622814" y="124146"/>
                </a:lnTo>
                <a:lnTo>
                  <a:pt x="623007" y="124435"/>
                </a:lnTo>
                <a:lnTo>
                  <a:pt x="623209" y="124709"/>
                </a:lnTo>
                <a:lnTo>
                  <a:pt x="623419" y="124968"/>
                </a:lnTo>
                <a:lnTo>
                  <a:pt x="623637" y="125215"/>
                </a:lnTo>
                <a:lnTo>
                  <a:pt x="623861" y="125451"/>
                </a:lnTo>
                <a:lnTo>
                  <a:pt x="624091" y="125677"/>
                </a:lnTo>
                <a:lnTo>
                  <a:pt x="624328" y="125892"/>
                </a:lnTo>
                <a:lnTo>
                  <a:pt x="624570" y="126096"/>
                </a:lnTo>
                <a:lnTo>
                  <a:pt x="624819" y="126290"/>
                </a:lnTo>
                <a:lnTo>
                  <a:pt x="625074" y="126474"/>
                </a:lnTo>
                <a:lnTo>
                  <a:pt x="625335" y="126647"/>
                </a:lnTo>
                <a:lnTo>
                  <a:pt x="625602" y="126810"/>
                </a:lnTo>
                <a:lnTo>
                  <a:pt x="625876" y="126962"/>
                </a:lnTo>
                <a:lnTo>
                  <a:pt x="626155" y="127104"/>
                </a:lnTo>
                <a:lnTo>
                  <a:pt x="626441" y="127235"/>
                </a:lnTo>
                <a:lnTo>
                  <a:pt x="626733" y="127356"/>
                </a:lnTo>
                <a:lnTo>
                  <a:pt x="627031" y="127466"/>
                </a:lnTo>
                <a:lnTo>
                  <a:pt x="627335" y="127565"/>
                </a:lnTo>
                <a:lnTo>
                  <a:pt x="627646" y="127655"/>
                </a:lnTo>
                <a:lnTo>
                  <a:pt x="627963" y="127733"/>
                </a:lnTo>
                <a:lnTo>
                  <a:pt x="628285" y="127801"/>
                </a:lnTo>
                <a:lnTo>
                  <a:pt x="628614" y="127859"/>
                </a:lnTo>
                <a:lnTo>
                  <a:pt x="628950" y="127906"/>
                </a:lnTo>
                <a:lnTo>
                  <a:pt x="629291" y="127943"/>
                </a:lnTo>
                <a:lnTo>
                  <a:pt x="629638" y="127969"/>
                </a:lnTo>
                <a:lnTo>
                  <a:pt x="629992" y="127985"/>
                </a:lnTo>
                <a:lnTo>
                  <a:pt x="630352" y="127990"/>
                </a:lnTo>
                <a:lnTo>
                  <a:pt x="631109" y="127967"/>
                </a:lnTo>
                <a:lnTo>
                  <a:pt x="631869" y="127898"/>
                </a:lnTo>
                <a:lnTo>
                  <a:pt x="632632" y="127782"/>
                </a:lnTo>
                <a:lnTo>
                  <a:pt x="633399" y="127620"/>
                </a:lnTo>
                <a:lnTo>
                  <a:pt x="634168" y="127412"/>
                </a:lnTo>
                <a:lnTo>
                  <a:pt x="634940" y="127157"/>
                </a:lnTo>
                <a:lnTo>
                  <a:pt x="635716" y="126856"/>
                </a:lnTo>
                <a:lnTo>
                  <a:pt x="636495" y="126509"/>
                </a:lnTo>
                <a:lnTo>
                  <a:pt x="637276" y="126115"/>
                </a:lnTo>
                <a:lnTo>
                  <a:pt x="638061" y="125676"/>
                </a:lnTo>
                <a:lnTo>
                  <a:pt x="638849" y="125190"/>
                </a:lnTo>
                <a:lnTo>
                  <a:pt x="639640" y="124657"/>
                </a:lnTo>
                <a:lnTo>
                  <a:pt x="640434" y="124079"/>
                </a:lnTo>
                <a:lnTo>
                  <a:pt x="641231" y="123454"/>
                </a:lnTo>
                <a:lnTo>
                  <a:pt x="642032" y="122782"/>
                </a:lnTo>
                <a:lnTo>
                  <a:pt x="642835" y="122065"/>
                </a:lnTo>
                <a:lnTo>
                  <a:pt x="643641" y="121301"/>
                </a:lnTo>
                <a:lnTo>
                  <a:pt x="644451" y="120491"/>
                </a:lnTo>
                <a:lnTo>
                  <a:pt x="645263" y="119635"/>
                </a:lnTo>
                <a:lnTo>
                  <a:pt x="646079" y="118732"/>
                </a:lnTo>
                <a:lnTo>
                  <a:pt x="646898" y="117783"/>
                </a:lnTo>
                <a:lnTo>
                  <a:pt x="647720" y="116787"/>
                </a:lnTo>
                <a:lnTo>
                  <a:pt x="648545" y="115746"/>
                </a:lnTo>
                <a:lnTo>
                  <a:pt x="649373" y="114658"/>
                </a:lnTo>
                <a:lnTo>
                  <a:pt x="649373" y="109681"/>
                </a:lnTo>
                <a:lnTo>
                  <a:pt x="648934" y="110118"/>
                </a:lnTo>
                <a:lnTo>
                  <a:pt x="648508" y="110540"/>
                </a:lnTo>
                <a:lnTo>
                  <a:pt x="648094" y="110949"/>
                </a:lnTo>
                <a:lnTo>
                  <a:pt x="647691" y="111342"/>
                </a:lnTo>
                <a:lnTo>
                  <a:pt x="647301" y="111721"/>
                </a:lnTo>
                <a:lnTo>
                  <a:pt x="646923" y="112086"/>
                </a:lnTo>
                <a:lnTo>
                  <a:pt x="646557" y="112436"/>
                </a:lnTo>
                <a:lnTo>
                  <a:pt x="646203" y="112772"/>
                </a:lnTo>
                <a:lnTo>
                  <a:pt x="645860" y="113093"/>
                </a:lnTo>
                <a:lnTo>
                  <a:pt x="645530" y="113399"/>
                </a:lnTo>
                <a:lnTo>
                  <a:pt x="645212" y="113692"/>
                </a:lnTo>
                <a:lnTo>
                  <a:pt x="644906" y="113969"/>
                </a:lnTo>
                <a:lnTo>
                  <a:pt x="644612" y="114232"/>
                </a:lnTo>
                <a:lnTo>
                  <a:pt x="644330" y="114481"/>
                </a:lnTo>
                <a:lnTo>
                  <a:pt x="644061" y="114715"/>
                </a:lnTo>
                <a:lnTo>
                  <a:pt x="643803" y="114935"/>
                </a:lnTo>
                <a:lnTo>
                  <a:pt x="643557" y="115140"/>
                </a:lnTo>
                <a:lnTo>
                  <a:pt x="643323" y="115330"/>
                </a:lnTo>
                <a:lnTo>
                  <a:pt x="643101" y="115506"/>
                </a:lnTo>
                <a:lnTo>
                  <a:pt x="642892" y="115668"/>
                </a:lnTo>
                <a:lnTo>
                  <a:pt x="642694" y="115815"/>
                </a:lnTo>
                <a:lnTo>
                  <a:pt x="642508" y="115947"/>
                </a:lnTo>
                <a:lnTo>
                  <a:pt x="642335" y="116065"/>
                </a:lnTo>
                <a:lnTo>
                  <a:pt x="642173" y="116169"/>
                </a:lnTo>
                <a:lnTo>
                  <a:pt x="642084" y="116220"/>
                </a:lnTo>
                <a:lnTo>
                  <a:pt x="641993" y="116268"/>
                </a:lnTo>
                <a:lnTo>
                  <a:pt x="641901" y="116315"/>
                </a:lnTo>
                <a:lnTo>
                  <a:pt x="641808" y="116359"/>
                </a:lnTo>
                <a:lnTo>
                  <a:pt x="641713" y="116401"/>
                </a:lnTo>
                <a:lnTo>
                  <a:pt x="641618" y="116441"/>
                </a:lnTo>
                <a:lnTo>
                  <a:pt x="641521" y="116479"/>
                </a:lnTo>
                <a:lnTo>
                  <a:pt x="641423" y="116515"/>
                </a:lnTo>
                <a:lnTo>
                  <a:pt x="641323" y="116548"/>
                </a:lnTo>
                <a:lnTo>
                  <a:pt x="641223" y="116579"/>
                </a:lnTo>
                <a:lnTo>
                  <a:pt x="641121" y="116609"/>
                </a:lnTo>
                <a:lnTo>
                  <a:pt x="641018" y="116636"/>
                </a:lnTo>
                <a:lnTo>
                  <a:pt x="640913" y="116660"/>
                </a:lnTo>
                <a:lnTo>
                  <a:pt x="640808" y="116683"/>
                </a:lnTo>
                <a:lnTo>
                  <a:pt x="640701" y="116704"/>
                </a:lnTo>
                <a:lnTo>
                  <a:pt x="640593" y="116722"/>
                </a:lnTo>
                <a:lnTo>
                  <a:pt x="640484" y="116738"/>
                </a:lnTo>
                <a:lnTo>
                  <a:pt x="640373" y="116752"/>
                </a:lnTo>
                <a:lnTo>
                  <a:pt x="640262" y="116764"/>
                </a:lnTo>
                <a:lnTo>
                  <a:pt x="640149" y="116774"/>
                </a:lnTo>
                <a:lnTo>
                  <a:pt x="640035" y="116781"/>
                </a:lnTo>
                <a:lnTo>
                  <a:pt x="639919" y="116787"/>
                </a:lnTo>
                <a:lnTo>
                  <a:pt x="639802" y="116790"/>
                </a:lnTo>
                <a:lnTo>
                  <a:pt x="639685" y="116791"/>
                </a:lnTo>
                <a:lnTo>
                  <a:pt x="639574" y="116790"/>
                </a:lnTo>
                <a:lnTo>
                  <a:pt x="639465" y="116785"/>
                </a:lnTo>
                <a:lnTo>
                  <a:pt x="639356" y="116777"/>
                </a:lnTo>
                <a:lnTo>
                  <a:pt x="639249" y="116767"/>
                </a:lnTo>
                <a:lnTo>
                  <a:pt x="639143" y="116753"/>
                </a:lnTo>
                <a:lnTo>
                  <a:pt x="639037" y="116736"/>
                </a:lnTo>
                <a:lnTo>
                  <a:pt x="638933" y="116716"/>
                </a:lnTo>
                <a:lnTo>
                  <a:pt x="638830" y="116693"/>
                </a:lnTo>
                <a:lnTo>
                  <a:pt x="638728" y="116667"/>
                </a:lnTo>
                <a:lnTo>
                  <a:pt x="638628" y="116637"/>
                </a:lnTo>
                <a:lnTo>
                  <a:pt x="638528" y="116605"/>
                </a:lnTo>
                <a:lnTo>
                  <a:pt x="638429" y="116570"/>
                </a:lnTo>
                <a:lnTo>
                  <a:pt x="638331" y="116531"/>
                </a:lnTo>
                <a:lnTo>
                  <a:pt x="638235" y="116490"/>
                </a:lnTo>
                <a:lnTo>
                  <a:pt x="638140" y="116445"/>
                </a:lnTo>
                <a:lnTo>
                  <a:pt x="638045" y="116397"/>
                </a:lnTo>
                <a:lnTo>
                  <a:pt x="637952" y="116347"/>
                </a:lnTo>
                <a:lnTo>
                  <a:pt x="637860" y="116293"/>
                </a:lnTo>
                <a:lnTo>
                  <a:pt x="637769" y="116236"/>
                </a:lnTo>
                <a:lnTo>
                  <a:pt x="637679" y="116176"/>
                </a:lnTo>
                <a:lnTo>
                  <a:pt x="637590" y="116113"/>
                </a:lnTo>
                <a:lnTo>
                  <a:pt x="637502" y="116047"/>
                </a:lnTo>
                <a:lnTo>
                  <a:pt x="637415" y="115977"/>
                </a:lnTo>
                <a:lnTo>
                  <a:pt x="637329" y="115905"/>
                </a:lnTo>
                <a:lnTo>
                  <a:pt x="637245" y="115828"/>
                </a:lnTo>
                <a:lnTo>
                  <a:pt x="637163" y="115745"/>
                </a:lnTo>
                <a:lnTo>
                  <a:pt x="637083" y="115656"/>
                </a:lnTo>
                <a:lnTo>
                  <a:pt x="637005" y="115561"/>
                </a:lnTo>
                <a:lnTo>
                  <a:pt x="636928" y="115460"/>
                </a:lnTo>
                <a:lnTo>
                  <a:pt x="636854" y="115353"/>
                </a:lnTo>
                <a:lnTo>
                  <a:pt x="636782" y="115239"/>
                </a:lnTo>
                <a:lnTo>
                  <a:pt x="636712" y="115120"/>
                </a:lnTo>
                <a:lnTo>
                  <a:pt x="636644" y="114995"/>
                </a:lnTo>
                <a:lnTo>
                  <a:pt x="636578" y="114864"/>
                </a:lnTo>
                <a:lnTo>
                  <a:pt x="636514" y="114727"/>
                </a:lnTo>
                <a:lnTo>
                  <a:pt x="636451" y="114584"/>
                </a:lnTo>
                <a:lnTo>
                  <a:pt x="636391" y="114435"/>
                </a:lnTo>
                <a:lnTo>
                  <a:pt x="636333" y="114279"/>
                </a:lnTo>
                <a:lnTo>
                  <a:pt x="636277" y="114118"/>
                </a:lnTo>
                <a:lnTo>
                  <a:pt x="636223" y="113951"/>
                </a:lnTo>
                <a:lnTo>
                  <a:pt x="636171" y="113778"/>
                </a:lnTo>
                <a:lnTo>
                  <a:pt x="636121" y="113599"/>
                </a:lnTo>
                <a:lnTo>
                  <a:pt x="636073" y="113413"/>
                </a:lnTo>
                <a:lnTo>
                  <a:pt x="636027" y="113222"/>
                </a:lnTo>
                <a:lnTo>
                  <a:pt x="635983" y="113025"/>
                </a:lnTo>
                <a:lnTo>
                  <a:pt x="635941" y="112822"/>
                </a:lnTo>
                <a:lnTo>
                  <a:pt x="635901" y="112612"/>
                </a:lnTo>
                <a:lnTo>
                  <a:pt x="635863" y="112397"/>
                </a:lnTo>
                <a:lnTo>
                  <a:pt x="635826" y="112163"/>
                </a:lnTo>
                <a:lnTo>
                  <a:pt x="635792" y="111898"/>
                </a:lnTo>
                <a:lnTo>
                  <a:pt x="635758" y="111601"/>
                </a:lnTo>
                <a:lnTo>
                  <a:pt x="635727" y="111274"/>
                </a:lnTo>
                <a:lnTo>
                  <a:pt x="635697" y="110915"/>
                </a:lnTo>
                <a:lnTo>
                  <a:pt x="635668" y="110524"/>
                </a:lnTo>
                <a:lnTo>
                  <a:pt x="635641" y="110103"/>
                </a:lnTo>
                <a:lnTo>
                  <a:pt x="635616" y="109650"/>
                </a:lnTo>
                <a:lnTo>
                  <a:pt x="635592" y="109166"/>
                </a:lnTo>
                <a:lnTo>
                  <a:pt x="635569" y="108650"/>
                </a:lnTo>
                <a:lnTo>
                  <a:pt x="635549" y="108103"/>
                </a:lnTo>
                <a:lnTo>
                  <a:pt x="635529" y="107525"/>
                </a:lnTo>
                <a:lnTo>
                  <a:pt x="635512" y="106916"/>
                </a:lnTo>
                <a:lnTo>
                  <a:pt x="635495" y="106275"/>
                </a:lnTo>
                <a:lnTo>
                  <a:pt x="635481" y="105603"/>
                </a:lnTo>
                <a:lnTo>
                  <a:pt x="635468" y="104900"/>
                </a:lnTo>
                <a:lnTo>
                  <a:pt x="635456" y="104166"/>
                </a:lnTo>
                <a:lnTo>
                  <a:pt x="635446" y="103400"/>
                </a:lnTo>
                <a:lnTo>
                  <a:pt x="635437" y="102603"/>
                </a:lnTo>
                <a:lnTo>
                  <a:pt x="635431" y="101774"/>
                </a:lnTo>
                <a:lnTo>
                  <a:pt x="635425" y="100915"/>
                </a:lnTo>
                <a:lnTo>
                  <a:pt x="635421" y="100024"/>
                </a:lnTo>
                <a:lnTo>
                  <a:pt x="635419" y="99102"/>
                </a:lnTo>
                <a:lnTo>
                  <a:pt x="635418" y="98148"/>
                </a:lnTo>
                <a:lnTo>
                  <a:pt x="635418" y="70539"/>
                </a:lnTo>
                <a:lnTo>
                  <a:pt x="635415" y="69569"/>
                </a:lnTo>
                <a:lnTo>
                  <a:pt x="635407" y="68627"/>
                </a:lnTo>
                <a:lnTo>
                  <a:pt x="635393" y="67712"/>
                </a:lnTo>
                <a:lnTo>
                  <a:pt x="635374" y="66825"/>
                </a:lnTo>
                <a:lnTo>
                  <a:pt x="635349" y="65966"/>
                </a:lnTo>
                <a:lnTo>
                  <a:pt x="635318" y="65135"/>
                </a:lnTo>
                <a:lnTo>
                  <a:pt x="635282" y="64331"/>
                </a:lnTo>
                <a:lnTo>
                  <a:pt x="635240" y="63555"/>
                </a:lnTo>
                <a:lnTo>
                  <a:pt x="635193" y="62807"/>
                </a:lnTo>
                <a:lnTo>
                  <a:pt x="635140" y="62087"/>
                </a:lnTo>
                <a:lnTo>
                  <a:pt x="635082" y="61394"/>
                </a:lnTo>
                <a:lnTo>
                  <a:pt x="635018" y="60729"/>
                </a:lnTo>
                <a:lnTo>
                  <a:pt x="634949" y="60092"/>
                </a:lnTo>
                <a:lnTo>
                  <a:pt x="634874" y="59483"/>
                </a:lnTo>
                <a:lnTo>
                  <a:pt x="634793" y="58901"/>
                </a:lnTo>
                <a:lnTo>
                  <a:pt x="634707" y="58347"/>
                </a:lnTo>
                <a:lnTo>
                  <a:pt x="634615" y="57821"/>
                </a:lnTo>
                <a:lnTo>
                  <a:pt x="634518" y="57323"/>
                </a:lnTo>
                <a:lnTo>
                  <a:pt x="634415" y="56852"/>
                </a:lnTo>
                <a:lnTo>
                  <a:pt x="634307" y="56409"/>
                </a:lnTo>
                <a:lnTo>
                  <a:pt x="634193" y="55994"/>
                </a:lnTo>
                <a:lnTo>
                  <a:pt x="634074" y="55607"/>
                </a:lnTo>
                <a:lnTo>
                  <a:pt x="633949" y="55247"/>
                </a:lnTo>
                <a:lnTo>
                  <a:pt x="633818" y="54915"/>
                </a:lnTo>
                <a:lnTo>
                  <a:pt x="633606" y="54432"/>
                </a:lnTo>
                <a:lnTo>
                  <a:pt x="633384" y="53960"/>
                </a:lnTo>
                <a:lnTo>
                  <a:pt x="633153" y="53499"/>
                </a:lnTo>
                <a:lnTo>
                  <a:pt x="632912" y="53048"/>
                </a:lnTo>
                <a:lnTo>
                  <a:pt x="632662" y="52608"/>
                </a:lnTo>
                <a:lnTo>
                  <a:pt x="632402" y="52179"/>
                </a:lnTo>
                <a:lnTo>
                  <a:pt x="632132" y="51761"/>
                </a:lnTo>
                <a:lnTo>
                  <a:pt x="631853" y="51354"/>
                </a:lnTo>
                <a:lnTo>
                  <a:pt x="631564" y="50957"/>
                </a:lnTo>
                <a:lnTo>
                  <a:pt x="631266" y="50571"/>
                </a:lnTo>
                <a:lnTo>
                  <a:pt x="630958" y="50196"/>
                </a:lnTo>
                <a:lnTo>
                  <a:pt x="630641" y="49832"/>
                </a:lnTo>
                <a:lnTo>
                  <a:pt x="630314" y="49478"/>
                </a:lnTo>
                <a:lnTo>
                  <a:pt x="629977" y="49135"/>
                </a:lnTo>
                <a:lnTo>
                  <a:pt x="629631" y="48804"/>
                </a:lnTo>
                <a:lnTo>
                  <a:pt x="629275" y="48482"/>
                </a:lnTo>
                <a:lnTo>
                  <a:pt x="628910" y="48172"/>
                </a:lnTo>
                <a:lnTo>
                  <a:pt x="628535" y="47873"/>
                </a:lnTo>
                <a:lnTo>
                  <a:pt x="628151" y="47584"/>
                </a:lnTo>
                <a:lnTo>
                  <a:pt x="627757" y="47306"/>
                </a:lnTo>
                <a:lnTo>
                  <a:pt x="627354" y="47039"/>
                </a:lnTo>
                <a:lnTo>
                  <a:pt x="626940" y="46782"/>
                </a:lnTo>
                <a:lnTo>
                  <a:pt x="626518" y="46537"/>
                </a:lnTo>
                <a:lnTo>
                  <a:pt x="626086" y="46302"/>
                </a:lnTo>
                <a:lnTo>
                  <a:pt x="625501" y="46005"/>
                </a:lnTo>
                <a:lnTo>
                  <a:pt x="624903" y="45721"/>
                </a:lnTo>
                <a:lnTo>
                  <a:pt x="624291" y="45449"/>
                </a:lnTo>
                <a:lnTo>
                  <a:pt x="623666" y="45190"/>
                </a:lnTo>
                <a:lnTo>
                  <a:pt x="623027" y="44944"/>
                </a:lnTo>
                <a:lnTo>
                  <a:pt x="622375" y="44710"/>
                </a:lnTo>
                <a:lnTo>
                  <a:pt x="621709" y="44489"/>
                </a:lnTo>
                <a:lnTo>
                  <a:pt x="621029" y="44281"/>
                </a:lnTo>
                <a:lnTo>
                  <a:pt x="620336" y="44085"/>
                </a:lnTo>
                <a:lnTo>
                  <a:pt x="619629" y="43902"/>
                </a:lnTo>
                <a:lnTo>
                  <a:pt x="618909" y="43731"/>
                </a:lnTo>
                <a:lnTo>
                  <a:pt x="618175" y="43573"/>
                </a:lnTo>
                <a:lnTo>
                  <a:pt x="617428" y="43428"/>
                </a:lnTo>
                <a:lnTo>
                  <a:pt x="616667" y="43295"/>
                </a:lnTo>
                <a:lnTo>
                  <a:pt x="615892" y="43175"/>
                </a:lnTo>
                <a:lnTo>
                  <a:pt x="615104" y="43068"/>
                </a:lnTo>
                <a:lnTo>
                  <a:pt x="614302" y="42973"/>
                </a:lnTo>
                <a:lnTo>
                  <a:pt x="613487" y="42891"/>
                </a:lnTo>
                <a:lnTo>
                  <a:pt x="612658" y="42821"/>
                </a:lnTo>
                <a:lnTo>
                  <a:pt x="611815" y="42765"/>
                </a:lnTo>
                <a:lnTo>
                  <a:pt x="610959" y="42720"/>
                </a:lnTo>
                <a:lnTo>
                  <a:pt x="610089" y="42689"/>
                </a:lnTo>
                <a:lnTo>
                  <a:pt x="609206" y="42670"/>
                </a:lnTo>
                <a:lnTo>
                  <a:pt x="608309" y="42663"/>
                </a:lnTo>
                <a:lnTo>
                  <a:pt x="607142" y="42675"/>
                </a:lnTo>
                <a:lnTo>
                  <a:pt x="605998" y="42708"/>
                </a:lnTo>
                <a:lnTo>
                  <a:pt x="604875" y="42763"/>
                </a:lnTo>
                <a:lnTo>
                  <a:pt x="603774" y="42841"/>
                </a:lnTo>
                <a:lnTo>
                  <a:pt x="602695" y="42940"/>
                </a:lnTo>
                <a:lnTo>
                  <a:pt x="601637" y="43062"/>
                </a:lnTo>
                <a:lnTo>
                  <a:pt x="600602" y="43206"/>
                </a:lnTo>
                <a:lnTo>
                  <a:pt x="599589" y="43372"/>
                </a:lnTo>
                <a:lnTo>
                  <a:pt x="598597" y="43561"/>
                </a:lnTo>
                <a:lnTo>
                  <a:pt x="597628" y="43771"/>
                </a:lnTo>
                <a:lnTo>
                  <a:pt x="596680" y="44004"/>
                </a:lnTo>
                <a:lnTo>
                  <a:pt x="595755" y="44258"/>
                </a:lnTo>
                <a:lnTo>
                  <a:pt x="594851" y="44535"/>
                </a:lnTo>
                <a:lnTo>
                  <a:pt x="593969" y="44834"/>
                </a:lnTo>
                <a:lnTo>
                  <a:pt x="593109" y="45156"/>
                </a:lnTo>
                <a:lnTo>
                  <a:pt x="592271" y="45499"/>
                </a:lnTo>
                <a:lnTo>
                  <a:pt x="591455" y="45865"/>
                </a:lnTo>
                <a:lnTo>
                  <a:pt x="590660" y="46252"/>
                </a:lnTo>
                <a:lnTo>
                  <a:pt x="589888" y="46662"/>
                </a:lnTo>
                <a:lnTo>
                  <a:pt x="589138" y="47094"/>
                </a:lnTo>
                <a:lnTo>
                  <a:pt x="588409" y="47548"/>
                </a:lnTo>
                <a:lnTo>
                  <a:pt x="587703" y="48024"/>
                </a:lnTo>
                <a:lnTo>
                  <a:pt x="587018" y="48523"/>
                </a:lnTo>
                <a:lnTo>
                  <a:pt x="586355" y="49044"/>
                </a:lnTo>
                <a:lnTo>
                  <a:pt x="585717" y="49577"/>
                </a:lnTo>
                <a:lnTo>
                  <a:pt x="585106" y="50115"/>
                </a:lnTo>
                <a:lnTo>
                  <a:pt x="584522" y="50658"/>
                </a:lnTo>
                <a:lnTo>
                  <a:pt x="583965" y="51205"/>
                </a:lnTo>
                <a:lnTo>
                  <a:pt x="583436" y="51756"/>
                </a:lnTo>
                <a:lnTo>
                  <a:pt x="582933" y="52311"/>
                </a:lnTo>
                <a:lnTo>
                  <a:pt x="582458" y="52871"/>
                </a:lnTo>
                <a:lnTo>
                  <a:pt x="582010" y="53435"/>
                </a:lnTo>
                <a:lnTo>
                  <a:pt x="581589" y="54003"/>
                </a:lnTo>
                <a:lnTo>
                  <a:pt x="581195" y="54575"/>
                </a:lnTo>
                <a:lnTo>
                  <a:pt x="580828" y="55152"/>
                </a:lnTo>
                <a:lnTo>
                  <a:pt x="580489" y="55733"/>
                </a:lnTo>
                <a:lnTo>
                  <a:pt x="580177" y="56319"/>
                </a:lnTo>
                <a:lnTo>
                  <a:pt x="579892" y="56908"/>
                </a:lnTo>
                <a:lnTo>
                  <a:pt x="579634" y="57503"/>
                </a:lnTo>
                <a:lnTo>
                  <a:pt x="579403" y="58101"/>
                </a:lnTo>
                <a:lnTo>
                  <a:pt x="579199" y="58704"/>
                </a:lnTo>
                <a:lnTo>
                  <a:pt x="579022" y="59310"/>
                </a:lnTo>
                <a:lnTo>
                  <a:pt x="578873" y="59922"/>
                </a:lnTo>
                <a:lnTo>
                  <a:pt x="578751" y="60537"/>
                </a:lnTo>
                <a:lnTo>
                  <a:pt x="578656" y="61157"/>
                </a:lnTo>
                <a:lnTo>
                  <a:pt x="578588" y="61781"/>
                </a:lnTo>
                <a:lnTo>
                  <a:pt x="578547" y="62410"/>
                </a:lnTo>
                <a:lnTo>
                  <a:pt x="578534" y="63042"/>
                </a:lnTo>
                <a:lnTo>
                  <a:pt x="578537" y="63372"/>
                </a:lnTo>
                <a:lnTo>
                  <a:pt x="578548" y="63696"/>
                </a:lnTo>
                <a:lnTo>
                  <a:pt x="578566" y="64013"/>
                </a:lnTo>
                <a:lnTo>
                  <a:pt x="578592" y="64325"/>
                </a:lnTo>
                <a:lnTo>
                  <a:pt x="578624" y="64631"/>
                </a:lnTo>
                <a:lnTo>
                  <a:pt x="578664" y="64932"/>
                </a:lnTo>
                <a:lnTo>
                  <a:pt x="578711" y="65226"/>
                </a:lnTo>
                <a:lnTo>
                  <a:pt x="578766" y="65515"/>
                </a:lnTo>
                <a:lnTo>
                  <a:pt x="578827" y="65797"/>
                </a:lnTo>
                <a:lnTo>
                  <a:pt x="578896" y="66074"/>
                </a:lnTo>
                <a:lnTo>
                  <a:pt x="578972" y="66345"/>
                </a:lnTo>
                <a:lnTo>
                  <a:pt x="579056" y="66610"/>
                </a:lnTo>
                <a:lnTo>
                  <a:pt x="579146" y="66870"/>
                </a:lnTo>
                <a:lnTo>
                  <a:pt x="579244" y="67123"/>
                </a:lnTo>
                <a:lnTo>
                  <a:pt x="579350" y="67371"/>
                </a:lnTo>
                <a:lnTo>
                  <a:pt x="579462" y="67612"/>
                </a:lnTo>
                <a:lnTo>
                  <a:pt x="579582" y="67848"/>
                </a:lnTo>
                <a:lnTo>
                  <a:pt x="579709" y="68079"/>
                </a:lnTo>
                <a:lnTo>
                  <a:pt x="579843" y="68303"/>
                </a:lnTo>
                <a:lnTo>
                  <a:pt x="579984" y="68521"/>
                </a:lnTo>
                <a:lnTo>
                  <a:pt x="580133" y="68734"/>
                </a:lnTo>
                <a:lnTo>
                  <a:pt x="580289" y="68941"/>
                </a:lnTo>
                <a:lnTo>
                  <a:pt x="580452" y="69141"/>
                </a:lnTo>
                <a:lnTo>
                  <a:pt x="580622" y="69336"/>
                </a:lnTo>
                <a:lnTo>
                  <a:pt x="580798" y="69524"/>
                </a:lnTo>
                <a:lnTo>
                  <a:pt x="580979" y="69704"/>
                </a:lnTo>
                <a:lnTo>
                  <a:pt x="581163" y="69876"/>
                </a:lnTo>
                <a:lnTo>
                  <a:pt x="581352" y="70040"/>
                </a:lnTo>
                <a:lnTo>
                  <a:pt x="581545" y="70196"/>
                </a:lnTo>
                <a:lnTo>
                  <a:pt x="581742" y="70344"/>
                </a:lnTo>
                <a:lnTo>
                  <a:pt x="581943" y="70484"/>
                </a:lnTo>
                <a:lnTo>
                  <a:pt x="582148" y="70616"/>
                </a:lnTo>
                <a:lnTo>
                  <a:pt x="582358" y="70740"/>
                </a:lnTo>
                <a:lnTo>
                  <a:pt x="582571" y="70856"/>
                </a:lnTo>
                <a:lnTo>
                  <a:pt x="582789" y="70963"/>
                </a:lnTo>
                <a:lnTo>
                  <a:pt x="583011" y="71063"/>
                </a:lnTo>
                <a:lnTo>
                  <a:pt x="583237" y="71155"/>
                </a:lnTo>
                <a:lnTo>
                  <a:pt x="583467" y="71239"/>
                </a:lnTo>
                <a:lnTo>
                  <a:pt x="583702" y="71315"/>
                </a:lnTo>
                <a:lnTo>
                  <a:pt x="583941" y="71383"/>
                </a:lnTo>
                <a:lnTo>
                  <a:pt x="584183" y="71443"/>
                </a:lnTo>
                <a:lnTo>
                  <a:pt x="584430" y="71495"/>
                </a:lnTo>
                <a:lnTo>
                  <a:pt x="584682" y="71539"/>
                </a:lnTo>
                <a:lnTo>
                  <a:pt x="584937" y="71575"/>
                </a:lnTo>
                <a:lnTo>
                  <a:pt x="585196" y="71603"/>
                </a:lnTo>
                <a:lnTo>
                  <a:pt x="585460" y="71623"/>
                </a:lnTo>
                <a:lnTo>
                  <a:pt x="585728" y="71635"/>
                </a:lnTo>
                <a:lnTo>
                  <a:pt x="586000" y="71639"/>
                </a:lnTo>
                <a:lnTo>
                  <a:pt x="586279" y="71635"/>
                </a:lnTo>
                <a:lnTo>
                  <a:pt x="586554" y="71624"/>
                </a:lnTo>
                <a:lnTo>
                  <a:pt x="586824" y="71604"/>
                </a:lnTo>
                <a:lnTo>
                  <a:pt x="587090" y="71578"/>
                </a:lnTo>
                <a:lnTo>
                  <a:pt x="587351" y="71543"/>
                </a:lnTo>
                <a:lnTo>
                  <a:pt x="587608" y="71501"/>
                </a:lnTo>
                <a:lnTo>
                  <a:pt x="587860" y="71451"/>
                </a:lnTo>
                <a:lnTo>
                  <a:pt x="588108" y="71393"/>
                </a:lnTo>
                <a:lnTo>
                  <a:pt x="588352" y="71328"/>
                </a:lnTo>
                <a:lnTo>
                  <a:pt x="588591" y="71255"/>
                </a:lnTo>
                <a:lnTo>
                  <a:pt x="588825" y="71174"/>
                </a:lnTo>
                <a:lnTo>
                  <a:pt x="589055" y="71086"/>
                </a:lnTo>
                <a:lnTo>
                  <a:pt x="589281" y="70990"/>
                </a:lnTo>
                <a:lnTo>
                  <a:pt x="589502" y="70886"/>
                </a:lnTo>
                <a:lnTo>
                  <a:pt x="589718" y="70774"/>
                </a:lnTo>
                <a:lnTo>
                  <a:pt x="589930" y="70655"/>
                </a:lnTo>
                <a:lnTo>
                  <a:pt x="590138" y="70528"/>
                </a:lnTo>
                <a:lnTo>
                  <a:pt x="590341" y="70394"/>
                </a:lnTo>
                <a:lnTo>
                  <a:pt x="590540" y="70252"/>
                </a:lnTo>
                <a:lnTo>
                  <a:pt x="590734" y="70102"/>
                </a:lnTo>
                <a:lnTo>
                  <a:pt x="590924" y="69944"/>
                </a:lnTo>
                <a:lnTo>
                  <a:pt x="591109" y="69779"/>
                </a:lnTo>
                <a:lnTo>
                  <a:pt x="591290" y="69606"/>
                </a:lnTo>
                <a:lnTo>
                  <a:pt x="591466" y="69425"/>
                </a:lnTo>
                <a:lnTo>
                  <a:pt x="591636" y="69238"/>
                </a:lnTo>
                <a:lnTo>
                  <a:pt x="591800" y="69043"/>
                </a:lnTo>
                <a:lnTo>
                  <a:pt x="591956" y="68843"/>
                </a:lnTo>
                <a:lnTo>
                  <a:pt x="592104" y="68636"/>
                </a:lnTo>
                <a:lnTo>
                  <a:pt x="592246" y="68422"/>
                </a:lnTo>
                <a:lnTo>
                  <a:pt x="592380" y="68202"/>
                </a:lnTo>
                <a:lnTo>
                  <a:pt x="592507" y="67976"/>
                </a:lnTo>
                <a:lnTo>
                  <a:pt x="592626" y="67743"/>
                </a:lnTo>
                <a:lnTo>
                  <a:pt x="592739" y="67504"/>
                </a:lnTo>
                <a:lnTo>
                  <a:pt x="592844" y="67258"/>
                </a:lnTo>
                <a:lnTo>
                  <a:pt x="592942" y="67006"/>
                </a:lnTo>
                <a:lnTo>
                  <a:pt x="593033" y="66747"/>
                </a:lnTo>
                <a:lnTo>
                  <a:pt x="593116" y="66482"/>
                </a:lnTo>
                <a:lnTo>
                  <a:pt x="593192" y="66210"/>
                </a:lnTo>
                <a:lnTo>
                  <a:pt x="593261" y="65932"/>
                </a:lnTo>
                <a:lnTo>
                  <a:pt x="593323" y="65648"/>
                </a:lnTo>
                <a:lnTo>
                  <a:pt x="593377" y="65357"/>
                </a:lnTo>
                <a:lnTo>
                  <a:pt x="593424" y="65060"/>
                </a:lnTo>
                <a:lnTo>
                  <a:pt x="593464" y="64756"/>
                </a:lnTo>
                <a:lnTo>
                  <a:pt x="593497" y="64445"/>
                </a:lnTo>
                <a:lnTo>
                  <a:pt x="593522" y="64129"/>
                </a:lnTo>
                <a:lnTo>
                  <a:pt x="593540" y="63805"/>
                </a:lnTo>
                <a:lnTo>
                  <a:pt x="593551" y="63476"/>
                </a:lnTo>
                <a:lnTo>
                  <a:pt x="593555" y="63140"/>
                </a:lnTo>
                <a:lnTo>
                  <a:pt x="593377" y="58004"/>
                </a:lnTo>
                <a:lnTo>
                  <a:pt x="593383" y="57681"/>
                </a:lnTo>
                <a:lnTo>
                  <a:pt x="593400" y="57361"/>
                </a:lnTo>
                <a:lnTo>
                  <a:pt x="593430" y="57044"/>
                </a:lnTo>
                <a:lnTo>
                  <a:pt x="593471" y="56730"/>
                </a:lnTo>
                <a:lnTo>
                  <a:pt x="593524" y="56419"/>
                </a:lnTo>
                <a:lnTo>
                  <a:pt x="593588" y="56111"/>
                </a:lnTo>
                <a:lnTo>
                  <a:pt x="593664" y="55806"/>
                </a:lnTo>
                <a:lnTo>
                  <a:pt x="593752" y="55504"/>
                </a:lnTo>
                <a:lnTo>
                  <a:pt x="593852" y="55206"/>
                </a:lnTo>
                <a:lnTo>
                  <a:pt x="593963" y="54910"/>
                </a:lnTo>
                <a:lnTo>
                  <a:pt x="594086" y="54618"/>
                </a:lnTo>
                <a:lnTo>
                  <a:pt x="594221" y="54329"/>
                </a:lnTo>
                <a:lnTo>
                  <a:pt x="594368" y="54042"/>
                </a:lnTo>
                <a:lnTo>
                  <a:pt x="594526" y="53759"/>
                </a:lnTo>
                <a:lnTo>
                  <a:pt x="594696" y="53479"/>
                </a:lnTo>
                <a:lnTo>
                  <a:pt x="594878" y="53202"/>
                </a:lnTo>
                <a:lnTo>
                  <a:pt x="595072" y="52928"/>
                </a:lnTo>
                <a:lnTo>
                  <a:pt x="595277" y="52657"/>
                </a:lnTo>
                <a:lnTo>
                  <a:pt x="595494" y="52389"/>
                </a:lnTo>
                <a:lnTo>
                  <a:pt x="595722" y="52124"/>
                </a:lnTo>
                <a:lnTo>
                  <a:pt x="595963" y="51863"/>
                </a:lnTo>
                <a:lnTo>
                  <a:pt x="596215" y="51604"/>
                </a:lnTo>
                <a:lnTo>
                  <a:pt x="596479" y="51349"/>
                </a:lnTo>
                <a:lnTo>
                  <a:pt x="596754" y="51096"/>
                </a:lnTo>
                <a:lnTo>
                  <a:pt x="597033" y="50850"/>
                </a:lnTo>
                <a:lnTo>
                  <a:pt x="597319" y="50615"/>
                </a:lnTo>
                <a:lnTo>
                  <a:pt x="597613" y="50390"/>
                </a:lnTo>
                <a:lnTo>
                  <a:pt x="597915" y="50176"/>
                </a:lnTo>
                <a:lnTo>
                  <a:pt x="598225" y="49972"/>
                </a:lnTo>
                <a:lnTo>
                  <a:pt x="598543" y="49779"/>
                </a:lnTo>
                <a:lnTo>
                  <a:pt x="598869" y="49596"/>
                </a:lnTo>
                <a:lnTo>
                  <a:pt x="599204" y="49423"/>
                </a:lnTo>
                <a:lnTo>
                  <a:pt x="599546" y="49261"/>
                </a:lnTo>
                <a:lnTo>
                  <a:pt x="599896" y="49110"/>
                </a:lnTo>
                <a:lnTo>
                  <a:pt x="600254" y="48969"/>
                </a:lnTo>
                <a:lnTo>
                  <a:pt x="600621" y="48838"/>
                </a:lnTo>
                <a:lnTo>
                  <a:pt x="600995" y="48718"/>
                </a:lnTo>
                <a:lnTo>
                  <a:pt x="601378" y="48608"/>
                </a:lnTo>
                <a:lnTo>
                  <a:pt x="601768" y="48509"/>
                </a:lnTo>
                <a:lnTo>
                  <a:pt x="602166" y="48420"/>
                </a:lnTo>
                <a:lnTo>
                  <a:pt x="602573" y="48341"/>
                </a:lnTo>
                <a:lnTo>
                  <a:pt x="602987" y="48273"/>
                </a:lnTo>
                <a:lnTo>
                  <a:pt x="603410" y="48216"/>
                </a:lnTo>
                <a:lnTo>
                  <a:pt x="603840" y="48169"/>
                </a:lnTo>
                <a:lnTo>
                  <a:pt x="604279" y="48132"/>
                </a:lnTo>
                <a:lnTo>
                  <a:pt x="604725" y="48106"/>
                </a:lnTo>
                <a:lnTo>
                  <a:pt x="605180" y="48090"/>
                </a:lnTo>
                <a:lnTo>
                  <a:pt x="605643" y="48085"/>
                </a:lnTo>
                <a:lnTo>
                  <a:pt x="606251" y="48093"/>
                </a:lnTo>
                <a:lnTo>
                  <a:pt x="606848" y="48117"/>
                </a:lnTo>
                <a:lnTo>
                  <a:pt x="607432" y="48156"/>
                </a:lnTo>
                <a:lnTo>
                  <a:pt x="608004" y="48211"/>
                </a:lnTo>
                <a:lnTo>
                  <a:pt x="608564" y="48282"/>
                </a:lnTo>
                <a:lnTo>
                  <a:pt x="609112" y="48369"/>
                </a:lnTo>
                <a:lnTo>
                  <a:pt x="609647" y="48471"/>
                </a:lnTo>
                <a:lnTo>
                  <a:pt x="610171" y="48589"/>
                </a:lnTo>
                <a:lnTo>
                  <a:pt x="610682" y="48723"/>
                </a:lnTo>
                <a:lnTo>
                  <a:pt x="611181" y="48872"/>
                </a:lnTo>
                <a:lnTo>
                  <a:pt x="611668" y="49038"/>
                </a:lnTo>
                <a:lnTo>
                  <a:pt x="612142" y="49219"/>
                </a:lnTo>
                <a:lnTo>
                  <a:pt x="612605" y="49415"/>
                </a:lnTo>
                <a:lnTo>
                  <a:pt x="613055" y="49628"/>
                </a:lnTo>
                <a:lnTo>
                  <a:pt x="613493" y="49856"/>
                </a:lnTo>
                <a:lnTo>
                  <a:pt x="613919" y="50100"/>
                </a:lnTo>
                <a:lnTo>
                  <a:pt x="614332" y="50360"/>
                </a:lnTo>
                <a:lnTo>
                  <a:pt x="614734" y="50635"/>
                </a:lnTo>
                <a:lnTo>
                  <a:pt x="615123" y="50926"/>
                </a:lnTo>
                <a:lnTo>
                  <a:pt x="615500" y="51233"/>
                </a:lnTo>
                <a:lnTo>
                  <a:pt x="615865" y="51556"/>
                </a:lnTo>
                <a:lnTo>
                  <a:pt x="616217" y="51894"/>
                </a:lnTo>
                <a:lnTo>
                  <a:pt x="616558" y="52248"/>
                </a:lnTo>
                <a:lnTo>
                  <a:pt x="616886" y="52618"/>
                </a:lnTo>
                <a:lnTo>
                  <a:pt x="617202" y="53009"/>
                </a:lnTo>
                <a:lnTo>
                  <a:pt x="617504" y="53427"/>
                </a:lnTo>
                <a:lnTo>
                  <a:pt x="617792" y="53871"/>
                </a:lnTo>
                <a:lnTo>
                  <a:pt x="618068" y="54342"/>
                </a:lnTo>
                <a:lnTo>
                  <a:pt x="618329" y="54839"/>
                </a:lnTo>
                <a:lnTo>
                  <a:pt x="618578" y="55362"/>
                </a:lnTo>
                <a:lnTo>
                  <a:pt x="618813" y="55913"/>
                </a:lnTo>
                <a:lnTo>
                  <a:pt x="619034" y="56490"/>
                </a:lnTo>
                <a:lnTo>
                  <a:pt x="619242" y="57093"/>
                </a:lnTo>
                <a:lnTo>
                  <a:pt x="619437" y="57723"/>
                </a:lnTo>
                <a:lnTo>
                  <a:pt x="619618" y="58379"/>
                </a:lnTo>
                <a:lnTo>
                  <a:pt x="619786" y="59062"/>
                </a:lnTo>
                <a:lnTo>
                  <a:pt x="619940" y="59772"/>
                </a:lnTo>
                <a:lnTo>
                  <a:pt x="620081" y="60508"/>
                </a:lnTo>
                <a:lnTo>
                  <a:pt x="620209" y="61270"/>
                </a:lnTo>
                <a:lnTo>
                  <a:pt x="620323" y="62060"/>
                </a:lnTo>
                <a:lnTo>
                  <a:pt x="620424" y="62875"/>
                </a:lnTo>
                <a:lnTo>
                  <a:pt x="620511" y="63717"/>
                </a:lnTo>
                <a:lnTo>
                  <a:pt x="620585" y="64586"/>
                </a:lnTo>
                <a:lnTo>
                  <a:pt x="620645" y="65481"/>
                </a:lnTo>
                <a:lnTo>
                  <a:pt x="620692" y="66403"/>
                </a:lnTo>
                <a:lnTo>
                  <a:pt x="620726" y="67352"/>
                </a:lnTo>
                <a:lnTo>
                  <a:pt x="620746" y="68327"/>
                </a:lnTo>
                <a:lnTo>
                  <a:pt x="620753" y="69328"/>
                </a:lnTo>
                <a:lnTo>
                  <a:pt x="620753" y="72528"/>
                </a:lnTo>
                <a:lnTo>
                  <a:pt x="619025" y="73161"/>
                </a:lnTo>
                <a:lnTo>
                  <a:pt x="617340" y="73786"/>
                </a:lnTo>
                <a:lnTo>
                  <a:pt x="615695" y="74403"/>
                </a:lnTo>
                <a:lnTo>
                  <a:pt x="614093" y="75012"/>
                </a:lnTo>
                <a:lnTo>
                  <a:pt x="612531" y="75613"/>
                </a:lnTo>
                <a:lnTo>
                  <a:pt x="611012" y="76205"/>
                </a:lnTo>
                <a:lnTo>
                  <a:pt x="609534" y="76790"/>
                </a:lnTo>
                <a:lnTo>
                  <a:pt x="608097" y="77367"/>
                </a:lnTo>
                <a:lnTo>
                  <a:pt x="606702" y="77936"/>
                </a:lnTo>
                <a:lnTo>
                  <a:pt x="605348" y="78497"/>
                </a:lnTo>
                <a:lnTo>
                  <a:pt x="604036" y="79049"/>
                </a:lnTo>
                <a:lnTo>
                  <a:pt x="602765" y="79594"/>
                </a:lnTo>
                <a:lnTo>
                  <a:pt x="601536" y="80131"/>
                </a:lnTo>
                <a:lnTo>
                  <a:pt x="600348" y="80659"/>
                </a:lnTo>
                <a:lnTo>
                  <a:pt x="599202" y="81180"/>
                </a:lnTo>
                <a:lnTo>
                  <a:pt x="598098" y="81693"/>
                </a:lnTo>
                <a:lnTo>
                  <a:pt x="597034" y="82197"/>
                </a:lnTo>
                <a:lnTo>
                  <a:pt x="596013" y="82694"/>
                </a:lnTo>
                <a:lnTo>
                  <a:pt x="595033" y="83182"/>
                </a:lnTo>
                <a:lnTo>
                  <a:pt x="594094" y="83663"/>
                </a:lnTo>
                <a:lnTo>
                  <a:pt x="593197" y="84135"/>
                </a:lnTo>
                <a:lnTo>
                  <a:pt x="592342" y="84600"/>
                </a:lnTo>
                <a:lnTo>
                  <a:pt x="591527" y="85056"/>
                </a:lnTo>
                <a:lnTo>
                  <a:pt x="590755" y="85505"/>
                </a:lnTo>
                <a:lnTo>
                  <a:pt x="590012" y="85950"/>
                </a:lnTo>
                <a:lnTo>
                  <a:pt x="589289" y="86398"/>
                </a:lnTo>
                <a:lnTo>
                  <a:pt x="588584" y="86849"/>
                </a:lnTo>
                <a:lnTo>
                  <a:pt x="587897" y="87302"/>
                </a:lnTo>
                <a:lnTo>
                  <a:pt x="587229" y="87758"/>
                </a:lnTo>
                <a:lnTo>
                  <a:pt x="586580" y="88216"/>
                </a:lnTo>
                <a:lnTo>
                  <a:pt x="585950" y="88676"/>
                </a:lnTo>
                <a:lnTo>
                  <a:pt x="585338" y="89139"/>
                </a:lnTo>
                <a:lnTo>
                  <a:pt x="584745" y="89604"/>
                </a:lnTo>
                <a:lnTo>
                  <a:pt x="584171" y="90072"/>
                </a:lnTo>
                <a:lnTo>
                  <a:pt x="583615" y="90543"/>
                </a:lnTo>
                <a:lnTo>
                  <a:pt x="583078" y="91015"/>
                </a:lnTo>
                <a:lnTo>
                  <a:pt x="582559" y="91491"/>
                </a:lnTo>
                <a:lnTo>
                  <a:pt x="582060" y="91968"/>
                </a:lnTo>
                <a:lnTo>
                  <a:pt x="581579" y="92449"/>
                </a:lnTo>
                <a:lnTo>
                  <a:pt x="581116" y="92931"/>
                </a:lnTo>
                <a:lnTo>
                  <a:pt x="580672" y="93416"/>
                </a:lnTo>
                <a:lnTo>
                  <a:pt x="580247" y="93904"/>
                </a:lnTo>
                <a:lnTo>
                  <a:pt x="579841" y="94394"/>
                </a:lnTo>
                <a:lnTo>
                  <a:pt x="579453" y="94887"/>
                </a:lnTo>
                <a:lnTo>
                  <a:pt x="579084" y="95382"/>
                </a:lnTo>
                <a:lnTo>
                  <a:pt x="578734" y="95879"/>
                </a:lnTo>
                <a:lnTo>
                  <a:pt x="578402" y="96379"/>
                </a:lnTo>
                <a:lnTo>
                  <a:pt x="578089" y="96882"/>
                </a:lnTo>
                <a:lnTo>
                  <a:pt x="577872" y="97247"/>
                </a:lnTo>
                <a:lnTo>
                  <a:pt x="577663" y="97619"/>
                </a:lnTo>
                <a:lnTo>
                  <a:pt x="577464" y="97995"/>
                </a:lnTo>
                <a:lnTo>
                  <a:pt x="577274" y="98378"/>
                </a:lnTo>
                <a:lnTo>
                  <a:pt x="577094" y="98766"/>
                </a:lnTo>
                <a:lnTo>
                  <a:pt x="576923" y="99159"/>
                </a:lnTo>
                <a:lnTo>
                  <a:pt x="576761" y="99558"/>
                </a:lnTo>
                <a:lnTo>
                  <a:pt x="576608" y="99963"/>
                </a:lnTo>
                <a:lnTo>
                  <a:pt x="576464" y="100373"/>
                </a:lnTo>
                <a:lnTo>
                  <a:pt x="576330" y="100789"/>
                </a:lnTo>
                <a:lnTo>
                  <a:pt x="576205" y="101210"/>
                </a:lnTo>
                <a:lnTo>
                  <a:pt x="576089" y="101637"/>
                </a:lnTo>
                <a:lnTo>
                  <a:pt x="575983" y="102069"/>
                </a:lnTo>
                <a:lnTo>
                  <a:pt x="575886" y="102507"/>
                </a:lnTo>
                <a:lnTo>
                  <a:pt x="575798" y="102951"/>
                </a:lnTo>
                <a:lnTo>
                  <a:pt x="575719" y="103400"/>
                </a:lnTo>
                <a:lnTo>
                  <a:pt x="575650" y="103854"/>
                </a:lnTo>
                <a:lnTo>
                  <a:pt x="575589" y="104314"/>
                </a:lnTo>
                <a:lnTo>
                  <a:pt x="575538" y="104780"/>
                </a:lnTo>
                <a:lnTo>
                  <a:pt x="575497" y="105251"/>
                </a:lnTo>
                <a:lnTo>
                  <a:pt x="575464" y="105728"/>
                </a:lnTo>
                <a:lnTo>
                  <a:pt x="575441" y="106211"/>
                </a:lnTo>
                <a:lnTo>
                  <a:pt x="575427" y="106698"/>
                </a:lnTo>
                <a:lnTo>
                  <a:pt x="575423" y="107192"/>
                </a:lnTo>
                <a:lnTo>
                  <a:pt x="575432" y="107971"/>
                </a:lnTo>
                <a:lnTo>
                  <a:pt x="575461" y="108737"/>
                </a:lnTo>
                <a:lnTo>
                  <a:pt x="575508" y="109490"/>
                </a:lnTo>
                <a:lnTo>
                  <a:pt x="575575" y="110231"/>
                </a:lnTo>
                <a:lnTo>
                  <a:pt x="575660" y="110959"/>
                </a:lnTo>
                <a:lnTo>
                  <a:pt x="575764" y="111675"/>
                </a:lnTo>
                <a:lnTo>
                  <a:pt x="575888" y="112378"/>
                </a:lnTo>
                <a:lnTo>
                  <a:pt x="576030" y="113068"/>
                </a:lnTo>
                <a:lnTo>
                  <a:pt x="576191" y="113746"/>
                </a:lnTo>
                <a:lnTo>
                  <a:pt x="576372" y="114411"/>
                </a:lnTo>
                <a:lnTo>
                  <a:pt x="576571" y="115063"/>
                </a:lnTo>
                <a:lnTo>
                  <a:pt x="576789" y="115702"/>
                </a:lnTo>
                <a:lnTo>
                  <a:pt x="577027" y="116329"/>
                </a:lnTo>
                <a:lnTo>
                  <a:pt x="577283" y="116944"/>
                </a:lnTo>
                <a:lnTo>
                  <a:pt x="577558" y="117545"/>
                </a:lnTo>
                <a:lnTo>
                  <a:pt x="577852" y="118134"/>
                </a:lnTo>
                <a:lnTo>
                  <a:pt x="578165" y="118711"/>
                </a:lnTo>
                <a:lnTo>
                  <a:pt x="578497" y="119274"/>
                </a:lnTo>
                <a:lnTo>
                  <a:pt x="578849" y="119825"/>
                </a:lnTo>
                <a:lnTo>
                  <a:pt x="579219" y="120364"/>
                </a:lnTo>
                <a:lnTo>
                  <a:pt x="579608" y="120890"/>
                </a:lnTo>
                <a:lnTo>
                  <a:pt x="580016" y="121403"/>
                </a:lnTo>
                <a:lnTo>
                  <a:pt x="580443" y="121903"/>
                </a:lnTo>
                <a:lnTo>
                  <a:pt x="580889" y="122391"/>
                </a:lnTo>
                <a:lnTo>
                  <a:pt x="581350" y="122862"/>
                </a:lnTo>
                <a:lnTo>
                  <a:pt x="581821" y="123314"/>
                </a:lnTo>
                <a:lnTo>
                  <a:pt x="582302" y="123745"/>
                </a:lnTo>
                <a:lnTo>
                  <a:pt x="582794" y="124156"/>
                </a:lnTo>
                <a:lnTo>
                  <a:pt x="583296" y="124547"/>
                </a:lnTo>
                <a:lnTo>
                  <a:pt x="583808" y="124918"/>
                </a:lnTo>
                <a:lnTo>
                  <a:pt x="584331" y="125269"/>
                </a:lnTo>
                <a:lnTo>
                  <a:pt x="584864" y="125600"/>
                </a:lnTo>
                <a:lnTo>
                  <a:pt x="585407" y="125911"/>
                </a:lnTo>
                <a:lnTo>
                  <a:pt x="585961" y="126202"/>
                </a:lnTo>
                <a:lnTo>
                  <a:pt x="586525" y="126473"/>
                </a:lnTo>
                <a:lnTo>
                  <a:pt x="587100" y="126724"/>
                </a:lnTo>
                <a:lnTo>
                  <a:pt x="587684" y="126954"/>
                </a:lnTo>
                <a:lnTo>
                  <a:pt x="588279" y="127165"/>
                </a:lnTo>
                <a:lnTo>
                  <a:pt x="588885" y="127356"/>
                </a:lnTo>
                <a:lnTo>
                  <a:pt x="589501" y="127526"/>
                </a:lnTo>
                <a:lnTo>
                  <a:pt x="590127" y="127677"/>
                </a:lnTo>
                <a:lnTo>
                  <a:pt x="590763" y="127807"/>
                </a:lnTo>
                <a:lnTo>
                  <a:pt x="591410" y="127917"/>
                </a:lnTo>
                <a:lnTo>
                  <a:pt x="592067" y="128008"/>
                </a:lnTo>
                <a:lnTo>
                  <a:pt x="592735" y="128078"/>
                </a:lnTo>
                <a:lnTo>
                  <a:pt x="593412" y="128128"/>
                </a:lnTo>
                <a:lnTo>
                  <a:pt x="594101" y="128158"/>
                </a:lnTo>
                <a:lnTo>
                  <a:pt x="594799" y="128168"/>
                </a:lnTo>
                <a:lnTo>
                  <a:pt x="595250" y="128164"/>
                </a:lnTo>
                <a:lnTo>
                  <a:pt x="595698" y="128152"/>
                </a:lnTo>
                <a:lnTo>
                  <a:pt x="596145" y="128132"/>
                </a:lnTo>
                <a:lnTo>
                  <a:pt x="596589" y="128104"/>
                </a:lnTo>
                <a:lnTo>
                  <a:pt x="597031" y="128068"/>
                </a:lnTo>
                <a:lnTo>
                  <a:pt x="597471" y="128024"/>
                </a:lnTo>
                <a:lnTo>
                  <a:pt x="597909" y="127972"/>
                </a:lnTo>
                <a:lnTo>
                  <a:pt x="598344" y="127911"/>
                </a:lnTo>
                <a:lnTo>
                  <a:pt x="598778" y="127843"/>
                </a:lnTo>
                <a:lnTo>
                  <a:pt x="599209" y="127767"/>
                </a:lnTo>
                <a:lnTo>
                  <a:pt x="599638" y="127683"/>
                </a:lnTo>
                <a:lnTo>
                  <a:pt x="600065" y="127590"/>
                </a:lnTo>
                <a:lnTo>
                  <a:pt x="600490" y="127490"/>
                </a:lnTo>
                <a:lnTo>
                  <a:pt x="600913" y="127382"/>
                </a:lnTo>
                <a:lnTo>
                  <a:pt x="601333" y="127265"/>
                </a:lnTo>
                <a:lnTo>
                  <a:pt x="601752" y="127141"/>
                </a:lnTo>
                <a:lnTo>
                  <a:pt x="602168" y="127009"/>
                </a:lnTo>
                <a:lnTo>
                  <a:pt x="602582" y="126868"/>
                </a:lnTo>
                <a:lnTo>
                  <a:pt x="602994" y="126720"/>
                </a:lnTo>
                <a:lnTo>
                  <a:pt x="603403" y="126563"/>
                </a:lnTo>
                <a:lnTo>
                  <a:pt x="603811" y="126399"/>
                </a:lnTo>
                <a:lnTo>
                  <a:pt x="604216" y="126226"/>
                </a:lnTo>
                <a:lnTo>
                  <a:pt x="604619" y="126046"/>
                </a:lnTo>
                <a:lnTo>
                  <a:pt x="605020" y="125857"/>
                </a:lnTo>
                <a:lnTo>
                  <a:pt x="605303" y="125717"/>
                </a:lnTo>
                <a:lnTo>
                  <a:pt x="605619" y="125549"/>
                </a:lnTo>
                <a:lnTo>
                  <a:pt x="605966" y="125352"/>
                </a:lnTo>
                <a:lnTo>
                  <a:pt x="606346" y="125126"/>
                </a:lnTo>
                <a:lnTo>
                  <a:pt x="606759" y="124873"/>
                </a:lnTo>
                <a:lnTo>
                  <a:pt x="607204" y="124591"/>
                </a:lnTo>
                <a:lnTo>
                  <a:pt x="607681" y="124280"/>
                </a:lnTo>
                <a:lnTo>
                  <a:pt x="608191" y="123941"/>
                </a:lnTo>
                <a:lnTo>
                  <a:pt x="608733" y="123574"/>
                </a:lnTo>
                <a:lnTo>
                  <a:pt x="609307" y="123178"/>
                </a:lnTo>
                <a:lnTo>
                  <a:pt x="609914" y="122754"/>
                </a:lnTo>
                <a:lnTo>
                  <a:pt x="610553" y="122302"/>
                </a:lnTo>
                <a:lnTo>
                  <a:pt x="611225" y="121821"/>
                </a:lnTo>
                <a:lnTo>
                  <a:pt x="611929" y="121312"/>
                </a:lnTo>
                <a:lnTo>
                  <a:pt x="612666" y="120774"/>
                </a:lnTo>
                <a:lnTo>
                  <a:pt x="613435" y="120208"/>
                </a:lnTo>
                <a:lnTo>
                  <a:pt x="614236" y="119614"/>
                </a:lnTo>
                <a:lnTo>
                  <a:pt x="615070" y="118991"/>
                </a:lnTo>
                <a:lnTo>
                  <a:pt x="615936" y="118340"/>
                </a:lnTo>
                <a:lnTo>
                  <a:pt x="616834" y="117660"/>
                </a:lnTo>
                <a:lnTo>
                  <a:pt x="617765" y="116952"/>
                </a:lnTo>
                <a:lnTo>
                  <a:pt x="618729" y="116216"/>
                </a:lnTo>
                <a:lnTo>
                  <a:pt x="619724" y="115451"/>
                </a:lnTo>
                <a:lnTo>
                  <a:pt x="620753" y="114658"/>
                </a:lnTo>
                <a:lnTo>
                  <a:pt x="620764" y="115258"/>
                </a:lnTo>
                <a:lnTo>
                  <a:pt x="620785" y="115843"/>
                </a:lnTo>
                <a:lnTo>
                  <a:pt x="620814" y="116413"/>
                </a:lnTo>
                <a:lnTo>
                  <a:pt x="620851" y="116969"/>
                </a:lnTo>
                <a:lnTo>
                  <a:pt x="620898" y="117510"/>
                </a:lnTo>
                <a:close/>
                <a:moveTo>
                  <a:pt x="616346" y="112134"/>
                </a:moveTo>
                <a:lnTo>
                  <a:pt x="615509" y="112702"/>
                </a:lnTo>
                <a:lnTo>
                  <a:pt x="614686" y="113240"/>
                </a:lnTo>
                <a:lnTo>
                  <a:pt x="613879" y="113747"/>
                </a:lnTo>
                <a:lnTo>
                  <a:pt x="613087" y="114223"/>
                </a:lnTo>
                <a:lnTo>
                  <a:pt x="612309" y="114669"/>
                </a:lnTo>
                <a:lnTo>
                  <a:pt x="611546" y="115084"/>
                </a:lnTo>
                <a:lnTo>
                  <a:pt x="610798" y="115468"/>
                </a:lnTo>
                <a:lnTo>
                  <a:pt x="610065" y="115821"/>
                </a:lnTo>
                <a:lnTo>
                  <a:pt x="609346" y="116144"/>
                </a:lnTo>
                <a:lnTo>
                  <a:pt x="608642" y="116436"/>
                </a:lnTo>
                <a:lnTo>
                  <a:pt x="607954" y="116697"/>
                </a:lnTo>
                <a:lnTo>
                  <a:pt x="607280" y="116927"/>
                </a:lnTo>
                <a:lnTo>
                  <a:pt x="606620" y="117127"/>
                </a:lnTo>
                <a:lnTo>
                  <a:pt x="605976" y="117296"/>
                </a:lnTo>
                <a:lnTo>
                  <a:pt x="605346" y="117434"/>
                </a:lnTo>
                <a:lnTo>
                  <a:pt x="604732" y="117542"/>
                </a:lnTo>
                <a:lnTo>
                  <a:pt x="604132" y="117619"/>
                </a:lnTo>
                <a:lnTo>
                  <a:pt x="603547" y="117665"/>
                </a:lnTo>
                <a:lnTo>
                  <a:pt x="602976" y="117680"/>
                </a:lnTo>
                <a:lnTo>
                  <a:pt x="602563" y="117673"/>
                </a:lnTo>
                <a:lnTo>
                  <a:pt x="602155" y="117651"/>
                </a:lnTo>
                <a:lnTo>
                  <a:pt x="601750" y="117614"/>
                </a:lnTo>
                <a:lnTo>
                  <a:pt x="601349" y="117563"/>
                </a:lnTo>
                <a:lnTo>
                  <a:pt x="600952" y="117498"/>
                </a:lnTo>
                <a:lnTo>
                  <a:pt x="600560" y="117417"/>
                </a:lnTo>
                <a:lnTo>
                  <a:pt x="600171" y="117323"/>
                </a:lnTo>
                <a:lnTo>
                  <a:pt x="599786" y="117213"/>
                </a:lnTo>
                <a:lnTo>
                  <a:pt x="599406" y="117089"/>
                </a:lnTo>
                <a:lnTo>
                  <a:pt x="599029" y="116950"/>
                </a:lnTo>
                <a:lnTo>
                  <a:pt x="598656" y="116797"/>
                </a:lnTo>
                <a:lnTo>
                  <a:pt x="598288" y="116629"/>
                </a:lnTo>
                <a:lnTo>
                  <a:pt x="597923" y="116447"/>
                </a:lnTo>
                <a:lnTo>
                  <a:pt x="597562" y="116250"/>
                </a:lnTo>
                <a:lnTo>
                  <a:pt x="597206" y="116038"/>
                </a:lnTo>
                <a:lnTo>
                  <a:pt x="596853" y="115812"/>
                </a:lnTo>
                <a:lnTo>
                  <a:pt x="596505" y="115571"/>
                </a:lnTo>
                <a:lnTo>
                  <a:pt x="596160" y="115316"/>
                </a:lnTo>
                <a:lnTo>
                  <a:pt x="595819" y="115046"/>
                </a:lnTo>
                <a:lnTo>
                  <a:pt x="595483" y="114762"/>
                </a:lnTo>
                <a:lnTo>
                  <a:pt x="595150" y="114463"/>
                </a:lnTo>
                <a:lnTo>
                  <a:pt x="594822" y="114149"/>
                </a:lnTo>
                <a:lnTo>
                  <a:pt x="594497" y="113820"/>
                </a:lnTo>
                <a:lnTo>
                  <a:pt x="594177" y="113478"/>
                </a:lnTo>
                <a:lnTo>
                  <a:pt x="593865" y="113124"/>
                </a:lnTo>
                <a:lnTo>
                  <a:pt x="593566" y="112762"/>
                </a:lnTo>
                <a:lnTo>
                  <a:pt x="593281" y="112393"/>
                </a:lnTo>
                <a:lnTo>
                  <a:pt x="593009" y="112016"/>
                </a:lnTo>
                <a:lnTo>
                  <a:pt x="592750" y="111632"/>
                </a:lnTo>
                <a:lnTo>
                  <a:pt x="592505" y="111241"/>
                </a:lnTo>
                <a:lnTo>
                  <a:pt x="592273" y="110842"/>
                </a:lnTo>
                <a:lnTo>
                  <a:pt x="592054" y="110435"/>
                </a:lnTo>
                <a:lnTo>
                  <a:pt x="591848" y="110021"/>
                </a:lnTo>
                <a:lnTo>
                  <a:pt x="591655" y="109599"/>
                </a:lnTo>
                <a:lnTo>
                  <a:pt x="591476" y="109170"/>
                </a:lnTo>
                <a:lnTo>
                  <a:pt x="591310" y="108733"/>
                </a:lnTo>
                <a:lnTo>
                  <a:pt x="591158" y="108288"/>
                </a:lnTo>
                <a:lnTo>
                  <a:pt x="591018" y="107837"/>
                </a:lnTo>
                <a:lnTo>
                  <a:pt x="590892" y="107377"/>
                </a:lnTo>
                <a:lnTo>
                  <a:pt x="590780" y="106910"/>
                </a:lnTo>
                <a:lnTo>
                  <a:pt x="590680" y="106436"/>
                </a:lnTo>
                <a:lnTo>
                  <a:pt x="590594" y="105954"/>
                </a:lnTo>
                <a:lnTo>
                  <a:pt x="590521" y="105464"/>
                </a:lnTo>
                <a:lnTo>
                  <a:pt x="590461" y="104967"/>
                </a:lnTo>
                <a:lnTo>
                  <a:pt x="590415" y="104462"/>
                </a:lnTo>
                <a:lnTo>
                  <a:pt x="590381" y="103950"/>
                </a:lnTo>
                <a:lnTo>
                  <a:pt x="590362" y="103431"/>
                </a:lnTo>
                <a:lnTo>
                  <a:pt x="590355" y="102903"/>
                </a:lnTo>
                <a:lnTo>
                  <a:pt x="590360" y="102484"/>
                </a:lnTo>
                <a:lnTo>
                  <a:pt x="590376" y="102068"/>
                </a:lnTo>
                <a:lnTo>
                  <a:pt x="590402" y="101655"/>
                </a:lnTo>
                <a:lnTo>
                  <a:pt x="590439" y="101244"/>
                </a:lnTo>
                <a:lnTo>
                  <a:pt x="590486" y="100836"/>
                </a:lnTo>
                <a:lnTo>
                  <a:pt x="590544" y="100431"/>
                </a:lnTo>
                <a:lnTo>
                  <a:pt x="590612" y="100029"/>
                </a:lnTo>
                <a:lnTo>
                  <a:pt x="590691" y="99629"/>
                </a:lnTo>
                <a:lnTo>
                  <a:pt x="590780" y="99232"/>
                </a:lnTo>
                <a:lnTo>
                  <a:pt x="590880" y="98838"/>
                </a:lnTo>
                <a:lnTo>
                  <a:pt x="590990" y="98447"/>
                </a:lnTo>
                <a:lnTo>
                  <a:pt x="591110" y="98059"/>
                </a:lnTo>
                <a:lnTo>
                  <a:pt x="591242" y="97673"/>
                </a:lnTo>
                <a:lnTo>
                  <a:pt x="591383" y="97290"/>
                </a:lnTo>
                <a:lnTo>
                  <a:pt x="591535" y="96910"/>
                </a:lnTo>
                <a:lnTo>
                  <a:pt x="591698" y="96532"/>
                </a:lnTo>
                <a:lnTo>
                  <a:pt x="591871" y="96158"/>
                </a:lnTo>
                <a:lnTo>
                  <a:pt x="592055" y="95786"/>
                </a:lnTo>
                <a:lnTo>
                  <a:pt x="592249" y="95417"/>
                </a:lnTo>
                <a:lnTo>
                  <a:pt x="592454" y="95050"/>
                </a:lnTo>
                <a:lnTo>
                  <a:pt x="592669" y="94687"/>
                </a:lnTo>
                <a:lnTo>
                  <a:pt x="592894" y="94326"/>
                </a:lnTo>
                <a:lnTo>
                  <a:pt x="593130" y="93968"/>
                </a:lnTo>
                <a:lnTo>
                  <a:pt x="593377" y="93612"/>
                </a:lnTo>
                <a:lnTo>
                  <a:pt x="593636" y="93259"/>
                </a:lnTo>
                <a:lnTo>
                  <a:pt x="593908" y="92907"/>
                </a:lnTo>
                <a:lnTo>
                  <a:pt x="594195" y="92556"/>
                </a:lnTo>
                <a:lnTo>
                  <a:pt x="594495" y="92207"/>
                </a:lnTo>
                <a:lnTo>
                  <a:pt x="594810" y="91858"/>
                </a:lnTo>
                <a:lnTo>
                  <a:pt x="595138" y="91511"/>
                </a:lnTo>
                <a:lnTo>
                  <a:pt x="595480" y="91165"/>
                </a:lnTo>
                <a:lnTo>
                  <a:pt x="595836" y="90820"/>
                </a:lnTo>
                <a:lnTo>
                  <a:pt x="596206" y="90477"/>
                </a:lnTo>
                <a:lnTo>
                  <a:pt x="596590" y="90135"/>
                </a:lnTo>
                <a:lnTo>
                  <a:pt x="596987" y="89794"/>
                </a:lnTo>
                <a:lnTo>
                  <a:pt x="597399" y="89454"/>
                </a:lnTo>
                <a:lnTo>
                  <a:pt x="597824" y="89115"/>
                </a:lnTo>
                <a:lnTo>
                  <a:pt x="598264" y="88778"/>
                </a:lnTo>
                <a:lnTo>
                  <a:pt x="598717" y="88442"/>
                </a:lnTo>
                <a:lnTo>
                  <a:pt x="599184" y="88107"/>
                </a:lnTo>
                <a:lnTo>
                  <a:pt x="599665" y="87773"/>
                </a:lnTo>
                <a:lnTo>
                  <a:pt x="600160" y="87440"/>
                </a:lnTo>
                <a:lnTo>
                  <a:pt x="600669" y="87109"/>
                </a:lnTo>
                <a:lnTo>
                  <a:pt x="601191" y="86779"/>
                </a:lnTo>
                <a:lnTo>
                  <a:pt x="601728" y="86450"/>
                </a:lnTo>
                <a:lnTo>
                  <a:pt x="602278" y="86123"/>
                </a:lnTo>
                <a:lnTo>
                  <a:pt x="602842" y="85796"/>
                </a:lnTo>
                <a:lnTo>
                  <a:pt x="603421" y="85471"/>
                </a:lnTo>
                <a:lnTo>
                  <a:pt x="603763" y="85281"/>
                </a:lnTo>
                <a:lnTo>
                  <a:pt x="604138" y="85081"/>
                </a:lnTo>
                <a:lnTo>
                  <a:pt x="604547" y="84870"/>
                </a:lnTo>
                <a:lnTo>
                  <a:pt x="604988" y="84647"/>
                </a:lnTo>
                <a:lnTo>
                  <a:pt x="605463" y="84415"/>
                </a:lnTo>
                <a:lnTo>
                  <a:pt x="605970" y="84171"/>
                </a:lnTo>
                <a:lnTo>
                  <a:pt x="606511" y="83917"/>
                </a:lnTo>
                <a:lnTo>
                  <a:pt x="607085" y="83652"/>
                </a:lnTo>
                <a:lnTo>
                  <a:pt x="607691" y="83376"/>
                </a:lnTo>
                <a:lnTo>
                  <a:pt x="608331" y="83089"/>
                </a:lnTo>
                <a:lnTo>
                  <a:pt x="609003" y="82792"/>
                </a:lnTo>
                <a:lnTo>
                  <a:pt x="609709" y="82484"/>
                </a:lnTo>
                <a:lnTo>
                  <a:pt x="610448" y="82165"/>
                </a:lnTo>
                <a:lnTo>
                  <a:pt x="611219" y="81836"/>
                </a:lnTo>
                <a:lnTo>
                  <a:pt x="612024" y="81496"/>
                </a:lnTo>
                <a:lnTo>
                  <a:pt x="612862" y="81145"/>
                </a:lnTo>
                <a:lnTo>
                  <a:pt x="613733" y="80783"/>
                </a:lnTo>
                <a:lnTo>
                  <a:pt x="614636" y="80410"/>
                </a:lnTo>
                <a:lnTo>
                  <a:pt x="615573" y="80027"/>
                </a:lnTo>
                <a:lnTo>
                  <a:pt x="616543" y="79633"/>
                </a:lnTo>
                <a:lnTo>
                  <a:pt x="617546" y="79228"/>
                </a:lnTo>
                <a:lnTo>
                  <a:pt x="618582" y="78813"/>
                </a:lnTo>
                <a:lnTo>
                  <a:pt x="619651" y="78387"/>
                </a:lnTo>
                <a:lnTo>
                  <a:pt x="620753" y="77950"/>
                </a:lnTo>
                <a:lnTo>
                  <a:pt x="620753" y="108831"/>
                </a:lnTo>
                <a:lnTo>
                  <a:pt x="619842" y="109553"/>
                </a:lnTo>
                <a:lnTo>
                  <a:pt x="618945" y="110244"/>
                </a:lnTo>
                <a:lnTo>
                  <a:pt x="618064" y="110905"/>
                </a:lnTo>
                <a:lnTo>
                  <a:pt x="617197" y="111535"/>
                </a:lnTo>
                <a:lnTo>
                  <a:pt x="616346" y="112134"/>
                </a:lnTo>
                <a:close/>
                <a:moveTo>
                  <a:pt x="357890" y="96800"/>
                </a:moveTo>
                <a:lnTo>
                  <a:pt x="357501" y="97615"/>
                </a:lnTo>
                <a:lnTo>
                  <a:pt x="357112" y="98407"/>
                </a:lnTo>
                <a:lnTo>
                  <a:pt x="356722" y="99176"/>
                </a:lnTo>
                <a:lnTo>
                  <a:pt x="356331" y="99922"/>
                </a:lnTo>
                <a:lnTo>
                  <a:pt x="355938" y="100644"/>
                </a:lnTo>
                <a:lnTo>
                  <a:pt x="355545" y="101344"/>
                </a:lnTo>
                <a:lnTo>
                  <a:pt x="355152" y="102020"/>
                </a:lnTo>
                <a:lnTo>
                  <a:pt x="354757" y="102673"/>
                </a:lnTo>
                <a:lnTo>
                  <a:pt x="354361" y="103303"/>
                </a:lnTo>
                <a:lnTo>
                  <a:pt x="353964" y="103910"/>
                </a:lnTo>
                <a:lnTo>
                  <a:pt x="353566" y="104494"/>
                </a:lnTo>
                <a:lnTo>
                  <a:pt x="353168" y="105055"/>
                </a:lnTo>
                <a:lnTo>
                  <a:pt x="352768" y="105592"/>
                </a:lnTo>
                <a:lnTo>
                  <a:pt x="352368" y="106106"/>
                </a:lnTo>
                <a:lnTo>
                  <a:pt x="351967" y="106598"/>
                </a:lnTo>
                <a:lnTo>
                  <a:pt x="351564" y="107066"/>
                </a:lnTo>
                <a:lnTo>
                  <a:pt x="351161" y="107510"/>
                </a:lnTo>
                <a:lnTo>
                  <a:pt x="350757" y="107932"/>
                </a:lnTo>
                <a:lnTo>
                  <a:pt x="350352" y="108331"/>
                </a:lnTo>
                <a:lnTo>
                  <a:pt x="349946" y="108706"/>
                </a:lnTo>
                <a:lnTo>
                  <a:pt x="349539" y="109058"/>
                </a:lnTo>
                <a:lnTo>
                  <a:pt x="348958" y="109544"/>
                </a:lnTo>
                <a:lnTo>
                  <a:pt x="348371" y="110010"/>
                </a:lnTo>
                <a:lnTo>
                  <a:pt x="347778" y="110454"/>
                </a:lnTo>
                <a:lnTo>
                  <a:pt x="347179" y="110878"/>
                </a:lnTo>
                <a:lnTo>
                  <a:pt x="346573" y="111281"/>
                </a:lnTo>
                <a:lnTo>
                  <a:pt x="345961" y="111664"/>
                </a:lnTo>
                <a:lnTo>
                  <a:pt x="345344" y="112026"/>
                </a:lnTo>
                <a:lnTo>
                  <a:pt x="344720" y="112367"/>
                </a:lnTo>
                <a:lnTo>
                  <a:pt x="344089" y="112687"/>
                </a:lnTo>
                <a:lnTo>
                  <a:pt x="343453" y="112987"/>
                </a:lnTo>
                <a:lnTo>
                  <a:pt x="342810" y="113266"/>
                </a:lnTo>
                <a:lnTo>
                  <a:pt x="342162" y="113525"/>
                </a:lnTo>
                <a:lnTo>
                  <a:pt x="341507" y="113763"/>
                </a:lnTo>
                <a:lnTo>
                  <a:pt x="340846" y="113980"/>
                </a:lnTo>
                <a:lnTo>
                  <a:pt x="340179" y="114176"/>
                </a:lnTo>
                <a:lnTo>
                  <a:pt x="339505" y="114352"/>
                </a:lnTo>
                <a:lnTo>
                  <a:pt x="338826" y="114507"/>
                </a:lnTo>
                <a:lnTo>
                  <a:pt x="338140" y="114641"/>
                </a:lnTo>
                <a:lnTo>
                  <a:pt x="337448" y="114755"/>
                </a:lnTo>
                <a:lnTo>
                  <a:pt x="336750" y="114848"/>
                </a:lnTo>
                <a:lnTo>
                  <a:pt x="336046" y="114921"/>
                </a:lnTo>
                <a:lnTo>
                  <a:pt x="335335" y="114972"/>
                </a:lnTo>
                <a:lnTo>
                  <a:pt x="334618" y="115003"/>
                </a:lnTo>
                <a:lnTo>
                  <a:pt x="333896" y="115014"/>
                </a:lnTo>
                <a:lnTo>
                  <a:pt x="332890" y="114994"/>
                </a:lnTo>
                <a:lnTo>
                  <a:pt x="331901" y="114936"/>
                </a:lnTo>
                <a:lnTo>
                  <a:pt x="330930" y="114839"/>
                </a:lnTo>
                <a:lnTo>
                  <a:pt x="329976" y="114704"/>
                </a:lnTo>
                <a:lnTo>
                  <a:pt x="329040" y="114529"/>
                </a:lnTo>
                <a:lnTo>
                  <a:pt x="328121" y="114316"/>
                </a:lnTo>
                <a:lnTo>
                  <a:pt x="327220" y="114065"/>
                </a:lnTo>
                <a:lnTo>
                  <a:pt x="326336" y="113774"/>
                </a:lnTo>
                <a:lnTo>
                  <a:pt x="325469" y="113445"/>
                </a:lnTo>
                <a:lnTo>
                  <a:pt x="324620" y="113077"/>
                </a:lnTo>
                <a:lnTo>
                  <a:pt x="323789" y="112670"/>
                </a:lnTo>
                <a:lnTo>
                  <a:pt x="322974" y="112225"/>
                </a:lnTo>
                <a:lnTo>
                  <a:pt x="322178" y="111741"/>
                </a:lnTo>
                <a:lnTo>
                  <a:pt x="321398" y="111218"/>
                </a:lnTo>
                <a:lnTo>
                  <a:pt x="320636" y="110656"/>
                </a:lnTo>
                <a:lnTo>
                  <a:pt x="319892" y="110056"/>
                </a:lnTo>
                <a:lnTo>
                  <a:pt x="319165" y="109417"/>
                </a:lnTo>
                <a:lnTo>
                  <a:pt x="318455" y="108739"/>
                </a:lnTo>
                <a:lnTo>
                  <a:pt x="317763" y="108022"/>
                </a:lnTo>
                <a:lnTo>
                  <a:pt x="317088" y="107267"/>
                </a:lnTo>
                <a:lnTo>
                  <a:pt x="316431" y="106473"/>
                </a:lnTo>
                <a:lnTo>
                  <a:pt x="315791" y="105640"/>
                </a:lnTo>
                <a:lnTo>
                  <a:pt x="315169" y="104769"/>
                </a:lnTo>
                <a:lnTo>
                  <a:pt x="314564" y="103859"/>
                </a:lnTo>
                <a:lnTo>
                  <a:pt x="313980" y="102923"/>
                </a:lnTo>
                <a:lnTo>
                  <a:pt x="313421" y="101976"/>
                </a:lnTo>
                <a:lnTo>
                  <a:pt x="312887" y="101017"/>
                </a:lnTo>
                <a:lnTo>
                  <a:pt x="312378" y="100046"/>
                </a:lnTo>
                <a:lnTo>
                  <a:pt x="311893" y="99063"/>
                </a:lnTo>
                <a:lnTo>
                  <a:pt x="311434" y="98068"/>
                </a:lnTo>
                <a:lnTo>
                  <a:pt x="310999" y="97061"/>
                </a:lnTo>
                <a:lnTo>
                  <a:pt x="310589" y="96042"/>
                </a:lnTo>
                <a:lnTo>
                  <a:pt x="310204" y="95012"/>
                </a:lnTo>
                <a:lnTo>
                  <a:pt x="309844" y="93969"/>
                </a:lnTo>
                <a:lnTo>
                  <a:pt x="309508" y="92915"/>
                </a:lnTo>
                <a:lnTo>
                  <a:pt x="309198" y="91849"/>
                </a:lnTo>
                <a:lnTo>
                  <a:pt x="308912" y="90771"/>
                </a:lnTo>
                <a:lnTo>
                  <a:pt x="308651" y="89681"/>
                </a:lnTo>
                <a:lnTo>
                  <a:pt x="308415" y="88579"/>
                </a:lnTo>
                <a:lnTo>
                  <a:pt x="308204" y="87465"/>
                </a:lnTo>
                <a:lnTo>
                  <a:pt x="308017" y="86339"/>
                </a:lnTo>
                <a:lnTo>
                  <a:pt x="307856" y="85202"/>
                </a:lnTo>
                <a:lnTo>
                  <a:pt x="307719" y="84053"/>
                </a:lnTo>
                <a:lnTo>
                  <a:pt x="307608" y="82891"/>
                </a:lnTo>
                <a:lnTo>
                  <a:pt x="307521" y="81718"/>
                </a:lnTo>
                <a:lnTo>
                  <a:pt x="307459" y="80533"/>
                </a:lnTo>
                <a:lnTo>
                  <a:pt x="307421" y="79336"/>
                </a:lnTo>
                <a:lnTo>
                  <a:pt x="307409" y="78127"/>
                </a:lnTo>
                <a:lnTo>
                  <a:pt x="307421" y="76945"/>
                </a:lnTo>
                <a:lnTo>
                  <a:pt x="307459" y="75781"/>
                </a:lnTo>
                <a:lnTo>
                  <a:pt x="307521" y="74637"/>
                </a:lnTo>
                <a:lnTo>
                  <a:pt x="307609" y="73513"/>
                </a:lnTo>
                <a:lnTo>
                  <a:pt x="307721" y="72408"/>
                </a:lnTo>
                <a:lnTo>
                  <a:pt x="307859" y="71322"/>
                </a:lnTo>
                <a:lnTo>
                  <a:pt x="308021" y="70256"/>
                </a:lnTo>
                <a:lnTo>
                  <a:pt x="308209" y="69210"/>
                </a:lnTo>
                <a:lnTo>
                  <a:pt x="308421" y="68182"/>
                </a:lnTo>
                <a:lnTo>
                  <a:pt x="308659" y="67175"/>
                </a:lnTo>
                <a:lnTo>
                  <a:pt x="308921" y="66186"/>
                </a:lnTo>
                <a:lnTo>
                  <a:pt x="309209" y="65217"/>
                </a:lnTo>
                <a:lnTo>
                  <a:pt x="309521" y="64268"/>
                </a:lnTo>
                <a:lnTo>
                  <a:pt x="309859" y="63338"/>
                </a:lnTo>
                <a:lnTo>
                  <a:pt x="310221" y="62427"/>
                </a:lnTo>
                <a:lnTo>
                  <a:pt x="310609" y="61536"/>
                </a:lnTo>
                <a:lnTo>
                  <a:pt x="311021" y="60664"/>
                </a:lnTo>
                <a:lnTo>
                  <a:pt x="311459" y="59812"/>
                </a:lnTo>
                <a:lnTo>
                  <a:pt x="311921" y="58979"/>
                </a:lnTo>
                <a:lnTo>
                  <a:pt x="312408" y="58166"/>
                </a:lnTo>
                <a:lnTo>
                  <a:pt x="312921" y="57372"/>
                </a:lnTo>
                <a:lnTo>
                  <a:pt x="313458" y="56598"/>
                </a:lnTo>
                <a:lnTo>
                  <a:pt x="314021" y="55843"/>
                </a:lnTo>
                <a:lnTo>
                  <a:pt x="314608" y="55107"/>
                </a:lnTo>
                <a:lnTo>
                  <a:pt x="315066" y="54570"/>
                </a:lnTo>
                <a:lnTo>
                  <a:pt x="315536" y="54056"/>
                </a:lnTo>
                <a:lnTo>
                  <a:pt x="316018" y="53565"/>
                </a:lnTo>
                <a:lnTo>
                  <a:pt x="316512" y="53097"/>
                </a:lnTo>
                <a:lnTo>
                  <a:pt x="317018" y="52652"/>
                </a:lnTo>
                <a:lnTo>
                  <a:pt x="317536" y="52229"/>
                </a:lnTo>
                <a:lnTo>
                  <a:pt x="318066" y="51830"/>
                </a:lnTo>
                <a:lnTo>
                  <a:pt x="318608" y="51453"/>
                </a:lnTo>
                <a:lnTo>
                  <a:pt x="319162" y="51099"/>
                </a:lnTo>
                <a:lnTo>
                  <a:pt x="319728" y="50768"/>
                </a:lnTo>
                <a:lnTo>
                  <a:pt x="320306" y="50459"/>
                </a:lnTo>
                <a:lnTo>
                  <a:pt x="320897" y="50174"/>
                </a:lnTo>
                <a:lnTo>
                  <a:pt x="321499" y="49911"/>
                </a:lnTo>
                <a:lnTo>
                  <a:pt x="322113" y="49672"/>
                </a:lnTo>
                <a:lnTo>
                  <a:pt x="322740" y="49455"/>
                </a:lnTo>
                <a:lnTo>
                  <a:pt x="323378" y="49260"/>
                </a:lnTo>
                <a:lnTo>
                  <a:pt x="324028" y="49089"/>
                </a:lnTo>
                <a:lnTo>
                  <a:pt x="324691" y="48941"/>
                </a:lnTo>
                <a:lnTo>
                  <a:pt x="325365" y="48815"/>
                </a:lnTo>
                <a:lnTo>
                  <a:pt x="326052" y="48712"/>
                </a:lnTo>
                <a:lnTo>
                  <a:pt x="326750" y="48632"/>
                </a:lnTo>
                <a:lnTo>
                  <a:pt x="327461" y="48575"/>
                </a:lnTo>
                <a:lnTo>
                  <a:pt x="328184" y="48541"/>
                </a:lnTo>
                <a:lnTo>
                  <a:pt x="328918" y="48530"/>
                </a:lnTo>
                <a:lnTo>
                  <a:pt x="329373" y="48534"/>
                </a:lnTo>
                <a:lnTo>
                  <a:pt x="329820" y="48548"/>
                </a:lnTo>
                <a:lnTo>
                  <a:pt x="330258" y="48571"/>
                </a:lnTo>
                <a:lnTo>
                  <a:pt x="330689" y="48604"/>
                </a:lnTo>
                <a:lnTo>
                  <a:pt x="331110" y="48645"/>
                </a:lnTo>
                <a:lnTo>
                  <a:pt x="331524" y="48696"/>
                </a:lnTo>
                <a:lnTo>
                  <a:pt x="331929" y="48757"/>
                </a:lnTo>
                <a:lnTo>
                  <a:pt x="332325" y="48826"/>
                </a:lnTo>
                <a:lnTo>
                  <a:pt x="332714" y="48905"/>
                </a:lnTo>
                <a:lnTo>
                  <a:pt x="333094" y="48993"/>
                </a:lnTo>
                <a:lnTo>
                  <a:pt x="333466" y="49090"/>
                </a:lnTo>
                <a:lnTo>
                  <a:pt x="333829" y="49196"/>
                </a:lnTo>
                <a:lnTo>
                  <a:pt x="334184" y="49312"/>
                </a:lnTo>
                <a:lnTo>
                  <a:pt x="334531" y="49437"/>
                </a:lnTo>
                <a:lnTo>
                  <a:pt x="334869" y="49571"/>
                </a:lnTo>
                <a:lnTo>
                  <a:pt x="335199" y="49715"/>
                </a:lnTo>
                <a:lnTo>
                  <a:pt x="335521" y="49868"/>
                </a:lnTo>
                <a:lnTo>
                  <a:pt x="335834" y="50030"/>
                </a:lnTo>
                <a:lnTo>
                  <a:pt x="336140" y="50201"/>
                </a:lnTo>
                <a:lnTo>
                  <a:pt x="336436" y="50381"/>
                </a:lnTo>
                <a:lnTo>
                  <a:pt x="336725" y="50571"/>
                </a:lnTo>
                <a:lnTo>
                  <a:pt x="337005" y="50770"/>
                </a:lnTo>
                <a:lnTo>
                  <a:pt x="337276" y="50979"/>
                </a:lnTo>
                <a:lnTo>
                  <a:pt x="337540" y="51196"/>
                </a:lnTo>
                <a:lnTo>
                  <a:pt x="337795" y="51430"/>
                </a:lnTo>
                <a:lnTo>
                  <a:pt x="338040" y="51673"/>
                </a:lnTo>
                <a:lnTo>
                  <a:pt x="338277" y="51924"/>
                </a:lnTo>
                <a:lnTo>
                  <a:pt x="338504" y="52184"/>
                </a:lnTo>
                <a:lnTo>
                  <a:pt x="338722" y="52452"/>
                </a:lnTo>
                <a:lnTo>
                  <a:pt x="338931" y="52729"/>
                </a:lnTo>
                <a:lnTo>
                  <a:pt x="339131" y="53015"/>
                </a:lnTo>
                <a:lnTo>
                  <a:pt x="339322" y="53310"/>
                </a:lnTo>
                <a:lnTo>
                  <a:pt x="339504" y="53613"/>
                </a:lnTo>
                <a:lnTo>
                  <a:pt x="339677" y="53924"/>
                </a:lnTo>
                <a:lnTo>
                  <a:pt x="339841" y="54245"/>
                </a:lnTo>
                <a:lnTo>
                  <a:pt x="339995" y="54574"/>
                </a:lnTo>
                <a:lnTo>
                  <a:pt x="340141" y="54911"/>
                </a:lnTo>
                <a:lnTo>
                  <a:pt x="340277" y="55258"/>
                </a:lnTo>
                <a:lnTo>
                  <a:pt x="340404" y="55612"/>
                </a:lnTo>
                <a:lnTo>
                  <a:pt x="340522" y="55976"/>
                </a:lnTo>
                <a:lnTo>
                  <a:pt x="340631" y="56348"/>
                </a:lnTo>
                <a:lnTo>
                  <a:pt x="340731" y="56729"/>
                </a:lnTo>
                <a:lnTo>
                  <a:pt x="340822" y="57119"/>
                </a:lnTo>
                <a:lnTo>
                  <a:pt x="340904" y="57517"/>
                </a:lnTo>
                <a:lnTo>
                  <a:pt x="340976" y="57923"/>
                </a:lnTo>
                <a:lnTo>
                  <a:pt x="341040" y="58339"/>
                </a:lnTo>
                <a:lnTo>
                  <a:pt x="341094" y="58763"/>
                </a:lnTo>
                <a:lnTo>
                  <a:pt x="341140" y="59196"/>
                </a:lnTo>
                <a:lnTo>
                  <a:pt x="341182" y="59627"/>
                </a:lnTo>
                <a:lnTo>
                  <a:pt x="341228" y="60046"/>
                </a:lnTo>
                <a:lnTo>
                  <a:pt x="341278" y="60454"/>
                </a:lnTo>
                <a:lnTo>
                  <a:pt x="341331" y="60850"/>
                </a:lnTo>
                <a:lnTo>
                  <a:pt x="341388" y="61234"/>
                </a:lnTo>
                <a:lnTo>
                  <a:pt x="341448" y="61606"/>
                </a:lnTo>
                <a:lnTo>
                  <a:pt x="341512" y="61967"/>
                </a:lnTo>
                <a:lnTo>
                  <a:pt x="341579" y="62316"/>
                </a:lnTo>
                <a:lnTo>
                  <a:pt x="341650" y="62654"/>
                </a:lnTo>
                <a:lnTo>
                  <a:pt x="341724" y="62979"/>
                </a:lnTo>
                <a:lnTo>
                  <a:pt x="341802" y="63293"/>
                </a:lnTo>
                <a:lnTo>
                  <a:pt x="341884" y="63595"/>
                </a:lnTo>
                <a:lnTo>
                  <a:pt x="341969" y="63886"/>
                </a:lnTo>
                <a:lnTo>
                  <a:pt x="342058" y="64164"/>
                </a:lnTo>
                <a:lnTo>
                  <a:pt x="342150" y="64431"/>
                </a:lnTo>
                <a:lnTo>
                  <a:pt x="342246" y="64686"/>
                </a:lnTo>
                <a:lnTo>
                  <a:pt x="342345" y="64930"/>
                </a:lnTo>
                <a:lnTo>
                  <a:pt x="342448" y="65162"/>
                </a:lnTo>
                <a:lnTo>
                  <a:pt x="342554" y="65382"/>
                </a:lnTo>
                <a:lnTo>
                  <a:pt x="342664" y="65590"/>
                </a:lnTo>
                <a:lnTo>
                  <a:pt x="342778" y="65787"/>
                </a:lnTo>
                <a:lnTo>
                  <a:pt x="342895" y="65972"/>
                </a:lnTo>
                <a:lnTo>
                  <a:pt x="343015" y="66145"/>
                </a:lnTo>
                <a:lnTo>
                  <a:pt x="343139" y="66306"/>
                </a:lnTo>
                <a:lnTo>
                  <a:pt x="343366" y="66582"/>
                </a:lnTo>
                <a:lnTo>
                  <a:pt x="343602" y="66846"/>
                </a:lnTo>
                <a:lnTo>
                  <a:pt x="343846" y="67098"/>
                </a:lnTo>
                <a:lnTo>
                  <a:pt x="344100" y="67338"/>
                </a:lnTo>
                <a:lnTo>
                  <a:pt x="344362" y="67567"/>
                </a:lnTo>
                <a:lnTo>
                  <a:pt x="344634" y="67784"/>
                </a:lnTo>
                <a:lnTo>
                  <a:pt x="344914" y="67989"/>
                </a:lnTo>
                <a:lnTo>
                  <a:pt x="345203" y="68183"/>
                </a:lnTo>
                <a:lnTo>
                  <a:pt x="345502" y="68364"/>
                </a:lnTo>
                <a:lnTo>
                  <a:pt x="345809" y="68534"/>
                </a:lnTo>
                <a:lnTo>
                  <a:pt x="346125" y="68693"/>
                </a:lnTo>
                <a:lnTo>
                  <a:pt x="346450" y="68839"/>
                </a:lnTo>
                <a:lnTo>
                  <a:pt x="346784" y="68974"/>
                </a:lnTo>
                <a:lnTo>
                  <a:pt x="347127" y="69097"/>
                </a:lnTo>
                <a:lnTo>
                  <a:pt x="347479" y="69209"/>
                </a:lnTo>
                <a:lnTo>
                  <a:pt x="347840" y="69308"/>
                </a:lnTo>
                <a:lnTo>
                  <a:pt x="348210" y="69396"/>
                </a:lnTo>
                <a:lnTo>
                  <a:pt x="348589" y="69473"/>
                </a:lnTo>
                <a:lnTo>
                  <a:pt x="348977" y="69537"/>
                </a:lnTo>
                <a:lnTo>
                  <a:pt x="349374" y="69590"/>
                </a:lnTo>
                <a:lnTo>
                  <a:pt x="349779" y="69631"/>
                </a:lnTo>
                <a:lnTo>
                  <a:pt x="350194" y="69660"/>
                </a:lnTo>
                <a:lnTo>
                  <a:pt x="350617" y="69678"/>
                </a:lnTo>
                <a:lnTo>
                  <a:pt x="351050" y="69684"/>
                </a:lnTo>
                <a:lnTo>
                  <a:pt x="351373" y="69680"/>
                </a:lnTo>
                <a:lnTo>
                  <a:pt x="351690" y="69669"/>
                </a:lnTo>
                <a:lnTo>
                  <a:pt x="352001" y="69651"/>
                </a:lnTo>
                <a:lnTo>
                  <a:pt x="352305" y="69626"/>
                </a:lnTo>
                <a:lnTo>
                  <a:pt x="352604" y="69593"/>
                </a:lnTo>
                <a:lnTo>
                  <a:pt x="352897" y="69554"/>
                </a:lnTo>
                <a:lnTo>
                  <a:pt x="353184" y="69507"/>
                </a:lnTo>
                <a:lnTo>
                  <a:pt x="353465" y="69452"/>
                </a:lnTo>
                <a:lnTo>
                  <a:pt x="353739" y="69391"/>
                </a:lnTo>
                <a:lnTo>
                  <a:pt x="354008" y="69322"/>
                </a:lnTo>
                <a:lnTo>
                  <a:pt x="354271" y="69247"/>
                </a:lnTo>
                <a:lnTo>
                  <a:pt x="354527" y="69164"/>
                </a:lnTo>
                <a:lnTo>
                  <a:pt x="354778" y="69073"/>
                </a:lnTo>
                <a:lnTo>
                  <a:pt x="355023" y="68976"/>
                </a:lnTo>
                <a:lnTo>
                  <a:pt x="355261" y="68871"/>
                </a:lnTo>
                <a:lnTo>
                  <a:pt x="355494" y="68759"/>
                </a:lnTo>
                <a:lnTo>
                  <a:pt x="355721" y="68640"/>
                </a:lnTo>
                <a:lnTo>
                  <a:pt x="355941" y="68513"/>
                </a:lnTo>
                <a:lnTo>
                  <a:pt x="356156" y="68380"/>
                </a:lnTo>
                <a:lnTo>
                  <a:pt x="356364" y="68239"/>
                </a:lnTo>
                <a:lnTo>
                  <a:pt x="356567" y="68091"/>
                </a:lnTo>
                <a:lnTo>
                  <a:pt x="356763" y="67936"/>
                </a:lnTo>
                <a:lnTo>
                  <a:pt x="356954" y="67773"/>
                </a:lnTo>
                <a:lnTo>
                  <a:pt x="357138" y="67603"/>
                </a:lnTo>
                <a:lnTo>
                  <a:pt x="357316" y="67427"/>
                </a:lnTo>
                <a:lnTo>
                  <a:pt x="357486" y="67247"/>
                </a:lnTo>
                <a:lnTo>
                  <a:pt x="357649" y="67062"/>
                </a:lnTo>
                <a:lnTo>
                  <a:pt x="357804" y="66873"/>
                </a:lnTo>
                <a:lnTo>
                  <a:pt x="357951" y="66680"/>
                </a:lnTo>
                <a:lnTo>
                  <a:pt x="358091" y="66481"/>
                </a:lnTo>
                <a:lnTo>
                  <a:pt x="358223" y="66279"/>
                </a:lnTo>
                <a:lnTo>
                  <a:pt x="358348" y="66072"/>
                </a:lnTo>
                <a:lnTo>
                  <a:pt x="358465" y="65860"/>
                </a:lnTo>
                <a:lnTo>
                  <a:pt x="358575" y="65644"/>
                </a:lnTo>
                <a:lnTo>
                  <a:pt x="358677" y="65424"/>
                </a:lnTo>
                <a:lnTo>
                  <a:pt x="358772" y="65199"/>
                </a:lnTo>
                <a:lnTo>
                  <a:pt x="358859" y="64970"/>
                </a:lnTo>
                <a:lnTo>
                  <a:pt x="358938" y="64736"/>
                </a:lnTo>
                <a:lnTo>
                  <a:pt x="359010" y="64498"/>
                </a:lnTo>
                <a:lnTo>
                  <a:pt x="359074" y="64255"/>
                </a:lnTo>
                <a:lnTo>
                  <a:pt x="359131" y="64008"/>
                </a:lnTo>
                <a:lnTo>
                  <a:pt x="359180" y="63757"/>
                </a:lnTo>
                <a:lnTo>
                  <a:pt x="359221" y="63501"/>
                </a:lnTo>
                <a:lnTo>
                  <a:pt x="359256" y="63240"/>
                </a:lnTo>
                <a:lnTo>
                  <a:pt x="359282" y="62975"/>
                </a:lnTo>
                <a:lnTo>
                  <a:pt x="359301" y="62706"/>
                </a:lnTo>
                <a:lnTo>
                  <a:pt x="359312" y="62432"/>
                </a:lnTo>
                <a:lnTo>
                  <a:pt x="359316" y="62154"/>
                </a:lnTo>
                <a:lnTo>
                  <a:pt x="359303" y="61586"/>
                </a:lnTo>
                <a:lnTo>
                  <a:pt x="359262" y="61020"/>
                </a:lnTo>
                <a:lnTo>
                  <a:pt x="359195" y="60456"/>
                </a:lnTo>
                <a:lnTo>
                  <a:pt x="359101" y="59893"/>
                </a:lnTo>
                <a:lnTo>
                  <a:pt x="358980" y="59332"/>
                </a:lnTo>
                <a:lnTo>
                  <a:pt x="358833" y="58773"/>
                </a:lnTo>
                <a:lnTo>
                  <a:pt x="358658" y="58216"/>
                </a:lnTo>
                <a:lnTo>
                  <a:pt x="358457" y="57660"/>
                </a:lnTo>
                <a:lnTo>
                  <a:pt x="358229" y="57106"/>
                </a:lnTo>
                <a:lnTo>
                  <a:pt x="357974" y="56554"/>
                </a:lnTo>
                <a:lnTo>
                  <a:pt x="357692" y="56003"/>
                </a:lnTo>
                <a:lnTo>
                  <a:pt x="357383" y="55454"/>
                </a:lnTo>
                <a:lnTo>
                  <a:pt x="357047" y="54907"/>
                </a:lnTo>
                <a:lnTo>
                  <a:pt x="356685" y="54361"/>
                </a:lnTo>
                <a:lnTo>
                  <a:pt x="356295" y="53817"/>
                </a:lnTo>
                <a:lnTo>
                  <a:pt x="355879" y="53275"/>
                </a:lnTo>
                <a:lnTo>
                  <a:pt x="355436" y="52735"/>
                </a:lnTo>
                <a:lnTo>
                  <a:pt x="354966" y="52196"/>
                </a:lnTo>
                <a:lnTo>
                  <a:pt x="354470" y="51659"/>
                </a:lnTo>
                <a:lnTo>
                  <a:pt x="353946" y="51124"/>
                </a:lnTo>
                <a:lnTo>
                  <a:pt x="353396" y="50590"/>
                </a:lnTo>
                <a:lnTo>
                  <a:pt x="352818" y="50058"/>
                </a:lnTo>
                <a:lnTo>
                  <a:pt x="352214" y="49528"/>
                </a:lnTo>
                <a:lnTo>
                  <a:pt x="351583" y="48999"/>
                </a:lnTo>
                <a:lnTo>
                  <a:pt x="350931" y="48482"/>
                </a:lnTo>
                <a:lnTo>
                  <a:pt x="350265" y="47987"/>
                </a:lnTo>
                <a:lnTo>
                  <a:pt x="349583" y="47514"/>
                </a:lnTo>
                <a:lnTo>
                  <a:pt x="348887" y="47063"/>
                </a:lnTo>
                <a:lnTo>
                  <a:pt x="348176" y="46634"/>
                </a:lnTo>
                <a:lnTo>
                  <a:pt x="347450" y="46227"/>
                </a:lnTo>
                <a:lnTo>
                  <a:pt x="346710" y="45842"/>
                </a:lnTo>
                <a:lnTo>
                  <a:pt x="345954" y="45479"/>
                </a:lnTo>
                <a:lnTo>
                  <a:pt x="345184" y="45138"/>
                </a:lnTo>
                <a:lnTo>
                  <a:pt x="344399" y="44819"/>
                </a:lnTo>
                <a:lnTo>
                  <a:pt x="343599" y="44522"/>
                </a:lnTo>
                <a:lnTo>
                  <a:pt x="342784" y="44247"/>
                </a:lnTo>
                <a:lnTo>
                  <a:pt x="341954" y="43994"/>
                </a:lnTo>
                <a:lnTo>
                  <a:pt x="341110" y="43763"/>
                </a:lnTo>
                <a:lnTo>
                  <a:pt x="340251" y="43554"/>
                </a:lnTo>
                <a:lnTo>
                  <a:pt x="339377" y="43367"/>
                </a:lnTo>
                <a:lnTo>
                  <a:pt x="338488" y="43202"/>
                </a:lnTo>
                <a:lnTo>
                  <a:pt x="337584" y="43059"/>
                </a:lnTo>
                <a:lnTo>
                  <a:pt x="336666" y="42938"/>
                </a:lnTo>
                <a:lnTo>
                  <a:pt x="335733" y="42839"/>
                </a:lnTo>
                <a:lnTo>
                  <a:pt x="334785" y="42762"/>
                </a:lnTo>
                <a:lnTo>
                  <a:pt x="333822" y="42707"/>
                </a:lnTo>
                <a:lnTo>
                  <a:pt x="332844" y="42674"/>
                </a:lnTo>
                <a:lnTo>
                  <a:pt x="331851" y="42663"/>
                </a:lnTo>
                <a:lnTo>
                  <a:pt x="330526" y="42684"/>
                </a:lnTo>
                <a:lnTo>
                  <a:pt x="329217" y="42747"/>
                </a:lnTo>
                <a:lnTo>
                  <a:pt x="327923" y="42851"/>
                </a:lnTo>
                <a:lnTo>
                  <a:pt x="326646" y="42996"/>
                </a:lnTo>
                <a:lnTo>
                  <a:pt x="325384" y="43184"/>
                </a:lnTo>
                <a:lnTo>
                  <a:pt x="324138" y="43413"/>
                </a:lnTo>
                <a:lnTo>
                  <a:pt x="322908" y="43683"/>
                </a:lnTo>
                <a:lnTo>
                  <a:pt x="321694" y="43995"/>
                </a:lnTo>
                <a:lnTo>
                  <a:pt x="320496" y="44349"/>
                </a:lnTo>
                <a:lnTo>
                  <a:pt x="319314" y="44745"/>
                </a:lnTo>
                <a:lnTo>
                  <a:pt x="318147" y="45182"/>
                </a:lnTo>
                <a:lnTo>
                  <a:pt x="316997" y="45660"/>
                </a:lnTo>
                <a:lnTo>
                  <a:pt x="315862" y="46181"/>
                </a:lnTo>
                <a:lnTo>
                  <a:pt x="314744" y="46743"/>
                </a:lnTo>
                <a:lnTo>
                  <a:pt x="313641" y="47346"/>
                </a:lnTo>
                <a:lnTo>
                  <a:pt x="312554" y="47991"/>
                </a:lnTo>
                <a:lnTo>
                  <a:pt x="311483" y="48678"/>
                </a:lnTo>
                <a:lnTo>
                  <a:pt x="310428" y="49407"/>
                </a:lnTo>
                <a:lnTo>
                  <a:pt x="309389" y="50177"/>
                </a:lnTo>
                <a:lnTo>
                  <a:pt x="308366" y="50988"/>
                </a:lnTo>
                <a:lnTo>
                  <a:pt x="307358" y="51842"/>
                </a:lnTo>
                <a:lnTo>
                  <a:pt x="306367" y="52737"/>
                </a:lnTo>
                <a:lnTo>
                  <a:pt x="305391" y="53673"/>
                </a:lnTo>
                <a:lnTo>
                  <a:pt x="304431" y="54651"/>
                </a:lnTo>
                <a:lnTo>
                  <a:pt x="303499" y="55663"/>
                </a:lnTo>
                <a:lnTo>
                  <a:pt x="302607" y="56699"/>
                </a:lnTo>
                <a:lnTo>
                  <a:pt x="301754" y="57760"/>
                </a:lnTo>
                <a:lnTo>
                  <a:pt x="300941" y="58846"/>
                </a:lnTo>
                <a:lnTo>
                  <a:pt x="300168" y="59958"/>
                </a:lnTo>
                <a:lnTo>
                  <a:pt x="299434" y="61094"/>
                </a:lnTo>
                <a:lnTo>
                  <a:pt x="298740" y="62255"/>
                </a:lnTo>
                <a:lnTo>
                  <a:pt x="298086" y="63441"/>
                </a:lnTo>
                <a:lnTo>
                  <a:pt x="297471" y="64652"/>
                </a:lnTo>
                <a:lnTo>
                  <a:pt x="296896" y="65888"/>
                </a:lnTo>
                <a:lnTo>
                  <a:pt x="296361" y="67149"/>
                </a:lnTo>
                <a:lnTo>
                  <a:pt x="295865" y="68435"/>
                </a:lnTo>
                <a:lnTo>
                  <a:pt x="295409" y="69746"/>
                </a:lnTo>
                <a:lnTo>
                  <a:pt x="294993" y="71082"/>
                </a:lnTo>
                <a:lnTo>
                  <a:pt x="294616" y="72443"/>
                </a:lnTo>
                <a:lnTo>
                  <a:pt x="294279" y="73829"/>
                </a:lnTo>
                <a:lnTo>
                  <a:pt x="293982" y="75240"/>
                </a:lnTo>
                <a:lnTo>
                  <a:pt x="293724" y="76676"/>
                </a:lnTo>
                <a:lnTo>
                  <a:pt x="293506" y="78137"/>
                </a:lnTo>
                <a:lnTo>
                  <a:pt x="293327" y="79623"/>
                </a:lnTo>
                <a:lnTo>
                  <a:pt x="293188" y="81133"/>
                </a:lnTo>
                <a:lnTo>
                  <a:pt x="293089" y="82669"/>
                </a:lnTo>
                <a:lnTo>
                  <a:pt x="293030" y="84230"/>
                </a:lnTo>
                <a:lnTo>
                  <a:pt x="293010" y="85816"/>
                </a:lnTo>
                <a:lnTo>
                  <a:pt x="293028" y="87452"/>
                </a:lnTo>
                <a:lnTo>
                  <a:pt x="293081" y="89059"/>
                </a:lnTo>
                <a:lnTo>
                  <a:pt x="293171" y="90638"/>
                </a:lnTo>
                <a:lnTo>
                  <a:pt x="293296" y="92189"/>
                </a:lnTo>
                <a:lnTo>
                  <a:pt x="293457" y="93712"/>
                </a:lnTo>
                <a:lnTo>
                  <a:pt x="293654" y="95206"/>
                </a:lnTo>
                <a:lnTo>
                  <a:pt x="293887" y="96672"/>
                </a:lnTo>
                <a:lnTo>
                  <a:pt x="294155" y="98109"/>
                </a:lnTo>
                <a:lnTo>
                  <a:pt x="294460" y="99518"/>
                </a:lnTo>
                <a:lnTo>
                  <a:pt x="294800" y="100899"/>
                </a:lnTo>
                <a:lnTo>
                  <a:pt x="295176" y="102251"/>
                </a:lnTo>
                <a:lnTo>
                  <a:pt x="295587" y="103575"/>
                </a:lnTo>
                <a:lnTo>
                  <a:pt x="296035" y="104870"/>
                </a:lnTo>
                <a:lnTo>
                  <a:pt x="296518" y="106138"/>
                </a:lnTo>
                <a:lnTo>
                  <a:pt x="297037" y="107376"/>
                </a:lnTo>
                <a:lnTo>
                  <a:pt x="297592" y="108587"/>
                </a:lnTo>
                <a:lnTo>
                  <a:pt x="298183" y="109769"/>
                </a:lnTo>
                <a:lnTo>
                  <a:pt x="298809" y="110923"/>
                </a:lnTo>
                <a:lnTo>
                  <a:pt x="299472" y="112048"/>
                </a:lnTo>
                <a:lnTo>
                  <a:pt x="300170" y="113145"/>
                </a:lnTo>
                <a:lnTo>
                  <a:pt x="300904" y="114214"/>
                </a:lnTo>
                <a:lnTo>
                  <a:pt x="301673" y="115254"/>
                </a:lnTo>
                <a:lnTo>
                  <a:pt x="302479" y="116266"/>
                </a:lnTo>
                <a:lnTo>
                  <a:pt x="303320" y="117249"/>
                </a:lnTo>
                <a:lnTo>
                  <a:pt x="304186" y="118198"/>
                </a:lnTo>
                <a:lnTo>
                  <a:pt x="305063" y="119107"/>
                </a:lnTo>
                <a:lnTo>
                  <a:pt x="305953" y="119975"/>
                </a:lnTo>
                <a:lnTo>
                  <a:pt x="306856" y="120803"/>
                </a:lnTo>
                <a:lnTo>
                  <a:pt x="307771" y="121590"/>
                </a:lnTo>
                <a:lnTo>
                  <a:pt x="308698" y="122337"/>
                </a:lnTo>
                <a:lnTo>
                  <a:pt x="309637" y="123044"/>
                </a:lnTo>
                <a:lnTo>
                  <a:pt x="310589" y="123710"/>
                </a:lnTo>
                <a:lnTo>
                  <a:pt x="311553" y="124336"/>
                </a:lnTo>
                <a:lnTo>
                  <a:pt x="312529" y="124922"/>
                </a:lnTo>
                <a:lnTo>
                  <a:pt x="313518" y="125467"/>
                </a:lnTo>
                <a:lnTo>
                  <a:pt x="314519" y="125972"/>
                </a:lnTo>
                <a:lnTo>
                  <a:pt x="315533" y="126436"/>
                </a:lnTo>
                <a:lnTo>
                  <a:pt x="316559" y="126860"/>
                </a:lnTo>
                <a:lnTo>
                  <a:pt x="317597" y="127244"/>
                </a:lnTo>
                <a:lnTo>
                  <a:pt x="318647" y="127587"/>
                </a:lnTo>
                <a:lnTo>
                  <a:pt x="319710" y="127890"/>
                </a:lnTo>
                <a:lnTo>
                  <a:pt x="320786" y="128152"/>
                </a:lnTo>
                <a:lnTo>
                  <a:pt x="321873" y="128374"/>
                </a:lnTo>
                <a:lnTo>
                  <a:pt x="322973" y="128556"/>
                </a:lnTo>
                <a:lnTo>
                  <a:pt x="324085" y="128697"/>
                </a:lnTo>
                <a:lnTo>
                  <a:pt x="325210" y="128798"/>
                </a:lnTo>
                <a:lnTo>
                  <a:pt x="326347" y="128859"/>
                </a:lnTo>
                <a:lnTo>
                  <a:pt x="327496" y="128879"/>
                </a:lnTo>
                <a:lnTo>
                  <a:pt x="328463" y="128864"/>
                </a:lnTo>
                <a:lnTo>
                  <a:pt x="329423" y="128819"/>
                </a:lnTo>
                <a:lnTo>
                  <a:pt x="330375" y="128744"/>
                </a:lnTo>
                <a:lnTo>
                  <a:pt x="331321" y="128638"/>
                </a:lnTo>
                <a:lnTo>
                  <a:pt x="332259" y="128503"/>
                </a:lnTo>
                <a:lnTo>
                  <a:pt x="333190" y="128338"/>
                </a:lnTo>
                <a:lnTo>
                  <a:pt x="334114" y="128142"/>
                </a:lnTo>
                <a:lnTo>
                  <a:pt x="335031" y="127916"/>
                </a:lnTo>
                <a:lnTo>
                  <a:pt x="335941" y="127661"/>
                </a:lnTo>
                <a:lnTo>
                  <a:pt x="336844" y="127375"/>
                </a:lnTo>
                <a:lnTo>
                  <a:pt x="337740" y="127059"/>
                </a:lnTo>
                <a:lnTo>
                  <a:pt x="338629" y="126713"/>
                </a:lnTo>
                <a:lnTo>
                  <a:pt x="339510" y="126337"/>
                </a:lnTo>
                <a:lnTo>
                  <a:pt x="340385" y="125930"/>
                </a:lnTo>
                <a:lnTo>
                  <a:pt x="341252" y="125494"/>
                </a:lnTo>
                <a:lnTo>
                  <a:pt x="342112" y="125028"/>
                </a:lnTo>
                <a:lnTo>
                  <a:pt x="342966" y="124531"/>
                </a:lnTo>
                <a:lnTo>
                  <a:pt x="343812" y="124005"/>
                </a:lnTo>
                <a:lnTo>
                  <a:pt x="344651" y="123448"/>
                </a:lnTo>
                <a:lnTo>
                  <a:pt x="345482" y="122861"/>
                </a:lnTo>
                <a:lnTo>
                  <a:pt x="346307" y="122244"/>
                </a:lnTo>
                <a:lnTo>
                  <a:pt x="347125" y="121597"/>
                </a:lnTo>
                <a:lnTo>
                  <a:pt x="347936" y="120920"/>
                </a:lnTo>
                <a:lnTo>
                  <a:pt x="348739" y="120213"/>
                </a:lnTo>
                <a:lnTo>
                  <a:pt x="349528" y="119478"/>
                </a:lnTo>
                <a:lnTo>
                  <a:pt x="350295" y="118717"/>
                </a:lnTo>
                <a:lnTo>
                  <a:pt x="351040" y="117931"/>
                </a:lnTo>
                <a:lnTo>
                  <a:pt x="351763" y="117118"/>
                </a:lnTo>
                <a:lnTo>
                  <a:pt x="352465" y="116280"/>
                </a:lnTo>
                <a:lnTo>
                  <a:pt x="353144" y="115416"/>
                </a:lnTo>
                <a:lnTo>
                  <a:pt x="353802" y="114527"/>
                </a:lnTo>
                <a:lnTo>
                  <a:pt x="354437" y="113611"/>
                </a:lnTo>
                <a:lnTo>
                  <a:pt x="355051" y="112670"/>
                </a:lnTo>
                <a:lnTo>
                  <a:pt x="355643" y="111703"/>
                </a:lnTo>
                <a:lnTo>
                  <a:pt x="356213" y="110710"/>
                </a:lnTo>
                <a:lnTo>
                  <a:pt x="356761" y="109692"/>
                </a:lnTo>
                <a:lnTo>
                  <a:pt x="357287" y="108647"/>
                </a:lnTo>
                <a:lnTo>
                  <a:pt x="357791" y="107577"/>
                </a:lnTo>
                <a:lnTo>
                  <a:pt x="358273" y="106482"/>
                </a:lnTo>
                <a:lnTo>
                  <a:pt x="358733" y="105360"/>
                </a:lnTo>
                <a:lnTo>
                  <a:pt x="359172" y="104213"/>
                </a:lnTo>
                <a:lnTo>
                  <a:pt x="359588" y="103039"/>
                </a:lnTo>
                <a:lnTo>
                  <a:pt x="359983" y="101841"/>
                </a:lnTo>
                <a:lnTo>
                  <a:pt x="360355" y="100616"/>
                </a:lnTo>
                <a:lnTo>
                  <a:pt x="360706" y="99365"/>
                </a:lnTo>
                <a:lnTo>
                  <a:pt x="361035" y="98089"/>
                </a:lnTo>
                <a:lnTo>
                  <a:pt x="361342" y="96787"/>
                </a:lnTo>
                <a:lnTo>
                  <a:pt x="361627" y="95459"/>
                </a:lnTo>
                <a:lnTo>
                  <a:pt x="359049" y="94215"/>
                </a:lnTo>
                <a:lnTo>
                  <a:pt x="358664" y="95100"/>
                </a:lnTo>
                <a:lnTo>
                  <a:pt x="358277" y="95961"/>
                </a:lnTo>
                <a:lnTo>
                  <a:pt x="357890" y="96800"/>
                </a:lnTo>
                <a:close/>
                <a:moveTo>
                  <a:pt x="935941" y="70874"/>
                </a:moveTo>
                <a:lnTo>
                  <a:pt x="935804" y="69713"/>
                </a:lnTo>
                <a:lnTo>
                  <a:pt x="935636" y="68573"/>
                </a:lnTo>
                <a:lnTo>
                  <a:pt x="935437" y="67454"/>
                </a:lnTo>
                <a:lnTo>
                  <a:pt x="935208" y="66357"/>
                </a:lnTo>
                <a:lnTo>
                  <a:pt x="934948" y="65280"/>
                </a:lnTo>
                <a:lnTo>
                  <a:pt x="934658" y="64225"/>
                </a:lnTo>
                <a:lnTo>
                  <a:pt x="934337" y="63191"/>
                </a:lnTo>
                <a:lnTo>
                  <a:pt x="933986" y="62177"/>
                </a:lnTo>
                <a:lnTo>
                  <a:pt x="933604" y="61185"/>
                </a:lnTo>
                <a:lnTo>
                  <a:pt x="933191" y="60214"/>
                </a:lnTo>
                <a:lnTo>
                  <a:pt x="932748" y="59264"/>
                </a:lnTo>
                <a:lnTo>
                  <a:pt x="932275" y="58335"/>
                </a:lnTo>
                <a:lnTo>
                  <a:pt x="931771" y="57427"/>
                </a:lnTo>
                <a:lnTo>
                  <a:pt x="931236" y="56541"/>
                </a:lnTo>
                <a:lnTo>
                  <a:pt x="930671" y="55675"/>
                </a:lnTo>
                <a:lnTo>
                  <a:pt x="930075" y="54830"/>
                </a:lnTo>
                <a:lnTo>
                  <a:pt x="929448" y="54007"/>
                </a:lnTo>
                <a:lnTo>
                  <a:pt x="928792" y="53204"/>
                </a:lnTo>
                <a:lnTo>
                  <a:pt x="928104" y="52423"/>
                </a:lnTo>
                <a:lnTo>
                  <a:pt x="927386" y="51663"/>
                </a:lnTo>
                <a:lnTo>
                  <a:pt x="926644" y="50928"/>
                </a:lnTo>
                <a:lnTo>
                  <a:pt x="925886" y="50225"/>
                </a:lnTo>
                <a:lnTo>
                  <a:pt x="925110" y="49554"/>
                </a:lnTo>
                <a:lnTo>
                  <a:pt x="924317" y="48913"/>
                </a:lnTo>
                <a:lnTo>
                  <a:pt x="923508" y="48304"/>
                </a:lnTo>
                <a:lnTo>
                  <a:pt x="922681" y="47726"/>
                </a:lnTo>
                <a:lnTo>
                  <a:pt x="921837" y="47179"/>
                </a:lnTo>
                <a:lnTo>
                  <a:pt x="920977" y="46663"/>
                </a:lnTo>
                <a:lnTo>
                  <a:pt x="920099" y="46179"/>
                </a:lnTo>
                <a:lnTo>
                  <a:pt x="919205" y="45726"/>
                </a:lnTo>
                <a:lnTo>
                  <a:pt x="918293" y="45304"/>
                </a:lnTo>
                <a:lnTo>
                  <a:pt x="917365" y="44913"/>
                </a:lnTo>
                <a:lnTo>
                  <a:pt x="916419" y="44554"/>
                </a:lnTo>
                <a:lnTo>
                  <a:pt x="915457" y="44226"/>
                </a:lnTo>
                <a:lnTo>
                  <a:pt x="914477" y="43929"/>
                </a:lnTo>
                <a:lnTo>
                  <a:pt x="913481" y="43663"/>
                </a:lnTo>
                <a:lnTo>
                  <a:pt x="912468" y="43429"/>
                </a:lnTo>
                <a:lnTo>
                  <a:pt x="911437" y="43226"/>
                </a:lnTo>
                <a:lnTo>
                  <a:pt x="910390" y="43054"/>
                </a:lnTo>
                <a:lnTo>
                  <a:pt x="909326" y="42913"/>
                </a:lnTo>
                <a:lnTo>
                  <a:pt x="908245" y="42804"/>
                </a:lnTo>
                <a:lnTo>
                  <a:pt x="907146" y="42726"/>
                </a:lnTo>
                <a:lnTo>
                  <a:pt x="906031" y="42679"/>
                </a:lnTo>
                <a:lnTo>
                  <a:pt x="904899" y="42663"/>
                </a:lnTo>
                <a:lnTo>
                  <a:pt x="903560" y="42684"/>
                </a:lnTo>
                <a:lnTo>
                  <a:pt x="902241" y="42744"/>
                </a:lnTo>
                <a:lnTo>
                  <a:pt x="900940" y="42846"/>
                </a:lnTo>
                <a:lnTo>
                  <a:pt x="899659" y="42988"/>
                </a:lnTo>
                <a:lnTo>
                  <a:pt x="898396" y="43170"/>
                </a:lnTo>
                <a:lnTo>
                  <a:pt x="897152" y="43393"/>
                </a:lnTo>
                <a:lnTo>
                  <a:pt x="895928" y="43656"/>
                </a:lnTo>
                <a:lnTo>
                  <a:pt x="894722" y="43960"/>
                </a:lnTo>
                <a:lnTo>
                  <a:pt x="893535" y="44304"/>
                </a:lnTo>
                <a:lnTo>
                  <a:pt x="892367" y="44689"/>
                </a:lnTo>
                <a:lnTo>
                  <a:pt x="891219" y="45114"/>
                </a:lnTo>
                <a:lnTo>
                  <a:pt x="890089" y="45580"/>
                </a:lnTo>
                <a:lnTo>
                  <a:pt x="888978" y="46086"/>
                </a:lnTo>
                <a:lnTo>
                  <a:pt x="887886" y="46633"/>
                </a:lnTo>
                <a:lnTo>
                  <a:pt x="886814" y="47220"/>
                </a:lnTo>
                <a:lnTo>
                  <a:pt x="885760" y="47848"/>
                </a:lnTo>
                <a:lnTo>
                  <a:pt x="884725" y="48517"/>
                </a:lnTo>
                <a:lnTo>
                  <a:pt x="883709" y="49225"/>
                </a:lnTo>
                <a:lnTo>
                  <a:pt x="882712" y="49975"/>
                </a:lnTo>
                <a:lnTo>
                  <a:pt x="881734" y="50765"/>
                </a:lnTo>
                <a:lnTo>
                  <a:pt x="880775" y="51595"/>
                </a:lnTo>
                <a:lnTo>
                  <a:pt x="879835" y="52466"/>
                </a:lnTo>
                <a:lnTo>
                  <a:pt x="878914" y="53377"/>
                </a:lnTo>
                <a:lnTo>
                  <a:pt x="878012" y="54329"/>
                </a:lnTo>
                <a:lnTo>
                  <a:pt x="877138" y="55317"/>
                </a:lnTo>
                <a:lnTo>
                  <a:pt x="876301" y="56337"/>
                </a:lnTo>
                <a:lnTo>
                  <a:pt x="875502" y="57388"/>
                </a:lnTo>
                <a:lnTo>
                  <a:pt x="874740" y="58472"/>
                </a:lnTo>
                <a:lnTo>
                  <a:pt x="874014" y="59587"/>
                </a:lnTo>
                <a:lnTo>
                  <a:pt x="873326" y="60734"/>
                </a:lnTo>
                <a:lnTo>
                  <a:pt x="872676" y="61914"/>
                </a:lnTo>
                <a:lnTo>
                  <a:pt x="872062" y="63125"/>
                </a:lnTo>
                <a:lnTo>
                  <a:pt x="871486" y="64367"/>
                </a:lnTo>
                <a:lnTo>
                  <a:pt x="870946" y="65642"/>
                </a:lnTo>
                <a:lnTo>
                  <a:pt x="870444" y="66949"/>
                </a:lnTo>
                <a:lnTo>
                  <a:pt x="869979" y="68287"/>
                </a:lnTo>
                <a:lnTo>
                  <a:pt x="869552" y="69658"/>
                </a:lnTo>
                <a:lnTo>
                  <a:pt x="869161" y="71060"/>
                </a:lnTo>
                <a:lnTo>
                  <a:pt x="868808" y="72494"/>
                </a:lnTo>
                <a:lnTo>
                  <a:pt x="868492" y="73960"/>
                </a:lnTo>
                <a:lnTo>
                  <a:pt x="868213" y="75458"/>
                </a:lnTo>
                <a:lnTo>
                  <a:pt x="867971" y="76987"/>
                </a:lnTo>
                <a:lnTo>
                  <a:pt x="867767" y="78549"/>
                </a:lnTo>
                <a:lnTo>
                  <a:pt x="867599" y="80142"/>
                </a:lnTo>
                <a:lnTo>
                  <a:pt x="867469" y="81768"/>
                </a:lnTo>
                <a:lnTo>
                  <a:pt x="867376" y="83425"/>
                </a:lnTo>
                <a:lnTo>
                  <a:pt x="867320" y="85114"/>
                </a:lnTo>
                <a:lnTo>
                  <a:pt x="867302" y="86835"/>
                </a:lnTo>
                <a:lnTo>
                  <a:pt x="867320" y="88426"/>
                </a:lnTo>
                <a:lnTo>
                  <a:pt x="867374" y="89989"/>
                </a:lnTo>
                <a:lnTo>
                  <a:pt x="867465" y="91525"/>
                </a:lnTo>
                <a:lnTo>
                  <a:pt x="867592" y="93033"/>
                </a:lnTo>
                <a:lnTo>
                  <a:pt x="867755" y="94515"/>
                </a:lnTo>
                <a:lnTo>
                  <a:pt x="867955" y="95969"/>
                </a:lnTo>
                <a:lnTo>
                  <a:pt x="868190" y="97396"/>
                </a:lnTo>
                <a:lnTo>
                  <a:pt x="868462" y="98795"/>
                </a:lnTo>
                <a:lnTo>
                  <a:pt x="868770" y="100168"/>
                </a:lnTo>
                <a:lnTo>
                  <a:pt x="869115" y="101513"/>
                </a:lnTo>
                <a:lnTo>
                  <a:pt x="869496" y="102831"/>
                </a:lnTo>
                <a:lnTo>
                  <a:pt x="869913" y="104121"/>
                </a:lnTo>
                <a:lnTo>
                  <a:pt x="870366" y="105385"/>
                </a:lnTo>
                <a:lnTo>
                  <a:pt x="870856" y="106621"/>
                </a:lnTo>
                <a:lnTo>
                  <a:pt x="871381" y="107830"/>
                </a:lnTo>
                <a:lnTo>
                  <a:pt x="871943" y="109011"/>
                </a:lnTo>
                <a:lnTo>
                  <a:pt x="872542" y="110166"/>
                </a:lnTo>
                <a:lnTo>
                  <a:pt x="873176" y="111293"/>
                </a:lnTo>
                <a:lnTo>
                  <a:pt x="873847" y="112392"/>
                </a:lnTo>
                <a:lnTo>
                  <a:pt x="874554" y="113465"/>
                </a:lnTo>
                <a:lnTo>
                  <a:pt x="875298" y="114510"/>
                </a:lnTo>
                <a:lnTo>
                  <a:pt x="876077" y="115528"/>
                </a:lnTo>
                <a:lnTo>
                  <a:pt x="876893" y="116519"/>
                </a:lnTo>
                <a:lnTo>
                  <a:pt x="877745" y="117483"/>
                </a:lnTo>
                <a:lnTo>
                  <a:pt x="878623" y="118413"/>
                </a:lnTo>
                <a:lnTo>
                  <a:pt x="879515" y="119303"/>
                </a:lnTo>
                <a:lnTo>
                  <a:pt x="880422" y="120154"/>
                </a:lnTo>
                <a:lnTo>
                  <a:pt x="881344" y="120965"/>
                </a:lnTo>
                <a:lnTo>
                  <a:pt x="882280" y="121737"/>
                </a:lnTo>
                <a:lnTo>
                  <a:pt x="883231" y="122469"/>
                </a:lnTo>
                <a:lnTo>
                  <a:pt x="884197" y="123161"/>
                </a:lnTo>
                <a:lnTo>
                  <a:pt x="885177" y="123814"/>
                </a:lnTo>
                <a:lnTo>
                  <a:pt x="886172" y="124427"/>
                </a:lnTo>
                <a:lnTo>
                  <a:pt x="887181" y="125001"/>
                </a:lnTo>
                <a:lnTo>
                  <a:pt x="888206" y="125535"/>
                </a:lnTo>
                <a:lnTo>
                  <a:pt x="889245" y="126030"/>
                </a:lnTo>
                <a:lnTo>
                  <a:pt x="890298" y="126485"/>
                </a:lnTo>
                <a:lnTo>
                  <a:pt x="891366" y="126901"/>
                </a:lnTo>
                <a:lnTo>
                  <a:pt x="892449" y="127277"/>
                </a:lnTo>
                <a:lnTo>
                  <a:pt x="893547" y="127613"/>
                </a:lnTo>
                <a:lnTo>
                  <a:pt x="894659" y="127910"/>
                </a:lnTo>
                <a:lnTo>
                  <a:pt x="895786" y="128167"/>
                </a:lnTo>
                <a:lnTo>
                  <a:pt x="896927" y="128385"/>
                </a:lnTo>
                <a:lnTo>
                  <a:pt x="898083" y="128563"/>
                </a:lnTo>
                <a:lnTo>
                  <a:pt x="899254" y="128701"/>
                </a:lnTo>
                <a:lnTo>
                  <a:pt x="900440" y="128800"/>
                </a:lnTo>
                <a:lnTo>
                  <a:pt x="901640" y="128859"/>
                </a:lnTo>
                <a:lnTo>
                  <a:pt x="902855" y="128879"/>
                </a:lnTo>
                <a:lnTo>
                  <a:pt x="903973" y="128862"/>
                </a:lnTo>
                <a:lnTo>
                  <a:pt x="905075" y="128810"/>
                </a:lnTo>
                <a:lnTo>
                  <a:pt x="906161" y="128723"/>
                </a:lnTo>
                <a:lnTo>
                  <a:pt x="907232" y="128601"/>
                </a:lnTo>
                <a:lnTo>
                  <a:pt x="908287" y="128445"/>
                </a:lnTo>
                <a:lnTo>
                  <a:pt x="909326" y="128254"/>
                </a:lnTo>
                <a:lnTo>
                  <a:pt x="910350" y="128029"/>
                </a:lnTo>
                <a:lnTo>
                  <a:pt x="911358" y="127768"/>
                </a:lnTo>
                <a:lnTo>
                  <a:pt x="912350" y="127473"/>
                </a:lnTo>
                <a:lnTo>
                  <a:pt x="913326" y="127143"/>
                </a:lnTo>
                <a:lnTo>
                  <a:pt x="914287" y="126779"/>
                </a:lnTo>
                <a:lnTo>
                  <a:pt x="915232" y="126379"/>
                </a:lnTo>
                <a:lnTo>
                  <a:pt x="916161" y="125945"/>
                </a:lnTo>
                <a:lnTo>
                  <a:pt x="917074" y="125477"/>
                </a:lnTo>
                <a:lnTo>
                  <a:pt x="917972" y="124973"/>
                </a:lnTo>
                <a:lnTo>
                  <a:pt x="918853" y="124435"/>
                </a:lnTo>
                <a:lnTo>
                  <a:pt x="919720" y="123862"/>
                </a:lnTo>
                <a:lnTo>
                  <a:pt x="920570" y="123255"/>
                </a:lnTo>
                <a:lnTo>
                  <a:pt x="921405" y="122612"/>
                </a:lnTo>
                <a:lnTo>
                  <a:pt x="922224" y="121935"/>
                </a:lnTo>
                <a:lnTo>
                  <a:pt x="923027" y="121224"/>
                </a:lnTo>
                <a:lnTo>
                  <a:pt x="923814" y="120477"/>
                </a:lnTo>
                <a:lnTo>
                  <a:pt x="924586" y="119696"/>
                </a:lnTo>
                <a:lnTo>
                  <a:pt x="925342" y="118880"/>
                </a:lnTo>
                <a:lnTo>
                  <a:pt x="926078" y="118043"/>
                </a:lnTo>
                <a:lnTo>
                  <a:pt x="926789" y="117198"/>
                </a:lnTo>
                <a:lnTo>
                  <a:pt x="927475" y="116346"/>
                </a:lnTo>
                <a:lnTo>
                  <a:pt x="928137" y="115486"/>
                </a:lnTo>
                <a:lnTo>
                  <a:pt x="928774" y="114619"/>
                </a:lnTo>
                <a:lnTo>
                  <a:pt x="929386" y="113744"/>
                </a:lnTo>
                <a:lnTo>
                  <a:pt x="929974" y="112862"/>
                </a:lnTo>
                <a:lnTo>
                  <a:pt x="930537" y="111972"/>
                </a:lnTo>
                <a:lnTo>
                  <a:pt x="931075" y="111074"/>
                </a:lnTo>
                <a:lnTo>
                  <a:pt x="931588" y="110169"/>
                </a:lnTo>
                <a:lnTo>
                  <a:pt x="932077" y="109257"/>
                </a:lnTo>
                <a:lnTo>
                  <a:pt x="932541" y="108336"/>
                </a:lnTo>
                <a:lnTo>
                  <a:pt x="932981" y="107408"/>
                </a:lnTo>
                <a:lnTo>
                  <a:pt x="933396" y="106473"/>
                </a:lnTo>
                <a:lnTo>
                  <a:pt x="933786" y="105530"/>
                </a:lnTo>
                <a:lnTo>
                  <a:pt x="934151" y="104580"/>
                </a:lnTo>
                <a:lnTo>
                  <a:pt x="934492" y="103622"/>
                </a:lnTo>
                <a:lnTo>
                  <a:pt x="934808" y="102656"/>
                </a:lnTo>
                <a:lnTo>
                  <a:pt x="935099" y="101683"/>
                </a:lnTo>
                <a:lnTo>
                  <a:pt x="935366" y="100702"/>
                </a:lnTo>
                <a:lnTo>
                  <a:pt x="935608" y="99714"/>
                </a:lnTo>
                <a:lnTo>
                  <a:pt x="935825" y="98718"/>
                </a:lnTo>
                <a:lnTo>
                  <a:pt x="936018" y="97715"/>
                </a:lnTo>
                <a:lnTo>
                  <a:pt x="936185" y="96704"/>
                </a:lnTo>
                <a:lnTo>
                  <a:pt x="933430" y="94926"/>
                </a:lnTo>
                <a:lnTo>
                  <a:pt x="933094" y="95804"/>
                </a:lnTo>
                <a:lnTo>
                  <a:pt x="932750" y="96660"/>
                </a:lnTo>
                <a:lnTo>
                  <a:pt x="932400" y="97495"/>
                </a:lnTo>
                <a:lnTo>
                  <a:pt x="932044" y="98307"/>
                </a:lnTo>
                <a:lnTo>
                  <a:pt x="931681" y="99098"/>
                </a:lnTo>
                <a:lnTo>
                  <a:pt x="931311" y="99867"/>
                </a:lnTo>
                <a:lnTo>
                  <a:pt x="930934" y="100615"/>
                </a:lnTo>
                <a:lnTo>
                  <a:pt x="930551" y="101341"/>
                </a:lnTo>
                <a:lnTo>
                  <a:pt x="930162" y="102044"/>
                </a:lnTo>
                <a:lnTo>
                  <a:pt x="929765" y="102727"/>
                </a:lnTo>
                <a:lnTo>
                  <a:pt x="929362" y="103387"/>
                </a:lnTo>
                <a:lnTo>
                  <a:pt x="928953" y="104025"/>
                </a:lnTo>
                <a:lnTo>
                  <a:pt x="928536" y="104642"/>
                </a:lnTo>
                <a:lnTo>
                  <a:pt x="928114" y="105237"/>
                </a:lnTo>
                <a:lnTo>
                  <a:pt x="927684" y="105811"/>
                </a:lnTo>
                <a:lnTo>
                  <a:pt x="927248" y="106362"/>
                </a:lnTo>
                <a:lnTo>
                  <a:pt x="926805" y="106892"/>
                </a:lnTo>
                <a:lnTo>
                  <a:pt x="926356" y="107400"/>
                </a:lnTo>
                <a:lnTo>
                  <a:pt x="925900" y="107887"/>
                </a:lnTo>
                <a:lnTo>
                  <a:pt x="925437" y="108351"/>
                </a:lnTo>
                <a:lnTo>
                  <a:pt x="924968" y="108794"/>
                </a:lnTo>
                <a:lnTo>
                  <a:pt x="924492" y="109215"/>
                </a:lnTo>
                <a:lnTo>
                  <a:pt x="924009" y="109614"/>
                </a:lnTo>
                <a:lnTo>
                  <a:pt x="923520" y="109992"/>
                </a:lnTo>
                <a:lnTo>
                  <a:pt x="923024" y="110351"/>
                </a:lnTo>
                <a:lnTo>
                  <a:pt x="922520" y="110694"/>
                </a:lnTo>
                <a:lnTo>
                  <a:pt x="922009" y="111023"/>
                </a:lnTo>
                <a:lnTo>
                  <a:pt x="921492" y="111336"/>
                </a:lnTo>
                <a:lnTo>
                  <a:pt x="920966" y="111634"/>
                </a:lnTo>
                <a:lnTo>
                  <a:pt x="920434" y="111917"/>
                </a:lnTo>
                <a:lnTo>
                  <a:pt x="919894" y="112184"/>
                </a:lnTo>
                <a:lnTo>
                  <a:pt x="919347" y="112436"/>
                </a:lnTo>
                <a:lnTo>
                  <a:pt x="918793" y="112673"/>
                </a:lnTo>
                <a:lnTo>
                  <a:pt x="918232" y="112894"/>
                </a:lnTo>
                <a:lnTo>
                  <a:pt x="917663" y="113101"/>
                </a:lnTo>
                <a:lnTo>
                  <a:pt x="917087" y="113291"/>
                </a:lnTo>
                <a:lnTo>
                  <a:pt x="916504" y="113467"/>
                </a:lnTo>
                <a:lnTo>
                  <a:pt x="915913" y="113628"/>
                </a:lnTo>
                <a:lnTo>
                  <a:pt x="915316" y="113773"/>
                </a:lnTo>
                <a:lnTo>
                  <a:pt x="914711" y="113903"/>
                </a:lnTo>
                <a:lnTo>
                  <a:pt x="914098" y="114017"/>
                </a:lnTo>
                <a:lnTo>
                  <a:pt x="913479" y="114116"/>
                </a:lnTo>
                <a:lnTo>
                  <a:pt x="912852" y="114200"/>
                </a:lnTo>
                <a:lnTo>
                  <a:pt x="912218" y="114269"/>
                </a:lnTo>
                <a:lnTo>
                  <a:pt x="911577" y="114323"/>
                </a:lnTo>
                <a:lnTo>
                  <a:pt x="910928" y="114361"/>
                </a:lnTo>
                <a:lnTo>
                  <a:pt x="910273" y="114384"/>
                </a:lnTo>
                <a:lnTo>
                  <a:pt x="909610" y="114391"/>
                </a:lnTo>
                <a:lnTo>
                  <a:pt x="908615" y="114374"/>
                </a:lnTo>
                <a:lnTo>
                  <a:pt x="907631" y="114320"/>
                </a:lnTo>
                <a:lnTo>
                  <a:pt x="906659" y="114231"/>
                </a:lnTo>
                <a:lnTo>
                  <a:pt x="905696" y="114106"/>
                </a:lnTo>
                <a:lnTo>
                  <a:pt x="904745" y="113945"/>
                </a:lnTo>
                <a:lnTo>
                  <a:pt x="903805" y="113749"/>
                </a:lnTo>
                <a:lnTo>
                  <a:pt x="902875" y="113516"/>
                </a:lnTo>
                <a:lnTo>
                  <a:pt x="901956" y="113249"/>
                </a:lnTo>
                <a:lnTo>
                  <a:pt x="901048" y="112945"/>
                </a:lnTo>
                <a:lnTo>
                  <a:pt x="900151" y="112606"/>
                </a:lnTo>
                <a:lnTo>
                  <a:pt x="899264" y="112231"/>
                </a:lnTo>
                <a:lnTo>
                  <a:pt x="898388" y="111820"/>
                </a:lnTo>
                <a:lnTo>
                  <a:pt x="897523" y="111374"/>
                </a:lnTo>
                <a:lnTo>
                  <a:pt x="896669" y="110892"/>
                </a:lnTo>
                <a:lnTo>
                  <a:pt x="895826" y="110374"/>
                </a:lnTo>
                <a:lnTo>
                  <a:pt x="894994" y="109820"/>
                </a:lnTo>
                <a:lnTo>
                  <a:pt x="894172" y="109231"/>
                </a:lnTo>
                <a:lnTo>
                  <a:pt x="893361" y="108606"/>
                </a:lnTo>
                <a:lnTo>
                  <a:pt x="892561" y="107945"/>
                </a:lnTo>
                <a:lnTo>
                  <a:pt x="891772" y="107249"/>
                </a:lnTo>
                <a:lnTo>
                  <a:pt x="890993" y="106517"/>
                </a:lnTo>
                <a:lnTo>
                  <a:pt x="890225" y="105749"/>
                </a:lnTo>
                <a:lnTo>
                  <a:pt x="889468" y="104945"/>
                </a:lnTo>
                <a:lnTo>
                  <a:pt x="888722" y="104106"/>
                </a:lnTo>
                <a:lnTo>
                  <a:pt x="887997" y="103235"/>
                </a:lnTo>
                <a:lnTo>
                  <a:pt x="887303" y="102337"/>
                </a:lnTo>
                <a:lnTo>
                  <a:pt x="886641" y="101412"/>
                </a:lnTo>
                <a:lnTo>
                  <a:pt x="886009" y="100460"/>
                </a:lnTo>
                <a:lnTo>
                  <a:pt x="885409" y="99481"/>
                </a:lnTo>
                <a:lnTo>
                  <a:pt x="884839" y="98474"/>
                </a:lnTo>
                <a:lnTo>
                  <a:pt x="884301" y="97441"/>
                </a:lnTo>
                <a:lnTo>
                  <a:pt x="883794" y="96380"/>
                </a:lnTo>
                <a:lnTo>
                  <a:pt x="883319" y="95293"/>
                </a:lnTo>
                <a:lnTo>
                  <a:pt x="882874" y="94178"/>
                </a:lnTo>
                <a:lnTo>
                  <a:pt x="882461" y="93036"/>
                </a:lnTo>
                <a:lnTo>
                  <a:pt x="882078" y="91867"/>
                </a:lnTo>
                <a:lnTo>
                  <a:pt x="881727" y="90671"/>
                </a:lnTo>
                <a:lnTo>
                  <a:pt x="881408" y="89448"/>
                </a:lnTo>
                <a:lnTo>
                  <a:pt x="881119" y="88198"/>
                </a:lnTo>
                <a:lnTo>
                  <a:pt x="880861" y="86921"/>
                </a:lnTo>
                <a:lnTo>
                  <a:pt x="880635" y="85617"/>
                </a:lnTo>
                <a:lnTo>
                  <a:pt x="880440" y="84285"/>
                </a:lnTo>
                <a:lnTo>
                  <a:pt x="880276" y="82927"/>
                </a:lnTo>
                <a:lnTo>
                  <a:pt x="880143" y="81541"/>
                </a:lnTo>
                <a:lnTo>
                  <a:pt x="880041" y="80128"/>
                </a:lnTo>
                <a:lnTo>
                  <a:pt x="879971" y="78688"/>
                </a:lnTo>
                <a:lnTo>
                  <a:pt x="879931" y="77222"/>
                </a:lnTo>
                <a:lnTo>
                  <a:pt x="879923" y="75728"/>
                </a:lnTo>
                <a:lnTo>
                  <a:pt x="936185" y="75728"/>
                </a:lnTo>
                <a:lnTo>
                  <a:pt x="936170" y="74482"/>
                </a:lnTo>
                <a:lnTo>
                  <a:pt x="936124" y="73258"/>
                </a:lnTo>
                <a:lnTo>
                  <a:pt x="936048" y="72055"/>
                </a:lnTo>
                <a:lnTo>
                  <a:pt x="935941" y="70874"/>
                </a:lnTo>
                <a:close/>
                <a:moveTo>
                  <a:pt x="880541" y="66508"/>
                </a:moveTo>
                <a:lnTo>
                  <a:pt x="880715" y="65742"/>
                </a:lnTo>
                <a:lnTo>
                  <a:pt x="880905" y="64992"/>
                </a:lnTo>
                <a:lnTo>
                  <a:pt x="881113" y="64257"/>
                </a:lnTo>
                <a:lnTo>
                  <a:pt x="881338" y="63538"/>
                </a:lnTo>
                <a:lnTo>
                  <a:pt x="881579" y="62834"/>
                </a:lnTo>
                <a:lnTo>
                  <a:pt x="881837" y="62146"/>
                </a:lnTo>
                <a:lnTo>
                  <a:pt x="882112" y="61473"/>
                </a:lnTo>
                <a:lnTo>
                  <a:pt x="882404" y="60816"/>
                </a:lnTo>
                <a:lnTo>
                  <a:pt x="882712" y="60175"/>
                </a:lnTo>
                <a:lnTo>
                  <a:pt x="883037" y="59549"/>
                </a:lnTo>
                <a:lnTo>
                  <a:pt x="883380" y="58939"/>
                </a:lnTo>
                <a:lnTo>
                  <a:pt x="883739" y="58344"/>
                </a:lnTo>
                <a:lnTo>
                  <a:pt x="884114" y="57765"/>
                </a:lnTo>
                <a:lnTo>
                  <a:pt x="884507" y="57202"/>
                </a:lnTo>
                <a:lnTo>
                  <a:pt x="884917" y="56654"/>
                </a:lnTo>
                <a:lnTo>
                  <a:pt x="885343" y="56121"/>
                </a:lnTo>
                <a:lnTo>
                  <a:pt x="885786" y="55605"/>
                </a:lnTo>
                <a:lnTo>
                  <a:pt x="886246" y="55104"/>
                </a:lnTo>
                <a:lnTo>
                  <a:pt x="886723" y="54618"/>
                </a:lnTo>
                <a:lnTo>
                  <a:pt x="887210" y="54150"/>
                </a:lnTo>
                <a:lnTo>
                  <a:pt x="887704" y="53702"/>
                </a:lnTo>
                <a:lnTo>
                  <a:pt x="888202" y="53274"/>
                </a:lnTo>
                <a:lnTo>
                  <a:pt x="888706" y="52866"/>
                </a:lnTo>
                <a:lnTo>
                  <a:pt x="889216" y="52478"/>
                </a:lnTo>
                <a:lnTo>
                  <a:pt x="889731" y="52110"/>
                </a:lnTo>
                <a:lnTo>
                  <a:pt x="890251" y="51762"/>
                </a:lnTo>
                <a:lnTo>
                  <a:pt x="890777" y="51433"/>
                </a:lnTo>
                <a:lnTo>
                  <a:pt x="891308" y="51125"/>
                </a:lnTo>
                <a:lnTo>
                  <a:pt x="891844" y="50836"/>
                </a:lnTo>
                <a:lnTo>
                  <a:pt x="892386" y="50567"/>
                </a:lnTo>
                <a:lnTo>
                  <a:pt x="892933" y="50318"/>
                </a:lnTo>
                <a:lnTo>
                  <a:pt x="893486" y="50090"/>
                </a:lnTo>
                <a:lnTo>
                  <a:pt x="894044" y="49881"/>
                </a:lnTo>
                <a:lnTo>
                  <a:pt x="894607" y="49691"/>
                </a:lnTo>
                <a:lnTo>
                  <a:pt x="895176" y="49522"/>
                </a:lnTo>
                <a:lnTo>
                  <a:pt x="895750" y="49373"/>
                </a:lnTo>
                <a:lnTo>
                  <a:pt x="896330" y="49244"/>
                </a:lnTo>
                <a:lnTo>
                  <a:pt x="896915" y="49134"/>
                </a:lnTo>
                <a:lnTo>
                  <a:pt x="897506" y="49044"/>
                </a:lnTo>
                <a:lnTo>
                  <a:pt x="898102" y="48975"/>
                </a:lnTo>
                <a:lnTo>
                  <a:pt x="898703" y="48925"/>
                </a:lnTo>
                <a:lnTo>
                  <a:pt x="899309" y="48895"/>
                </a:lnTo>
                <a:lnTo>
                  <a:pt x="899922" y="48885"/>
                </a:lnTo>
                <a:lnTo>
                  <a:pt x="900321" y="48890"/>
                </a:lnTo>
                <a:lnTo>
                  <a:pt x="900719" y="48905"/>
                </a:lnTo>
                <a:lnTo>
                  <a:pt x="901115" y="48930"/>
                </a:lnTo>
                <a:lnTo>
                  <a:pt x="901510" y="48964"/>
                </a:lnTo>
                <a:lnTo>
                  <a:pt x="901904" y="49009"/>
                </a:lnTo>
                <a:lnTo>
                  <a:pt x="902296" y="49063"/>
                </a:lnTo>
                <a:lnTo>
                  <a:pt x="902687" y="49127"/>
                </a:lnTo>
                <a:lnTo>
                  <a:pt x="903077" y="49201"/>
                </a:lnTo>
                <a:lnTo>
                  <a:pt x="903465" y="49285"/>
                </a:lnTo>
                <a:lnTo>
                  <a:pt x="903852" y="49379"/>
                </a:lnTo>
                <a:lnTo>
                  <a:pt x="904237" y="49483"/>
                </a:lnTo>
                <a:lnTo>
                  <a:pt x="904621" y="49596"/>
                </a:lnTo>
                <a:lnTo>
                  <a:pt x="905004" y="49720"/>
                </a:lnTo>
                <a:lnTo>
                  <a:pt x="905385" y="49853"/>
                </a:lnTo>
                <a:lnTo>
                  <a:pt x="905765" y="49996"/>
                </a:lnTo>
                <a:lnTo>
                  <a:pt x="906143" y="50149"/>
                </a:lnTo>
                <a:lnTo>
                  <a:pt x="906520" y="50312"/>
                </a:lnTo>
                <a:lnTo>
                  <a:pt x="906896" y="50485"/>
                </a:lnTo>
                <a:lnTo>
                  <a:pt x="907270" y="50668"/>
                </a:lnTo>
                <a:lnTo>
                  <a:pt x="907643" y="50860"/>
                </a:lnTo>
                <a:lnTo>
                  <a:pt x="908015" y="51063"/>
                </a:lnTo>
                <a:lnTo>
                  <a:pt x="908385" y="51275"/>
                </a:lnTo>
                <a:lnTo>
                  <a:pt x="908754" y="51497"/>
                </a:lnTo>
                <a:lnTo>
                  <a:pt x="909121" y="51729"/>
                </a:lnTo>
                <a:lnTo>
                  <a:pt x="909484" y="51970"/>
                </a:lnTo>
                <a:lnTo>
                  <a:pt x="909839" y="52218"/>
                </a:lnTo>
                <a:lnTo>
                  <a:pt x="910187" y="52474"/>
                </a:lnTo>
                <a:lnTo>
                  <a:pt x="910527" y="52737"/>
                </a:lnTo>
                <a:lnTo>
                  <a:pt x="910860" y="53007"/>
                </a:lnTo>
                <a:lnTo>
                  <a:pt x="911185" y="53285"/>
                </a:lnTo>
                <a:lnTo>
                  <a:pt x="911502" y="53570"/>
                </a:lnTo>
                <a:lnTo>
                  <a:pt x="911812" y="53863"/>
                </a:lnTo>
                <a:lnTo>
                  <a:pt x="912114" y="54163"/>
                </a:lnTo>
                <a:lnTo>
                  <a:pt x="912409" y="54470"/>
                </a:lnTo>
                <a:lnTo>
                  <a:pt x="912696" y="54785"/>
                </a:lnTo>
                <a:lnTo>
                  <a:pt x="912976" y="55107"/>
                </a:lnTo>
                <a:lnTo>
                  <a:pt x="913248" y="55437"/>
                </a:lnTo>
                <a:lnTo>
                  <a:pt x="913513" y="55774"/>
                </a:lnTo>
                <a:lnTo>
                  <a:pt x="913770" y="56118"/>
                </a:lnTo>
                <a:lnTo>
                  <a:pt x="914019" y="56470"/>
                </a:lnTo>
                <a:lnTo>
                  <a:pt x="914261" y="56829"/>
                </a:lnTo>
                <a:lnTo>
                  <a:pt x="914495" y="57196"/>
                </a:lnTo>
                <a:lnTo>
                  <a:pt x="914722" y="57570"/>
                </a:lnTo>
                <a:lnTo>
                  <a:pt x="914941" y="57951"/>
                </a:lnTo>
                <a:lnTo>
                  <a:pt x="915153" y="58340"/>
                </a:lnTo>
                <a:lnTo>
                  <a:pt x="915357" y="58736"/>
                </a:lnTo>
                <a:lnTo>
                  <a:pt x="915554" y="59140"/>
                </a:lnTo>
                <a:lnTo>
                  <a:pt x="915743" y="59551"/>
                </a:lnTo>
                <a:lnTo>
                  <a:pt x="915859" y="59826"/>
                </a:lnTo>
                <a:lnTo>
                  <a:pt x="915973" y="60116"/>
                </a:lnTo>
                <a:lnTo>
                  <a:pt x="916083" y="60423"/>
                </a:lnTo>
                <a:lnTo>
                  <a:pt x="916189" y="60746"/>
                </a:lnTo>
                <a:lnTo>
                  <a:pt x="916293" y="61085"/>
                </a:lnTo>
                <a:lnTo>
                  <a:pt x="916393" y="61440"/>
                </a:lnTo>
                <a:lnTo>
                  <a:pt x="916489" y="61811"/>
                </a:lnTo>
                <a:lnTo>
                  <a:pt x="916582" y="62198"/>
                </a:lnTo>
                <a:lnTo>
                  <a:pt x="916672" y="62601"/>
                </a:lnTo>
                <a:lnTo>
                  <a:pt x="916758" y="63020"/>
                </a:lnTo>
                <a:lnTo>
                  <a:pt x="916841" y="63455"/>
                </a:lnTo>
                <a:lnTo>
                  <a:pt x="916920" y="63906"/>
                </a:lnTo>
                <a:lnTo>
                  <a:pt x="916996" y="64374"/>
                </a:lnTo>
                <a:lnTo>
                  <a:pt x="917069" y="64857"/>
                </a:lnTo>
                <a:lnTo>
                  <a:pt x="917138" y="65356"/>
                </a:lnTo>
                <a:lnTo>
                  <a:pt x="917204" y="65872"/>
                </a:lnTo>
                <a:lnTo>
                  <a:pt x="917267" y="66403"/>
                </a:lnTo>
                <a:lnTo>
                  <a:pt x="917326" y="66951"/>
                </a:lnTo>
                <a:lnTo>
                  <a:pt x="917382" y="67514"/>
                </a:lnTo>
                <a:lnTo>
                  <a:pt x="917434" y="68094"/>
                </a:lnTo>
                <a:lnTo>
                  <a:pt x="917483" y="68689"/>
                </a:lnTo>
                <a:lnTo>
                  <a:pt x="917528" y="69301"/>
                </a:lnTo>
                <a:lnTo>
                  <a:pt x="917570" y="69929"/>
                </a:lnTo>
                <a:lnTo>
                  <a:pt x="917609" y="70572"/>
                </a:lnTo>
                <a:lnTo>
                  <a:pt x="879923" y="70572"/>
                </a:lnTo>
                <a:lnTo>
                  <a:pt x="880013" y="69728"/>
                </a:lnTo>
                <a:lnTo>
                  <a:pt x="880120" y="68900"/>
                </a:lnTo>
                <a:lnTo>
                  <a:pt x="880243" y="68087"/>
                </a:lnTo>
                <a:lnTo>
                  <a:pt x="880384" y="67290"/>
                </a:lnTo>
                <a:lnTo>
                  <a:pt x="880541" y="66508"/>
                </a:lnTo>
                <a:close/>
                <a:moveTo>
                  <a:pt x="469385" y="48308"/>
                </a:moveTo>
                <a:lnTo>
                  <a:pt x="470004" y="48343"/>
                </a:lnTo>
                <a:lnTo>
                  <a:pt x="470604" y="48385"/>
                </a:lnTo>
                <a:lnTo>
                  <a:pt x="471185" y="48435"/>
                </a:lnTo>
                <a:lnTo>
                  <a:pt x="471748" y="48493"/>
                </a:lnTo>
                <a:lnTo>
                  <a:pt x="472291" y="48559"/>
                </a:lnTo>
                <a:lnTo>
                  <a:pt x="472815" y="48633"/>
                </a:lnTo>
                <a:lnTo>
                  <a:pt x="473321" y="48714"/>
                </a:lnTo>
                <a:lnTo>
                  <a:pt x="473807" y="48804"/>
                </a:lnTo>
                <a:lnTo>
                  <a:pt x="474274" y="48901"/>
                </a:lnTo>
                <a:lnTo>
                  <a:pt x="474722" y="49006"/>
                </a:lnTo>
                <a:lnTo>
                  <a:pt x="475152" y="49119"/>
                </a:lnTo>
                <a:lnTo>
                  <a:pt x="475562" y="49240"/>
                </a:lnTo>
                <a:lnTo>
                  <a:pt x="475954" y="49368"/>
                </a:lnTo>
                <a:lnTo>
                  <a:pt x="476326" y="49505"/>
                </a:lnTo>
                <a:lnTo>
                  <a:pt x="476680" y="49649"/>
                </a:lnTo>
                <a:lnTo>
                  <a:pt x="477014" y="49801"/>
                </a:lnTo>
                <a:lnTo>
                  <a:pt x="477329" y="49962"/>
                </a:lnTo>
                <a:lnTo>
                  <a:pt x="477626" y="50129"/>
                </a:lnTo>
                <a:lnTo>
                  <a:pt x="477904" y="50305"/>
                </a:lnTo>
                <a:lnTo>
                  <a:pt x="478162" y="50489"/>
                </a:lnTo>
                <a:lnTo>
                  <a:pt x="478402" y="50680"/>
                </a:lnTo>
                <a:lnTo>
                  <a:pt x="478622" y="50880"/>
                </a:lnTo>
                <a:lnTo>
                  <a:pt x="478829" y="51090"/>
                </a:lnTo>
                <a:lnTo>
                  <a:pt x="479027" y="51317"/>
                </a:lnTo>
                <a:lnTo>
                  <a:pt x="479216" y="51558"/>
                </a:lnTo>
                <a:lnTo>
                  <a:pt x="479396" y="51816"/>
                </a:lnTo>
                <a:lnTo>
                  <a:pt x="479568" y="52089"/>
                </a:lnTo>
                <a:lnTo>
                  <a:pt x="479730" y="52377"/>
                </a:lnTo>
                <a:lnTo>
                  <a:pt x="479884" y="52682"/>
                </a:lnTo>
                <a:lnTo>
                  <a:pt x="480029" y="53001"/>
                </a:lnTo>
                <a:lnTo>
                  <a:pt x="480166" y="53336"/>
                </a:lnTo>
                <a:lnTo>
                  <a:pt x="480293" y="53687"/>
                </a:lnTo>
                <a:lnTo>
                  <a:pt x="480412" y="54054"/>
                </a:lnTo>
                <a:lnTo>
                  <a:pt x="480522" y="54435"/>
                </a:lnTo>
                <a:lnTo>
                  <a:pt x="480623" y="54833"/>
                </a:lnTo>
                <a:lnTo>
                  <a:pt x="480716" y="55246"/>
                </a:lnTo>
                <a:lnTo>
                  <a:pt x="480799" y="55674"/>
                </a:lnTo>
                <a:lnTo>
                  <a:pt x="480874" y="56119"/>
                </a:lnTo>
                <a:lnTo>
                  <a:pt x="480940" y="56578"/>
                </a:lnTo>
                <a:lnTo>
                  <a:pt x="480997" y="57054"/>
                </a:lnTo>
                <a:lnTo>
                  <a:pt x="481045" y="57544"/>
                </a:lnTo>
                <a:lnTo>
                  <a:pt x="481085" y="58051"/>
                </a:lnTo>
                <a:lnTo>
                  <a:pt x="481116" y="58573"/>
                </a:lnTo>
                <a:lnTo>
                  <a:pt x="481138" y="59110"/>
                </a:lnTo>
                <a:lnTo>
                  <a:pt x="481151" y="59663"/>
                </a:lnTo>
                <a:lnTo>
                  <a:pt x="481155" y="60232"/>
                </a:lnTo>
                <a:lnTo>
                  <a:pt x="481155" y="106245"/>
                </a:lnTo>
                <a:lnTo>
                  <a:pt x="480603" y="106799"/>
                </a:lnTo>
                <a:lnTo>
                  <a:pt x="480057" y="107337"/>
                </a:lnTo>
                <a:lnTo>
                  <a:pt x="479517" y="107861"/>
                </a:lnTo>
                <a:lnTo>
                  <a:pt x="478984" y="108369"/>
                </a:lnTo>
                <a:lnTo>
                  <a:pt x="478457" y="108863"/>
                </a:lnTo>
                <a:lnTo>
                  <a:pt x="477936" y="109341"/>
                </a:lnTo>
                <a:lnTo>
                  <a:pt x="477422" y="109805"/>
                </a:lnTo>
                <a:lnTo>
                  <a:pt x="476914" y="110253"/>
                </a:lnTo>
                <a:lnTo>
                  <a:pt x="476412" y="110686"/>
                </a:lnTo>
                <a:lnTo>
                  <a:pt x="475917" y="111104"/>
                </a:lnTo>
                <a:lnTo>
                  <a:pt x="475427" y="111507"/>
                </a:lnTo>
                <a:lnTo>
                  <a:pt x="474945" y="111895"/>
                </a:lnTo>
                <a:lnTo>
                  <a:pt x="474468" y="112268"/>
                </a:lnTo>
                <a:lnTo>
                  <a:pt x="473998" y="112626"/>
                </a:lnTo>
                <a:lnTo>
                  <a:pt x="473534" y="112968"/>
                </a:lnTo>
                <a:lnTo>
                  <a:pt x="473077" y="113296"/>
                </a:lnTo>
                <a:lnTo>
                  <a:pt x="472626" y="113609"/>
                </a:lnTo>
                <a:lnTo>
                  <a:pt x="472181" y="113906"/>
                </a:lnTo>
                <a:lnTo>
                  <a:pt x="471743" y="114189"/>
                </a:lnTo>
                <a:lnTo>
                  <a:pt x="471310" y="114456"/>
                </a:lnTo>
                <a:lnTo>
                  <a:pt x="470885" y="114708"/>
                </a:lnTo>
                <a:lnTo>
                  <a:pt x="470465" y="114945"/>
                </a:lnTo>
                <a:lnTo>
                  <a:pt x="470052" y="115168"/>
                </a:lnTo>
                <a:lnTo>
                  <a:pt x="469645" y="115375"/>
                </a:lnTo>
                <a:lnTo>
                  <a:pt x="469243" y="115570"/>
                </a:lnTo>
                <a:lnTo>
                  <a:pt x="468845" y="115757"/>
                </a:lnTo>
                <a:lnTo>
                  <a:pt x="468450" y="115936"/>
                </a:lnTo>
                <a:lnTo>
                  <a:pt x="468059" y="116106"/>
                </a:lnTo>
                <a:lnTo>
                  <a:pt x="467671" y="116268"/>
                </a:lnTo>
                <a:lnTo>
                  <a:pt x="467287" y="116422"/>
                </a:lnTo>
                <a:lnTo>
                  <a:pt x="466906" y="116568"/>
                </a:lnTo>
                <a:lnTo>
                  <a:pt x="466529" y="116705"/>
                </a:lnTo>
                <a:lnTo>
                  <a:pt x="466156" y="116834"/>
                </a:lnTo>
                <a:lnTo>
                  <a:pt x="465786" y="116954"/>
                </a:lnTo>
                <a:lnTo>
                  <a:pt x="465419" y="117066"/>
                </a:lnTo>
                <a:lnTo>
                  <a:pt x="465057" y="117170"/>
                </a:lnTo>
                <a:lnTo>
                  <a:pt x="464697" y="117266"/>
                </a:lnTo>
                <a:lnTo>
                  <a:pt x="464341" y="117353"/>
                </a:lnTo>
                <a:lnTo>
                  <a:pt x="463989" y="117432"/>
                </a:lnTo>
                <a:lnTo>
                  <a:pt x="463641" y="117503"/>
                </a:lnTo>
                <a:lnTo>
                  <a:pt x="463295" y="117565"/>
                </a:lnTo>
                <a:lnTo>
                  <a:pt x="462954" y="117619"/>
                </a:lnTo>
                <a:lnTo>
                  <a:pt x="462616" y="117665"/>
                </a:lnTo>
                <a:lnTo>
                  <a:pt x="462281" y="117702"/>
                </a:lnTo>
                <a:lnTo>
                  <a:pt x="461951" y="117731"/>
                </a:lnTo>
                <a:lnTo>
                  <a:pt x="461623" y="117752"/>
                </a:lnTo>
                <a:lnTo>
                  <a:pt x="461299" y="117765"/>
                </a:lnTo>
                <a:lnTo>
                  <a:pt x="460979" y="117769"/>
                </a:lnTo>
                <a:lnTo>
                  <a:pt x="460515" y="117763"/>
                </a:lnTo>
                <a:lnTo>
                  <a:pt x="460057" y="117744"/>
                </a:lnTo>
                <a:lnTo>
                  <a:pt x="459605" y="117713"/>
                </a:lnTo>
                <a:lnTo>
                  <a:pt x="459158" y="117670"/>
                </a:lnTo>
                <a:lnTo>
                  <a:pt x="458717" y="117615"/>
                </a:lnTo>
                <a:lnTo>
                  <a:pt x="458282" y="117547"/>
                </a:lnTo>
                <a:lnTo>
                  <a:pt x="457853" y="117467"/>
                </a:lnTo>
                <a:lnTo>
                  <a:pt x="457429" y="117375"/>
                </a:lnTo>
                <a:lnTo>
                  <a:pt x="457011" y="117270"/>
                </a:lnTo>
                <a:lnTo>
                  <a:pt x="456598" y="117153"/>
                </a:lnTo>
                <a:lnTo>
                  <a:pt x="456192" y="117024"/>
                </a:lnTo>
                <a:lnTo>
                  <a:pt x="455791" y="116882"/>
                </a:lnTo>
                <a:lnTo>
                  <a:pt x="455395" y="116728"/>
                </a:lnTo>
                <a:lnTo>
                  <a:pt x="455006" y="116562"/>
                </a:lnTo>
                <a:lnTo>
                  <a:pt x="454622" y="116383"/>
                </a:lnTo>
                <a:lnTo>
                  <a:pt x="454244" y="116192"/>
                </a:lnTo>
                <a:lnTo>
                  <a:pt x="453871" y="115989"/>
                </a:lnTo>
                <a:lnTo>
                  <a:pt x="453505" y="115774"/>
                </a:lnTo>
                <a:lnTo>
                  <a:pt x="453144" y="115546"/>
                </a:lnTo>
                <a:lnTo>
                  <a:pt x="452788" y="115306"/>
                </a:lnTo>
                <a:lnTo>
                  <a:pt x="452439" y="115053"/>
                </a:lnTo>
                <a:lnTo>
                  <a:pt x="452095" y="114788"/>
                </a:lnTo>
                <a:lnTo>
                  <a:pt x="451757" y="114511"/>
                </a:lnTo>
                <a:lnTo>
                  <a:pt x="451424" y="114222"/>
                </a:lnTo>
                <a:lnTo>
                  <a:pt x="451102" y="113913"/>
                </a:lnTo>
                <a:lnTo>
                  <a:pt x="450793" y="113577"/>
                </a:lnTo>
                <a:lnTo>
                  <a:pt x="450497" y="113213"/>
                </a:lnTo>
                <a:lnTo>
                  <a:pt x="450216" y="112823"/>
                </a:lnTo>
                <a:lnTo>
                  <a:pt x="449948" y="112405"/>
                </a:lnTo>
                <a:lnTo>
                  <a:pt x="449694" y="111961"/>
                </a:lnTo>
                <a:lnTo>
                  <a:pt x="449453" y="111489"/>
                </a:lnTo>
                <a:lnTo>
                  <a:pt x="449227" y="110990"/>
                </a:lnTo>
                <a:lnTo>
                  <a:pt x="449014" y="110465"/>
                </a:lnTo>
                <a:lnTo>
                  <a:pt x="448815" y="109912"/>
                </a:lnTo>
                <a:lnTo>
                  <a:pt x="448629" y="109332"/>
                </a:lnTo>
                <a:lnTo>
                  <a:pt x="448458" y="108724"/>
                </a:lnTo>
                <a:lnTo>
                  <a:pt x="448300" y="108090"/>
                </a:lnTo>
                <a:lnTo>
                  <a:pt x="448156" y="107429"/>
                </a:lnTo>
                <a:lnTo>
                  <a:pt x="448025" y="106741"/>
                </a:lnTo>
                <a:lnTo>
                  <a:pt x="447908" y="106025"/>
                </a:lnTo>
                <a:lnTo>
                  <a:pt x="447805" y="105282"/>
                </a:lnTo>
                <a:lnTo>
                  <a:pt x="447716" y="104513"/>
                </a:lnTo>
                <a:lnTo>
                  <a:pt x="447641" y="103716"/>
                </a:lnTo>
                <a:lnTo>
                  <a:pt x="447579" y="102892"/>
                </a:lnTo>
                <a:lnTo>
                  <a:pt x="447531" y="102041"/>
                </a:lnTo>
                <a:lnTo>
                  <a:pt x="447496" y="101163"/>
                </a:lnTo>
                <a:lnTo>
                  <a:pt x="447476" y="100258"/>
                </a:lnTo>
                <a:lnTo>
                  <a:pt x="447469" y="99326"/>
                </a:lnTo>
                <a:lnTo>
                  <a:pt x="447469" y="44974"/>
                </a:lnTo>
                <a:lnTo>
                  <a:pt x="418938" y="44974"/>
                </a:lnTo>
                <a:lnTo>
                  <a:pt x="418938" y="48263"/>
                </a:lnTo>
                <a:lnTo>
                  <a:pt x="419464" y="48258"/>
                </a:lnTo>
                <a:lnTo>
                  <a:pt x="419977" y="48257"/>
                </a:lnTo>
                <a:lnTo>
                  <a:pt x="420476" y="48261"/>
                </a:lnTo>
                <a:lnTo>
                  <a:pt x="420961" y="48269"/>
                </a:lnTo>
                <a:lnTo>
                  <a:pt x="421433" y="48282"/>
                </a:lnTo>
                <a:lnTo>
                  <a:pt x="421890" y="48299"/>
                </a:lnTo>
                <a:lnTo>
                  <a:pt x="422334" y="48321"/>
                </a:lnTo>
                <a:lnTo>
                  <a:pt x="422765" y="48347"/>
                </a:lnTo>
                <a:lnTo>
                  <a:pt x="423181" y="48378"/>
                </a:lnTo>
                <a:lnTo>
                  <a:pt x="423584" y="48413"/>
                </a:lnTo>
                <a:lnTo>
                  <a:pt x="423973" y="48452"/>
                </a:lnTo>
                <a:lnTo>
                  <a:pt x="424349" y="48496"/>
                </a:lnTo>
                <a:lnTo>
                  <a:pt x="424710" y="48545"/>
                </a:lnTo>
                <a:lnTo>
                  <a:pt x="425058" y="48598"/>
                </a:lnTo>
                <a:lnTo>
                  <a:pt x="425392" y="48655"/>
                </a:lnTo>
                <a:lnTo>
                  <a:pt x="425713" y="48717"/>
                </a:lnTo>
                <a:lnTo>
                  <a:pt x="426019" y="48784"/>
                </a:lnTo>
                <a:lnTo>
                  <a:pt x="426312" y="48855"/>
                </a:lnTo>
                <a:lnTo>
                  <a:pt x="426591" y="48930"/>
                </a:lnTo>
                <a:lnTo>
                  <a:pt x="426857" y="49010"/>
                </a:lnTo>
                <a:lnTo>
                  <a:pt x="427109" y="49094"/>
                </a:lnTo>
                <a:lnTo>
                  <a:pt x="427347" y="49183"/>
                </a:lnTo>
                <a:lnTo>
                  <a:pt x="427571" y="49276"/>
                </a:lnTo>
                <a:lnTo>
                  <a:pt x="427782" y="49374"/>
                </a:lnTo>
                <a:lnTo>
                  <a:pt x="427983" y="49476"/>
                </a:lnTo>
                <a:lnTo>
                  <a:pt x="428181" y="49581"/>
                </a:lnTo>
                <a:lnTo>
                  <a:pt x="428374" y="49690"/>
                </a:lnTo>
                <a:lnTo>
                  <a:pt x="428563" y="49802"/>
                </a:lnTo>
                <a:lnTo>
                  <a:pt x="428748" y="49918"/>
                </a:lnTo>
                <a:lnTo>
                  <a:pt x="428929" y="50038"/>
                </a:lnTo>
                <a:lnTo>
                  <a:pt x="429105" y="50161"/>
                </a:lnTo>
                <a:lnTo>
                  <a:pt x="429278" y="50288"/>
                </a:lnTo>
                <a:lnTo>
                  <a:pt x="429446" y="50418"/>
                </a:lnTo>
                <a:lnTo>
                  <a:pt x="429610" y="50551"/>
                </a:lnTo>
                <a:lnTo>
                  <a:pt x="429770" y="50689"/>
                </a:lnTo>
                <a:lnTo>
                  <a:pt x="429926" y="50830"/>
                </a:lnTo>
                <a:lnTo>
                  <a:pt x="430077" y="50974"/>
                </a:lnTo>
                <a:lnTo>
                  <a:pt x="430225" y="51122"/>
                </a:lnTo>
                <a:lnTo>
                  <a:pt x="430368" y="51273"/>
                </a:lnTo>
                <a:lnTo>
                  <a:pt x="430507" y="51428"/>
                </a:lnTo>
                <a:lnTo>
                  <a:pt x="430642" y="51587"/>
                </a:lnTo>
                <a:lnTo>
                  <a:pt x="430773" y="51749"/>
                </a:lnTo>
                <a:lnTo>
                  <a:pt x="430900" y="51915"/>
                </a:lnTo>
                <a:lnTo>
                  <a:pt x="431022" y="52084"/>
                </a:lnTo>
                <a:lnTo>
                  <a:pt x="431140" y="52256"/>
                </a:lnTo>
                <a:lnTo>
                  <a:pt x="431254" y="52433"/>
                </a:lnTo>
                <a:lnTo>
                  <a:pt x="431364" y="52613"/>
                </a:lnTo>
                <a:lnTo>
                  <a:pt x="431470" y="52796"/>
                </a:lnTo>
                <a:lnTo>
                  <a:pt x="431572" y="52987"/>
                </a:lnTo>
                <a:lnTo>
                  <a:pt x="431669" y="53191"/>
                </a:lnTo>
                <a:lnTo>
                  <a:pt x="431762" y="53407"/>
                </a:lnTo>
                <a:lnTo>
                  <a:pt x="431850" y="53635"/>
                </a:lnTo>
                <a:lnTo>
                  <a:pt x="431935" y="53876"/>
                </a:lnTo>
                <a:lnTo>
                  <a:pt x="432015" y="54129"/>
                </a:lnTo>
                <a:lnTo>
                  <a:pt x="432090" y="54395"/>
                </a:lnTo>
                <a:lnTo>
                  <a:pt x="432161" y="54672"/>
                </a:lnTo>
                <a:lnTo>
                  <a:pt x="432228" y="54963"/>
                </a:lnTo>
                <a:lnTo>
                  <a:pt x="432291" y="55265"/>
                </a:lnTo>
                <a:lnTo>
                  <a:pt x="432349" y="55580"/>
                </a:lnTo>
                <a:lnTo>
                  <a:pt x="432403" y="55907"/>
                </a:lnTo>
                <a:lnTo>
                  <a:pt x="432453" y="56246"/>
                </a:lnTo>
                <a:lnTo>
                  <a:pt x="432499" y="56598"/>
                </a:lnTo>
                <a:lnTo>
                  <a:pt x="432540" y="56962"/>
                </a:lnTo>
                <a:lnTo>
                  <a:pt x="432576" y="57339"/>
                </a:lnTo>
                <a:lnTo>
                  <a:pt x="432609" y="57728"/>
                </a:lnTo>
                <a:lnTo>
                  <a:pt x="432637" y="58129"/>
                </a:lnTo>
                <a:lnTo>
                  <a:pt x="432661" y="58543"/>
                </a:lnTo>
                <a:lnTo>
                  <a:pt x="432680" y="58968"/>
                </a:lnTo>
                <a:lnTo>
                  <a:pt x="432695" y="59407"/>
                </a:lnTo>
                <a:lnTo>
                  <a:pt x="432706" y="59857"/>
                </a:lnTo>
                <a:lnTo>
                  <a:pt x="432712" y="60320"/>
                </a:lnTo>
                <a:lnTo>
                  <a:pt x="432715" y="60795"/>
                </a:lnTo>
                <a:lnTo>
                  <a:pt x="432715" y="97148"/>
                </a:lnTo>
                <a:lnTo>
                  <a:pt x="432718" y="98087"/>
                </a:lnTo>
                <a:lnTo>
                  <a:pt x="432728" y="99009"/>
                </a:lnTo>
                <a:lnTo>
                  <a:pt x="432745" y="99912"/>
                </a:lnTo>
                <a:lnTo>
                  <a:pt x="432769" y="100797"/>
                </a:lnTo>
                <a:lnTo>
                  <a:pt x="432799" y="101665"/>
                </a:lnTo>
                <a:lnTo>
                  <a:pt x="432837" y="102514"/>
                </a:lnTo>
                <a:lnTo>
                  <a:pt x="432881" y="103346"/>
                </a:lnTo>
                <a:lnTo>
                  <a:pt x="432932" y="104160"/>
                </a:lnTo>
                <a:lnTo>
                  <a:pt x="432990" y="104956"/>
                </a:lnTo>
                <a:lnTo>
                  <a:pt x="433054" y="105734"/>
                </a:lnTo>
                <a:lnTo>
                  <a:pt x="433125" y="106494"/>
                </a:lnTo>
                <a:lnTo>
                  <a:pt x="433203" y="107236"/>
                </a:lnTo>
                <a:lnTo>
                  <a:pt x="433288" y="107961"/>
                </a:lnTo>
                <a:lnTo>
                  <a:pt x="433380" y="108667"/>
                </a:lnTo>
                <a:lnTo>
                  <a:pt x="433478" y="109356"/>
                </a:lnTo>
                <a:lnTo>
                  <a:pt x="433584" y="110026"/>
                </a:lnTo>
                <a:lnTo>
                  <a:pt x="433696" y="110679"/>
                </a:lnTo>
                <a:lnTo>
                  <a:pt x="433814" y="111314"/>
                </a:lnTo>
                <a:lnTo>
                  <a:pt x="433940" y="111931"/>
                </a:lnTo>
                <a:lnTo>
                  <a:pt x="434072" y="112530"/>
                </a:lnTo>
                <a:lnTo>
                  <a:pt x="434212" y="113111"/>
                </a:lnTo>
                <a:lnTo>
                  <a:pt x="434358" y="113674"/>
                </a:lnTo>
                <a:lnTo>
                  <a:pt x="434510" y="114219"/>
                </a:lnTo>
                <a:lnTo>
                  <a:pt x="434670" y="114747"/>
                </a:lnTo>
                <a:lnTo>
                  <a:pt x="434838" y="115261"/>
                </a:lnTo>
                <a:lnTo>
                  <a:pt x="435017" y="115768"/>
                </a:lnTo>
                <a:lnTo>
                  <a:pt x="435207" y="116267"/>
                </a:lnTo>
                <a:lnTo>
                  <a:pt x="435407" y="116758"/>
                </a:lnTo>
                <a:lnTo>
                  <a:pt x="435618" y="117241"/>
                </a:lnTo>
                <a:lnTo>
                  <a:pt x="435839" y="117716"/>
                </a:lnTo>
                <a:lnTo>
                  <a:pt x="436071" y="118183"/>
                </a:lnTo>
                <a:lnTo>
                  <a:pt x="436314" y="118643"/>
                </a:lnTo>
                <a:lnTo>
                  <a:pt x="436568" y="119094"/>
                </a:lnTo>
                <a:lnTo>
                  <a:pt x="436832" y="119538"/>
                </a:lnTo>
                <a:lnTo>
                  <a:pt x="437107" y="119974"/>
                </a:lnTo>
                <a:lnTo>
                  <a:pt x="437392" y="120402"/>
                </a:lnTo>
                <a:lnTo>
                  <a:pt x="437688" y="120822"/>
                </a:lnTo>
                <a:lnTo>
                  <a:pt x="437995" y="121234"/>
                </a:lnTo>
                <a:lnTo>
                  <a:pt x="438312" y="121639"/>
                </a:lnTo>
                <a:lnTo>
                  <a:pt x="438640" y="122035"/>
                </a:lnTo>
                <a:lnTo>
                  <a:pt x="438979" y="122424"/>
                </a:lnTo>
                <a:lnTo>
                  <a:pt x="439328" y="122805"/>
                </a:lnTo>
                <a:lnTo>
                  <a:pt x="439688" y="123178"/>
                </a:lnTo>
                <a:lnTo>
                  <a:pt x="440058" y="123543"/>
                </a:lnTo>
                <a:lnTo>
                  <a:pt x="440440" y="123900"/>
                </a:lnTo>
                <a:lnTo>
                  <a:pt x="440832" y="124249"/>
                </a:lnTo>
                <a:lnTo>
                  <a:pt x="441234" y="124590"/>
                </a:lnTo>
                <a:lnTo>
                  <a:pt x="441647" y="124924"/>
                </a:lnTo>
                <a:lnTo>
                  <a:pt x="442069" y="125247"/>
                </a:lnTo>
                <a:lnTo>
                  <a:pt x="442497" y="125556"/>
                </a:lnTo>
                <a:lnTo>
                  <a:pt x="442931" y="125851"/>
                </a:lnTo>
                <a:lnTo>
                  <a:pt x="443372" y="126132"/>
                </a:lnTo>
                <a:lnTo>
                  <a:pt x="443819" y="126400"/>
                </a:lnTo>
                <a:lnTo>
                  <a:pt x="444272" y="126654"/>
                </a:lnTo>
                <a:lnTo>
                  <a:pt x="444732" y="126895"/>
                </a:lnTo>
                <a:lnTo>
                  <a:pt x="445198" y="127121"/>
                </a:lnTo>
                <a:lnTo>
                  <a:pt x="445670" y="127334"/>
                </a:lnTo>
                <a:lnTo>
                  <a:pt x="446148" y="127533"/>
                </a:lnTo>
                <a:lnTo>
                  <a:pt x="446633" y="127719"/>
                </a:lnTo>
                <a:lnTo>
                  <a:pt x="447125" y="127890"/>
                </a:lnTo>
                <a:lnTo>
                  <a:pt x="447622" y="128048"/>
                </a:lnTo>
                <a:lnTo>
                  <a:pt x="448126" y="128193"/>
                </a:lnTo>
                <a:lnTo>
                  <a:pt x="448636" y="128323"/>
                </a:lnTo>
                <a:lnTo>
                  <a:pt x="449153" y="128440"/>
                </a:lnTo>
                <a:lnTo>
                  <a:pt x="449676" y="128543"/>
                </a:lnTo>
                <a:lnTo>
                  <a:pt x="450205" y="128632"/>
                </a:lnTo>
                <a:lnTo>
                  <a:pt x="450740" y="128708"/>
                </a:lnTo>
                <a:lnTo>
                  <a:pt x="451282" y="128769"/>
                </a:lnTo>
                <a:lnTo>
                  <a:pt x="451830" y="128817"/>
                </a:lnTo>
                <a:lnTo>
                  <a:pt x="452385" y="128852"/>
                </a:lnTo>
                <a:lnTo>
                  <a:pt x="452946" y="128872"/>
                </a:lnTo>
                <a:lnTo>
                  <a:pt x="453513" y="128879"/>
                </a:lnTo>
                <a:lnTo>
                  <a:pt x="454023" y="128874"/>
                </a:lnTo>
                <a:lnTo>
                  <a:pt x="454531" y="128859"/>
                </a:lnTo>
                <a:lnTo>
                  <a:pt x="455036" y="128833"/>
                </a:lnTo>
                <a:lnTo>
                  <a:pt x="455540" y="128798"/>
                </a:lnTo>
                <a:lnTo>
                  <a:pt x="456041" y="128752"/>
                </a:lnTo>
                <a:lnTo>
                  <a:pt x="456541" y="128696"/>
                </a:lnTo>
                <a:lnTo>
                  <a:pt x="457038" y="128630"/>
                </a:lnTo>
                <a:lnTo>
                  <a:pt x="457532" y="128553"/>
                </a:lnTo>
                <a:lnTo>
                  <a:pt x="458025" y="128467"/>
                </a:lnTo>
                <a:lnTo>
                  <a:pt x="458516" y="128370"/>
                </a:lnTo>
                <a:lnTo>
                  <a:pt x="459004" y="128263"/>
                </a:lnTo>
                <a:lnTo>
                  <a:pt x="459490" y="128146"/>
                </a:lnTo>
                <a:lnTo>
                  <a:pt x="459974" y="128019"/>
                </a:lnTo>
                <a:lnTo>
                  <a:pt x="460456" y="127881"/>
                </a:lnTo>
                <a:lnTo>
                  <a:pt x="460936" y="127733"/>
                </a:lnTo>
                <a:lnTo>
                  <a:pt x="461414" y="127576"/>
                </a:lnTo>
                <a:lnTo>
                  <a:pt x="461889" y="127408"/>
                </a:lnTo>
                <a:lnTo>
                  <a:pt x="462362" y="127229"/>
                </a:lnTo>
                <a:lnTo>
                  <a:pt x="462833" y="127041"/>
                </a:lnTo>
                <a:lnTo>
                  <a:pt x="463302" y="126842"/>
                </a:lnTo>
                <a:lnTo>
                  <a:pt x="463769" y="126634"/>
                </a:lnTo>
                <a:lnTo>
                  <a:pt x="464234" y="126415"/>
                </a:lnTo>
                <a:lnTo>
                  <a:pt x="464696" y="126185"/>
                </a:lnTo>
                <a:lnTo>
                  <a:pt x="465157" y="125946"/>
                </a:lnTo>
                <a:lnTo>
                  <a:pt x="465624" y="125687"/>
                </a:lnTo>
                <a:lnTo>
                  <a:pt x="466110" y="125399"/>
                </a:lnTo>
                <a:lnTo>
                  <a:pt x="466612" y="125081"/>
                </a:lnTo>
                <a:lnTo>
                  <a:pt x="467132" y="124734"/>
                </a:lnTo>
                <a:lnTo>
                  <a:pt x="467669" y="124357"/>
                </a:lnTo>
                <a:lnTo>
                  <a:pt x="468223" y="123952"/>
                </a:lnTo>
                <a:lnTo>
                  <a:pt x="468795" y="123517"/>
                </a:lnTo>
                <a:lnTo>
                  <a:pt x="469383" y="123052"/>
                </a:lnTo>
                <a:lnTo>
                  <a:pt x="469990" y="122559"/>
                </a:lnTo>
                <a:lnTo>
                  <a:pt x="470613" y="122036"/>
                </a:lnTo>
                <a:lnTo>
                  <a:pt x="471254" y="121484"/>
                </a:lnTo>
                <a:lnTo>
                  <a:pt x="471912" y="120902"/>
                </a:lnTo>
                <a:lnTo>
                  <a:pt x="472587" y="120291"/>
                </a:lnTo>
                <a:lnTo>
                  <a:pt x="473279" y="119651"/>
                </a:lnTo>
                <a:lnTo>
                  <a:pt x="473989" y="118981"/>
                </a:lnTo>
                <a:lnTo>
                  <a:pt x="474716" y="118282"/>
                </a:lnTo>
                <a:lnTo>
                  <a:pt x="475461" y="117554"/>
                </a:lnTo>
                <a:lnTo>
                  <a:pt x="476222" y="116797"/>
                </a:lnTo>
                <a:lnTo>
                  <a:pt x="477001" y="116010"/>
                </a:lnTo>
                <a:lnTo>
                  <a:pt x="477798" y="115194"/>
                </a:lnTo>
                <a:lnTo>
                  <a:pt x="478611" y="114348"/>
                </a:lnTo>
                <a:lnTo>
                  <a:pt x="479442" y="113474"/>
                </a:lnTo>
                <a:lnTo>
                  <a:pt x="480290" y="112569"/>
                </a:lnTo>
                <a:lnTo>
                  <a:pt x="481155" y="111636"/>
                </a:lnTo>
                <a:lnTo>
                  <a:pt x="481155" y="128879"/>
                </a:lnTo>
                <a:lnTo>
                  <a:pt x="485155" y="128879"/>
                </a:lnTo>
                <a:lnTo>
                  <a:pt x="509509" y="118835"/>
                </a:lnTo>
                <a:lnTo>
                  <a:pt x="508264" y="115725"/>
                </a:lnTo>
                <a:lnTo>
                  <a:pt x="507977" y="115848"/>
                </a:lnTo>
                <a:lnTo>
                  <a:pt x="507692" y="115966"/>
                </a:lnTo>
                <a:lnTo>
                  <a:pt x="507409" y="116079"/>
                </a:lnTo>
                <a:lnTo>
                  <a:pt x="507129" y="116186"/>
                </a:lnTo>
                <a:lnTo>
                  <a:pt x="506851" y="116289"/>
                </a:lnTo>
                <a:lnTo>
                  <a:pt x="506576" y="116386"/>
                </a:lnTo>
                <a:lnTo>
                  <a:pt x="506303" y="116477"/>
                </a:lnTo>
                <a:lnTo>
                  <a:pt x="506032" y="116564"/>
                </a:lnTo>
                <a:lnTo>
                  <a:pt x="505765" y="116645"/>
                </a:lnTo>
                <a:lnTo>
                  <a:pt x="505499" y="116721"/>
                </a:lnTo>
                <a:lnTo>
                  <a:pt x="505236" y="116792"/>
                </a:lnTo>
                <a:lnTo>
                  <a:pt x="504976" y="116858"/>
                </a:lnTo>
                <a:lnTo>
                  <a:pt x="504718" y="116918"/>
                </a:lnTo>
                <a:lnTo>
                  <a:pt x="504462" y="116973"/>
                </a:lnTo>
                <a:lnTo>
                  <a:pt x="504209" y="117023"/>
                </a:lnTo>
                <a:lnTo>
                  <a:pt x="503959" y="117068"/>
                </a:lnTo>
                <a:lnTo>
                  <a:pt x="503710" y="117107"/>
                </a:lnTo>
                <a:lnTo>
                  <a:pt x="503465" y="117141"/>
                </a:lnTo>
                <a:lnTo>
                  <a:pt x="503222" y="117170"/>
                </a:lnTo>
                <a:lnTo>
                  <a:pt x="502981" y="117194"/>
                </a:lnTo>
                <a:lnTo>
                  <a:pt x="502743" y="117212"/>
                </a:lnTo>
                <a:lnTo>
                  <a:pt x="502507" y="117225"/>
                </a:lnTo>
                <a:lnTo>
                  <a:pt x="502273" y="117233"/>
                </a:lnTo>
                <a:lnTo>
                  <a:pt x="502043" y="117236"/>
                </a:lnTo>
                <a:lnTo>
                  <a:pt x="501881" y="117233"/>
                </a:lnTo>
                <a:lnTo>
                  <a:pt x="501720" y="117227"/>
                </a:lnTo>
                <a:lnTo>
                  <a:pt x="501561" y="117216"/>
                </a:lnTo>
                <a:lnTo>
                  <a:pt x="501404" y="117201"/>
                </a:lnTo>
                <a:lnTo>
                  <a:pt x="501249" y="117182"/>
                </a:lnTo>
                <a:lnTo>
                  <a:pt x="501096" y="117158"/>
                </a:lnTo>
                <a:lnTo>
                  <a:pt x="500944" y="117130"/>
                </a:lnTo>
                <a:lnTo>
                  <a:pt x="500793" y="117097"/>
                </a:lnTo>
                <a:lnTo>
                  <a:pt x="500645" y="117061"/>
                </a:lnTo>
                <a:lnTo>
                  <a:pt x="500498" y="117020"/>
                </a:lnTo>
                <a:lnTo>
                  <a:pt x="500353" y="116974"/>
                </a:lnTo>
                <a:lnTo>
                  <a:pt x="500209" y="116925"/>
                </a:lnTo>
                <a:lnTo>
                  <a:pt x="500068" y="116871"/>
                </a:lnTo>
                <a:lnTo>
                  <a:pt x="499928" y="116812"/>
                </a:lnTo>
                <a:lnTo>
                  <a:pt x="499789" y="116750"/>
                </a:lnTo>
                <a:lnTo>
                  <a:pt x="499653" y="116683"/>
                </a:lnTo>
                <a:lnTo>
                  <a:pt x="499518" y="116611"/>
                </a:lnTo>
                <a:lnTo>
                  <a:pt x="499385" y="116536"/>
                </a:lnTo>
                <a:lnTo>
                  <a:pt x="499253" y="116456"/>
                </a:lnTo>
                <a:lnTo>
                  <a:pt x="499123" y="116371"/>
                </a:lnTo>
                <a:lnTo>
                  <a:pt x="498995" y="116283"/>
                </a:lnTo>
                <a:lnTo>
                  <a:pt x="498869" y="116190"/>
                </a:lnTo>
                <a:lnTo>
                  <a:pt x="498744" y="116093"/>
                </a:lnTo>
                <a:lnTo>
                  <a:pt x="498621" y="115991"/>
                </a:lnTo>
                <a:lnTo>
                  <a:pt x="498500" y="115884"/>
                </a:lnTo>
                <a:lnTo>
                  <a:pt x="498382" y="115771"/>
                </a:lnTo>
                <a:lnTo>
                  <a:pt x="498267" y="115650"/>
                </a:lnTo>
                <a:lnTo>
                  <a:pt x="498154" y="115523"/>
                </a:lnTo>
                <a:lnTo>
                  <a:pt x="498044" y="115390"/>
                </a:lnTo>
                <a:lnTo>
                  <a:pt x="497937" y="115250"/>
                </a:lnTo>
                <a:lnTo>
                  <a:pt x="497833" y="115103"/>
                </a:lnTo>
                <a:lnTo>
                  <a:pt x="497732" y="114949"/>
                </a:lnTo>
                <a:lnTo>
                  <a:pt x="497633" y="114789"/>
                </a:lnTo>
                <a:lnTo>
                  <a:pt x="497537" y="114623"/>
                </a:lnTo>
                <a:lnTo>
                  <a:pt x="497444" y="114449"/>
                </a:lnTo>
                <a:lnTo>
                  <a:pt x="497354" y="114269"/>
                </a:lnTo>
                <a:lnTo>
                  <a:pt x="497267" y="114083"/>
                </a:lnTo>
                <a:lnTo>
                  <a:pt x="497182" y="113889"/>
                </a:lnTo>
                <a:lnTo>
                  <a:pt x="497100" y="113689"/>
                </a:lnTo>
                <a:lnTo>
                  <a:pt x="497021" y="113483"/>
                </a:lnTo>
                <a:lnTo>
                  <a:pt x="496944" y="113270"/>
                </a:lnTo>
                <a:lnTo>
                  <a:pt x="496871" y="113050"/>
                </a:lnTo>
                <a:lnTo>
                  <a:pt x="496800" y="112823"/>
                </a:lnTo>
                <a:lnTo>
                  <a:pt x="496732" y="112590"/>
                </a:lnTo>
                <a:lnTo>
                  <a:pt x="496667" y="112351"/>
                </a:lnTo>
                <a:lnTo>
                  <a:pt x="496604" y="112104"/>
                </a:lnTo>
                <a:lnTo>
                  <a:pt x="496544" y="111851"/>
                </a:lnTo>
                <a:lnTo>
                  <a:pt x="496488" y="111592"/>
                </a:lnTo>
                <a:lnTo>
                  <a:pt x="496433" y="111310"/>
                </a:lnTo>
                <a:lnTo>
                  <a:pt x="496381" y="110989"/>
                </a:lnTo>
                <a:lnTo>
                  <a:pt x="496331" y="110631"/>
                </a:lnTo>
                <a:lnTo>
                  <a:pt x="496284" y="110235"/>
                </a:lnTo>
                <a:lnTo>
                  <a:pt x="496239" y="109800"/>
                </a:lnTo>
                <a:lnTo>
                  <a:pt x="496196" y="109328"/>
                </a:lnTo>
                <a:lnTo>
                  <a:pt x="496155" y="108817"/>
                </a:lnTo>
                <a:lnTo>
                  <a:pt x="496117" y="108268"/>
                </a:lnTo>
                <a:lnTo>
                  <a:pt x="496081" y="107681"/>
                </a:lnTo>
                <a:lnTo>
                  <a:pt x="496048" y="107056"/>
                </a:lnTo>
                <a:lnTo>
                  <a:pt x="496016" y="106393"/>
                </a:lnTo>
                <a:lnTo>
                  <a:pt x="495988" y="105692"/>
                </a:lnTo>
                <a:lnTo>
                  <a:pt x="495961" y="104953"/>
                </a:lnTo>
                <a:lnTo>
                  <a:pt x="495937" y="104175"/>
                </a:lnTo>
                <a:lnTo>
                  <a:pt x="495915" y="103360"/>
                </a:lnTo>
                <a:lnTo>
                  <a:pt x="495895" y="102506"/>
                </a:lnTo>
                <a:lnTo>
                  <a:pt x="495878" y="101614"/>
                </a:lnTo>
                <a:lnTo>
                  <a:pt x="495863" y="100684"/>
                </a:lnTo>
                <a:lnTo>
                  <a:pt x="495850" y="99716"/>
                </a:lnTo>
                <a:lnTo>
                  <a:pt x="495839" y="98710"/>
                </a:lnTo>
                <a:lnTo>
                  <a:pt x="495831" y="97666"/>
                </a:lnTo>
                <a:lnTo>
                  <a:pt x="495826" y="96583"/>
                </a:lnTo>
                <a:lnTo>
                  <a:pt x="495822" y="95463"/>
                </a:lnTo>
                <a:lnTo>
                  <a:pt x="495821" y="94304"/>
                </a:lnTo>
                <a:lnTo>
                  <a:pt x="495821" y="44974"/>
                </a:lnTo>
                <a:lnTo>
                  <a:pt x="468090" y="44974"/>
                </a:lnTo>
                <a:lnTo>
                  <a:pt x="468090" y="48263"/>
                </a:lnTo>
                <a:lnTo>
                  <a:pt x="468747" y="48282"/>
                </a:lnTo>
                <a:lnTo>
                  <a:pt x="469385" y="48308"/>
                </a:lnTo>
                <a:close/>
                <a:moveTo>
                  <a:pt x="1818983" y="115848"/>
                </a:moveTo>
                <a:lnTo>
                  <a:pt x="1818658" y="115966"/>
                </a:lnTo>
                <a:lnTo>
                  <a:pt x="1818339" y="116079"/>
                </a:lnTo>
                <a:lnTo>
                  <a:pt x="1818025" y="116186"/>
                </a:lnTo>
                <a:lnTo>
                  <a:pt x="1817717" y="116289"/>
                </a:lnTo>
                <a:lnTo>
                  <a:pt x="1817414" y="116386"/>
                </a:lnTo>
                <a:lnTo>
                  <a:pt x="1817117" y="116477"/>
                </a:lnTo>
                <a:lnTo>
                  <a:pt x="1816825" y="116564"/>
                </a:lnTo>
                <a:lnTo>
                  <a:pt x="1816539" y="116645"/>
                </a:lnTo>
                <a:lnTo>
                  <a:pt x="1816259" y="116721"/>
                </a:lnTo>
                <a:lnTo>
                  <a:pt x="1815984" y="116792"/>
                </a:lnTo>
                <a:lnTo>
                  <a:pt x="1815714" y="116858"/>
                </a:lnTo>
                <a:lnTo>
                  <a:pt x="1815450" y="116918"/>
                </a:lnTo>
                <a:lnTo>
                  <a:pt x="1815192" y="116973"/>
                </a:lnTo>
                <a:lnTo>
                  <a:pt x="1814939" y="117023"/>
                </a:lnTo>
                <a:lnTo>
                  <a:pt x="1814692" y="117068"/>
                </a:lnTo>
                <a:lnTo>
                  <a:pt x="1814450" y="117107"/>
                </a:lnTo>
                <a:lnTo>
                  <a:pt x="1814214" y="117141"/>
                </a:lnTo>
                <a:lnTo>
                  <a:pt x="1813984" y="117170"/>
                </a:lnTo>
                <a:lnTo>
                  <a:pt x="1813759" y="117194"/>
                </a:lnTo>
                <a:lnTo>
                  <a:pt x="1813539" y="117212"/>
                </a:lnTo>
                <a:lnTo>
                  <a:pt x="1813325" y="117225"/>
                </a:lnTo>
                <a:lnTo>
                  <a:pt x="1813117" y="117233"/>
                </a:lnTo>
                <a:lnTo>
                  <a:pt x="1812914" y="117236"/>
                </a:lnTo>
                <a:lnTo>
                  <a:pt x="1812752" y="117233"/>
                </a:lnTo>
                <a:lnTo>
                  <a:pt x="1812592" y="117227"/>
                </a:lnTo>
                <a:lnTo>
                  <a:pt x="1812433" y="117216"/>
                </a:lnTo>
                <a:lnTo>
                  <a:pt x="1812276" y="117201"/>
                </a:lnTo>
                <a:lnTo>
                  <a:pt x="1812121" y="117182"/>
                </a:lnTo>
                <a:lnTo>
                  <a:pt x="1811967" y="117158"/>
                </a:lnTo>
                <a:lnTo>
                  <a:pt x="1811815" y="117130"/>
                </a:lnTo>
                <a:lnTo>
                  <a:pt x="1811665" y="117097"/>
                </a:lnTo>
                <a:lnTo>
                  <a:pt x="1811517" y="117061"/>
                </a:lnTo>
                <a:lnTo>
                  <a:pt x="1811370" y="117020"/>
                </a:lnTo>
                <a:lnTo>
                  <a:pt x="1811225" y="116974"/>
                </a:lnTo>
                <a:lnTo>
                  <a:pt x="1811081" y="116925"/>
                </a:lnTo>
                <a:lnTo>
                  <a:pt x="1810939" y="116871"/>
                </a:lnTo>
                <a:lnTo>
                  <a:pt x="1810799" y="116812"/>
                </a:lnTo>
                <a:lnTo>
                  <a:pt x="1810661" y="116750"/>
                </a:lnTo>
                <a:lnTo>
                  <a:pt x="1810524" y="116683"/>
                </a:lnTo>
                <a:lnTo>
                  <a:pt x="1810390" y="116611"/>
                </a:lnTo>
                <a:lnTo>
                  <a:pt x="1810256" y="116536"/>
                </a:lnTo>
                <a:lnTo>
                  <a:pt x="1810125" y="116456"/>
                </a:lnTo>
                <a:lnTo>
                  <a:pt x="1809995" y="116371"/>
                </a:lnTo>
                <a:lnTo>
                  <a:pt x="1809867" y="116283"/>
                </a:lnTo>
                <a:lnTo>
                  <a:pt x="1809740" y="116190"/>
                </a:lnTo>
                <a:lnTo>
                  <a:pt x="1809616" y="116093"/>
                </a:lnTo>
                <a:lnTo>
                  <a:pt x="1809492" y="115991"/>
                </a:lnTo>
                <a:lnTo>
                  <a:pt x="1809372" y="115884"/>
                </a:lnTo>
                <a:lnTo>
                  <a:pt x="1809254" y="115771"/>
                </a:lnTo>
                <a:lnTo>
                  <a:pt x="1809138" y="115650"/>
                </a:lnTo>
                <a:lnTo>
                  <a:pt x="1809026" y="115523"/>
                </a:lnTo>
                <a:lnTo>
                  <a:pt x="1808916" y="115390"/>
                </a:lnTo>
                <a:lnTo>
                  <a:pt x="1808809" y="115250"/>
                </a:lnTo>
                <a:lnTo>
                  <a:pt x="1808705" y="115103"/>
                </a:lnTo>
                <a:lnTo>
                  <a:pt x="1808604" y="114949"/>
                </a:lnTo>
                <a:lnTo>
                  <a:pt x="1808505" y="114789"/>
                </a:lnTo>
                <a:lnTo>
                  <a:pt x="1808409" y="114623"/>
                </a:lnTo>
                <a:lnTo>
                  <a:pt x="1808316" y="114449"/>
                </a:lnTo>
                <a:lnTo>
                  <a:pt x="1808226" y="114269"/>
                </a:lnTo>
                <a:lnTo>
                  <a:pt x="1808138" y="114083"/>
                </a:lnTo>
                <a:lnTo>
                  <a:pt x="1808054" y="113889"/>
                </a:lnTo>
                <a:lnTo>
                  <a:pt x="1807972" y="113689"/>
                </a:lnTo>
                <a:lnTo>
                  <a:pt x="1807893" y="113483"/>
                </a:lnTo>
                <a:lnTo>
                  <a:pt x="1807816" y="113270"/>
                </a:lnTo>
                <a:lnTo>
                  <a:pt x="1807743" y="113050"/>
                </a:lnTo>
                <a:lnTo>
                  <a:pt x="1807672" y="112823"/>
                </a:lnTo>
                <a:lnTo>
                  <a:pt x="1807604" y="112590"/>
                </a:lnTo>
                <a:lnTo>
                  <a:pt x="1807538" y="112351"/>
                </a:lnTo>
                <a:lnTo>
                  <a:pt x="1807476" y="112104"/>
                </a:lnTo>
                <a:lnTo>
                  <a:pt x="1807416" y="111851"/>
                </a:lnTo>
                <a:lnTo>
                  <a:pt x="1807359" y="111592"/>
                </a:lnTo>
                <a:lnTo>
                  <a:pt x="1807305" y="111309"/>
                </a:lnTo>
                <a:lnTo>
                  <a:pt x="1807253" y="110988"/>
                </a:lnTo>
                <a:lnTo>
                  <a:pt x="1807203" y="110628"/>
                </a:lnTo>
                <a:lnTo>
                  <a:pt x="1807156" y="110230"/>
                </a:lnTo>
                <a:lnTo>
                  <a:pt x="1807110" y="109793"/>
                </a:lnTo>
                <a:lnTo>
                  <a:pt x="1807068" y="109317"/>
                </a:lnTo>
                <a:lnTo>
                  <a:pt x="1807027" y="108802"/>
                </a:lnTo>
                <a:lnTo>
                  <a:pt x="1806989" y="108249"/>
                </a:lnTo>
                <a:lnTo>
                  <a:pt x="1806953" y="107656"/>
                </a:lnTo>
                <a:lnTo>
                  <a:pt x="1806919" y="107026"/>
                </a:lnTo>
                <a:lnTo>
                  <a:pt x="1806888" y="106356"/>
                </a:lnTo>
                <a:lnTo>
                  <a:pt x="1806859" y="105648"/>
                </a:lnTo>
                <a:lnTo>
                  <a:pt x="1806833" y="104901"/>
                </a:lnTo>
                <a:lnTo>
                  <a:pt x="1806808" y="104115"/>
                </a:lnTo>
                <a:lnTo>
                  <a:pt x="1806786" y="103290"/>
                </a:lnTo>
                <a:lnTo>
                  <a:pt x="1806767" y="102427"/>
                </a:lnTo>
                <a:lnTo>
                  <a:pt x="1806749" y="101525"/>
                </a:lnTo>
                <a:lnTo>
                  <a:pt x="1806734" y="100584"/>
                </a:lnTo>
                <a:lnTo>
                  <a:pt x="1806722" y="99605"/>
                </a:lnTo>
                <a:lnTo>
                  <a:pt x="1806711" y="98586"/>
                </a:lnTo>
                <a:lnTo>
                  <a:pt x="1806703" y="97529"/>
                </a:lnTo>
                <a:lnTo>
                  <a:pt x="1806697" y="96434"/>
                </a:lnTo>
                <a:lnTo>
                  <a:pt x="1806694" y="95299"/>
                </a:lnTo>
                <a:lnTo>
                  <a:pt x="1806693" y="94126"/>
                </a:lnTo>
                <a:lnTo>
                  <a:pt x="1806693" y="0"/>
                </a:lnTo>
                <a:lnTo>
                  <a:pt x="1802693" y="0"/>
                </a:lnTo>
                <a:lnTo>
                  <a:pt x="1778428" y="9996"/>
                </a:lnTo>
                <a:lnTo>
                  <a:pt x="1779584" y="13121"/>
                </a:lnTo>
                <a:lnTo>
                  <a:pt x="1779899" y="13005"/>
                </a:lnTo>
                <a:lnTo>
                  <a:pt x="1780210" y="12893"/>
                </a:lnTo>
                <a:lnTo>
                  <a:pt x="1780515" y="12787"/>
                </a:lnTo>
                <a:lnTo>
                  <a:pt x="1780816" y="12685"/>
                </a:lnTo>
                <a:lnTo>
                  <a:pt x="1781110" y="12588"/>
                </a:lnTo>
                <a:lnTo>
                  <a:pt x="1781400" y="12497"/>
                </a:lnTo>
                <a:lnTo>
                  <a:pt x="1781685" y="12410"/>
                </a:lnTo>
                <a:lnTo>
                  <a:pt x="1781964" y="12328"/>
                </a:lnTo>
                <a:lnTo>
                  <a:pt x="1782238" y="12251"/>
                </a:lnTo>
                <a:lnTo>
                  <a:pt x="1782506" y="12179"/>
                </a:lnTo>
                <a:lnTo>
                  <a:pt x="1782770" y="12112"/>
                </a:lnTo>
                <a:lnTo>
                  <a:pt x="1783028" y="12050"/>
                </a:lnTo>
                <a:lnTo>
                  <a:pt x="1783281" y="11993"/>
                </a:lnTo>
                <a:lnTo>
                  <a:pt x="1783528" y="11941"/>
                </a:lnTo>
                <a:lnTo>
                  <a:pt x="1783771" y="11894"/>
                </a:lnTo>
                <a:lnTo>
                  <a:pt x="1784008" y="11852"/>
                </a:lnTo>
                <a:lnTo>
                  <a:pt x="1784240" y="11815"/>
                </a:lnTo>
                <a:lnTo>
                  <a:pt x="1784467" y="11783"/>
                </a:lnTo>
                <a:lnTo>
                  <a:pt x="1784688" y="11756"/>
                </a:lnTo>
                <a:lnTo>
                  <a:pt x="1784904" y="11733"/>
                </a:lnTo>
                <a:lnTo>
                  <a:pt x="1785115" y="11716"/>
                </a:lnTo>
                <a:lnTo>
                  <a:pt x="1785321" y="11703"/>
                </a:lnTo>
                <a:lnTo>
                  <a:pt x="1785521" y="11696"/>
                </a:lnTo>
                <a:lnTo>
                  <a:pt x="1785716" y="11694"/>
                </a:lnTo>
                <a:lnTo>
                  <a:pt x="1785893" y="11696"/>
                </a:lnTo>
                <a:lnTo>
                  <a:pt x="1786067" y="11702"/>
                </a:lnTo>
                <a:lnTo>
                  <a:pt x="1786239" y="11712"/>
                </a:lnTo>
                <a:lnTo>
                  <a:pt x="1786408" y="11726"/>
                </a:lnTo>
                <a:lnTo>
                  <a:pt x="1786574" y="11744"/>
                </a:lnTo>
                <a:lnTo>
                  <a:pt x="1786739" y="11766"/>
                </a:lnTo>
                <a:lnTo>
                  <a:pt x="1786900" y="11792"/>
                </a:lnTo>
                <a:lnTo>
                  <a:pt x="1787060" y="11823"/>
                </a:lnTo>
                <a:lnTo>
                  <a:pt x="1787216" y="11857"/>
                </a:lnTo>
                <a:lnTo>
                  <a:pt x="1787371" y="11895"/>
                </a:lnTo>
                <a:lnTo>
                  <a:pt x="1787523" y="11937"/>
                </a:lnTo>
                <a:lnTo>
                  <a:pt x="1787672" y="11984"/>
                </a:lnTo>
                <a:lnTo>
                  <a:pt x="1787819" y="12034"/>
                </a:lnTo>
                <a:lnTo>
                  <a:pt x="1787963" y="12089"/>
                </a:lnTo>
                <a:lnTo>
                  <a:pt x="1788105" y="12147"/>
                </a:lnTo>
                <a:lnTo>
                  <a:pt x="1788245" y="12210"/>
                </a:lnTo>
                <a:lnTo>
                  <a:pt x="1788382" y="12276"/>
                </a:lnTo>
                <a:lnTo>
                  <a:pt x="1788516" y="12347"/>
                </a:lnTo>
                <a:lnTo>
                  <a:pt x="1788648" y="12421"/>
                </a:lnTo>
                <a:lnTo>
                  <a:pt x="1788778" y="12500"/>
                </a:lnTo>
                <a:lnTo>
                  <a:pt x="1788905" y="12582"/>
                </a:lnTo>
                <a:lnTo>
                  <a:pt x="1789030" y="12669"/>
                </a:lnTo>
                <a:lnTo>
                  <a:pt x="1789152" y="12760"/>
                </a:lnTo>
                <a:lnTo>
                  <a:pt x="1789272" y="12855"/>
                </a:lnTo>
                <a:lnTo>
                  <a:pt x="1789389" y="12955"/>
                </a:lnTo>
                <a:lnTo>
                  <a:pt x="1789504" y="13062"/>
                </a:lnTo>
                <a:lnTo>
                  <a:pt x="1789615" y="13176"/>
                </a:lnTo>
                <a:lnTo>
                  <a:pt x="1789725" y="13298"/>
                </a:lnTo>
                <a:lnTo>
                  <a:pt x="1789832" y="13426"/>
                </a:lnTo>
                <a:lnTo>
                  <a:pt x="1789936" y="13562"/>
                </a:lnTo>
                <a:lnTo>
                  <a:pt x="1790037" y="13705"/>
                </a:lnTo>
                <a:lnTo>
                  <a:pt x="1790136" y="13855"/>
                </a:lnTo>
                <a:lnTo>
                  <a:pt x="1790232" y="14012"/>
                </a:lnTo>
                <a:lnTo>
                  <a:pt x="1790326" y="14177"/>
                </a:lnTo>
                <a:lnTo>
                  <a:pt x="1790417" y="14348"/>
                </a:lnTo>
                <a:lnTo>
                  <a:pt x="1790505" y="14527"/>
                </a:lnTo>
                <a:lnTo>
                  <a:pt x="1790591" y="14712"/>
                </a:lnTo>
                <a:lnTo>
                  <a:pt x="1790674" y="14905"/>
                </a:lnTo>
                <a:lnTo>
                  <a:pt x="1790754" y="15105"/>
                </a:lnTo>
                <a:lnTo>
                  <a:pt x="1790832" y="15312"/>
                </a:lnTo>
                <a:lnTo>
                  <a:pt x="1790907" y="15527"/>
                </a:lnTo>
                <a:lnTo>
                  <a:pt x="1790980" y="15748"/>
                </a:lnTo>
                <a:lnTo>
                  <a:pt x="1791050" y="15977"/>
                </a:lnTo>
                <a:lnTo>
                  <a:pt x="1791117" y="16212"/>
                </a:lnTo>
                <a:lnTo>
                  <a:pt x="1791182" y="16455"/>
                </a:lnTo>
                <a:lnTo>
                  <a:pt x="1791244" y="16705"/>
                </a:lnTo>
                <a:lnTo>
                  <a:pt x="1791304" y="16962"/>
                </a:lnTo>
                <a:lnTo>
                  <a:pt x="1791360" y="17226"/>
                </a:lnTo>
                <a:lnTo>
                  <a:pt x="1791415" y="17513"/>
                </a:lnTo>
                <a:lnTo>
                  <a:pt x="1791467" y="17837"/>
                </a:lnTo>
                <a:lnTo>
                  <a:pt x="1791517" y="18199"/>
                </a:lnTo>
                <a:lnTo>
                  <a:pt x="1791564" y="18598"/>
                </a:lnTo>
                <a:lnTo>
                  <a:pt x="1791609" y="19034"/>
                </a:lnTo>
                <a:lnTo>
                  <a:pt x="1791652" y="19508"/>
                </a:lnTo>
                <a:lnTo>
                  <a:pt x="1791693" y="20020"/>
                </a:lnTo>
                <a:lnTo>
                  <a:pt x="1791731" y="20569"/>
                </a:lnTo>
                <a:lnTo>
                  <a:pt x="1791767" y="21155"/>
                </a:lnTo>
                <a:lnTo>
                  <a:pt x="1791800" y="21779"/>
                </a:lnTo>
                <a:lnTo>
                  <a:pt x="1791832" y="22441"/>
                </a:lnTo>
                <a:lnTo>
                  <a:pt x="1791860" y="23140"/>
                </a:lnTo>
                <a:lnTo>
                  <a:pt x="1791887" y="23876"/>
                </a:lnTo>
                <a:lnTo>
                  <a:pt x="1791911" y="24650"/>
                </a:lnTo>
                <a:lnTo>
                  <a:pt x="1791933" y="25462"/>
                </a:lnTo>
                <a:lnTo>
                  <a:pt x="1791953" y="26311"/>
                </a:lnTo>
                <a:lnTo>
                  <a:pt x="1791970" y="27197"/>
                </a:lnTo>
                <a:lnTo>
                  <a:pt x="1791985" y="28121"/>
                </a:lnTo>
                <a:lnTo>
                  <a:pt x="1791998" y="29083"/>
                </a:lnTo>
                <a:lnTo>
                  <a:pt x="1792009" y="30082"/>
                </a:lnTo>
                <a:lnTo>
                  <a:pt x="1792017" y="31118"/>
                </a:lnTo>
                <a:lnTo>
                  <a:pt x="1792022" y="32192"/>
                </a:lnTo>
                <a:lnTo>
                  <a:pt x="1792026" y="33304"/>
                </a:lnTo>
                <a:lnTo>
                  <a:pt x="1792027" y="34453"/>
                </a:lnTo>
                <a:lnTo>
                  <a:pt x="1792027" y="49507"/>
                </a:lnTo>
                <a:lnTo>
                  <a:pt x="1791435" y="48949"/>
                </a:lnTo>
                <a:lnTo>
                  <a:pt x="1790831" y="48414"/>
                </a:lnTo>
                <a:lnTo>
                  <a:pt x="1790213" y="47903"/>
                </a:lnTo>
                <a:lnTo>
                  <a:pt x="1789583" y="47416"/>
                </a:lnTo>
                <a:lnTo>
                  <a:pt x="1788939" y="46953"/>
                </a:lnTo>
                <a:lnTo>
                  <a:pt x="1788283" y="46513"/>
                </a:lnTo>
                <a:lnTo>
                  <a:pt x="1787614" y="46097"/>
                </a:lnTo>
                <a:lnTo>
                  <a:pt x="1786931" y="45705"/>
                </a:lnTo>
                <a:lnTo>
                  <a:pt x="1786236" y="45337"/>
                </a:lnTo>
                <a:lnTo>
                  <a:pt x="1785528" y="44992"/>
                </a:lnTo>
                <a:lnTo>
                  <a:pt x="1784806" y="44671"/>
                </a:lnTo>
                <a:lnTo>
                  <a:pt x="1784072" y="44374"/>
                </a:lnTo>
                <a:lnTo>
                  <a:pt x="1783325" y="44101"/>
                </a:lnTo>
                <a:lnTo>
                  <a:pt x="1782565" y="43852"/>
                </a:lnTo>
                <a:lnTo>
                  <a:pt x="1781792" y="43626"/>
                </a:lnTo>
                <a:lnTo>
                  <a:pt x="1781006" y="43424"/>
                </a:lnTo>
                <a:lnTo>
                  <a:pt x="1780207" y="43246"/>
                </a:lnTo>
                <a:lnTo>
                  <a:pt x="1779395" y="43091"/>
                </a:lnTo>
                <a:lnTo>
                  <a:pt x="1778570" y="42960"/>
                </a:lnTo>
                <a:lnTo>
                  <a:pt x="1777732" y="42854"/>
                </a:lnTo>
                <a:lnTo>
                  <a:pt x="1776881" y="42770"/>
                </a:lnTo>
                <a:lnTo>
                  <a:pt x="1776017" y="42711"/>
                </a:lnTo>
                <a:lnTo>
                  <a:pt x="1775140" y="42675"/>
                </a:lnTo>
                <a:lnTo>
                  <a:pt x="1774251" y="42663"/>
                </a:lnTo>
                <a:lnTo>
                  <a:pt x="1772817" y="42689"/>
                </a:lnTo>
                <a:lnTo>
                  <a:pt x="1771406" y="42764"/>
                </a:lnTo>
                <a:lnTo>
                  <a:pt x="1770016" y="42890"/>
                </a:lnTo>
                <a:lnTo>
                  <a:pt x="1768649" y="43066"/>
                </a:lnTo>
                <a:lnTo>
                  <a:pt x="1767303" y="43293"/>
                </a:lnTo>
                <a:lnTo>
                  <a:pt x="1765979" y="43570"/>
                </a:lnTo>
                <a:lnTo>
                  <a:pt x="1764677" y="43897"/>
                </a:lnTo>
                <a:lnTo>
                  <a:pt x="1763397" y="44275"/>
                </a:lnTo>
                <a:lnTo>
                  <a:pt x="1762139" y="44703"/>
                </a:lnTo>
                <a:lnTo>
                  <a:pt x="1760903" y="45181"/>
                </a:lnTo>
                <a:lnTo>
                  <a:pt x="1759689" y="45710"/>
                </a:lnTo>
                <a:lnTo>
                  <a:pt x="1758496" y="46289"/>
                </a:lnTo>
                <a:lnTo>
                  <a:pt x="1757326" y="46918"/>
                </a:lnTo>
                <a:lnTo>
                  <a:pt x="1756177" y="47598"/>
                </a:lnTo>
                <a:lnTo>
                  <a:pt x="1755051" y="48328"/>
                </a:lnTo>
                <a:lnTo>
                  <a:pt x="1753946" y="49109"/>
                </a:lnTo>
                <a:lnTo>
                  <a:pt x="1752863" y="49939"/>
                </a:lnTo>
                <a:lnTo>
                  <a:pt x="1751802" y="50821"/>
                </a:lnTo>
                <a:lnTo>
                  <a:pt x="1750763" y="51752"/>
                </a:lnTo>
                <a:lnTo>
                  <a:pt x="1749746" y="52734"/>
                </a:lnTo>
                <a:lnTo>
                  <a:pt x="1748751" y="53766"/>
                </a:lnTo>
                <a:lnTo>
                  <a:pt x="1747778" y="54849"/>
                </a:lnTo>
                <a:lnTo>
                  <a:pt x="1746827" y="55982"/>
                </a:lnTo>
                <a:lnTo>
                  <a:pt x="1745897" y="57165"/>
                </a:lnTo>
                <a:lnTo>
                  <a:pt x="1744998" y="58379"/>
                </a:lnTo>
                <a:lnTo>
                  <a:pt x="1744137" y="59603"/>
                </a:lnTo>
                <a:lnTo>
                  <a:pt x="1743314" y="60837"/>
                </a:lnTo>
                <a:lnTo>
                  <a:pt x="1742530" y="62082"/>
                </a:lnTo>
                <a:lnTo>
                  <a:pt x="1741783" y="63336"/>
                </a:lnTo>
                <a:lnTo>
                  <a:pt x="1741075" y="64602"/>
                </a:lnTo>
                <a:lnTo>
                  <a:pt x="1740406" y="65877"/>
                </a:lnTo>
                <a:lnTo>
                  <a:pt x="1739774" y="67163"/>
                </a:lnTo>
                <a:lnTo>
                  <a:pt x="1739181" y="68459"/>
                </a:lnTo>
                <a:lnTo>
                  <a:pt x="1738626" y="69766"/>
                </a:lnTo>
                <a:lnTo>
                  <a:pt x="1738110" y="71083"/>
                </a:lnTo>
                <a:lnTo>
                  <a:pt x="1737631" y="72410"/>
                </a:lnTo>
                <a:lnTo>
                  <a:pt x="1737191" y="73747"/>
                </a:lnTo>
                <a:lnTo>
                  <a:pt x="1736789" y="75095"/>
                </a:lnTo>
                <a:lnTo>
                  <a:pt x="1736426" y="76453"/>
                </a:lnTo>
                <a:lnTo>
                  <a:pt x="1736100" y="77822"/>
                </a:lnTo>
                <a:lnTo>
                  <a:pt x="1735813" y="79200"/>
                </a:lnTo>
                <a:lnTo>
                  <a:pt x="1735565" y="80589"/>
                </a:lnTo>
                <a:lnTo>
                  <a:pt x="1735354" y="81989"/>
                </a:lnTo>
                <a:lnTo>
                  <a:pt x="1735182" y="83399"/>
                </a:lnTo>
                <a:lnTo>
                  <a:pt x="1735048" y="84819"/>
                </a:lnTo>
                <a:lnTo>
                  <a:pt x="1734952" y="86249"/>
                </a:lnTo>
                <a:lnTo>
                  <a:pt x="1734895" y="87690"/>
                </a:lnTo>
                <a:lnTo>
                  <a:pt x="1734876" y="89141"/>
                </a:lnTo>
                <a:lnTo>
                  <a:pt x="1734893" y="90586"/>
                </a:lnTo>
                <a:lnTo>
                  <a:pt x="1734945" y="92009"/>
                </a:lnTo>
                <a:lnTo>
                  <a:pt x="1735031" y="93410"/>
                </a:lnTo>
                <a:lnTo>
                  <a:pt x="1735152" y="94790"/>
                </a:lnTo>
                <a:lnTo>
                  <a:pt x="1735308" y="96147"/>
                </a:lnTo>
                <a:lnTo>
                  <a:pt x="1735498" y="97482"/>
                </a:lnTo>
                <a:lnTo>
                  <a:pt x="1735723" y="98795"/>
                </a:lnTo>
                <a:lnTo>
                  <a:pt x="1735982" y="100087"/>
                </a:lnTo>
                <a:lnTo>
                  <a:pt x="1736276" y="101356"/>
                </a:lnTo>
                <a:lnTo>
                  <a:pt x="1736604" y="102603"/>
                </a:lnTo>
                <a:lnTo>
                  <a:pt x="1736967" y="103828"/>
                </a:lnTo>
                <a:lnTo>
                  <a:pt x="1737365" y="105031"/>
                </a:lnTo>
                <a:lnTo>
                  <a:pt x="1737797" y="106212"/>
                </a:lnTo>
                <a:lnTo>
                  <a:pt x="1738263" y="107371"/>
                </a:lnTo>
                <a:lnTo>
                  <a:pt x="1738764" y="108508"/>
                </a:lnTo>
                <a:lnTo>
                  <a:pt x="1739300" y="109623"/>
                </a:lnTo>
                <a:lnTo>
                  <a:pt x="1739871" y="110716"/>
                </a:lnTo>
                <a:lnTo>
                  <a:pt x="1740475" y="111787"/>
                </a:lnTo>
                <a:lnTo>
                  <a:pt x="1741115" y="112836"/>
                </a:lnTo>
                <a:lnTo>
                  <a:pt x="1741789" y="113862"/>
                </a:lnTo>
                <a:lnTo>
                  <a:pt x="1742498" y="114867"/>
                </a:lnTo>
                <a:lnTo>
                  <a:pt x="1743241" y="115850"/>
                </a:lnTo>
                <a:lnTo>
                  <a:pt x="1744018" y="116811"/>
                </a:lnTo>
                <a:lnTo>
                  <a:pt x="1744831" y="117749"/>
                </a:lnTo>
                <a:lnTo>
                  <a:pt x="1745666" y="118658"/>
                </a:lnTo>
                <a:lnTo>
                  <a:pt x="1746513" y="119527"/>
                </a:lnTo>
                <a:lnTo>
                  <a:pt x="1747372" y="120358"/>
                </a:lnTo>
                <a:lnTo>
                  <a:pt x="1748243" y="121150"/>
                </a:lnTo>
                <a:lnTo>
                  <a:pt x="1749125" y="121904"/>
                </a:lnTo>
                <a:lnTo>
                  <a:pt x="1750019" y="122619"/>
                </a:lnTo>
                <a:lnTo>
                  <a:pt x="1750925" y="123295"/>
                </a:lnTo>
                <a:lnTo>
                  <a:pt x="1751842" y="123933"/>
                </a:lnTo>
                <a:lnTo>
                  <a:pt x="1752772" y="124532"/>
                </a:lnTo>
                <a:lnTo>
                  <a:pt x="1753713" y="125092"/>
                </a:lnTo>
                <a:lnTo>
                  <a:pt x="1754665" y="125614"/>
                </a:lnTo>
                <a:lnTo>
                  <a:pt x="1755630" y="126097"/>
                </a:lnTo>
                <a:lnTo>
                  <a:pt x="1756606" y="126541"/>
                </a:lnTo>
                <a:lnTo>
                  <a:pt x="1757594" y="126947"/>
                </a:lnTo>
                <a:lnTo>
                  <a:pt x="1758594" y="127314"/>
                </a:lnTo>
                <a:lnTo>
                  <a:pt x="1759605" y="127643"/>
                </a:lnTo>
                <a:lnTo>
                  <a:pt x="1760628" y="127932"/>
                </a:lnTo>
                <a:lnTo>
                  <a:pt x="1761663" y="128184"/>
                </a:lnTo>
                <a:lnTo>
                  <a:pt x="1762709" y="128396"/>
                </a:lnTo>
                <a:lnTo>
                  <a:pt x="1763768" y="128570"/>
                </a:lnTo>
                <a:lnTo>
                  <a:pt x="1764837" y="128705"/>
                </a:lnTo>
                <a:lnTo>
                  <a:pt x="1765919" y="128802"/>
                </a:lnTo>
                <a:lnTo>
                  <a:pt x="1767013" y="128860"/>
                </a:lnTo>
                <a:lnTo>
                  <a:pt x="1768118" y="128879"/>
                </a:lnTo>
                <a:lnTo>
                  <a:pt x="1768664" y="128874"/>
                </a:lnTo>
                <a:lnTo>
                  <a:pt x="1769208" y="128860"/>
                </a:lnTo>
                <a:lnTo>
                  <a:pt x="1769748" y="128837"/>
                </a:lnTo>
                <a:lnTo>
                  <a:pt x="1770286" y="128804"/>
                </a:lnTo>
                <a:lnTo>
                  <a:pt x="1770820" y="128762"/>
                </a:lnTo>
                <a:lnTo>
                  <a:pt x="1771351" y="128710"/>
                </a:lnTo>
                <a:lnTo>
                  <a:pt x="1771879" y="128649"/>
                </a:lnTo>
                <a:lnTo>
                  <a:pt x="1772404" y="128578"/>
                </a:lnTo>
                <a:lnTo>
                  <a:pt x="1772926" y="128498"/>
                </a:lnTo>
                <a:lnTo>
                  <a:pt x="1773445" y="128409"/>
                </a:lnTo>
                <a:lnTo>
                  <a:pt x="1773960" y="128310"/>
                </a:lnTo>
                <a:lnTo>
                  <a:pt x="1774473" y="128201"/>
                </a:lnTo>
                <a:lnTo>
                  <a:pt x="1774982" y="128084"/>
                </a:lnTo>
                <a:lnTo>
                  <a:pt x="1775489" y="127957"/>
                </a:lnTo>
                <a:lnTo>
                  <a:pt x="1775992" y="127820"/>
                </a:lnTo>
                <a:lnTo>
                  <a:pt x="1776492" y="127674"/>
                </a:lnTo>
                <a:lnTo>
                  <a:pt x="1776990" y="127519"/>
                </a:lnTo>
                <a:lnTo>
                  <a:pt x="1777484" y="127354"/>
                </a:lnTo>
                <a:lnTo>
                  <a:pt x="1777975" y="127180"/>
                </a:lnTo>
                <a:lnTo>
                  <a:pt x="1778463" y="126997"/>
                </a:lnTo>
                <a:lnTo>
                  <a:pt x="1778948" y="126804"/>
                </a:lnTo>
                <a:lnTo>
                  <a:pt x="1779429" y="126601"/>
                </a:lnTo>
                <a:lnTo>
                  <a:pt x="1779908" y="126389"/>
                </a:lnTo>
                <a:lnTo>
                  <a:pt x="1780384" y="126168"/>
                </a:lnTo>
                <a:lnTo>
                  <a:pt x="1780858" y="125936"/>
                </a:lnTo>
                <a:lnTo>
                  <a:pt x="1781333" y="125692"/>
                </a:lnTo>
                <a:lnTo>
                  <a:pt x="1781810" y="125436"/>
                </a:lnTo>
                <a:lnTo>
                  <a:pt x="1782287" y="125167"/>
                </a:lnTo>
                <a:lnTo>
                  <a:pt x="1782765" y="124886"/>
                </a:lnTo>
                <a:lnTo>
                  <a:pt x="1783244" y="124593"/>
                </a:lnTo>
                <a:lnTo>
                  <a:pt x="1783724" y="124288"/>
                </a:lnTo>
                <a:lnTo>
                  <a:pt x="1784205" y="123971"/>
                </a:lnTo>
                <a:lnTo>
                  <a:pt x="1784687" y="123641"/>
                </a:lnTo>
                <a:lnTo>
                  <a:pt x="1785170" y="123300"/>
                </a:lnTo>
                <a:lnTo>
                  <a:pt x="1785654" y="122946"/>
                </a:lnTo>
                <a:lnTo>
                  <a:pt x="1786139" y="122580"/>
                </a:lnTo>
                <a:lnTo>
                  <a:pt x="1786624" y="122201"/>
                </a:lnTo>
                <a:lnTo>
                  <a:pt x="1787111" y="121811"/>
                </a:lnTo>
                <a:lnTo>
                  <a:pt x="1787598" y="121408"/>
                </a:lnTo>
                <a:lnTo>
                  <a:pt x="1788087" y="120993"/>
                </a:lnTo>
                <a:lnTo>
                  <a:pt x="1788576" y="120566"/>
                </a:lnTo>
                <a:lnTo>
                  <a:pt x="1789066" y="120127"/>
                </a:lnTo>
                <a:lnTo>
                  <a:pt x="1789557" y="119676"/>
                </a:lnTo>
                <a:lnTo>
                  <a:pt x="1790049" y="119212"/>
                </a:lnTo>
                <a:lnTo>
                  <a:pt x="1790542" y="118736"/>
                </a:lnTo>
                <a:lnTo>
                  <a:pt x="1791036" y="118248"/>
                </a:lnTo>
                <a:lnTo>
                  <a:pt x="1791531" y="117748"/>
                </a:lnTo>
                <a:lnTo>
                  <a:pt x="1792027" y="117236"/>
                </a:lnTo>
                <a:lnTo>
                  <a:pt x="1792027" y="128879"/>
                </a:lnTo>
                <a:lnTo>
                  <a:pt x="1796116" y="128879"/>
                </a:lnTo>
                <a:lnTo>
                  <a:pt x="1820292" y="118835"/>
                </a:lnTo>
                <a:lnTo>
                  <a:pt x="1819314" y="115725"/>
                </a:lnTo>
                <a:lnTo>
                  <a:pt x="1818983" y="115848"/>
                </a:lnTo>
                <a:close/>
                <a:moveTo>
                  <a:pt x="1788856" y="114045"/>
                </a:moveTo>
                <a:lnTo>
                  <a:pt x="1788216" y="114563"/>
                </a:lnTo>
                <a:lnTo>
                  <a:pt x="1787575" y="115054"/>
                </a:lnTo>
                <a:lnTo>
                  <a:pt x="1786931" y="115516"/>
                </a:lnTo>
                <a:lnTo>
                  <a:pt x="1786286" y="115950"/>
                </a:lnTo>
                <a:lnTo>
                  <a:pt x="1785639" y="116356"/>
                </a:lnTo>
                <a:lnTo>
                  <a:pt x="1784990" y="116735"/>
                </a:lnTo>
                <a:lnTo>
                  <a:pt x="1784339" y="117085"/>
                </a:lnTo>
                <a:lnTo>
                  <a:pt x="1783686" y="117407"/>
                </a:lnTo>
                <a:lnTo>
                  <a:pt x="1783031" y="117701"/>
                </a:lnTo>
                <a:lnTo>
                  <a:pt x="1782375" y="117967"/>
                </a:lnTo>
                <a:lnTo>
                  <a:pt x="1781717" y="118206"/>
                </a:lnTo>
                <a:lnTo>
                  <a:pt x="1781057" y="118416"/>
                </a:lnTo>
                <a:lnTo>
                  <a:pt x="1780395" y="118598"/>
                </a:lnTo>
                <a:lnTo>
                  <a:pt x="1779731" y="118752"/>
                </a:lnTo>
                <a:lnTo>
                  <a:pt x="1779065" y="118878"/>
                </a:lnTo>
                <a:lnTo>
                  <a:pt x="1778398" y="118976"/>
                </a:lnTo>
                <a:lnTo>
                  <a:pt x="1777728" y="119046"/>
                </a:lnTo>
                <a:lnTo>
                  <a:pt x="1777057" y="119088"/>
                </a:lnTo>
                <a:lnTo>
                  <a:pt x="1776384" y="119102"/>
                </a:lnTo>
                <a:lnTo>
                  <a:pt x="1775587" y="119086"/>
                </a:lnTo>
                <a:lnTo>
                  <a:pt x="1774796" y="119036"/>
                </a:lnTo>
                <a:lnTo>
                  <a:pt x="1774012" y="118953"/>
                </a:lnTo>
                <a:lnTo>
                  <a:pt x="1773233" y="118837"/>
                </a:lnTo>
                <a:lnTo>
                  <a:pt x="1772461" y="118689"/>
                </a:lnTo>
                <a:lnTo>
                  <a:pt x="1771695" y="118507"/>
                </a:lnTo>
                <a:lnTo>
                  <a:pt x="1770935" y="118291"/>
                </a:lnTo>
                <a:lnTo>
                  <a:pt x="1770182" y="118043"/>
                </a:lnTo>
                <a:lnTo>
                  <a:pt x="1769434" y="117762"/>
                </a:lnTo>
                <a:lnTo>
                  <a:pt x="1768693" y="117448"/>
                </a:lnTo>
                <a:lnTo>
                  <a:pt x="1767958" y="117100"/>
                </a:lnTo>
                <a:lnTo>
                  <a:pt x="1767229" y="116720"/>
                </a:lnTo>
                <a:lnTo>
                  <a:pt x="1766506" y="116306"/>
                </a:lnTo>
                <a:lnTo>
                  <a:pt x="1765790" y="115859"/>
                </a:lnTo>
                <a:lnTo>
                  <a:pt x="1765079" y="115380"/>
                </a:lnTo>
                <a:lnTo>
                  <a:pt x="1764375" y="114867"/>
                </a:lnTo>
                <a:lnTo>
                  <a:pt x="1763677" y="114321"/>
                </a:lnTo>
                <a:lnTo>
                  <a:pt x="1762985" y="113742"/>
                </a:lnTo>
                <a:lnTo>
                  <a:pt x="1762299" y="113129"/>
                </a:lnTo>
                <a:lnTo>
                  <a:pt x="1761620" y="112484"/>
                </a:lnTo>
                <a:lnTo>
                  <a:pt x="1760946" y="111806"/>
                </a:lnTo>
                <a:lnTo>
                  <a:pt x="1760279" y="111094"/>
                </a:lnTo>
                <a:lnTo>
                  <a:pt x="1759618" y="110350"/>
                </a:lnTo>
                <a:lnTo>
                  <a:pt x="1758963" y="109572"/>
                </a:lnTo>
                <a:lnTo>
                  <a:pt x="1758325" y="108763"/>
                </a:lnTo>
                <a:lnTo>
                  <a:pt x="1757714" y="107925"/>
                </a:lnTo>
                <a:lnTo>
                  <a:pt x="1757130" y="107058"/>
                </a:lnTo>
                <a:lnTo>
                  <a:pt x="1756573" y="106162"/>
                </a:lnTo>
                <a:lnTo>
                  <a:pt x="1756043" y="105237"/>
                </a:lnTo>
                <a:lnTo>
                  <a:pt x="1755541" y="104282"/>
                </a:lnTo>
                <a:lnTo>
                  <a:pt x="1755066" y="103299"/>
                </a:lnTo>
                <a:lnTo>
                  <a:pt x="1754618" y="102286"/>
                </a:lnTo>
                <a:lnTo>
                  <a:pt x="1754197" y="101245"/>
                </a:lnTo>
                <a:lnTo>
                  <a:pt x="1753803" y="100174"/>
                </a:lnTo>
                <a:lnTo>
                  <a:pt x="1753436" y="99074"/>
                </a:lnTo>
                <a:lnTo>
                  <a:pt x="1753097" y="97945"/>
                </a:lnTo>
                <a:lnTo>
                  <a:pt x="1752784" y="96787"/>
                </a:lnTo>
                <a:lnTo>
                  <a:pt x="1752499" y="95600"/>
                </a:lnTo>
                <a:lnTo>
                  <a:pt x="1752241" y="94384"/>
                </a:lnTo>
                <a:lnTo>
                  <a:pt x="1752010" y="93139"/>
                </a:lnTo>
                <a:lnTo>
                  <a:pt x="1751807" y="91865"/>
                </a:lnTo>
                <a:lnTo>
                  <a:pt x="1751630" y="90561"/>
                </a:lnTo>
                <a:lnTo>
                  <a:pt x="1751481" y="89229"/>
                </a:lnTo>
                <a:lnTo>
                  <a:pt x="1751359" y="87867"/>
                </a:lnTo>
                <a:lnTo>
                  <a:pt x="1751264" y="86476"/>
                </a:lnTo>
                <a:lnTo>
                  <a:pt x="1751196" y="85057"/>
                </a:lnTo>
                <a:lnTo>
                  <a:pt x="1751155" y="83608"/>
                </a:lnTo>
                <a:lnTo>
                  <a:pt x="1751141" y="82130"/>
                </a:lnTo>
                <a:lnTo>
                  <a:pt x="1751155" y="80667"/>
                </a:lnTo>
                <a:lnTo>
                  <a:pt x="1751197" y="79234"/>
                </a:lnTo>
                <a:lnTo>
                  <a:pt x="1751268" y="77830"/>
                </a:lnTo>
                <a:lnTo>
                  <a:pt x="1751366" y="76456"/>
                </a:lnTo>
                <a:lnTo>
                  <a:pt x="1751492" y="75111"/>
                </a:lnTo>
                <a:lnTo>
                  <a:pt x="1751647" y="73796"/>
                </a:lnTo>
                <a:lnTo>
                  <a:pt x="1751829" y="72510"/>
                </a:lnTo>
                <a:lnTo>
                  <a:pt x="1752040" y="71255"/>
                </a:lnTo>
                <a:lnTo>
                  <a:pt x="1752279" y="70028"/>
                </a:lnTo>
                <a:lnTo>
                  <a:pt x="1752546" y="68831"/>
                </a:lnTo>
                <a:lnTo>
                  <a:pt x="1752840" y="67664"/>
                </a:lnTo>
                <a:lnTo>
                  <a:pt x="1753163" y="66526"/>
                </a:lnTo>
                <a:lnTo>
                  <a:pt x="1753514" y="65418"/>
                </a:lnTo>
                <a:lnTo>
                  <a:pt x="1753894" y="64339"/>
                </a:lnTo>
                <a:lnTo>
                  <a:pt x="1754301" y="63290"/>
                </a:lnTo>
                <a:lnTo>
                  <a:pt x="1754736" y="62271"/>
                </a:lnTo>
                <a:lnTo>
                  <a:pt x="1755199" y="61281"/>
                </a:lnTo>
                <a:lnTo>
                  <a:pt x="1755691" y="60321"/>
                </a:lnTo>
                <a:lnTo>
                  <a:pt x="1756211" y="59390"/>
                </a:lnTo>
                <a:lnTo>
                  <a:pt x="1756758" y="58489"/>
                </a:lnTo>
                <a:lnTo>
                  <a:pt x="1757334" y="57617"/>
                </a:lnTo>
                <a:lnTo>
                  <a:pt x="1757938" y="56775"/>
                </a:lnTo>
                <a:lnTo>
                  <a:pt x="1758570" y="55962"/>
                </a:lnTo>
                <a:lnTo>
                  <a:pt x="1759230" y="55179"/>
                </a:lnTo>
                <a:lnTo>
                  <a:pt x="1759744" y="54608"/>
                </a:lnTo>
                <a:lnTo>
                  <a:pt x="1760263" y="54060"/>
                </a:lnTo>
                <a:lnTo>
                  <a:pt x="1760789" y="53537"/>
                </a:lnTo>
                <a:lnTo>
                  <a:pt x="1761321" y="53039"/>
                </a:lnTo>
                <a:lnTo>
                  <a:pt x="1761858" y="52564"/>
                </a:lnTo>
                <a:lnTo>
                  <a:pt x="1762402" y="52114"/>
                </a:lnTo>
                <a:lnTo>
                  <a:pt x="1762951" y="51689"/>
                </a:lnTo>
                <a:lnTo>
                  <a:pt x="1763506" y="51287"/>
                </a:lnTo>
                <a:lnTo>
                  <a:pt x="1764067" y="50910"/>
                </a:lnTo>
                <a:lnTo>
                  <a:pt x="1764633" y="50558"/>
                </a:lnTo>
                <a:lnTo>
                  <a:pt x="1765206" y="50229"/>
                </a:lnTo>
                <a:lnTo>
                  <a:pt x="1765785" y="49925"/>
                </a:lnTo>
                <a:lnTo>
                  <a:pt x="1766369" y="49646"/>
                </a:lnTo>
                <a:lnTo>
                  <a:pt x="1766959" y="49390"/>
                </a:lnTo>
                <a:lnTo>
                  <a:pt x="1767555" y="49159"/>
                </a:lnTo>
                <a:lnTo>
                  <a:pt x="1768157" y="48952"/>
                </a:lnTo>
                <a:lnTo>
                  <a:pt x="1768765" y="48770"/>
                </a:lnTo>
                <a:lnTo>
                  <a:pt x="1769379" y="48612"/>
                </a:lnTo>
                <a:lnTo>
                  <a:pt x="1769998" y="48478"/>
                </a:lnTo>
                <a:lnTo>
                  <a:pt x="1770624" y="48369"/>
                </a:lnTo>
                <a:lnTo>
                  <a:pt x="1771255" y="48284"/>
                </a:lnTo>
                <a:lnTo>
                  <a:pt x="1771892" y="48223"/>
                </a:lnTo>
                <a:lnTo>
                  <a:pt x="1772535" y="48186"/>
                </a:lnTo>
                <a:lnTo>
                  <a:pt x="1773184" y="48174"/>
                </a:lnTo>
                <a:lnTo>
                  <a:pt x="1773533" y="48179"/>
                </a:lnTo>
                <a:lnTo>
                  <a:pt x="1773882" y="48192"/>
                </a:lnTo>
                <a:lnTo>
                  <a:pt x="1774232" y="48214"/>
                </a:lnTo>
                <a:lnTo>
                  <a:pt x="1774583" y="48244"/>
                </a:lnTo>
                <a:lnTo>
                  <a:pt x="1774934" y="48284"/>
                </a:lnTo>
                <a:lnTo>
                  <a:pt x="1775287" y="48332"/>
                </a:lnTo>
                <a:lnTo>
                  <a:pt x="1775640" y="48389"/>
                </a:lnTo>
                <a:lnTo>
                  <a:pt x="1775994" y="48455"/>
                </a:lnTo>
                <a:lnTo>
                  <a:pt x="1776348" y="48530"/>
                </a:lnTo>
                <a:lnTo>
                  <a:pt x="1776704" y="48613"/>
                </a:lnTo>
                <a:lnTo>
                  <a:pt x="1777060" y="48705"/>
                </a:lnTo>
                <a:lnTo>
                  <a:pt x="1777417" y="48806"/>
                </a:lnTo>
                <a:lnTo>
                  <a:pt x="1777775" y="48916"/>
                </a:lnTo>
                <a:lnTo>
                  <a:pt x="1778133" y="49034"/>
                </a:lnTo>
                <a:lnTo>
                  <a:pt x="1778493" y="49161"/>
                </a:lnTo>
                <a:lnTo>
                  <a:pt x="1778853" y="49298"/>
                </a:lnTo>
                <a:lnTo>
                  <a:pt x="1779214" y="49442"/>
                </a:lnTo>
                <a:lnTo>
                  <a:pt x="1779575" y="49596"/>
                </a:lnTo>
                <a:lnTo>
                  <a:pt x="1779938" y="49758"/>
                </a:lnTo>
                <a:lnTo>
                  <a:pt x="1780301" y="49929"/>
                </a:lnTo>
                <a:lnTo>
                  <a:pt x="1780665" y="50109"/>
                </a:lnTo>
                <a:lnTo>
                  <a:pt x="1781029" y="50298"/>
                </a:lnTo>
                <a:lnTo>
                  <a:pt x="1781395" y="50495"/>
                </a:lnTo>
                <a:lnTo>
                  <a:pt x="1781761" y="50702"/>
                </a:lnTo>
                <a:lnTo>
                  <a:pt x="1782125" y="50916"/>
                </a:lnTo>
                <a:lnTo>
                  <a:pt x="1782482" y="51139"/>
                </a:lnTo>
                <a:lnTo>
                  <a:pt x="1782834" y="51371"/>
                </a:lnTo>
                <a:lnTo>
                  <a:pt x="1783180" y="51611"/>
                </a:lnTo>
                <a:lnTo>
                  <a:pt x="1783519" y="51860"/>
                </a:lnTo>
                <a:lnTo>
                  <a:pt x="1783853" y="52117"/>
                </a:lnTo>
                <a:lnTo>
                  <a:pt x="1784180" y="52382"/>
                </a:lnTo>
                <a:lnTo>
                  <a:pt x="1784502" y="52656"/>
                </a:lnTo>
                <a:lnTo>
                  <a:pt x="1784817" y="52939"/>
                </a:lnTo>
                <a:lnTo>
                  <a:pt x="1785127" y="53230"/>
                </a:lnTo>
                <a:lnTo>
                  <a:pt x="1785430" y="53529"/>
                </a:lnTo>
                <a:lnTo>
                  <a:pt x="1785728" y="53837"/>
                </a:lnTo>
                <a:lnTo>
                  <a:pt x="1786019" y="54153"/>
                </a:lnTo>
                <a:lnTo>
                  <a:pt x="1786304" y="54478"/>
                </a:lnTo>
                <a:lnTo>
                  <a:pt x="1786584" y="54811"/>
                </a:lnTo>
                <a:lnTo>
                  <a:pt x="1786857" y="55153"/>
                </a:lnTo>
                <a:lnTo>
                  <a:pt x="1787124" y="55504"/>
                </a:lnTo>
                <a:lnTo>
                  <a:pt x="1787386" y="55862"/>
                </a:lnTo>
                <a:lnTo>
                  <a:pt x="1787641" y="56230"/>
                </a:lnTo>
                <a:lnTo>
                  <a:pt x="1787890" y="56605"/>
                </a:lnTo>
                <a:lnTo>
                  <a:pt x="1788134" y="56989"/>
                </a:lnTo>
                <a:lnTo>
                  <a:pt x="1788371" y="57382"/>
                </a:lnTo>
                <a:lnTo>
                  <a:pt x="1788602" y="57783"/>
                </a:lnTo>
                <a:lnTo>
                  <a:pt x="1788827" y="58193"/>
                </a:lnTo>
                <a:lnTo>
                  <a:pt x="1789046" y="58608"/>
                </a:lnTo>
                <a:lnTo>
                  <a:pt x="1789257" y="59027"/>
                </a:lnTo>
                <a:lnTo>
                  <a:pt x="1789461" y="59450"/>
                </a:lnTo>
                <a:lnTo>
                  <a:pt x="1789657" y="59877"/>
                </a:lnTo>
                <a:lnTo>
                  <a:pt x="1789846" y="60307"/>
                </a:lnTo>
                <a:lnTo>
                  <a:pt x="1790027" y="60741"/>
                </a:lnTo>
                <a:lnTo>
                  <a:pt x="1790201" y="61179"/>
                </a:lnTo>
                <a:lnTo>
                  <a:pt x="1790368" y="61620"/>
                </a:lnTo>
                <a:lnTo>
                  <a:pt x="1790527" y="62065"/>
                </a:lnTo>
                <a:lnTo>
                  <a:pt x="1790679" y="62514"/>
                </a:lnTo>
                <a:lnTo>
                  <a:pt x="1790823" y="62967"/>
                </a:lnTo>
                <a:lnTo>
                  <a:pt x="1790961" y="63423"/>
                </a:lnTo>
                <a:lnTo>
                  <a:pt x="1791090" y="63883"/>
                </a:lnTo>
                <a:lnTo>
                  <a:pt x="1791212" y="64347"/>
                </a:lnTo>
                <a:lnTo>
                  <a:pt x="1791327" y="64814"/>
                </a:lnTo>
                <a:lnTo>
                  <a:pt x="1791435" y="65285"/>
                </a:lnTo>
                <a:lnTo>
                  <a:pt x="1791535" y="65760"/>
                </a:lnTo>
                <a:lnTo>
                  <a:pt x="1791627" y="66238"/>
                </a:lnTo>
                <a:lnTo>
                  <a:pt x="1791712" y="66720"/>
                </a:lnTo>
                <a:lnTo>
                  <a:pt x="1791790" y="67206"/>
                </a:lnTo>
                <a:lnTo>
                  <a:pt x="1791860" y="67696"/>
                </a:lnTo>
                <a:lnTo>
                  <a:pt x="1791923" y="68189"/>
                </a:lnTo>
                <a:lnTo>
                  <a:pt x="1791979" y="68686"/>
                </a:lnTo>
                <a:lnTo>
                  <a:pt x="1792027" y="69186"/>
                </a:lnTo>
                <a:lnTo>
                  <a:pt x="1792027" y="111033"/>
                </a:lnTo>
                <a:lnTo>
                  <a:pt x="1791397" y="111692"/>
                </a:lnTo>
                <a:lnTo>
                  <a:pt x="1790764" y="112322"/>
                </a:lnTo>
                <a:lnTo>
                  <a:pt x="1790130" y="112924"/>
                </a:lnTo>
                <a:lnTo>
                  <a:pt x="1789494" y="113499"/>
                </a:lnTo>
                <a:lnTo>
                  <a:pt x="1788856" y="114045"/>
                </a:lnTo>
                <a:close/>
                <a:moveTo>
                  <a:pt x="1432712" y="12480"/>
                </a:moveTo>
                <a:lnTo>
                  <a:pt x="1433375" y="12501"/>
                </a:lnTo>
                <a:lnTo>
                  <a:pt x="1434020" y="12526"/>
                </a:lnTo>
                <a:lnTo>
                  <a:pt x="1434646" y="12556"/>
                </a:lnTo>
                <a:lnTo>
                  <a:pt x="1435253" y="12591"/>
                </a:lnTo>
                <a:lnTo>
                  <a:pt x="1435841" y="12630"/>
                </a:lnTo>
                <a:lnTo>
                  <a:pt x="1436410" y="12674"/>
                </a:lnTo>
                <a:lnTo>
                  <a:pt x="1436960" y="12722"/>
                </a:lnTo>
                <a:lnTo>
                  <a:pt x="1437492" y="12775"/>
                </a:lnTo>
                <a:lnTo>
                  <a:pt x="1438005" y="12833"/>
                </a:lnTo>
                <a:lnTo>
                  <a:pt x="1438499" y="12895"/>
                </a:lnTo>
                <a:lnTo>
                  <a:pt x="1438974" y="12962"/>
                </a:lnTo>
                <a:lnTo>
                  <a:pt x="1439430" y="13034"/>
                </a:lnTo>
                <a:lnTo>
                  <a:pt x="1439867" y="13110"/>
                </a:lnTo>
                <a:lnTo>
                  <a:pt x="1440286" y="13190"/>
                </a:lnTo>
                <a:lnTo>
                  <a:pt x="1440686" y="13276"/>
                </a:lnTo>
                <a:lnTo>
                  <a:pt x="1441067" y="13366"/>
                </a:lnTo>
                <a:lnTo>
                  <a:pt x="1441429" y="13460"/>
                </a:lnTo>
                <a:lnTo>
                  <a:pt x="1441772" y="13559"/>
                </a:lnTo>
                <a:lnTo>
                  <a:pt x="1442097" y="13663"/>
                </a:lnTo>
                <a:lnTo>
                  <a:pt x="1442403" y="13771"/>
                </a:lnTo>
                <a:lnTo>
                  <a:pt x="1442769" y="13929"/>
                </a:lnTo>
                <a:lnTo>
                  <a:pt x="1443128" y="14093"/>
                </a:lnTo>
                <a:lnTo>
                  <a:pt x="1443480" y="14262"/>
                </a:lnTo>
                <a:lnTo>
                  <a:pt x="1443823" y="14437"/>
                </a:lnTo>
                <a:lnTo>
                  <a:pt x="1444160" y="14618"/>
                </a:lnTo>
                <a:lnTo>
                  <a:pt x="1444489" y="14805"/>
                </a:lnTo>
                <a:lnTo>
                  <a:pt x="1444810" y="14998"/>
                </a:lnTo>
                <a:lnTo>
                  <a:pt x="1445123" y="15197"/>
                </a:lnTo>
                <a:lnTo>
                  <a:pt x="1445429" y="15401"/>
                </a:lnTo>
                <a:lnTo>
                  <a:pt x="1445728" y="15611"/>
                </a:lnTo>
                <a:lnTo>
                  <a:pt x="1446019" y="15828"/>
                </a:lnTo>
                <a:lnTo>
                  <a:pt x="1446302" y="16049"/>
                </a:lnTo>
                <a:lnTo>
                  <a:pt x="1446578" y="16277"/>
                </a:lnTo>
                <a:lnTo>
                  <a:pt x="1446846" y="16511"/>
                </a:lnTo>
                <a:lnTo>
                  <a:pt x="1447107" y="16750"/>
                </a:lnTo>
                <a:lnTo>
                  <a:pt x="1447360" y="16996"/>
                </a:lnTo>
                <a:lnTo>
                  <a:pt x="1447606" y="17247"/>
                </a:lnTo>
                <a:lnTo>
                  <a:pt x="1447844" y="17504"/>
                </a:lnTo>
                <a:lnTo>
                  <a:pt x="1448074" y="17767"/>
                </a:lnTo>
                <a:lnTo>
                  <a:pt x="1448297" y="18035"/>
                </a:lnTo>
                <a:lnTo>
                  <a:pt x="1448513" y="18310"/>
                </a:lnTo>
                <a:lnTo>
                  <a:pt x="1448720" y="18590"/>
                </a:lnTo>
                <a:lnTo>
                  <a:pt x="1448921" y="18876"/>
                </a:lnTo>
                <a:lnTo>
                  <a:pt x="1449113" y="19168"/>
                </a:lnTo>
                <a:lnTo>
                  <a:pt x="1449301" y="19473"/>
                </a:lnTo>
                <a:lnTo>
                  <a:pt x="1449488" y="19799"/>
                </a:lnTo>
                <a:lnTo>
                  <a:pt x="1449674" y="20145"/>
                </a:lnTo>
                <a:lnTo>
                  <a:pt x="1449858" y="20512"/>
                </a:lnTo>
                <a:lnTo>
                  <a:pt x="1450040" y="20900"/>
                </a:lnTo>
                <a:lnTo>
                  <a:pt x="1450221" y="21308"/>
                </a:lnTo>
                <a:lnTo>
                  <a:pt x="1450401" y="21737"/>
                </a:lnTo>
                <a:lnTo>
                  <a:pt x="1450580" y="22186"/>
                </a:lnTo>
                <a:lnTo>
                  <a:pt x="1450757" y="22656"/>
                </a:lnTo>
                <a:lnTo>
                  <a:pt x="1450932" y="23146"/>
                </a:lnTo>
                <a:lnTo>
                  <a:pt x="1451107" y="23657"/>
                </a:lnTo>
                <a:lnTo>
                  <a:pt x="1451280" y="24189"/>
                </a:lnTo>
                <a:lnTo>
                  <a:pt x="1451451" y="24741"/>
                </a:lnTo>
                <a:lnTo>
                  <a:pt x="1451621" y="25314"/>
                </a:lnTo>
                <a:lnTo>
                  <a:pt x="1451790" y="25908"/>
                </a:lnTo>
                <a:lnTo>
                  <a:pt x="1451957" y="26522"/>
                </a:lnTo>
                <a:lnTo>
                  <a:pt x="1452123" y="27156"/>
                </a:lnTo>
                <a:lnTo>
                  <a:pt x="1452288" y="27812"/>
                </a:lnTo>
                <a:lnTo>
                  <a:pt x="1452451" y="28487"/>
                </a:lnTo>
                <a:lnTo>
                  <a:pt x="1452613" y="29184"/>
                </a:lnTo>
                <a:lnTo>
                  <a:pt x="1452773" y="29901"/>
                </a:lnTo>
                <a:lnTo>
                  <a:pt x="1452932" y="30638"/>
                </a:lnTo>
                <a:lnTo>
                  <a:pt x="1453090" y="31397"/>
                </a:lnTo>
                <a:lnTo>
                  <a:pt x="1453246" y="32175"/>
                </a:lnTo>
                <a:lnTo>
                  <a:pt x="1456713" y="32175"/>
                </a:lnTo>
                <a:lnTo>
                  <a:pt x="1455379" y="5866"/>
                </a:lnTo>
                <a:lnTo>
                  <a:pt x="1362497" y="5866"/>
                </a:lnTo>
                <a:lnTo>
                  <a:pt x="1362497" y="9155"/>
                </a:lnTo>
                <a:lnTo>
                  <a:pt x="1366764" y="9155"/>
                </a:lnTo>
                <a:lnTo>
                  <a:pt x="1367379" y="9161"/>
                </a:lnTo>
                <a:lnTo>
                  <a:pt x="1367979" y="9180"/>
                </a:lnTo>
                <a:lnTo>
                  <a:pt x="1368564" y="9210"/>
                </a:lnTo>
                <a:lnTo>
                  <a:pt x="1369134" y="9254"/>
                </a:lnTo>
                <a:lnTo>
                  <a:pt x="1369690" y="9309"/>
                </a:lnTo>
                <a:lnTo>
                  <a:pt x="1370230" y="9377"/>
                </a:lnTo>
                <a:lnTo>
                  <a:pt x="1370756" y="9457"/>
                </a:lnTo>
                <a:lnTo>
                  <a:pt x="1371267" y="9550"/>
                </a:lnTo>
                <a:lnTo>
                  <a:pt x="1371763" y="9655"/>
                </a:lnTo>
                <a:lnTo>
                  <a:pt x="1372245" y="9772"/>
                </a:lnTo>
                <a:lnTo>
                  <a:pt x="1372712" y="9902"/>
                </a:lnTo>
                <a:lnTo>
                  <a:pt x="1373163" y="10044"/>
                </a:lnTo>
                <a:lnTo>
                  <a:pt x="1373600" y="10198"/>
                </a:lnTo>
                <a:lnTo>
                  <a:pt x="1374023" y="10365"/>
                </a:lnTo>
                <a:lnTo>
                  <a:pt x="1374430" y="10544"/>
                </a:lnTo>
                <a:lnTo>
                  <a:pt x="1374822" y="10735"/>
                </a:lnTo>
                <a:lnTo>
                  <a:pt x="1375200" y="10939"/>
                </a:lnTo>
                <a:lnTo>
                  <a:pt x="1375563" y="11155"/>
                </a:lnTo>
                <a:lnTo>
                  <a:pt x="1375911" y="11383"/>
                </a:lnTo>
                <a:lnTo>
                  <a:pt x="1376245" y="11624"/>
                </a:lnTo>
                <a:lnTo>
                  <a:pt x="1376563" y="11877"/>
                </a:lnTo>
                <a:lnTo>
                  <a:pt x="1376867" y="12142"/>
                </a:lnTo>
                <a:lnTo>
                  <a:pt x="1377156" y="12420"/>
                </a:lnTo>
                <a:lnTo>
                  <a:pt x="1377430" y="12710"/>
                </a:lnTo>
                <a:lnTo>
                  <a:pt x="1377618" y="12948"/>
                </a:lnTo>
                <a:lnTo>
                  <a:pt x="1377799" y="13216"/>
                </a:lnTo>
                <a:lnTo>
                  <a:pt x="1377971" y="13514"/>
                </a:lnTo>
                <a:lnTo>
                  <a:pt x="1378136" y="13843"/>
                </a:lnTo>
                <a:lnTo>
                  <a:pt x="1378292" y="14203"/>
                </a:lnTo>
                <a:lnTo>
                  <a:pt x="1378441" y="14593"/>
                </a:lnTo>
                <a:lnTo>
                  <a:pt x="1378581" y="15014"/>
                </a:lnTo>
                <a:lnTo>
                  <a:pt x="1378714" y="15466"/>
                </a:lnTo>
                <a:lnTo>
                  <a:pt x="1378838" y="15947"/>
                </a:lnTo>
                <a:lnTo>
                  <a:pt x="1378954" y="16460"/>
                </a:lnTo>
                <a:lnTo>
                  <a:pt x="1379063" y="17003"/>
                </a:lnTo>
                <a:lnTo>
                  <a:pt x="1379163" y="17576"/>
                </a:lnTo>
                <a:lnTo>
                  <a:pt x="1379255" y="18181"/>
                </a:lnTo>
                <a:lnTo>
                  <a:pt x="1379339" y="18815"/>
                </a:lnTo>
                <a:lnTo>
                  <a:pt x="1379416" y="19480"/>
                </a:lnTo>
                <a:lnTo>
                  <a:pt x="1379484" y="20176"/>
                </a:lnTo>
                <a:lnTo>
                  <a:pt x="1379544" y="20903"/>
                </a:lnTo>
                <a:lnTo>
                  <a:pt x="1379596" y="21659"/>
                </a:lnTo>
                <a:lnTo>
                  <a:pt x="1379640" y="22447"/>
                </a:lnTo>
                <a:lnTo>
                  <a:pt x="1379676" y="23265"/>
                </a:lnTo>
                <a:lnTo>
                  <a:pt x="1379705" y="24113"/>
                </a:lnTo>
                <a:lnTo>
                  <a:pt x="1379725" y="24993"/>
                </a:lnTo>
                <a:lnTo>
                  <a:pt x="1379737" y="25902"/>
                </a:lnTo>
                <a:lnTo>
                  <a:pt x="1379741" y="26842"/>
                </a:lnTo>
                <a:lnTo>
                  <a:pt x="1379741" y="105148"/>
                </a:lnTo>
                <a:lnTo>
                  <a:pt x="1379739" y="105871"/>
                </a:lnTo>
                <a:lnTo>
                  <a:pt x="1379734" y="106573"/>
                </a:lnTo>
                <a:lnTo>
                  <a:pt x="1379725" y="107254"/>
                </a:lnTo>
                <a:lnTo>
                  <a:pt x="1379712" y="107915"/>
                </a:lnTo>
                <a:lnTo>
                  <a:pt x="1379696" y="108556"/>
                </a:lnTo>
                <a:lnTo>
                  <a:pt x="1379677" y="109175"/>
                </a:lnTo>
                <a:lnTo>
                  <a:pt x="1379654" y="109774"/>
                </a:lnTo>
                <a:lnTo>
                  <a:pt x="1379627" y="110352"/>
                </a:lnTo>
                <a:lnTo>
                  <a:pt x="1379597" y="110910"/>
                </a:lnTo>
                <a:lnTo>
                  <a:pt x="1379563" y="111447"/>
                </a:lnTo>
                <a:lnTo>
                  <a:pt x="1379526" y="111963"/>
                </a:lnTo>
                <a:lnTo>
                  <a:pt x="1379485" y="112458"/>
                </a:lnTo>
                <a:lnTo>
                  <a:pt x="1379441" y="112933"/>
                </a:lnTo>
                <a:lnTo>
                  <a:pt x="1379393" y="113387"/>
                </a:lnTo>
                <a:lnTo>
                  <a:pt x="1379341" y="113821"/>
                </a:lnTo>
                <a:lnTo>
                  <a:pt x="1379286" y="114233"/>
                </a:lnTo>
                <a:lnTo>
                  <a:pt x="1379228" y="114625"/>
                </a:lnTo>
                <a:lnTo>
                  <a:pt x="1379166" y="114997"/>
                </a:lnTo>
                <a:lnTo>
                  <a:pt x="1379100" y="115348"/>
                </a:lnTo>
                <a:lnTo>
                  <a:pt x="1379031" y="115678"/>
                </a:lnTo>
                <a:lnTo>
                  <a:pt x="1378958" y="115987"/>
                </a:lnTo>
                <a:lnTo>
                  <a:pt x="1378882" y="116276"/>
                </a:lnTo>
                <a:lnTo>
                  <a:pt x="1378802" y="116544"/>
                </a:lnTo>
                <a:lnTo>
                  <a:pt x="1378718" y="116791"/>
                </a:lnTo>
                <a:lnTo>
                  <a:pt x="1378630" y="117026"/>
                </a:lnTo>
                <a:lnTo>
                  <a:pt x="1378535" y="117255"/>
                </a:lnTo>
                <a:lnTo>
                  <a:pt x="1378434" y="117480"/>
                </a:lnTo>
                <a:lnTo>
                  <a:pt x="1378327" y="117700"/>
                </a:lnTo>
                <a:lnTo>
                  <a:pt x="1378214" y="117915"/>
                </a:lnTo>
                <a:lnTo>
                  <a:pt x="1378094" y="118124"/>
                </a:lnTo>
                <a:lnTo>
                  <a:pt x="1377967" y="118329"/>
                </a:lnTo>
                <a:lnTo>
                  <a:pt x="1377835" y="118529"/>
                </a:lnTo>
                <a:lnTo>
                  <a:pt x="1377696" y="118724"/>
                </a:lnTo>
                <a:lnTo>
                  <a:pt x="1377550" y="118914"/>
                </a:lnTo>
                <a:lnTo>
                  <a:pt x="1377399" y="119100"/>
                </a:lnTo>
                <a:lnTo>
                  <a:pt x="1377241" y="119280"/>
                </a:lnTo>
                <a:lnTo>
                  <a:pt x="1377077" y="119455"/>
                </a:lnTo>
                <a:lnTo>
                  <a:pt x="1376906" y="119626"/>
                </a:lnTo>
                <a:lnTo>
                  <a:pt x="1376729" y="119791"/>
                </a:lnTo>
                <a:lnTo>
                  <a:pt x="1376546" y="119951"/>
                </a:lnTo>
                <a:lnTo>
                  <a:pt x="1376356" y="120107"/>
                </a:lnTo>
                <a:lnTo>
                  <a:pt x="1376160" y="120258"/>
                </a:lnTo>
                <a:lnTo>
                  <a:pt x="1375958" y="120403"/>
                </a:lnTo>
                <a:lnTo>
                  <a:pt x="1375750" y="120544"/>
                </a:lnTo>
                <a:lnTo>
                  <a:pt x="1375535" y="120680"/>
                </a:lnTo>
                <a:lnTo>
                  <a:pt x="1375314" y="120811"/>
                </a:lnTo>
                <a:lnTo>
                  <a:pt x="1375086" y="120937"/>
                </a:lnTo>
                <a:lnTo>
                  <a:pt x="1374852" y="121058"/>
                </a:lnTo>
                <a:lnTo>
                  <a:pt x="1374533" y="121224"/>
                </a:lnTo>
                <a:lnTo>
                  <a:pt x="1374212" y="121384"/>
                </a:lnTo>
                <a:lnTo>
                  <a:pt x="1373890" y="121537"/>
                </a:lnTo>
                <a:lnTo>
                  <a:pt x="1373566" y="121682"/>
                </a:lnTo>
                <a:lnTo>
                  <a:pt x="1373240" y="121821"/>
                </a:lnTo>
                <a:lnTo>
                  <a:pt x="1372913" y="121952"/>
                </a:lnTo>
                <a:lnTo>
                  <a:pt x="1372585" y="122076"/>
                </a:lnTo>
                <a:lnTo>
                  <a:pt x="1372255" y="122193"/>
                </a:lnTo>
                <a:lnTo>
                  <a:pt x="1371923" y="122303"/>
                </a:lnTo>
                <a:lnTo>
                  <a:pt x="1371590" y="122406"/>
                </a:lnTo>
                <a:lnTo>
                  <a:pt x="1371255" y="122502"/>
                </a:lnTo>
                <a:lnTo>
                  <a:pt x="1370919" y="122591"/>
                </a:lnTo>
                <a:lnTo>
                  <a:pt x="1370581" y="122672"/>
                </a:lnTo>
                <a:lnTo>
                  <a:pt x="1370242" y="122747"/>
                </a:lnTo>
                <a:lnTo>
                  <a:pt x="1369901" y="122814"/>
                </a:lnTo>
                <a:lnTo>
                  <a:pt x="1369559" y="122875"/>
                </a:lnTo>
                <a:lnTo>
                  <a:pt x="1369215" y="122928"/>
                </a:lnTo>
                <a:lnTo>
                  <a:pt x="1368869" y="122974"/>
                </a:lnTo>
                <a:lnTo>
                  <a:pt x="1368522" y="123013"/>
                </a:lnTo>
                <a:lnTo>
                  <a:pt x="1368174" y="123045"/>
                </a:lnTo>
                <a:lnTo>
                  <a:pt x="1367823" y="123070"/>
                </a:lnTo>
                <a:lnTo>
                  <a:pt x="1367472" y="123088"/>
                </a:lnTo>
                <a:lnTo>
                  <a:pt x="1367119" y="123098"/>
                </a:lnTo>
                <a:lnTo>
                  <a:pt x="1366764" y="123102"/>
                </a:lnTo>
                <a:lnTo>
                  <a:pt x="1362497" y="123102"/>
                </a:lnTo>
                <a:lnTo>
                  <a:pt x="1362497" y="126390"/>
                </a:lnTo>
                <a:lnTo>
                  <a:pt x="1455379" y="126390"/>
                </a:lnTo>
                <a:lnTo>
                  <a:pt x="1465779" y="96171"/>
                </a:lnTo>
                <a:lnTo>
                  <a:pt x="1462223" y="96171"/>
                </a:lnTo>
                <a:lnTo>
                  <a:pt x="1461742" y="97087"/>
                </a:lnTo>
                <a:lnTo>
                  <a:pt x="1461262" y="97983"/>
                </a:lnTo>
                <a:lnTo>
                  <a:pt x="1460783" y="98861"/>
                </a:lnTo>
                <a:lnTo>
                  <a:pt x="1460305" y="99718"/>
                </a:lnTo>
                <a:lnTo>
                  <a:pt x="1459828" y="100557"/>
                </a:lnTo>
                <a:lnTo>
                  <a:pt x="1459351" y="101376"/>
                </a:lnTo>
                <a:lnTo>
                  <a:pt x="1458876" y="102175"/>
                </a:lnTo>
                <a:lnTo>
                  <a:pt x="1458401" y="102955"/>
                </a:lnTo>
                <a:lnTo>
                  <a:pt x="1457928" y="103716"/>
                </a:lnTo>
                <a:lnTo>
                  <a:pt x="1457455" y="104457"/>
                </a:lnTo>
                <a:lnTo>
                  <a:pt x="1456983" y="105179"/>
                </a:lnTo>
                <a:lnTo>
                  <a:pt x="1456513" y="105881"/>
                </a:lnTo>
                <a:lnTo>
                  <a:pt x="1456043" y="106564"/>
                </a:lnTo>
                <a:lnTo>
                  <a:pt x="1455574" y="107227"/>
                </a:lnTo>
                <a:lnTo>
                  <a:pt x="1455106" y="107871"/>
                </a:lnTo>
                <a:lnTo>
                  <a:pt x="1454639" y="108496"/>
                </a:lnTo>
                <a:lnTo>
                  <a:pt x="1454173" y="109101"/>
                </a:lnTo>
                <a:lnTo>
                  <a:pt x="1453707" y="109686"/>
                </a:lnTo>
                <a:lnTo>
                  <a:pt x="1453243" y="110252"/>
                </a:lnTo>
                <a:lnTo>
                  <a:pt x="1452780" y="110799"/>
                </a:lnTo>
                <a:lnTo>
                  <a:pt x="1452317" y="111326"/>
                </a:lnTo>
                <a:lnTo>
                  <a:pt x="1451856" y="111834"/>
                </a:lnTo>
                <a:lnTo>
                  <a:pt x="1451395" y="112323"/>
                </a:lnTo>
                <a:lnTo>
                  <a:pt x="1450935" y="112792"/>
                </a:lnTo>
                <a:lnTo>
                  <a:pt x="1450579" y="113135"/>
                </a:lnTo>
                <a:lnTo>
                  <a:pt x="1450222" y="113469"/>
                </a:lnTo>
                <a:lnTo>
                  <a:pt x="1449863" y="113793"/>
                </a:lnTo>
                <a:lnTo>
                  <a:pt x="1449503" y="114107"/>
                </a:lnTo>
                <a:lnTo>
                  <a:pt x="1449142" y="114413"/>
                </a:lnTo>
                <a:lnTo>
                  <a:pt x="1448780" y="114708"/>
                </a:lnTo>
                <a:lnTo>
                  <a:pt x="1448416" y="114994"/>
                </a:lnTo>
                <a:lnTo>
                  <a:pt x="1448052" y="115270"/>
                </a:lnTo>
                <a:lnTo>
                  <a:pt x="1447686" y="115537"/>
                </a:lnTo>
                <a:lnTo>
                  <a:pt x="1447318" y="115794"/>
                </a:lnTo>
                <a:lnTo>
                  <a:pt x="1446950" y="116042"/>
                </a:lnTo>
                <a:lnTo>
                  <a:pt x="1446580" y="116280"/>
                </a:lnTo>
                <a:lnTo>
                  <a:pt x="1446209" y="116509"/>
                </a:lnTo>
                <a:lnTo>
                  <a:pt x="1445837" y="116728"/>
                </a:lnTo>
                <a:lnTo>
                  <a:pt x="1445463" y="116937"/>
                </a:lnTo>
                <a:lnTo>
                  <a:pt x="1445089" y="117137"/>
                </a:lnTo>
                <a:lnTo>
                  <a:pt x="1444713" y="117327"/>
                </a:lnTo>
                <a:lnTo>
                  <a:pt x="1444336" y="117508"/>
                </a:lnTo>
                <a:lnTo>
                  <a:pt x="1443957" y="117679"/>
                </a:lnTo>
                <a:lnTo>
                  <a:pt x="1443578" y="117841"/>
                </a:lnTo>
                <a:lnTo>
                  <a:pt x="1443197" y="117992"/>
                </a:lnTo>
                <a:lnTo>
                  <a:pt x="1442815" y="118135"/>
                </a:lnTo>
                <a:lnTo>
                  <a:pt x="1442432" y="118268"/>
                </a:lnTo>
                <a:lnTo>
                  <a:pt x="1442047" y="118391"/>
                </a:lnTo>
                <a:lnTo>
                  <a:pt x="1441652" y="118507"/>
                </a:lnTo>
                <a:lnTo>
                  <a:pt x="1441238" y="118618"/>
                </a:lnTo>
                <a:lnTo>
                  <a:pt x="1440804" y="118724"/>
                </a:lnTo>
                <a:lnTo>
                  <a:pt x="1440351" y="118826"/>
                </a:lnTo>
                <a:lnTo>
                  <a:pt x="1439878" y="118922"/>
                </a:lnTo>
                <a:lnTo>
                  <a:pt x="1439386" y="119013"/>
                </a:lnTo>
                <a:lnTo>
                  <a:pt x="1438875" y="119100"/>
                </a:lnTo>
                <a:lnTo>
                  <a:pt x="1438344" y="119181"/>
                </a:lnTo>
                <a:lnTo>
                  <a:pt x="1437793" y="119258"/>
                </a:lnTo>
                <a:lnTo>
                  <a:pt x="1437223" y="119329"/>
                </a:lnTo>
                <a:lnTo>
                  <a:pt x="1436634" y="119396"/>
                </a:lnTo>
                <a:lnTo>
                  <a:pt x="1436025" y="119458"/>
                </a:lnTo>
                <a:lnTo>
                  <a:pt x="1435397" y="119514"/>
                </a:lnTo>
                <a:lnTo>
                  <a:pt x="1434749" y="119566"/>
                </a:lnTo>
                <a:lnTo>
                  <a:pt x="1434082" y="119613"/>
                </a:lnTo>
                <a:lnTo>
                  <a:pt x="1433396" y="119655"/>
                </a:lnTo>
                <a:lnTo>
                  <a:pt x="1432690" y="119692"/>
                </a:lnTo>
                <a:lnTo>
                  <a:pt x="1431964" y="119724"/>
                </a:lnTo>
                <a:lnTo>
                  <a:pt x="1431220" y="119751"/>
                </a:lnTo>
                <a:lnTo>
                  <a:pt x="1430455" y="119774"/>
                </a:lnTo>
                <a:lnTo>
                  <a:pt x="1429672" y="119791"/>
                </a:lnTo>
                <a:lnTo>
                  <a:pt x="1428868" y="119803"/>
                </a:lnTo>
                <a:lnTo>
                  <a:pt x="1428046" y="119811"/>
                </a:lnTo>
                <a:lnTo>
                  <a:pt x="1427204" y="119813"/>
                </a:lnTo>
                <a:lnTo>
                  <a:pt x="1406761" y="119813"/>
                </a:lnTo>
                <a:lnTo>
                  <a:pt x="1406352" y="119811"/>
                </a:lnTo>
                <a:lnTo>
                  <a:pt x="1405953" y="119806"/>
                </a:lnTo>
                <a:lnTo>
                  <a:pt x="1405566" y="119797"/>
                </a:lnTo>
                <a:lnTo>
                  <a:pt x="1405191" y="119785"/>
                </a:lnTo>
                <a:lnTo>
                  <a:pt x="1404826" y="119769"/>
                </a:lnTo>
                <a:lnTo>
                  <a:pt x="1404472" y="119749"/>
                </a:lnTo>
                <a:lnTo>
                  <a:pt x="1404130" y="119726"/>
                </a:lnTo>
                <a:lnTo>
                  <a:pt x="1403798" y="119700"/>
                </a:lnTo>
                <a:lnTo>
                  <a:pt x="1403478" y="119670"/>
                </a:lnTo>
                <a:lnTo>
                  <a:pt x="1403169" y="119636"/>
                </a:lnTo>
                <a:lnTo>
                  <a:pt x="1402870" y="119599"/>
                </a:lnTo>
                <a:lnTo>
                  <a:pt x="1402583" y="119558"/>
                </a:lnTo>
                <a:lnTo>
                  <a:pt x="1402307" y="119514"/>
                </a:lnTo>
                <a:lnTo>
                  <a:pt x="1402043" y="119466"/>
                </a:lnTo>
                <a:lnTo>
                  <a:pt x="1401789" y="119415"/>
                </a:lnTo>
                <a:lnTo>
                  <a:pt x="1401546" y="119360"/>
                </a:lnTo>
                <a:lnTo>
                  <a:pt x="1401315" y="119302"/>
                </a:lnTo>
                <a:lnTo>
                  <a:pt x="1401095" y="119240"/>
                </a:lnTo>
                <a:lnTo>
                  <a:pt x="1400885" y="119174"/>
                </a:lnTo>
                <a:lnTo>
                  <a:pt x="1400687" y="119105"/>
                </a:lnTo>
                <a:lnTo>
                  <a:pt x="1400500" y="119033"/>
                </a:lnTo>
                <a:lnTo>
                  <a:pt x="1400324" y="118957"/>
                </a:lnTo>
                <a:lnTo>
                  <a:pt x="1400159" y="118877"/>
                </a:lnTo>
                <a:lnTo>
                  <a:pt x="1400006" y="118794"/>
                </a:lnTo>
                <a:lnTo>
                  <a:pt x="1399859" y="118707"/>
                </a:lnTo>
                <a:lnTo>
                  <a:pt x="1399717" y="118619"/>
                </a:lnTo>
                <a:lnTo>
                  <a:pt x="1399578" y="118527"/>
                </a:lnTo>
                <a:lnTo>
                  <a:pt x="1399443" y="118433"/>
                </a:lnTo>
                <a:lnTo>
                  <a:pt x="1399311" y="118337"/>
                </a:lnTo>
                <a:lnTo>
                  <a:pt x="1399184" y="118238"/>
                </a:lnTo>
                <a:lnTo>
                  <a:pt x="1399060" y="118137"/>
                </a:lnTo>
                <a:lnTo>
                  <a:pt x="1398939" y="118034"/>
                </a:lnTo>
                <a:lnTo>
                  <a:pt x="1398823" y="117928"/>
                </a:lnTo>
                <a:lnTo>
                  <a:pt x="1398710" y="117819"/>
                </a:lnTo>
                <a:lnTo>
                  <a:pt x="1398600" y="117708"/>
                </a:lnTo>
                <a:lnTo>
                  <a:pt x="1398495" y="117595"/>
                </a:lnTo>
                <a:lnTo>
                  <a:pt x="1398393" y="117479"/>
                </a:lnTo>
                <a:lnTo>
                  <a:pt x="1398295" y="117360"/>
                </a:lnTo>
                <a:lnTo>
                  <a:pt x="1398200" y="117239"/>
                </a:lnTo>
                <a:lnTo>
                  <a:pt x="1398110" y="117116"/>
                </a:lnTo>
                <a:lnTo>
                  <a:pt x="1398023" y="116990"/>
                </a:lnTo>
                <a:lnTo>
                  <a:pt x="1397939" y="116862"/>
                </a:lnTo>
                <a:lnTo>
                  <a:pt x="1397860" y="116732"/>
                </a:lnTo>
                <a:lnTo>
                  <a:pt x="1397784" y="116598"/>
                </a:lnTo>
                <a:lnTo>
                  <a:pt x="1397712" y="116463"/>
                </a:lnTo>
                <a:lnTo>
                  <a:pt x="1397643" y="116325"/>
                </a:lnTo>
                <a:lnTo>
                  <a:pt x="1397578" y="116184"/>
                </a:lnTo>
                <a:lnTo>
                  <a:pt x="1397517" y="116041"/>
                </a:lnTo>
                <a:lnTo>
                  <a:pt x="1397459" y="115886"/>
                </a:lnTo>
                <a:lnTo>
                  <a:pt x="1397404" y="115709"/>
                </a:lnTo>
                <a:lnTo>
                  <a:pt x="1397350" y="115511"/>
                </a:lnTo>
                <a:lnTo>
                  <a:pt x="1397300" y="115291"/>
                </a:lnTo>
                <a:lnTo>
                  <a:pt x="1397252" y="115049"/>
                </a:lnTo>
                <a:lnTo>
                  <a:pt x="1397206" y="114785"/>
                </a:lnTo>
                <a:lnTo>
                  <a:pt x="1397163" y="114500"/>
                </a:lnTo>
                <a:lnTo>
                  <a:pt x="1397122" y="114193"/>
                </a:lnTo>
                <a:lnTo>
                  <a:pt x="1397084" y="113864"/>
                </a:lnTo>
                <a:lnTo>
                  <a:pt x="1397048" y="113513"/>
                </a:lnTo>
                <a:lnTo>
                  <a:pt x="1397015" y="113141"/>
                </a:lnTo>
                <a:lnTo>
                  <a:pt x="1396984" y="112747"/>
                </a:lnTo>
                <a:lnTo>
                  <a:pt x="1396955" y="112331"/>
                </a:lnTo>
                <a:lnTo>
                  <a:pt x="1396929" y="111894"/>
                </a:lnTo>
                <a:lnTo>
                  <a:pt x="1396906" y="111435"/>
                </a:lnTo>
                <a:lnTo>
                  <a:pt x="1396885" y="110954"/>
                </a:lnTo>
                <a:lnTo>
                  <a:pt x="1396867" y="110451"/>
                </a:lnTo>
                <a:lnTo>
                  <a:pt x="1396850" y="109927"/>
                </a:lnTo>
                <a:lnTo>
                  <a:pt x="1396837" y="109381"/>
                </a:lnTo>
                <a:lnTo>
                  <a:pt x="1396826" y="108813"/>
                </a:lnTo>
                <a:lnTo>
                  <a:pt x="1396817" y="108224"/>
                </a:lnTo>
                <a:lnTo>
                  <a:pt x="1396811" y="107613"/>
                </a:lnTo>
                <a:lnTo>
                  <a:pt x="1396807" y="106980"/>
                </a:lnTo>
                <a:lnTo>
                  <a:pt x="1396806" y="106325"/>
                </a:lnTo>
                <a:lnTo>
                  <a:pt x="1396806" y="66662"/>
                </a:lnTo>
                <a:lnTo>
                  <a:pt x="1423293" y="66662"/>
                </a:lnTo>
                <a:lnTo>
                  <a:pt x="1423916" y="66665"/>
                </a:lnTo>
                <a:lnTo>
                  <a:pt x="1424525" y="66674"/>
                </a:lnTo>
                <a:lnTo>
                  <a:pt x="1425121" y="66689"/>
                </a:lnTo>
                <a:lnTo>
                  <a:pt x="1425703" y="66711"/>
                </a:lnTo>
                <a:lnTo>
                  <a:pt x="1426271" y="66738"/>
                </a:lnTo>
                <a:lnTo>
                  <a:pt x="1426826" y="66772"/>
                </a:lnTo>
                <a:lnTo>
                  <a:pt x="1427367" y="66811"/>
                </a:lnTo>
                <a:lnTo>
                  <a:pt x="1427895" y="66857"/>
                </a:lnTo>
                <a:lnTo>
                  <a:pt x="1428409" y="66909"/>
                </a:lnTo>
                <a:lnTo>
                  <a:pt x="1428910" y="66967"/>
                </a:lnTo>
                <a:lnTo>
                  <a:pt x="1429397" y="67032"/>
                </a:lnTo>
                <a:lnTo>
                  <a:pt x="1429870" y="67102"/>
                </a:lnTo>
                <a:lnTo>
                  <a:pt x="1430330" y="67178"/>
                </a:lnTo>
                <a:lnTo>
                  <a:pt x="1430776" y="67261"/>
                </a:lnTo>
                <a:lnTo>
                  <a:pt x="1431209" y="67350"/>
                </a:lnTo>
                <a:lnTo>
                  <a:pt x="1431628" y="67444"/>
                </a:lnTo>
                <a:lnTo>
                  <a:pt x="1432034" y="67545"/>
                </a:lnTo>
                <a:lnTo>
                  <a:pt x="1432426" y="67652"/>
                </a:lnTo>
                <a:lnTo>
                  <a:pt x="1432804" y="67765"/>
                </a:lnTo>
                <a:lnTo>
                  <a:pt x="1433169" y="67885"/>
                </a:lnTo>
                <a:lnTo>
                  <a:pt x="1433520" y="68010"/>
                </a:lnTo>
                <a:lnTo>
                  <a:pt x="1433858" y="68141"/>
                </a:lnTo>
                <a:lnTo>
                  <a:pt x="1434182" y="68279"/>
                </a:lnTo>
                <a:lnTo>
                  <a:pt x="1434492" y="68423"/>
                </a:lnTo>
                <a:lnTo>
                  <a:pt x="1434792" y="68571"/>
                </a:lnTo>
                <a:lnTo>
                  <a:pt x="1435085" y="68725"/>
                </a:lnTo>
                <a:lnTo>
                  <a:pt x="1435371" y="68883"/>
                </a:lnTo>
                <a:lnTo>
                  <a:pt x="1435650" y="69045"/>
                </a:lnTo>
                <a:lnTo>
                  <a:pt x="1435922" y="69213"/>
                </a:lnTo>
                <a:lnTo>
                  <a:pt x="1436186" y="69384"/>
                </a:lnTo>
                <a:lnTo>
                  <a:pt x="1436444" y="69561"/>
                </a:lnTo>
                <a:lnTo>
                  <a:pt x="1436694" y="69742"/>
                </a:lnTo>
                <a:lnTo>
                  <a:pt x="1436938" y="69927"/>
                </a:lnTo>
                <a:lnTo>
                  <a:pt x="1437174" y="70117"/>
                </a:lnTo>
                <a:lnTo>
                  <a:pt x="1437403" y="70312"/>
                </a:lnTo>
                <a:lnTo>
                  <a:pt x="1437625" y="70511"/>
                </a:lnTo>
                <a:lnTo>
                  <a:pt x="1437840" y="70715"/>
                </a:lnTo>
                <a:lnTo>
                  <a:pt x="1438048" y="70924"/>
                </a:lnTo>
                <a:lnTo>
                  <a:pt x="1438249" y="71137"/>
                </a:lnTo>
                <a:lnTo>
                  <a:pt x="1438442" y="71354"/>
                </a:lnTo>
                <a:lnTo>
                  <a:pt x="1438629" y="71577"/>
                </a:lnTo>
                <a:lnTo>
                  <a:pt x="1438808" y="71804"/>
                </a:lnTo>
                <a:lnTo>
                  <a:pt x="1438981" y="72035"/>
                </a:lnTo>
                <a:lnTo>
                  <a:pt x="1439146" y="72271"/>
                </a:lnTo>
                <a:lnTo>
                  <a:pt x="1439304" y="72512"/>
                </a:lnTo>
                <a:lnTo>
                  <a:pt x="1439455" y="72757"/>
                </a:lnTo>
                <a:lnTo>
                  <a:pt x="1439599" y="73007"/>
                </a:lnTo>
                <a:lnTo>
                  <a:pt x="1439736" y="73261"/>
                </a:lnTo>
                <a:lnTo>
                  <a:pt x="1439840" y="73477"/>
                </a:lnTo>
                <a:lnTo>
                  <a:pt x="1439944" y="73715"/>
                </a:lnTo>
                <a:lnTo>
                  <a:pt x="1440047" y="73975"/>
                </a:lnTo>
                <a:lnTo>
                  <a:pt x="1440151" y="74256"/>
                </a:lnTo>
                <a:lnTo>
                  <a:pt x="1440255" y="74559"/>
                </a:lnTo>
                <a:lnTo>
                  <a:pt x="1440358" y="74884"/>
                </a:lnTo>
                <a:lnTo>
                  <a:pt x="1440462" y="75230"/>
                </a:lnTo>
                <a:lnTo>
                  <a:pt x="1440566" y="75598"/>
                </a:lnTo>
                <a:lnTo>
                  <a:pt x="1440669" y="75988"/>
                </a:lnTo>
                <a:lnTo>
                  <a:pt x="1440773" y="76399"/>
                </a:lnTo>
                <a:lnTo>
                  <a:pt x="1440877" y="76832"/>
                </a:lnTo>
                <a:lnTo>
                  <a:pt x="1440980" y="77287"/>
                </a:lnTo>
                <a:lnTo>
                  <a:pt x="1441084" y="77764"/>
                </a:lnTo>
                <a:lnTo>
                  <a:pt x="1441188" y="78262"/>
                </a:lnTo>
                <a:lnTo>
                  <a:pt x="1441292" y="78782"/>
                </a:lnTo>
                <a:lnTo>
                  <a:pt x="1441395" y="79324"/>
                </a:lnTo>
                <a:lnTo>
                  <a:pt x="1441499" y="79887"/>
                </a:lnTo>
                <a:lnTo>
                  <a:pt x="1441603" y="80472"/>
                </a:lnTo>
                <a:lnTo>
                  <a:pt x="1441706" y="81079"/>
                </a:lnTo>
                <a:lnTo>
                  <a:pt x="1441810" y="81707"/>
                </a:lnTo>
                <a:lnTo>
                  <a:pt x="1441914" y="82357"/>
                </a:lnTo>
                <a:lnTo>
                  <a:pt x="1442017" y="83029"/>
                </a:lnTo>
                <a:lnTo>
                  <a:pt x="1442121" y="83723"/>
                </a:lnTo>
                <a:lnTo>
                  <a:pt x="1442225" y="84438"/>
                </a:lnTo>
                <a:lnTo>
                  <a:pt x="1445513" y="84438"/>
                </a:lnTo>
                <a:lnTo>
                  <a:pt x="1445513" y="42486"/>
                </a:lnTo>
                <a:lnTo>
                  <a:pt x="1442225" y="42486"/>
                </a:lnTo>
                <a:lnTo>
                  <a:pt x="1442173" y="43338"/>
                </a:lnTo>
                <a:lnTo>
                  <a:pt x="1442108" y="44169"/>
                </a:lnTo>
                <a:lnTo>
                  <a:pt x="1442028" y="44979"/>
                </a:lnTo>
                <a:lnTo>
                  <a:pt x="1441933" y="45766"/>
                </a:lnTo>
                <a:lnTo>
                  <a:pt x="1441825" y="46532"/>
                </a:lnTo>
                <a:lnTo>
                  <a:pt x="1441703" y="47276"/>
                </a:lnTo>
                <a:lnTo>
                  <a:pt x="1441566" y="47999"/>
                </a:lnTo>
                <a:lnTo>
                  <a:pt x="1441415" y="48699"/>
                </a:lnTo>
                <a:lnTo>
                  <a:pt x="1441250" y="49378"/>
                </a:lnTo>
                <a:lnTo>
                  <a:pt x="1441071" y="50036"/>
                </a:lnTo>
                <a:lnTo>
                  <a:pt x="1440877" y="50671"/>
                </a:lnTo>
                <a:lnTo>
                  <a:pt x="1440669" y="51285"/>
                </a:lnTo>
                <a:lnTo>
                  <a:pt x="1440447" y="51877"/>
                </a:lnTo>
                <a:lnTo>
                  <a:pt x="1440211" y="52448"/>
                </a:lnTo>
                <a:lnTo>
                  <a:pt x="1439961" y="52996"/>
                </a:lnTo>
                <a:lnTo>
                  <a:pt x="1439697" y="53523"/>
                </a:lnTo>
                <a:lnTo>
                  <a:pt x="1439418" y="54028"/>
                </a:lnTo>
                <a:lnTo>
                  <a:pt x="1439125" y="54512"/>
                </a:lnTo>
                <a:lnTo>
                  <a:pt x="1438818" y="54974"/>
                </a:lnTo>
                <a:lnTo>
                  <a:pt x="1438497" y="55414"/>
                </a:lnTo>
                <a:lnTo>
                  <a:pt x="1438161" y="55832"/>
                </a:lnTo>
                <a:lnTo>
                  <a:pt x="1437812" y="56229"/>
                </a:lnTo>
                <a:lnTo>
                  <a:pt x="1437448" y="56604"/>
                </a:lnTo>
                <a:lnTo>
                  <a:pt x="1437070" y="56957"/>
                </a:lnTo>
                <a:lnTo>
                  <a:pt x="1436769" y="57212"/>
                </a:lnTo>
                <a:lnTo>
                  <a:pt x="1436444" y="57456"/>
                </a:lnTo>
                <a:lnTo>
                  <a:pt x="1436096" y="57690"/>
                </a:lnTo>
                <a:lnTo>
                  <a:pt x="1435724" y="57912"/>
                </a:lnTo>
                <a:lnTo>
                  <a:pt x="1435328" y="58124"/>
                </a:lnTo>
                <a:lnTo>
                  <a:pt x="1434909" y="58325"/>
                </a:lnTo>
                <a:lnTo>
                  <a:pt x="1434465" y="58515"/>
                </a:lnTo>
                <a:lnTo>
                  <a:pt x="1433998" y="58694"/>
                </a:lnTo>
                <a:lnTo>
                  <a:pt x="1433507" y="58863"/>
                </a:lnTo>
                <a:lnTo>
                  <a:pt x="1432993" y="59020"/>
                </a:lnTo>
                <a:lnTo>
                  <a:pt x="1432454" y="59167"/>
                </a:lnTo>
                <a:lnTo>
                  <a:pt x="1431892" y="59302"/>
                </a:lnTo>
                <a:lnTo>
                  <a:pt x="1431306" y="59427"/>
                </a:lnTo>
                <a:lnTo>
                  <a:pt x="1430697" y="59541"/>
                </a:lnTo>
                <a:lnTo>
                  <a:pt x="1430063" y="59645"/>
                </a:lnTo>
                <a:lnTo>
                  <a:pt x="1429406" y="59737"/>
                </a:lnTo>
                <a:lnTo>
                  <a:pt x="1428725" y="59818"/>
                </a:lnTo>
                <a:lnTo>
                  <a:pt x="1428020" y="59889"/>
                </a:lnTo>
                <a:lnTo>
                  <a:pt x="1427292" y="59949"/>
                </a:lnTo>
                <a:lnTo>
                  <a:pt x="1426540" y="59997"/>
                </a:lnTo>
                <a:lnTo>
                  <a:pt x="1425764" y="60035"/>
                </a:lnTo>
                <a:lnTo>
                  <a:pt x="1424964" y="60063"/>
                </a:lnTo>
                <a:lnTo>
                  <a:pt x="1424140" y="60079"/>
                </a:lnTo>
                <a:lnTo>
                  <a:pt x="1423293" y="60084"/>
                </a:lnTo>
                <a:lnTo>
                  <a:pt x="1396806" y="60084"/>
                </a:lnTo>
                <a:lnTo>
                  <a:pt x="1396806" y="12444"/>
                </a:lnTo>
                <a:lnTo>
                  <a:pt x="1429870" y="12444"/>
                </a:lnTo>
                <a:lnTo>
                  <a:pt x="1430609" y="12446"/>
                </a:lnTo>
                <a:lnTo>
                  <a:pt x="1431329" y="12453"/>
                </a:lnTo>
                <a:lnTo>
                  <a:pt x="1432030" y="12464"/>
                </a:lnTo>
                <a:lnTo>
                  <a:pt x="1432712" y="12480"/>
                </a:lnTo>
                <a:close/>
                <a:moveTo>
                  <a:pt x="1048973" y="20295"/>
                </a:moveTo>
                <a:lnTo>
                  <a:pt x="1048689" y="20978"/>
                </a:lnTo>
                <a:lnTo>
                  <a:pt x="1048410" y="21640"/>
                </a:lnTo>
                <a:lnTo>
                  <a:pt x="1048137" y="22283"/>
                </a:lnTo>
                <a:lnTo>
                  <a:pt x="1047869" y="22907"/>
                </a:lnTo>
                <a:lnTo>
                  <a:pt x="1047607" y="23511"/>
                </a:lnTo>
                <a:lnTo>
                  <a:pt x="1047351" y="24095"/>
                </a:lnTo>
                <a:lnTo>
                  <a:pt x="1047100" y="24661"/>
                </a:lnTo>
                <a:lnTo>
                  <a:pt x="1046855" y="25206"/>
                </a:lnTo>
                <a:lnTo>
                  <a:pt x="1046615" y="25732"/>
                </a:lnTo>
                <a:lnTo>
                  <a:pt x="1046381" y="26239"/>
                </a:lnTo>
                <a:lnTo>
                  <a:pt x="1046152" y="26726"/>
                </a:lnTo>
                <a:lnTo>
                  <a:pt x="1045929" y="27193"/>
                </a:lnTo>
                <a:lnTo>
                  <a:pt x="1045711" y="27641"/>
                </a:lnTo>
                <a:lnTo>
                  <a:pt x="1045499" y="28070"/>
                </a:lnTo>
                <a:lnTo>
                  <a:pt x="1045293" y="28479"/>
                </a:lnTo>
                <a:lnTo>
                  <a:pt x="1045092" y="28868"/>
                </a:lnTo>
                <a:lnTo>
                  <a:pt x="1044896" y="29238"/>
                </a:lnTo>
                <a:lnTo>
                  <a:pt x="1044707" y="29588"/>
                </a:lnTo>
                <a:lnTo>
                  <a:pt x="1044522" y="29919"/>
                </a:lnTo>
                <a:lnTo>
                  <a:pt x="1044344" y="30231"/>
                </a:lnTo>
                <a:lnTo>
                  <a:pt x="1044171" y="30523"/>
                </a:lnTo>
                <a:lnTo>
                  <a:pt x="1043835" y="31055"/>
                </a:lnTo>
                <a:lnTo>
                  <a:pt x="1043496" y="31580"/>
                </a:lnTo>
                <a:lnTo>
                  <a:pt x="1043153" y="32100"/>
                </a:lnTo>
                <a:lnTo>
                  <a:pt x="1042807" y="32614"/>
                </a:lnTo>
                <a:lnTo>
                  <a:pt x="1042456" y="33122"/>
                </a:lnTo>
                <a:lnTo>
                  <a:pt x="1042101" y="33624"/>
                </a:lnTo>
                <a:lnTo>
                  <a:pt x="1041743" y="34119"/>
                </a:lnTo>
                <a:lnTo>
                  <a:pt x="1041381" y="34609"/>
                </a:lnTo>
                <a:lnTo>
                  <a:pt x="1041015" y="35092"/>
                </a:lnTo>
                <a:lnTo>
                  <a:pt x="1040645" y="35570"/>
                </a:lnTo>
                <a:lnTo>
                  <a:pt x="1040271" y="36041"/>
                </a:lnTo>
                <a:lnTo>
                  <a:pt x="1039893" y="36507"/>
                </a:lnTo>
                <a:lnTo>
                  <a:pt x="1039512" y="36966"/>
                </a:lnTo>
                <a:lnTo>
                  <a:pt x="1039126" y="37420"/>
                </a:lnTo>
                <a:lnTo>
                  <a:pt x="1038737" y="37867"/>
                </a:lnTo>
                <a:lnTo>
                  <a:pt x="1038344" y="38309"/>
                </a:lnTo>
                <a:lnTo>
                  <a:pt x="1037947" y="38744"/>
                </a:lnTo>
                <a:lnTo>
                  <a:pt x="1037546" y="39173"/>
                </a:lnTo>
                <a:lnTo>
                  <a:pt x="1037141" y="39596"/>
                </a:lnTo>
                <a:lnTo>
                  <a:pt x="1036733" y="40013"/>
                </a:lnTo>
                <a:lnTo>
                  <a:pt x="1036321" y="40425"/>
                </a:lnTo>
                <a:lnTo>
                  <a:pt x="1035904" y="40830"/>
                </a:lnTo>
                <a:lnTo>
                  <a:pt x="1035484" y="41229"/>
                </a:lnTo>
                <a:lnTo>
                  <a:pt x="1035060" y="41622"/>
                </a:lnTo>
                <a:lnTo>
                  <a:pt x="1034635" y="42007"/>
                </a:lnTo>
                <a:lnTo>
                  <a:pt x="1034210" y="42383"/>
                </a:lnTo>
                <a:lnTo>
                  <a:pt x="1033786" y="42749"/>
                </a:lnTo>
                <a:lnTo>
                  <a:pt x="1033363" y="43106"/>
                </a:lnTo>
                <a:lnTo>
                  <a:pt x="1032940" y="43454"/>
                </a:lnTo>
                <a:lnTo>
                  <a:pt x="1032519" y="43792"/>
                </a:lnTo>
                <a:lnTo>
                  <a:pt x="1032098" y="44121"/>
                </a:lnTo>
                <a:lnTo>
                  <a:pt x="1031678" y="44440"/>
                </a:lnTo>
                <a:lnTo>
                  <a:pt x="1031258" y="44750"/>
                </a:lnTo>
                <a:lnTo>
                  <a:pt x="1030840" y="45050"/>
                </a:lnTo>
                <a:lnTo>
                  <a:pt x="1030422" y="45341"/>
                </a:lnTo>
                <a:lnTo>
                  <a:pt x="1030005" y="45622"/>
                </a:lnTo>
                <a:lnTo>
                  <a:pt x="1029589" y="45894"/>
                </a:lnTo>
                <a:lnTo>
                  <a:pt x="1029173" y="46157"/>
                </a:lnTo>
                <a:lnTo>
                  <a:pt x="1028759" y="46410"/>
                </a:lnTo>
                <a:lnTo>
                  <a:pt x="1028345" y="46654"/>
                </a:lnTo>
                <a:lnTo>
                  <a:pt x="1027931" y="46888"/>
                </a:lnTo>
                <a:lnTo>
                  <a:pt x="1027519" y="47113"/>
                </a:lnTo>
                <a:lnTo>
                  <a:pt x="1027107" y="47328"/>
                </a:lnTo>
                <a:lnTo>
                  <a:pt x="1026697" y="47534"/>
                </a:lnTo>
                <a:lnTo>
                  <a:pt x="1026287" y="47730"/>
                </a:lnTo>
                <a:lnTo>
                  <a:pt x="1025877" y="47917"/>
                </a:lnTo>
                <a:lnTo>
                  <a:pt x="1025469" y="48095"/>
                </a:lnTo>
                <a:lnTo>
                  <a:pt x="1025061" y="48263"/>
                </a:lnTo>
                <a:lnTo>
                  <a:pt x="1025061" y="51196"/>
                </a:lnTo>
                <a:lnTo>
                  <a:pt x="1037949" y="51196"/>
                </a:lnTo>
                <a:lnTo>
                  <a:pt x="1037949" y="106011"/>
                </a:lnTo>
                <a:lnTo>
                  <a:pt x="1037952" y="106738"/>
                </a:lnTo>
                <a:lnTo>
                  <a:pt x="1037962" y="107448"/>
                </a:lnTo>
                <a:lnTo>
                  <a:pt x="1037978" y="108142"/>
                </a:lnTo>
                <a:lnTo>
                  <a:pt x="1038001" y="108821"/>
                </a:lnTo>
                <a:lnTo>
                  <a:pt x="1038030" y="109484"/>
                </a:lnTo>
                <a:lnTo>
                  <a:pt x="1038066" y="110130"/>
                </a:lnTo>
                <a:lnTo>
                  <a:pt x="1038108" y="110761"/>
                </a:lnTo>
                <a:lnTo>
                  <a:pt x="1038156" y="111376"/>
                </a:lnTo>
                <a:lnTo>
                  <a:pt x="1038211" y="111975"/>
                </a:lnTo>
                <a:lnTo>
                  <a:pt x="1038273" y="112558"/>
                </a:lnTo>
                <a:lnTo>
                  <a:pt x="1038341" y="113125"/>
                </a:lnTo>
                <a:lnTo>
                  <a:pt x="1038416" y="113676"/>
                </a:lnTo>
                <a:lnTo>
                  <a:pt x="1038497" y="114211"/>
                </a:lnTo>
                <a:lnTo>
                  <a:pt x="1038584" y="114731"/>
                </a:lnTo>
                <a:lnTo>
                  <a:pt x="1038678" y="115234"/>
                </a:lnTo>
                <a:lnTo>
                  <a:pt x="1038778" y="115722"/>
                </a:lnTo>
                <a:lnTo>
                  <a:pt x="1038885" y="116193"/>
                </a:lnTo>
                <a:lnTo>
                  <a:pt x="1038999" y="116649"/>
                </a:lnTo>
                <a:lnTo>
                  <a:pt x="1039119" y="117089"/>
                </a:lnTo>
                <a:lnTo>
                  <a:pt x="1039245" y="117513"/>
                </a:lnTo>
                <a:lnTo>
                  <a:pt x="1039378" y="117921"/>
                </a:lnTo>
                <a:lnTo>
                  <a:pt x="1039517" y="118313"/>
                </a:lnTo>
                <a:lnTo>
                  <a:pt x="1039663" y="118689"/>
                </a:lnTo>
                <a:lnTo>
                  <a:pt x="1039815" y="119049"/>
                </a:lnTo>
                <a:lnTo>
                  <a:pt x="1039974" y="119398"/>
                </a:lnTo>
                <a:lnTo>
                  <a:pt x="1040141" y="119740"/>
                </a:lnTo>
                <a:lnTo>
                  <a:pt x="1040314" y="120075"/>
                </a:lnTo>
                <a:lnTo>
                  <a:pt x="1040494" y="120403"/>
                </a:lnTo>
                <a:lnTo>
                  <a:pt x="1040682" y="120725"/>
                </a:lnTo>
                <a:lnTo>
                  <a:pt x="1040876" y="121039"/>
                </a:lnTo>
                <a:lnTo>
                  <a:pt x="1041078" y="121347"/>
                </a:lnTo>
                <a:lnTo>
                  <a:pt x="1041287" y="121649"/>
                </a:lnTo>
                <a:lnTo>
                  <a:pt x="1041503" y="121943"/>
                </a:lnTo>
                <a:lnTo>
                  <a:pt x="1041726" y="122230"/>
                </a:lnTo>
                <a:lnTo>
                  <a:pt x="1041956" y="122511"/>
                </a:lnTo>
                <a:lnTo>
                  <a:pt x="1042193" y="122785"/>
                </a:lnTo>
                <a:lnTo>
                  <a:pt x="1042437" y="123052"/>
                </a:lnTo>
                <a:lnTo>
                  <a:pt x="1042689" y="123313"/>
                </a:lnTo>
                <a:lnTo>
                  <a:pt x="1042947" y="123566"/>
                </a:lnTo>
                <a:lnTo>
                  <a:pt x="1043213" y="123813"/>
                </a:lnTo>
                <a:lnTo>
                  <a:pt x="1043485" y="124053"/>
                </a:lnTo>
                <a:lnTo>
                  <a:pt x="1043765" y="124286"/>
                </a:lnTo>
                <a:lnTo>
                  <a:pt x="1044052" y="124513"/>
                </a:lnTo>
                <a:lnTo>
                  <a:pt x="1044346" y="124733"/>
                </a:lnTo>
                <a:lnTo>
                  <a:pt x="1044647" y="124945"/>
                </a:lnTo>
                <a:lnTo>
                  <a:pt x="1044955" y="125152"/>
                </a:lnTo>
                <a:lnTo>
                  <a:pt x="1045270" y="125351"/>
                </a:lnTo>
                <a:lnTo>
                  <a:pt x="1045593" y="125543"/>
                </a:lnTo>
                <a:lnTo>
                  <a:pt x="1045919" y="125728"/>
                </a:lnTo>
                <a:lnTo>
                  <a:pt x="1046246" y="125906"/>
                </a:lnTo>
                <a:lnTo>
                  <a:pt x="1046573" y="126075"/>
                </a:lnTo>
                <a:lnTo>
                  <a:pt x="1046901" y="126237"/>
                </a:lnTo>
                <a:lnTo>
                  <a:pt x="1047230" y="126390"/>
                </a:lnTo>
                <a:lnTo>
                  <a:pt x="1047559" y="126536"/>
                </a:lnTo>
                <a:lnTo>
                  <a:pt x="1047889" y="126674"/>
                </a:lnTo>
                <a:lnTo>
                  <a:pt x="1048220" y="126804"/>
                </a:lnTo>
                <a:lnTo>
                  <a:pt x="1048551" y="126926"/>
                </a:lnTo>
                <a:lnTo>
                  <a:pt x="1048883" y="127040"/>
                </a:lnTo>
                <a:lnTo>
                  <a:pt x="1049215" y="127147"/>
                </a:lnTo>
                <a:lnTo>
                  <a:pt x="1049548" y="127245"/>
                </a:lnTo>
                <a:lnTo>
                  <a:pt x="1049882" y="127336"/>
                </a:lnTo>
                <a:lnTo>
                  <a:pt x="1050216" y="127419"/>
                </a:lnTo>
                <a:lnTo>
                  <a:pt x="1050551" y="127493"/>
                </a:lnTo>
                <a:lnTo>
                  <a:pt x="1050886" y="127560"/>
                </a:lnTo>
                <a:lnTo>
                  <a:pt x="1051222" y="127620"/>
                </a:lnTo>
                <a:lnTo>
                  <a:pt x="1051559" y="127671"/>
                </a:lnTo>
                <a:lnTo>
                  <a:pt x="1051896" y="127714"/>
                </a:lnTo>
                <a:lnTo>
                  <a:pt x="1052234" y="127750"/>
                </a:lnTo>
                <a:lnTo>
                  <a:pt x="1052573" y="127777"/>
                </a:lnTo>
                <a:lnTo>
                  <a:pt x="1052912" y="127797"/>
                </a:lnTo>
                <a:lnTo>
                  <a:pt x="1053252" y="127809"/>
                </a:lnTo>
                <a:lnTo>
                  <a:pt x="1053592" y="127813"/>
                </a:lnTo>
                <a:lnTo>
                  <a:pt x="1054095" y="127805"/>
                </a:lnTo>
                <a:lnTo>
                  <a:pt x="1054597" y="127782"/>
                </a:lnTo>
                <a:lnTo>
                  <a:pt x="1055098" y="127743"/>
                </a:lnTo>
                <a:lnTo>
                  <a:pt x="1055597" y="127688"/>
                </a:lnTo>
                <a:lnTo>
                  <a:pt x="1056095" y="127618"/>
                </a:lnTo>
                <a:lnTo>
                  <a:pt x="1056592" y="127533"/>
                </a:lnTo>
                <a:lnTo>
                  <a:pt x="1057088" y="127432"/>
                </a:lnTo>
                <a:lnTo>
                  <a:pt x="1057582" y="127315"/>
                </a:lnTo>
                <a:lnTo>
                  <a:pt x="1058075" y="127183"/>
                </a:lnTo>
                <a:lnTo>
                  <a:pt x="1058567" y="127036"/>
                </a:lnTo>
                <a:lnTo>
                  <a:pt x="1059058" y="126873"/>
                </a:lnTo>
                <a:lnTo>
                  <a:pt x="1059547" y="126694"/>
                </a:lnTo>
                <a:lnTo>
                  <a:pt x="1060035" y="126500"/>
                </a:lnTo>
                <a:lnTo>
                  <a:pt x="1060522" y="126290"/>
                </a:lnTo>
                <a:lnTo>
                  <a:pt x="1061008" y="126065"/>
                </a:lnTo>
                <a:lnTo>
                  <a:pt x="1061493" y="125824"/>
                </a:lnTo>
                <a:lnTo>
                  <a:pt x="1061976" y="125567"/>
                </a:lnTo>
                <a:lnTo>
                  <a:pt x="1062458" y="125296"/>
                </a:lnTo>
                <a:lnTo>
                  <a:pt x="1062939" y="125008"/>
                </a:lnTo>
                <a:lnTo>
                  <a:pt x="1063419" y="124705"/>
                </a:lnTo>
                <a:lnTo>
                  <a:pt x="1063897" y="124387"/>
                </a:lnTo>
                <a:lnTo>
                  <a:pt x="1064374" y="124053"/>
                </a:lnTo>
                <a:lnTo>
                  <a:pt x="1064850" y="123703"/>
                </a:lnTo>
                <a:lnTo>
                  <a:pt x="1065325" y="123338"/>
                </a:lnTo>
                <a:lnTo>
                  <a:pt x="1065794" y="122957"/>
                </a:lnTo>
                <a:lnTo>
                  <a:pt x="1066255" y="122562"/>
                </a:lnTo>
                <a:lnTo>
                  <a:pt x="1066706" y="122152"/>
                </a:lnTo>
                <a:lnTo>
                  <a:pt x="1067149" y="121727"/>
                </a:lnTo>
                <a:lnTo>
                  <a:pt x="1067583" y="121288"/>
                </a:lnTo>
                <a:lnTo>
                  <a:pt x="1068008" y="120833"/>
                </a:lnTo>
                <a:lnTo>
                  <a:pt x="1068424" y="120364"/>
                </a:lnTo>
                <a:lnTo>
                  <a:pt x="1068830" y="119880"/>
                </a:lnTo>
                <a:lnTo>
                  <a:pt x="1069228" y="119381"/>
                </a:lnTo>
                <a:lnTo>
                  <a:pt x="1069617" y="118867"/>
                </a:lnTo>
                <a:lnTo>
                  <a:pt x="1069998" y="118339"/>
                </a:lnTo>
                <a:lnTo>
                  <a:pt x="1070369" y="117796"/>
                </a:lnTo>
                <a:lnTo>
                  <a:pt x="1070731" y="117238"/>
                </a:lnTo>
                <a:lnTo>
                  <a:pt x="1071084" y="116665"/>
                </a:lnTo>
                <a:lnTo>
                  <a:pt x="1071428" y="116078"/>
                </a:lnTo>
                <a:lnTo>
                  <a:pt x="1071764" y="115476"/>
                </a:lnTo>
                <a:lnTo>
                  <a:pt x="1072090" y="114858"/>
                </a:lnTo>
                <a:lnTo>
                  <a:pt x="1072407" y="114227"/>
                </a:lnTo>
                <a:lnTo>
                  <a:pt x="1072716" y="113580"/>
                </a:lnTo>
                <a:lnTo>
                  <a:pt x="1073015" y="112919"/>
                </a:lnTo>
                <a:lnTo>
                  <a:pt x="1073306" y="112242"/>
                </a:lnTo>
                <a:lnTo>
                  <a:pt x="1073588" y="111551"/>
                </a:lnTo>
                <a:lnTo>
                  <a:pt x="1073860" y="110846"/>
                </a:lnTo>
                <a:lnTo>
                  <a:pt x="1074124" y="110125"/>
                </a:lnTo>
                <a:lnTo>
                  <a:pt x="1070658" y="110125"/>
                </a:lnTo>
                <a:lnTo>
                  <a:pt x="1070529" y="110418"/>
                </a:lnTo>
                <a:lnTo>
                  <a:pt x="1070397" y="110706"/>
                </a:lnTo>
                <a:lnTo>
                  <a:pt x="1070260" y="110987"/>
                </a:lnTo>
                <a:lnTo>
                  <a:pt x="1070119" y="111262"/>
                </a:lnTo>
                <a:lnTo>
                  <a:pt x="1069974" y="111531"/>
                </a:lnTo>
                <a:lnTo>
                  <a:pt x="1069824" y="111794"/>
                </a:lnTo>
                <a:lnTo>
                  <a:pt x="1069670" y="112052"/>
                </a:lnTo>
                <a:lnTo>
                  <a:pt x="1069512" y="112303"/>
                </a:lnTo>
                <a:lnTo>
                  <a:pt x="1069349" y="112548"/>
                </a:lnTo>
                <a:lnTo>
                  <a:pt x="1069182" y="112787"/>
                </a:lnTo>
                <a:lnTo>
                  <a:pt x="1069011" y="113020"/>
                </a:lnTo>
                <a:lnTo>
                  <a:pt x="1068835" y="113247"/>
                </a:lnTo>
                <a:lnTo>
                  <a:pt x="1068656" y="113468"/>
                </a:lnTo>
                <a:lnTo>
                  <a:pt x="1068471" y="113683"/>
                </a:lnTo>
                <a:lnTo>
                  <a:pt x="1068283" y="113892"/>
                </a:lnTo>
                <a:lnTo>
                  <a:pt x="1068090" y="114095"/>
                </a:lnTo>
                <a:lnTo>
                  <a:pt x="1067893" y="114292"/>
                </a:lnTo>
                <a:lnTo>
                  <a:pt x="1067691" y="114483"/>
                </a:lnTo>
                <a:lnTo>
                  <a:pt x="1067485" y="114668"/>
                </a:lnTo>
                <a:lnTo>
                  <a:pt x="1067275" y="114847"/>
                </a:lnTo>
                <a:lnTo>
                  <a:pt x="1067061" y="115020"/>
                </a:lnTo>
                <a:lnTo>
                  <a:pt x="1066842" y="115187"/>
                </a:lnTo>
                <a:lnTo>
                  <a:pt x="1066619" y="115348"/>
                </a:lnTo>
                <a:lnTo>
                  <a:pt x="1066391" y="115502"/>
                </a:lnTo>
                <a:lnTo>
                  <a:pt x="1066161" y="115651"/>
                </a:lnTo>
                <a:lnTo>
                  <a:pt x="1065931" y="115793"/>
                </a:lnTo>
                <a:lnTo>
                  <a:pt x="1065700" y="115929"/>
                </a:lnTo>
                <a:lnTo>
                  <a:pt x="1065468" y="116059"/>
                </a:lnTo>
                <a:lnTo>
                  <a:pt x="1065235" y="116183"/>
                </a:lnTo>
                <a:lnTo>
                  <a:pt x="1065002" y="116300"/>
                </a:lnTo>
                <a:lnTo>
                  <a:pt x="1064769" y="116410"/>
                </a:lnTo>
                <a:lnTo>
                  <a:pt x="1064535" y="116515"/>
                </a:lnTo>
                <a:lnTo>
                  <a:pt x="1064300" y="116613"/>
                </a:lnTo>
                <a:lnTo>
                  <a:pt x="1064064" y="116704"/>
                </a:lnTo>
                <a:lnTo>
                  <a:pt x="1063828" y="116790"/>
                </a:lnTo>
                <a:lnTo>
                  <a:pt x="1063591" y="116869"/>
                </a:lnTo>
                <a:lnTo>
                  <a:pt x="1063354" y="116942"/>
                </a:lnTo>
                <a:lnTo>
                  <a:pt x="1063116" y="117008"/>
                </a:lnTo>
                <a:lnTo>
                  <a:pt x="1062878" y="117068"/>
                </a:lnTo>
                <a:lnTo>
                  <a:pt x="1062638" y="117122"/>
                </a:lnTo>
                <a:lnTo>
                  <a:pt x="1062399" y="117169"/>
                </a:lnTo>
                <a:lnTo>
                  <a:pt x="1062158" y="117211"/>
                </a:lnTo>
                <a:lnTo>
                  <a:pt x="1061917" y="117245"/>
                </a:lnTo>
                <a:lnTo>
                  <a:pt x="1061675" y="117274"/>
                </a:lnTo>
                <a:lnTo>
                  <a:pt x="1061433" y="117296"/>
                </a:lnTo>
                <a:lnTo>
                  <a:pt x="1061190" y="117312"/>
                </a:lnTo>
                <a:lnTo>
                  <a:pt x="1060947" y="117321"/>
                </a:lnTo>
                <a:lnTo>
                  <a:pt x="1060703" y="117324"/>
                </a:lnTo>
                <a:lnTo>
                  <a:pt x="1060409" y="117320"/>
                </a:lnTo>
                <a:lnTo>
                  <a:pt x="1060119" y="117305"/>
                </a:lnTo>
                <a:lnTo>
                  <a:pt x="1059834" y="117282"/>
                </a:lnTo>
                <a:lnTo>
                  <a:pt x="1059553" y="117248"/>
                </a:lnTo>
                <a:lnTo>
                  <a:pt x="1059277" y="117205"/>
                </a:lnTo>
                <a:lnTo>
                  <a:pt x="1059006" y="117153"/>
                </a:lnTo>
                <a:lnTo>
                  <a:pt x="1058738" y="117091"/>
                </a:lnTo>
                <a:lnTo>
                  <a:pt x="1058476" y="117019"/>
                </a:lnTo>
                <a:lnTo>
                  <a:pt x="1058217" y="116938"/>
                </a:lnTo>
                <a:lnTo>
                  <a:pt x="1057964" y="116847"/>
                </a:lnTo>
                <a:lnTo>
                  <a:pt x="1057714" y="116747"/>
                </a:lnTo>
                <a:lnTo>
                  <a:pt x="1057470" y="116637"/>
                </a:lnTo>
                <a:lnTo>
                  <a:pt x="1057229" y="116518"/>
                </a:lnTo>
                <a:lnTo>
                  <a:pt x="1056993" y="116389"/>
                </a:lnTo>
                <a:lnTo>
                  <a:pt x="1056762" y="116250"/>
                </a:lnTo>
                <a:lnTo>
                  <a:pt x="1056535" y="116102"/>
                </a:lnTo>
                <a:lnTo>
                  <a:pt x="1056313" y="115945"/>
                </a:lnTo>
                <a:lnTo>
                  <a:pt x="1056095" y="115778"/>
                </a:lnTo>
                <a:lnTo>
                  <a:pt x="1055881" y="115601"/>
                </a:lnTo>
                <a:lnTo>
                  <a:pt x="1055672" y="115415"/>
                </a:lnTo>
                <a:lnTo>
                  <a:pt x="1055468" y="115219"/>
                </a:lnTo>
                <a:lnTo>
                  <a:pt x="1055268" y="115014"/>
                </a:lnTo>
                <a:lnTo>
                  <a:pt x="1055072" y="114799"/>
                </a:lnTo>
                <a:lnTo>
                  <a:pt x="1054881" y="114575"/>
                </a:lnTo>
                <a:lnTo>
                  <a:pt x="1054696" y="114336"/>
                </a:lnTo>
                <a:lnTo>
                  <a:pt x="1054519" y="114080"/>
                </a:lnTo>
                <a:lnTo>
                  <a:pt x="1054350" y="113806"/>
                </a:lnTo>
                <a:lnTo>
                  <a:pt x="1054188" y="113514"/>
                </a:lnTo>
                <a:lnTo>
                  <a:pt x="1054035" y="113204"/>
                </a:lnTo>
                <a:lnTo>
                  <a:pt x="1053889" y="112877"/>
                </a:lnTo>
                <a:lnTo>
                  <a:pt x="1053752" y="112531"/>
                </a:lnTo>
                <a:lnTo>
                  <a:pt x="1053622" y="112167"/>
                </a:lnTo>
                <a:lnTo>
                  <a:pt x="1053500" y="111786"/>
                </a:lnTo>
                <a:lnTo>
                  <a:pt x="1053386" y="111387"/>
                </a:lnTo>
                <a:lnTo>
                  <a:pt x="1053279" y="110970"/>
                </a:lnTo>
                <a:lnTo>
                  <a:pt x="1053181" y="110535"/>
                </a:lnTo>
                <a:lnTo>
                  <a:pt x="1053091" y="110082"/>
                </a:lnTo>
                <a:lnTo>
                  <a:pt x="1053008" y="109611"/>
                </a:lnTo>
                <a:lnTo>
                  <a:pt x="1052933" y="109122"/>
                </a:lnTo>
                <a:lnTo>
                  <a:pt x="1052866" y="108616"/>
                </a:lnTo>
                <a:lnTo>
                  <a:pt x="1052807" y="108091"/>
                </a:lnTo>
                <a:lnTo>
                  <a:pt x="1052756" y="107549"/>
                </a:lnTo>
                <a:lnTo>
                  <a:pt x="1052713" y="106989"/>
                </a:lnTo>
                <a:lnTo>
                  <a:pt x="1052677" y="106411"/>
                </a:lnTo>
                <a:lnTo>
                  <a:pt x="1052650" y="105815"/>
                </a:lnTo>
                <a:lnTo>
                  <a:pt x="1052630" y="105201"/>
                </a:lnTo>
                <a:lnTo>
                  <a:pt x="1052618" y="104570"/>
                </a:lnTo>
                <a:lnTo>
                  <a:pt x="1052614" y="103920"/>
                </a:lnTo>
                <a:lnTo>
                  <a:pt x="1052614" y="51196"/>
                </a:lnTo>
                <a:lnTo>
                  <a:pt x="1071635" y="51196"/>
                </a:lnTo>
                <a:lnTo>
                  <a:pt x="1071635" y="44974"/>
                </a:lnTo>
                <a:lnTo>
                  <a:pt x="1052614" y="44974"/>
                </a:lnTo>
                <a:lnTo>
                  <a:pt x="1052614" y="18132"/>
                </a:lnTo>
                <a:lnTo>
                  <a:pt x="1049859" y="18132"/>
                </a:lnTo>
                <a:lnTo>
                  <a:pt x="1049558" y="18873"/>
                </a:lnTo>
                <a:lnTo>
                  <a:pt x="1049263" y="19594"/>
                </a:lnTo>
                <a:lnTo>
                  <a:pt x="1048973" y="20295"/>
                </a:lnTo>
                <a:close/>
                <a:moveTo>
                  <a:pt x="1164061" y="55578"/>
                </a:moveTo>
                <a:lnTo>
                  <a:pt x="1164344" y="55478"/>
                </a:lnTo>
                <a:lnTo>
                  <a:pt x="1164624" y="55384"/>
                </a:lnTo>
                <a:lnTo>
                  <a:pt x="1164902" y="55294"/>
                </a:lnTo>
                <a:lnTo>
                  <a:pt x="1165177" y="55208"/>
                </a:lnTo>
                <a:lnTo>
                  <a:pt x="1165450" y="55127"/>
                </a:lnTo>
                <a:lnTo>
                  <a:pt x="1165720" y="55051"/>
                </a:lnTo>
                <a:lnTo>
                  <a:pt x="1165988" y="54979"/>
                </a:lnTo>
                <a:lnTo>
                  <a:pt x="1166254" y="54913"/>
                </a:lnTo>
                <a:lnTo>
                  <a:pt x="1166517" y="54850"/>
                </a:lnTo>
                <a:lnTo>
                  <a:pt x="1166777" y="54792"/>
                </a:lnTo>
                <a:lnTo>
                  <a:pt x="1167035" y="54739"/>
                </a:lnTo>
                <a:lnTo>
                  <a:pt x="1167291" y="54691"/>
                </a:lnTo>
                <a:lnTo>
                  <a:pt x="1167544" y="54647"/>
                </a:lnTo>
                <a:lnTo>
                  <a:pt x="1167794" y="54608"/>
                </a:lnTo>
                <a:lnTo>
                  <a:pt x="1168042" y="54573"/>
                </a:lnTo>
                <a:lnTo>
                  <a:pt x="1168288" y="54543"/>
                </a:lnTo>
                <a:lnTo>
                  <a:pt x="1168531" y="54518"/>
                </a:lnTo>
                <a:lnTo>
                  <a:pt x="1168772" y="54497"/>
                </a:lnTo>
                <a:lnTo>
                  <a:pt x="1169010" y="54481"/>
                </a:lnTo>
                <a:lnTo>
                  <a:pt x="1169246" y="54469"/>
                </a:lnTo>
                <a:lnTo>
                  <a:pt x="1169479" y="54462"/>
                </a:lnTo>
                <a:lnTo>
                  <a:pt x="1169710" y="54460"/>
                </a:lnTo>
                <a:lnTo>
                  <a:pt x="1169901" y="54462"/>
                </a:lnTo>
                <a:lnTo>
                  <a:pt x="1170090" y="54468"/>
                </a:lnTo>
                <a:lnTo>
                  <a:pt x="1170276" y="54479"/>
                </a:lnTo>
                <a:lnTo>
                  <a:pt x="1170459" y="54494"/>
                </a:lnTo>
                <a:lnTo>
                  <a:pt x="1170640" y="54514"/>
                </a:lnTo>
                <a:lnTo>
                  <a:pt x="1170818" y="54537"/>
                </a:lnTo>
                <a:lnTo>
                  <a:pt x="1170994" y="54565"/>
                </a:lnTo>
                <a:lnTo>
                  <a:pt x="1171167" y="54598"/>
                </a:lnTo>
                <a:lnTo>
                  <a:pt x="1171337" y="54634"/>
                </a:lnTo>
                <a:lnTo>
                  <a:pt x="1171505" y="54675"/>
                </a:lnTo>
                <a:lnTo>
                  <a:pt x="1171670" y="54721"/>
                </a:lnTo>
                <a:lnTo>
                  <a:pt x="1171832" y="54770"/>
                </a:lnTo>
                <a:lnTo>
                  <a:pt x="1171992" y="54824"/>
                </a:lnTo>
                <a:lnTo>
                  <a:pt x="1172149" y="54882"/>
                </a:lnTo>
                <a:lnTo>
                  <a:pt x="1172304" y="54945"/>
                </a:lnTo>
                <a:lnTo>
                  <a:pt x="1172456" y="55012"/>
                </a:lnTo>
                <a:lnTo>
                  <a:pt x="1172605" y="55083"/>
                </a:lnTo>
                <a:lnTo>
                  <a:pt x="1172752" y="55158"/>
                </a:lnTo>
                <a:lnTo>
                  <a:pt x="1172896" y="55238"/>
                </a:lnTo>
                <a:lnTo>
                  <a:pt x="1173037" y="55322"/>
                </a:lnTo>
                <a:lnTo>
                  <a:pt x="1173176" y="55410"/>
                </a:lnTo>
                <a:lnTo>
                  <a:pt x="1173312" y="55503"/>
                </a:lnTo>
                <a:lnTo>
                  <a:pt x="1173446" y="55600"/>
                </a:lnTo>
                <a:lnTo>
                  <a:pt x="1173576" y="55701"/>
                </a:lnTo>
                <a:lnTo>
                  <a:pt x="1173704" y="55807"/>
                </a:lnTo>
                <a:lnTo>
                  <a:pt x="1173829" y="55918"/>
                </a:lnTo>
                <a:lnTo>
                  <a:pt x="1173950" y="56035"/>
                </a:lnTo>
                <a:lnTo>
                  <a:pt x="1174068" y="56156"/>
                </a:lnTo>
                <a:lnTo>
                  <a:pt x="1174182" y="56282"/>
                </a:lnTo>
                <a:lnTo>
                  <a:pt x="1174293" y="56414"/>
                </a:lnTo>
                <a:lnTo>
                  <a:pt x="1174401" y="56550"/>
                </a:lnTo>
                <a:lnTo>
                  <a:pt x="1174505" y="56692"/>
                </a:lnTo>
                <a:lnTo>
                  <a:pt x="1174606" y="56838"/>
                </a:lnTo>
                <a:lnTo>
                  <a:pt x="1174703" y="56990"/>
                </a:lnTo>
                <a:lnTo>
                  <a:pt x="1174797" y="57147"/>
                </a:lnTo>
                <a:lnTo>
                  <a:pt x="1174887" y="57309"/>
                </a:lnTo>
                <a:lnTo>
                  <a:pt x="1174975" y="57476"/>
                </a:lnTo>
                <a:lnTo>
                  <a:pt x="1175058" y="57648"/>
                </a:lnTo>
                <a:lnTo>
                  <a:pt x="1175139" y="57825"/>
                </a:lnTo>
                <a:lnTo>
                  <a:pt x="1175216" y="58007"/>
                </a:lnTo>
                <a:lnTo>
                  <a:pt x="1175289" y="58195"/>
                </a:lnTo>
                <a:lnTo>
                  <a:pt x="1175360" y="58387"/>
                </a:lnTo>
                <a:lnTo>
                  <a:pt x="1175426" y="58585"/>
                </a:lnTo>
                <a:lnTo>
                  <a:pt x="1175490" y="58787"/>
                </a:lnTo>
                <a:lnTo>
                  <a:pt x="1175550" y="58995"/>
                </a:lnTo>
                <a:lnTo>
                  <a:pt x="1175607" y="59208"/>
                </a:lnTo>
                <a:lnTo>
                  <a:pt x="1175660" y="59425"/>
                </a:lnTo>
                <a:lnTo>
                  <a:pt x="1175710" y="59648"/>
                </a:lnTo>
                <a:lnTo>
                  <a:pt x="1175757" y="59893"/>
                </a:lnTo>
                <a:lnTo>
                  <a:pt x="1175802" y="60178"/>
                </a:lnTo>
                <a:lnTo>
                  <a:pt x="1175845" y="60503"/>
                </a:lnTo>
                <a:lnTo>
                  <a:pt x="1175886" y="60868"/>
                </a:lnTo>
                <a:lnTo>
                  <a:pt x="1175925" y="61273"/>
                </a:lnTo>
                <a:lnTo>
                  <a:pt x="1175962" y="61718"/>
                </a:lnTo>
                <a:lnTo>
                  <a:pt x="1175998" y="62202"/>
                </a:lnTo>
                <a:lnTo>
                  <a:pt x="1176031" y="62726"/>
                </a:lnTo>
                <a:lnTo>
                  <a:pt x="1176062" y="63291"/>
                </a:lnTo>
                <a:lnTo>
                  <a:pt x="1176091" y="63895"/>
                </a:lnTo>
                <a:lnTo>
                  <a:pt x="1176118" y="64539"/>
                </a:lnTo>
                <a:lnTo>
                  <a:pt x="1176143" y="65223"/>
                </a:lnTo>
                <a:lnTo>
                  <a:pt x="1176166" y="65947"/>
                </a:lnTo>
                <a:lnTo>
                  <a:pt x="1176187" y="66710"/>
                </a:lnTo>
                <a:lnTo>
                  <a:pt x="1176206" y="67514"/>
                </a:lnTo>
                <a:lnTo>
                  <a:pt x="1176223" y="68358"/>
                </a:lnTo>
                <a:lnTo>
                  <a:pt x="1176238" y="69241"/>
                </a:lnTo>
                <a:lnTo>
                  <a:pt x="1176251" y="70164"/>
                </a:lnTo>
                <a:lnTo>
                  <a:pt x="1176262" y="71127"/>
                </a:lnTo>
                <a:lnTo>
                  <a:pt x="1176271" y="72130"/>
                </a:lnTo>
                <a:lnTo>
                  <a:pt x="1176278" y="73173"/>
                </a:lnTo>
                <a:lnTo>
                  <a:pt x="1176283" y="74256"/>
                </a:lnTo>
                <a:lnTo>
                  <a:pt x="1176286" y="75379"/>
                </a:lnTo>
                <a:lnTo>
                  <a:pt x="1176287" y="76541"/>
                </a:lnTo>
                <a:lnTo>
                  <a:pt x="1176287" y="108025"/>
                </a:lnTo>
                <a:lnTo>
                  <a:pt x="1176287" y="108607"/>
                </a:lnTo>
                <a:lnTo>
                  <a:pt x="1176284" y="109169"/>
                </a:lnTo>
                <a:lnTo>
                  <a:pt x="1176280" y="109711"/>
                </a:lnTo>
                <a:lnTo>
                  <a:pt x="1176275" y="110235"/>
                </a:lnTo>
                <a:lnTo>
                  <a:pt x="1176268" y="110739"/>
                </a:lnTo>
                <a:lnTo>
                  <a:pt x="1176260" y="111223"/>
                </a:lnTo>
                <a:lnTo>
                  <a:pt x="1176250" y="111688"/>
                </a:lnTo>
                <a:lnTo>
                  <a:pt x="1176238" y="112134"/>
                </a:lnTo>
                <a:lnTo>
                  <a:pt x="1176225" y="112560"/>
                </a:lnTo>
                <a:lnTo>
                  <a:pt x="1176210" y="112967"/>
                </a:lnTo>
                <a:lnTo>
                  <a:pt x="1176194" y="113355"/>
                </a:lnTo>
                <a:lnTo>
                  <a:pt x="1176176" y="113723"/>
                </a:lnTo>
                <a:lnTo>
                  <a:pt x="1176157" y="114071"/>
                </a:lnTo>
                <a:lnTo>
                  <a:pt x="1176136" y="114401"/>
                </a:lnTo>
                <a:lnTo>
                  <a:pt x="1176114" y="114711"/>
                </a:lnTo>
                <a:lnTo>
                  <a:pt x="1176090" y="115001"/>
                </a:lnTo>
                <a:lnTo>
                  <a:pt x="1176064" y="115272"/>
                </a:lnTo>
                <a:lnTo>
                  <a:pt x="1176037" y="115524"/>
                </a:lnTo>
                <a:lnTo>
                  <a:pt x="1176009" y="115756"/>
                </a:lnTo>
                <a:lnTo>
                  <a:pt x="1175979" y="115969"/>
                </a:lnTo>
                <a:lnTo>
                  <a:pt x="1175947" y="116163"/>
                </a:lnTo>
                <a:lnTo>
                  <a:pt x="1175914" y="116337"/>
                </a:lnTo>
                <a:lnTo>
                  <a:pt x="1175879" y="116492"/>
                </a:lnTo>
                <a:lnTo>
                  <a:pt x="1175843" y="116627"/>
                </a:lnTo>
                <a:lnTo>
                  <a:pt x="1175767" y="116883"/>
                </a:lnTo>
                <a:lnTo>
                  <a:pt x="1175686" y="117133"/>
                </a:lnTo>
                <a:lnTo>
                  <a:pt x="1175600" y="117377"/>
                </a:lnTo>
                <a:lnTo>
                  <a:pt x="1175510" y="117616"/>
                </a:lnTo>
                <a:lnTo>
                  <a:pt x="1175415" y="117848"/>
                </a:lnTo>
                <a:lnTo>
                  <a:pt x="1175315" y="118075"/>
                </a:lnTo>
                <a:lnTo>
                  <a:pt x="1175211" y="118295"/>
                </a:lnTo>
                <a:lnTo>
                  <a:pt x="1175102" y="118510"/>
                </a:lnTo>
                <a:lnTo>
                  <a:pt x="1174989" y="118719"/>
                </a:lnTo>
                <a:lnTo>
                  <a:pt x="1174871" y="118922"/>
                </a:lnTo>
                <a:lnTo>
                  <a:pt x="1174748" y="119120"/>
                </a:lnTo>
                <a:lnTo>
                  <a:pt x="1174621" y="119311"/>
                </a:lnTo>
                <a:lnTo>
                  <a:pt x="1174489" y="119497"/>
                </a:lnTo>
                <a:lnTo>
                  <a:pt x="1174352" y="119676"/>
                </a:lnTo>
                <a:lnTo>
                  <a:pt x="1174211" y="119850"/>
                </a:lnTo>
                <a:lnTo>
                  <a:pt x="1174065" y="120018"/>
                </a:lnTo>
                <a:lnTo>
                  <a:pt x="1173915" y="120181"/>
                </a:lnTo>
                <a:lnTo>
                  <a:pt x="1173760" y="120337"/>
                </a:lnTo>
                <a:lnTo>
                  <a:pt x="1173600" y="120487"/>
                </a:lnTo>
                <a:lnTo>
                  <a:pt x="1173436" y="120632"/>
                </a:lnTo>
                <a:lnTo>
                  <a:pt x="1173267" y="120771"/>
                </a:lnTo>
                <a:lnTo>
                  <a:pt x="1173093" y="120904"/>
                </a:lnTo>
                <a:lnTo>
                  <a:pt x="1172915" y="121031"/>
                </a:lnTo>
                <a:lnTo>
                  <a:pt x="1172732" y="121152"/>
                </a:lnTo>
                <a:lnTo>
                  <a:pt x="1172475" y="121311"/>
                </a:lnTo>
                <a:lnTo>
                  <a:pt x="1172206" y="121463"/>
                </a:lnTo>
                <a:lnTo>
                  <a:pt x="1171927" y="121609"/>
                </a:lnTo>
                <a:lnTo>
                  <a:pt x="1171636" y="121748"/>
                </a:lnTo>
                <a:lnTo>
                  <a:pt x="1171334" y="121880"/>
                </a:lnTo>
                <a:lnTo>
                  <a:pt x="1171021" y="122005"/>
                </a:lnTo>
                <a:lnTo>
                  <a:pt x="1170697" y="122124"/>
                </a:lnTo>
                <a:lnTo>
                  <a:pt x="1170362" y="122235"/>
                </a:lnTo>
                <a:lnTo>
                  <a:pt x="1170016" y="122340"/>
                </a:lnTo>
                <a:lnTo>
                  <a:pt x="1169658" y="122438"/>
                </a:lnTo>
                <a:lnTo>
                  <a:pt x="1169290" y="122530"/>
                </a:lnTo>
                <a:lnTo>
                  <a:pt x="1168910" y="122614"/>
                </a:lnTo>
                <a:lnTo>
                  <a:pt x="1168519" y="122692"/>
                </a:lnTo>
                <a:lnTo>
                  <a:pt x="1168118" y="122763"/>
                </a:lnTo>
                <a:lnTo>
                  <a:pt x="1167705" y="122828"/>
                </a:lnTo>
                <a:lnTo>
                  <a:pt x="1167281" y="122885"/>
                </a:lnTo>
                <a:lnTo>
                  <a:pt x="1166846" y="122936"/>
                </a:lnTo>
                <a:lnTo>
                  <a:pt x="1166399" y="122980"/>
                </a:lnTo>
                <a:lnTo>
                  <a:pt x="1165942" y="123017"/>
                </a:lnTo>
                <a:lnTo>
                  <a:pt x="1165473" y="123048"/>
                </a:lnTo>
                <a:lnTo>
                  <a:pt x="1164994" y="123071"/>
                </a:lnTo>
                <a:lnTo>
                  <a:pt x="1164503" y="123088"/>
                </a:lnTo>
                <a:lnTo>
                  <a:pt x="1164001" y="123098"/>
                </a:lnTo>
                <a:lnTo>
                  <a:pt x="1163488" y="123102"/>
                </a:lnTo>
                <a:lnTo>
                  <a:pt x="1163488" y="126390"/>
                </a:lnTo>
                <a:lnTo>
                  <a:pt x="1205174" y="126390"/>
                </a:lnTo>
                <a:lnTo>
                  <a:pt x="1205174" y="123102"/>
                </a:lnTo>
                <a:lnTo>
                  <a:pt x="1204719" y="123099"/>
                </a:lnTo>
                <a:lnTo>
                  <a:pt x="1204274" y="123091"/>
                </a:lnTo>
                <a:lnTo>
                  <a:pt x="1203837" y="123077"/>
                </a:lnTo>
                <a:lnTo>
                  <a:pt x="1203409" y="123058"/>
                </a:lnTo>
                <a:lnTo>
                  <a:pt x="1202990" y="123033"/>
                </a:lnTo>
                <a:lnTo>
                  <a:pt x="1202580" y="123002"/>
                </a:lnTo>
                <a:lnTo>
                  <a:pt x="1202179" y="122966"/>
                </a:lnTo>
                <a:lnTo>
                  <a:pt x="1201787" y="122925"/>
                </a:lnTo>
                <a:lnTo>
                  <a:pt x="1201404" y="122878"/>
                </a:lnTo>
                <a:lnTo>
                  <a:pt x="1201029" y="122825"/>
                </a:lnTo>
                <a:lnTo>
                  <a:pt x="1200664" y="122767"/>
                </a:lnTo>
                <a:lnTo>
                  <a:pt x="1200308" y="122703"/>
                </a:lnTo>
                <a:lnTo>
                  <a:pt x="1199960" y="122634"/>
                </a:lnTo>
                <a:lnTo>
                  <a:pt x="1199622" y="122559"/>
                </a:lnTo>
                <a:lnTo>
                  <a:pt x="1199293" y="122479"/>
                </a:lnTo>
                <a:lnTo>
                  <a:pt x="1198972" y="122393"/>
                </a:lnTo>
                <a:lnTo>
                  <a:pt x="1198661" y="122302"/>
                </a:lnTo>
                <a:lnTo>
                  <a:pt x="1198358" y="122205"/>
                </a:lnTo>
                <a:lnTo>
                  <a:pt x="1198064" y="122103"/>
                </a:lnTo>
                <a:lnTo>
                  <a:pt x="1197780" y="121995"/>
                </a:lnTo>
                <a:lnTo>
                  <a:pt x="1197504" y="121881"/>
                </a:lnTo>
                <a:lnTo>
                  <a:pt x="1197237" y="121762"/>
                </a:lnTo>
                <a:lnTo>
                  <a:pt x="1196979" y="121638"/>
                </a:lnTo>
                <a:lnTo>
                  <a:pt x="1196730" y="121508"/>
                </a:lnTo>
                <a:lnTo>
                  <a:pt x="1196489" y="121373"/>
                </a:lnTo>
                <a:lnTo>
                  <a:pt x="1196254" y="121236"/>
                </a:lnTo>
                <a:lnTo>
                  <a:pt x="1196025" y="121096"/>
                </a:lnTo>
                <a:lnTo>
                  <a:pt x="1195802" y="120953"/>
                </a:lnTo>
                <a:lnTo>
                  <a:pt x="1195585" y="120807"/>
                </a:lnTo>
                <a:lnTo>
                  <a:pt x="1195375" y="120659"/>
                </a:lnTo>
                <a:lnTo>
                  <a:pt x="1195171" y="120508"/>
                </a:lnTo>
                <a:lnTo>
                  <a:pt x="1194972" y="120354"/>
                </a:lnTo>
                <a:lnTo>
                  <a:pt x="1194780" y="120198"/>
                </a:lnTo>
                <a:lnTo>
                  <a:pt x="1194595" y="120038"/>
                </a:lnTo>
                <a:lnTo>
                  <a:pt x="1194415" y="119876"/>
                </a:lnTo>
                <a:lnTo>
                  <a:pt x="1194242" y="119711"/>
                </a:lnTo>
                <a:lnTo>
                  <a:pt x="1194074" y="119543"/>
                </a:lnTo>
                <a:lnTo>
                  <a:pt x="1193913" y="119373"/>
                </a:lnTo>
                <a:lnTo>
                  <a:pt x="1193758" y="119200"/>
                </a:lnTo>
                <a:lnTo>
                  <a:pt x="1193610" y="119024"/>
                </a:lnTo>
                <a:lnTo>
                  <a:pt x="1193467" y="118845"/>
                </a:lnTo>
                <a:lnTo>
                  <a:pt x="1193331" y="118663"/>
                </a:lnTo>
                <a:lnTo>
                  <a:pt x="1193200" y="118479"/>
                </a:lnTo>
                <a:lnTo>
                  <a:pt x="1193076" y="118292"/>
                </a:lnTo>
                <a:lnTo>
                  <a:pt x="1192958" y="118102"/>
                </a:lnTo>
                <a:lnTo>
                  <a:pt x="1192847" y="117910"/>
                </a:lnTo>
                <a:lnTo>
                  <a:pt x="1192741" y="117714"/>
                </a:lnTo>
                <a:lnTo>
                  <a:pt x="1192642" y="117516"/>
                </a:lnTo>
                <a:lnTo>
                  <a:pt x="1192504" y="117222"/>
                </a:lnTo>
                <a:lnTo>
                  <a:pt x="1192372" y="116917"/>
                </a:lnTo>
                <a:lnTo>
                  <a:pt x="1192246" y="116600"/>
                </a:lnTo>
                <a:lnTo>
                  <a:pt x="1192126" y="116272"/>
                </a:lnTo>
                <a:lnTo>
                  <a:pt x="1192011" y="115933"/>
                </a:lnTo>
                <a:lnTo>
                  <a:pt x="1191903" y="115582"/>
                </a:lnTo>
                <a:lnTo>
                  <a:pt x="1191800" y="115220"/>
                </a:lnTo>
                <a:lnTo>
                  <a:pt x="1191704" y="114847"/>
                </a:lnTo>
                <a:lnTo>
                  <a:pt x="1191613" y="114462"/>
                </a:lnTo>
                <a:lnTo>
                  <a:pt x="1191528" y="114065"/>
                </a:lnTo>
                <a:lnTo>
                  <a:pt x="1191448" y="113658"/>
                </a:lnTo>
                <a:lnTo>
                  <a:pt x="1191375" y="113239"/>
                </a:lnTo>
                <a:lnTo>
                  <a:pt x="1191308" y="112808"/>
                </a:lnTo>
                <a:lnTo>
                  <a:pt x="1191246" y="112366"/>
                </a:lnTo>
                <a:lnTo>
                  <a:pt x="1191190" y="111913"/>
                </a:lnTo>
                <a:lnTo>
                  <a:pt x="1191141" y="111449"/>
                </a:lnTo>
                <a:lnTo>
                  <a:pt x="1191097" y="110973"/>
                </a:lnTo>
                <a:lnTo>
                  <a:pt x="1191058" y="110485"/>
                </a:lnTo>
                <a:lnTo>
                  <a:pt x="1191026" y="109987"/>
                </a:lnTo>
                <a:lnTo>
                  <a:pt x="1191000" y="109477"/>
                </a:lnTo>
                <a:lnTo>
                  <a:pt x="1190979" y="108955"/>
                </a:lnTo>
                <a:lnTo>
                  <a:pt x="1190965" y="108422"/>
                </a:lnTo>
                <a:lnTo>
                  <a:pt x="1190956" y="107878"/>
                </a:lnTo>
                <a:lnTo>
                  <a:pt x="1190953" y="107322"/>
                </a:lnTo>
                <a:lnTo>
                  <a:pt x="1190953" y="68403"/>
                </a:lnTo>
                <a:lnTo>
                  <a:pt x="1191308" y="67717"/>
                </a:lnTo>
                <a:lnTo>
                  <a:pt x="1191662" y="67047"/>
                </a:lnTo>
                <a:lnTo>
                  <a:pt x="1192015" y="66393"/>
                </a:lnTo>
                <a:lnTo>
                  <a:pt x="1192368" y="65756"/>
                </a:lnTo>
                <a:lnTo>
                  <a:pt x="1192719" y="65135"/>
                </a:lnTo>
                <a:lnTo>
                  <a:pt x="1193069" y="64530"/>
                </a:lnTo>
                <a:lnTo>
                  <a:pt x="1193419" y="63942"/>
                </a:lnTo>
                <a:lnTo>
                  <a:pt x="1193768" y="63370"/>
                </a:lnTo>
                <a:lnTo>
                  <a:pt x="1194115" y="62814"/>
                </a:lnTo>
                <a:lnTo>
                  <a:pt x="1194462" y="62275"/>
                </a:lnTo>
                <a:lnTo>
                  <a:pt x="1194808" y="61752"/>
                </a:lnTo>
                <a:lnTo>
                  <a:pt x="1195153" y="61245"/>
                </a:lnTo>
                <a:lnTo>
                  <a:pt x="1195497" y="60754"/>
                </a:lnTo>
                <a:lnTo>
                  <a:pt x="1195840" y="60280"/>
                </a:lnTo>
                <a:lnTo>
                  <a:pt x="1196182" y="59822"/>
                </a:lnTo>
                <a:lnTo>
                  <a:pt x="1196523" y="59380"/>
                </a:lnTo>
                <a:lnTo>
                  <a:pt x="1196863" y="58955"/>
                </a:lnTo>
                <a:lnTo>
                  <a:pt x="1197202" y="58546"/>
                </a:lnTo>
                <a:lnTo>
                  <a:pt x="1197541" y="58153"/>
                </a:lnTo>
                <a:lnTo>
                  <a:pt x="1197878" y="57777"/>
                </a:lnTo>
                <a:lnTo>
                  <a:pt x="1198215" y="57417"/>
                </a:lnTo>
                <a:lnTo>
                  <a:pt x="1198551" y="57073"/>
                </a:lnTo>
                <a:lnTo>
                  <a:pt x="1198885" y="56746"/>
                </a:lnTo>
                <a:lnTo>
                  <a:pt x="1199219" y="56435"/>
                </a:lnTo>
                <a:lnTo>
                  <a:pt x="1199374" y="56290"/>
                </a:lnTo>
                <a:lnTo>
                  <a:pt x="1199528" y="56152"/>
                </a:lnTo>
                <a:lnTo>
                  <a:pt x="1199681" y="56019"/>
                </a:lnTo>
                <a:lnTo>
                  <a:pt x="1199834" y="55893"/>
                </a:lnTo>
                <a:lnTo>
                  <a:pt x="1199985" y="55773"/>
                </a:lnTo>
                <a:lnTo>
                  <a:pt x="1200136" y="55659"/>
                </a:lnTo>
                <a:lnTo>
                  <a:pt x="1200285" y="55552"/>
                </a:lnTo>
                <a:lnTo>
                  <a:pt x="1200434" y="55450"/>
                </a:lnTo>
                <a:lnTo>
                  <a:pt x="1200581" y="55355"/>
                </a:lnTo>
                <a:lnTo>
                  <a:pt x="1200728" y="55266"/>
                </a:lnTo>
                <a:lnTo>
                  <a:pt x="1200874" y="55182"/>
                </a:lnTo>
                <a:lnTo>
                  <a:pt x="1201019" y="55106"/>
                </a:lnTo>
                <a:lnTo>
                  <a:pt x="1201163" y="55035"/>
                </a:lnTo>
                <a:lnTo>
                  <a:pt x="1201306" y="54970"/>
                </a:lnTo>
                <a:lnTo>
                  <a:pt x="1201448" y="54912"/>
                </a:lnTo>
                <a:lnTo>
                  <a:pt x="1201589" y="54859"/>
                </a:lnTo>
                <a:lnTo>
                  <a:pt x="1201729" y="54813"/>
                </a:lnTo>
                <a:lnTo>
                  <a:pt x="1201869" y="54773"/>
                </a:lnTo>
                <a:lnTo>
                  <a:pt x="1202007" y="54739"/>
                </a:lnTo>
                <a:lnTo>
                  <a:pt x="1202145" y="54712"/>
                </a:lnTo>
                <a:lnTo>
                  <a:pt x="1202281" y="54690"/>
                </a:lnTo>
                <a:lnTo>
                  <a:pt x="1202417" y="54675"/>
                </a:lnTo>
                <a:lnTo>
                  <a:pt x="1202552" y="54666"/>
                </a:lnTo>
                <a:lnTo>
                  <a:pt x="1202685" y="54663"/>
                </a:lnTo>
                <a:lnTo>
                  <a:pt x="1202844" y="54668"/>
                </a:lnTo>
                <a:lnTo>
                  <a:pt x="1203010" y="54684"/>
                </a:lnTo>
                <a:lnTo>
                  <a:pt x="1203183" y="54710"/>
                </a:lnTo>
                <a:lnTo>
                  <a:pt x="1203363" y="54748"/>
                </a:lnTo>
                <a:lnTo>
                  <a:pt x="1203550" y="54796"/>
                </a:lnTo>
                <a:lnTo>
                  <a:pt x="1203744" y="54854"/>
                </a:lnTo>
                <a:lnTo>
                  <a:pt x="1203944" y="54923"/>
                </a:lnTo>
                <a:lnTo>
                  <a:pt x="1204152" y="55003"/>
                </a:lnTo>
                <a:lnTo>
                  <a:pt x="1204367" y="55094"/>
                </a:lnTo>
                <a:lnTo>
                  <a:pt x="1204588" y="55195"/>
                </a:lnTo>
                <a:lnTo>
                  <a:pt x="1204816" y="55307"/>
                </a:lnTo>
                <a:lnTo>
                  <a:pt x="1205052" y="55429"/>
                </a:lnTo>
                <a:lnTo>
                  <a:pt x="1205294" y="55562"/>
                </a:lnTo>
                <a:lnTo>
                  <a:pt x="1205544" y="55706"/>
                </a:lnTo>
                <a:lnTo>
                  <a:pt x="1205800" y="55860"/>
                </a:lnTo>
                <a:lnTo>
                  <a:pt x="1206063" y="56025"/>
                </a:lnTo>
                <a:lnTo>
                  <a:pt x="1206333" y="56201"/>
                </a:lnTo>
                <a:lnTo>
                  <a:pt x="1206610" y="56387"/>
                </a:lnTo>
                <a:lnTo>
                  <a:pt x="1206894" y="56584"/>
                </a:lnTo>
                <a:lnTo>
                  <a:pt x="1207185" y="56792"/>
                </a:lnTo>
                <a:lnTo>
                  <a:pt x="1207483" y="57010"/>
                </a:lnTo>
                <a:lnTo>
                  <a:pt x="1207788" y="57239"/>
                </a:lnTo>
                <a:lnTo>
                  <a:pt x="1208100" y="57479"/>
                </a:lnTo>
                <a:lnTo>
                  <a:pt x="1208418" y="57729"/>
                </a:lnTo>
                <a:lnTo>
                  <a:pt x="1208739" y="57979"/>
                </a:lnTo>
                <a:lnTo>
                  <a:pt x="1209057" y="58219"/>
                </a:lnTo>
                <a:lnTo>
                  <a:pt x="1209373" y="58448"/>
                </a:lnTo>
                <a:lnTo>
                  <a:pt x="1209686" y="58666"/>
                </a:lnTo>
                <a:lnTo>
                  <a:pt x="1209997" y="58874"/>
                </a:lnTo>
                <a:lnTo>
                  <a:pt x="1210304" y="59071"/>
                </a:lnTo>
                <a:lnTo>
                  <a:pt x="1210609" y="59257"/>
                </a:lnTo>
                <a:lnTo>
                  <a:pt x="1210912" y="59433"/>
                </a:lnTo>
                <a:lnTo>
                  <a:pt x="1211212" y="59598"/>
                </a:lnTo>
                <a:lnTo>
                  <a:pt x="1211509" y="59752"/>
                </a:lnTo>
                <a:lnTo>
                  <a:pt x="1211804" y="59896"/>
                </a:lnTo>
                <a:lnTo>
                  <a:pt x="1212096" y="60029"/>
                </a:lnTo>
                <a:lnTo>
                  <a:pt x="1212385" y="60151"/>
                </a:lnTo>
                <a:lnTo>
                  <a:pt x="1212672" y="60263"/>
                </a:lnTo>
                <a:lnTo>
                  <a:pt x="1212956" y="60364"/>
                </a:lnTo>
                <a:lnTo>
                  <a:pt x="1213238" y="60455"/>
                </a:lnTo>
                <a:lnTo>
                  <a:pt x="1213517" y="60535"/>
                </a:lnTo>
                <a:lnTo>
                  <a:pt x="1213793" y="60604"/>
                </a:lnTo>
                <a:lnTo>
                  <a:pt x="1214067" y="60662"/>
                </a:lnTo>
                <a:lnTo>
                  <a:pt x="1214338" y="60710"/>
                </a:lnTo>
                <a:lnTo>
                  <a:pt x="1214606" y="60748"/>
                </a:lnTo>
                <a:lnTo>
                  <a:pt x="1214872" y="60774"/>
                </a:lnTo>
                <a:lnTo>
                  <a:pt x="1215135" y="60790"/>
                </a:lnTo>
                <a:lnTo>
                  <a:pt x="1215396" y="60795"/>
                </a:lnTo>
                <a:lnTo>
                  <a:pt x="1215661" y="60791"/>
                </a:lnTo>
                <a:lnTo>
                  <a:pt x="1215923" y="60779"/>
                </a:lnTo>
                <a:lnTo>
                  <a:pt x="1216182" y="60758"/>
                </a:lnTo>
                <a:lnTo>
                  <a:pt x="1216437" y="60729"/>
                </a:lnTo>
                <a:lnTo>
                  <a:pt x="1216690" y="60691"/>
                </a:lnTo>
                <a:lnTo>
                  <a:pt x="1216940" y="60645"/>
                </a:lnTo>
                <a:lnTo>
                  <a:pt x="1217186" y="60591"/>
                </a:lnTo>
                <a:lnTo>
                  <a:pt x="1217430" y="60529"/>
                </a:lnTo>
                <a:lnTo>
                  <a:pt x="1217670" y="60458"/>
                </a:lnTo>
                <a:lnTo>
                  <a:pt x="1217908" y="60379"/>
                </a:lnTo>
                <a:lnTo>
                  <a:pt x="1218142" y="60291"/>
                </a:lnTo>
                <a:lnTo>
                  <a:pt x="1218373" y="60195"/>
                </a:lnTo>
                <a:lnTo>
                  <a:pt x="1218601" y="60091"/>
                </a:lnTo>
                <a:lnTo>
                  <a:pt x="1218826" y="59979"/>
                </a:lnTo>
                <a:lnTo>
                  <a:pt x="1219048" y="59858"/>
                </a:lnTo>
                <a:lnTo>
                  <a:pt x="1219267" y="59729"/>
                </a:lnTo>
                <a:lnTo>
                  <a:pt x="1219483" y="59591"/>
                </a:lnTo>
                <a:lnTo>
                  <a:pt x="1219695" y="59446"/>
                </a:lnTo>
                <a:lnTo>
                  <a:pt x="1219905" y="59291"/>
                </a:lnTo>
                <a:lnTo>
                  <a:pt x="1220111" y="59129"/>
                </a:lnTo>
                <a:lnTo>
                  <a:pt x="1220315" y="58958"/>
                </a:lnTo>
                <a:lnTo>
                  <a:pt x="1220515" y="58779"/>
                </a:lnTo>
                <a:lnTo>
                  <a:pt x="1220712" y="58591"/>
                </a:lnTo>
                <a:lnTo>
                  <a:pt x="1220906" y="58396"/>
                </a:lnTo>
                <a:lnTo>
                  <a:pt x="1221095" y="58194"/>
                </a:lnTo>
                <a:lnTo>
                  <a:pt x="1221275" y="57988"/>
                </a:lnTo>
                <a:lnTo>
                  <a:pt x="1221448" y="57779"/>
                </a:lnTo>
                <a:lnTo>
                  <a:pt x="1221612" y="57566"/>
                </a:lnTo>
                <a:lnTo>
                  <a:pt x="1221769" y="57349"/>
                </a:lnTo>
                <a:lnTo>
                  <a:pt x="1221917" y="57129"/>
                </a:lnTo>
                <a:lnTo>
                  <a:pt x="1222058" y="56905"/>
                </a:lnTo>
                <a:lnTo>
                  <a:pt x="1222190" y="56677"/>
                </a:lnTo>
                <a:lnTo>
                  <a:pt x="1222314" y="56446"/>
                </a:lnTo>
                <a:lnTo>
                  <a:pt x="1222431" y="56211"/>
                </a:lnTo>
                <a:lnTo>
                  <a:pt x="1222539" y="55972"/>
                </a:lnTo>
                <a:lnTo>
                  <a:pt x="1222639" y="55729"/>
                </a:lnTo>
                <a:lnTo>
                  <a:pt x="1222732" y="55483"/>
                </a:lnTo>
                <a:lnTo>
                  <a:pt x="1222816" y="55233"/>
                </a:lnTo>
                <a:lnTo>
                  <a:pt x="1222892" y="54979"/>
                </a:lnTo>
                <a:lnTo>
                  <a:pt x="1222960" y="54722"/>
                </a:lnTo>
                <a:lnTo>
                  <a:pt x="1223021" y="54461"/>
                </a:lnTo>
                <a:lnTo>
                  <a:pt x="1223073" y="54196"/>
                </a:lnTo>
                <a:lnTo>
                  <a:pt x="1223117" y="53927"/>
                </a:lnTo>
                <a:lnTo>
                  <a:pt x="1223153" y="53655"/>
                </a:lnTo>
                <a:lnTo>
                  <a:pt x="1223181" y="53379"/>
                </a:lnTo>
                <a:lnTo>
                  <a:pt x="1223201" y="53100"/>
                </a:lnTo>
                <a:lnTo>
                  <a:pt x="1223213" y="52816"/>
                </a:lnTo>
                <a:lnTo>
                  <a:pt x="1223217" y="52529"/>
                </a:lnTo>
                <a:lnTo>
                  <a:pt x="1223212" y="52205"/>
                </a:lnTo>
                <a:lnTo>
                  <a:pt x="1223195" y="51884"/>
                </a:lnTo>
                <a:lnTo>
                  <a:pt x="1223167" y="51566"/>
                </a:lnTo>
                <a:lnTo>
                  <a:pt x="1223128" y="51252"/>
                </a:lnTo>
                <a:lnTo>
                  <a:pt x="1223078" y="50940"/>
                </a:lnTo>
                <a:lnTo>
                  <a:pt x="1223017" y="50632"/>
                </a:lnTo>
                <a:lnTo>
                  <a:pt x="1222945" y="50327"/>
                </a:lnTo>
                <a:lnTo>
                  <a:pt x="1222862" y="50026"/>
                </a:lnTo>
                <a:lnTo>
                  <a:pt x="1222767" y="49728"/>
                </a:lnTo>
                <a:lnTo>
                  <a:pt x="1222662" y="49432"/>
                </a:lnTo>
                <a:lnTo>
                  <a:pt x="1222545" y="49141"/>
                </a:lnTo>
                <a:lnTo>
                  <a:pt x="1222417" y="48852"/>
                </a:lnTo>
                <a:lnTo>
                  <a:pt x="1222278" y="48566"/>
                </a:lnTo>
                <a:lnTo>
                  <a:pt x="1222128" y="48284"/>
                </a:lnTo>
                <a:lnTo>
                  <a:pt x="1221967" y="48005"/>
                </a:lnTo>
                <a:lnTo>
                  <a:pt x="1221795" y="47730"/>
                </a:lnTo>
                <a:lnTo>
                  <a:pt x="1221612" y="47457"/>
                </a:lnTo>
                <a:lnTo>
                  <a:pt x="1221417" y="47188"/>
                </a:lnTo>
                <a:lnTo>
                  <a:pt x="1221212" y="46922"/>
                </a:lnTo>
                <a:lnTo>
                  <a:pt x="1220995" y="46659"/>
                </a:lnTo>
                <a:lnTo>
                  <a:pt x="1220767" y="46400"/>
                </a:lnTo>
                <a:lnTo>
                  <a:pt x="1220529" y="46144"/>
                </a:lnTo>
                <a:lnTo>
                  <a:pt x="1220279" y="45891"/>
                </a:lnTo>
                <a:lnTo>
                  <a:pt x="1220017" y="45641"/>
                </a:lnTo>
                <a:lnTo>
                  <a:pt x="1219748" y="45398"/>
                </a:lnTo>
                <a:lnTo>
                  <a:pt x="1219472" y="45165"/>
                </a:lnTo>
                <a:lnTo>
                  <a:pt x="1219191" y="44943"/>
                </a:lnTo>
                <a:lnTo>
                  <a:pt x="1218904" y="44731"/>
                </a:lnTo>
                <a:lnTo>
                  <a:pt x="1218611" y="44530"/>
                </a:lnTo>
                <a:lnTo>
                  <a:pt x="1218312" y="44338"/>
                </a:lnTo>
                <a:lnTo>
                  <a:pt x="1218007" y="44157"/>
                </a:lnTo>
                <a:lnTo>
                  <a:pt x="1217697" y="43987"/>
                </a:lnTo>
                <a:lnTo>
                  <a:pt x="1217380" y="43827"/>
                </a:lnTo>
                <a:lnTo>
                  <a:pt x="1217058" y="43677"/>
                </a:lnTo>
                <a:lnTo>
                  <a:pt x="1216730" y="43537"/>
                </a:lnTo>
                <a:lnTo>
                  <a:pt x="1216395" y="43408"/>
                </a:lnTo>
                <a:lnTo>
                  <a:pt x="1216056" y="43289"/>
                </a:lnTo>
                <a:lnTo>
                  <a:pt x="1215710" y="43180"/>
                </a:lnTo>
                <a:lnTo>
                  <a:pt x="1215358" y="43082"/>
                </a:lnTo>
                <a:lnTo>
                  <a:pt x="1215001" y="42994"/>
                </a:lnTo>
                <a:lnTo>
                  <a:pt x="1214637" y="42917"/>
                </a:lnTo>
                <a:lnTo>
                  <a:pt x="1214268" y="42850"/>
                </a:lnTo>
                <a:lnTo>
                  <a:pt x="1213893" y="42793"/>
                </a:lnTo>
                <a:lnTo>
                  <a:pt x="1213512" y="42746"/>
                </a:lnTo>
                <a:lnTo>
                  <a:pt x="1213125" y="42710"/>
                </a:lnTo>
                <a:lnTo>
                  <a:pt x="1212732" y="42684"/>
                </a:lnTo>
                <a:lnTo>
                  <a:pt x="1212334" y="42669"/>
                </a:lnTo>
                <a:lnTo>
                  <a:pt x="1211929" y="42663"/>
                </a:lnTo>
                <a:lnTo>
                  <a:pt x="1211034" y="42695"/>
                </a:lnTo>
                <a:lnTo>
                  <a:pt x="1210140" y="42791"/>
                </a:lnTo>
                <a:lnTo>
                  <a:pt x="1209249" y="42950"/>
                </a:lnTo>
                <a:lnTo>
                  <a:pt x="1208359" y="43172"/>
                </a:lnTo>
                <a:lnTo>
                  <a:pt x="1207471" y="43458"/>
                </a:lnTo>
                <a:lnTo>
                  <a:pt x="1206585" y="43808"/>
                </a:lnTo>
                <a:lnTo>
                  <a:pt x="1205701" y="44221"/>
                </a:lnTo>
                <a:lnTo>
                  <a:pt x="1204819" y="44698"/>
                </a:lnTo>
                <a:lnTo>
                  <a:pt x="1203938" y="45238"/>
                </a:lnTo>
                <a:lnTo>
                  <a:pt x="1203059" y="45842"/>
                </a:lnTo>
                <a:lnTo>
                  <a:pt x="1202183" y="46510"/>
                </a:lnTo>
                <a:lnTo>
                  <a:pt x="1201308" y="47241"/>
                </a:lnTo>
                <a:lnTo>
                  <a:pt x="1200435" y="48036"/>
                </a:lnTo>
                <a:lnTo>
                  <a:pt x="1199563" y="48894"/>
                </a:lnTo>
                <a:lnTo>
                  <a:pt x="1198694" y="49816"/>
                </a:lnTo>
                <a:lnTo>
                  <a:pt x="1197827" y="50801"/>
                </a:lnTo>
                <a:lnTo>
                  <a:pt x="1196961" y="51850"/>
                </a:lnTo>
                <a:lnTo>
                  <a:pt x="1196097" y="52963"/>
                </a:lnTo>
                <a:lnTo>
                  <a:pt x="1195235" y="54139"/>
                </a:lnTo>
                <a:lnTo>
                  <a:pt x="1194375" y="55379"/>
                </a:lnTo>
                <a:lnTo>
                  <a:pt x="1193517" y="56682"/>
                </a:lnTo>
                <a:lnTo>
                  <a:pt x="1192660" y="58049"/>
                </a:lnTo>
                <a:lnTo>
                  <a:pt x="1191806" y="59479"/>
                </a:lnTo>
                <a:lnTo>
                  <a:pt x="1190953" y="60973"/>
                </a:lnTo>
                <a:lnTo>
                  <a:pt x="1190953" y="42663"/>
                </a:lnTo>
                <a:lnTo>
                  <a:pt x="1187220" y="42663"/>
                </a:lnTo>
                <a:lnTo>
                  <a:pt x="1162600" y="52596"/>
                </a:lnTo>
                <a:lnTo>
                  <a:pt x="1163488" y="55790"/>
                </a:lnTo>
                <a:lnTo>
                  <a:pt x="1163776" y="55682"/>
                </a:lnTo>
                <a:lnTo>
                  <a:pt x="1164061" y="55578"/>
                </a:lnTo>
                <a:close/>
                <a:moveTo>
                  <a:pt x="1471215" y="55682"/>
                </a:moveTo>
                <a:lnTo>
                  <a:pt x="1471499" y="55578"/>
                </a:lnTo>
                <a:lnTo>
                  <a:pt x="1471779" y="55478"/>
                </a:lnTo>
                <a:lnTo>
                  <a:pt x="1472056" y="55384"/>
                </a:lnTo>
                <a:lnTo>
                  <a:pt x="1472330" y="55294"/>
                </a:lnTo>
                <a:lnTo>
                  <a:pt x="1472600" y="55208"/>
                </a:lnTo>
                <a:lnTo>
                  <a:pt x="1472867" y="55127"/>
                </a:lnTo>
                <a:lnTo>
                  <a:pt x="1473130" y="55051"/>
                </a:lnTo>
                <a:lnTo>
                  <a:pt x="1473390" y="54979"/>
                </a:lnTo>
                <a:lnTo>
                  <a:pt x="1473647" y="54913"/>
                </a:lnTo>
                <a:lnTo>
                  <a:pt x="1473900" y="54850"/>
                </a:lnTo>
                <a:lnTo>
                  <a:pt x="1474150" y="54792"/>
                </a:lnTo>
                <a:lnTo>
                  <a:pt x="1474396" y="54739"/>
                </a:lnTo>
                <a:lnTo>
                  <a:pt x="1474639" y="54691"/>
                </a:lnTo>
                <a:lnTo>
                  <a:pt x="1474879" y="54647"/>
                </a:lnTo>
                <a:lnTo>
                  <a:pt x="1475115" y="54608"/>
                </a:lnTo>
                <a:lnTo>
                  <a:pt x="1475348" y="54573"/>
                </a:lnTo>
                <a:lnTo>
                  <a:pt x="1475577" y="54543"/>
                </a:lnTo>
                <a:lnTo>
                  <a:pt x="1475803" y="54518"/>
                </a:lnTo>
                <a:lnTo>
                  <a:pt x="1476026" y="54497"/>
                </a:lnTo>
                <a:lnTo>
                  <a:pt x="1476245" y="54481"/>
                </a:lnTo>
                <a:lnTo>
                  <a:pt x="1476461" y="54469"/>
                </a:lnTo>
                <a:lnTo>
                  <a:pt x="1476674" y="54462"/>
                </a:lnTo>
                <a:lnTo>
                  <a:pt x="1476883" y="54460"/>
                </a:lnTo>
                <a:lnTo>
                  <a:pt x="1477074" y="54462"/>
                </a:lnTo>
                <a:lnTo>
                  <a:pt x="1477262" y="54468"/>
                </a:lnTo>
                <a:lnTo>
                  <a:pt x="1477446" y="54478"/>
                </a:lnTo>
                <a:lnTo>
                  <a:pt x="1477627" y="54492"/>
                </a:lnTo>
                <a:lnTo>
                  <a:pt x="1477805" y="54510"/>
                </a:lnTo>
                <a:lnTo>
                  <a:pt x="1477980" y="54532"/>
                </a:lnTo>
                <a:lnTo>
                  <a:pt x="1478151" y="54558"/>
                </a:lnTo>
                <a:lnTo>
                  <a:pt x="1478320" y="54588"/>
                </a:lnTo>
                <a:lnTo>
                  <a:pt x="1478485" y="54622"/>
                </a:lnTo>
                <a:lnTo>
                  <a:pt x="1478647" y="54660"/>
                </a:lnTo>
                <a:lnTo>
                  <a:pt x="1478805" y="54702"/>
                </a:lnTo>
                <a:lnTo>
                  <a:pt x="1478960" y="54748"/>
                </a:lnTo>
                <a:lnTo>
                  <a:pt x="1479113" y="54798"/>
                </a:lnTo>
                <a:lnTo>
                  <a:pt x="1479261" y="54852"/>
                </a:lnTo>
                <a:lnTo>
                  <a:pt x="1479407" y="54910"/>
                </a:lnTo>
                <a:lnTo>
                  <a:pt x="1479549" y="54972"/>
                </a:lnTo>
                <a:lnTo>
                  <a:pt x="1479688" y="55038"/>
                </a:lnTo>
                <a:lnTo>
                  <a:pt x="1479824" y="55108"/>
                </a:lnTo>
                <a:lnTo>
                  <a:pt x="1479957" y="55182"/>
                </a:lnTo>
                <a:lnTo>
                  <a:pt x="1480086" y="55260"/>
                </a:lnTo>
                <a:lnTo>
                  <a:pt x="1480212" y="55342"/>
                </a:lnTo>
                <a:lnTo>
                  <a:pt x="1480335" y="55428"/>
                </a:lnTo>
                <a:lnTo>
                  <a:pt x="1480455" y="55518"/>
                </a:lnTo>
                <a:lnTo>
                  <a:pt x="1480571" y="55612"/>
                </a:lnTo>
                <a:lnTo>
                  <a:pt x="1480685" y="55712"/>
                </a:lnTo>
                <a:lnTo>
                  <a:pt x="1480796" y="55819"/>
                </a:lnTo>
                <a:lnTo>
                  <a:pt x="1480905" y="55933"/>
                </a:lnTo>
                <a:lnTo>
                  <a:pt x="1481011" y="56053"/>
                </a:lnTo>
                <a:lnTo>
                  <a:pt x="1481115" y="56181"/>
                </a:lnTo>
                <a:lnTo>
                  <a:pt x="1481216" y="56316"/>
                </a:lnTo>
                <a:lnTo>
                  <a:pt x="1481315" y="56459"/>
                </a:lnTo>
                <a:lnTo>
                  <a:pt x="1481411" y="56608"/>
                </a:lnTo>
                <a:lnTo>
                  <a:pt x="1481505" y="56764"/>
                </a:lnTo>
                <a:lnTo>
                  <a:pt x="1481596" y="56927"/>
                </a:lnTo>
                <a:lnTo>
                  <a:pt x="1481685" y="57098"/>
                </a:lnTo>
                <a:lnTo>
                  <a:pt x="1481771" y="57276"/>
                </a:lnTo>
                <a:lnTo>
                  <a:pt x="1481855" y="57460"/>
                </a:lnTo>
                <a:lnTo>
                  <a:pt x="1481937" y="57652"/>
                </a:lnTo>
                <a:lnTo>
                  <a:pt x="1482016" y="57851"/>
                </a:lnTo>
                <a:lnTo>
                  <a:pt x="1482092" y="58057"/>
                </a:lnTo>
                <a:lnTo>
                  <a:pt x="1482166" y="58270"/>
                </a:lnTo>
                <a:lnTo>
                  <a:pt x="1482238" y="58490"/>
                </a:lnTo>
                <a:lnTo>
                  <a:pt x="1482307" y="58717"/>
                </a:lnTo>
                <a:lnTo>
                  <a:pt x="1482374" y="58951"/>
                </a:lnTo>
                <a:lnTo>
                  <a:pt x="1482438" y="59193"/>
                </a:lnTo>
                <a:lnTo>
                  <a:pt x="1482500" y="59441"/>
                </a:lnTo>
                <a:lnTo>
                  <a:pt x="1482559" y="59697"/>
                </a:lnTo>
                <a:lnTo>
                  <a:pt x="1482616" y="59959"/>
                </a:lnTo>
                <a:lnTo>
                  <a:pt x="1482670" y="60245"/>
                </a:lnTo>
                <a:lnTo>
                  <a:pt x="1482722" y="60571"/>
                </a:lnTo>
                <a:lnTo>
                  <a:pt x="1482772" y="60936"/>
                </a:lnTo>
                <a:lnTo>
                  <a:pt x="1482819" y="61341"/>
                </a:lnTo>
                <a:lnTo>
                  <a:pt x="1482865" y="61786"/>
                </a:lnTo>
                <a:lnTo>
                  <a:pt x="1482907" y="62270"/>
                </a:lnTo>
                <a:lnTo>
                  <a:pt x="1482948" y="62794"/>
                </a:lnTo>
                <a:lnTo>
                  <a:pt x="1482986" y="63358"/>
                </a:lnTo>
                <a:lnTo>
                  <a:pt x="1483022" y="63962"/>
                </a:lnTo>
                <a:lnTo>
                  <a:pt x="1483056" y="64605"/>
                </a:lnTo>
                <a:lnTo>
                  <a:pt x="1483087" y="65288"/>
                </a:lnTo>
                <a:lnTo>
                  <a:pt x="1483116" y="66011"/>
                </a:lnTo>
                <a:lnTo>
                  <a:pt x="1483142" y="66774"/>
                </a:lnTo>
                <a:lnTo>
                  <a:pt x="1483167" y="67576"/>
                </a:lnTo>
                <a:lnTo>
                  <a:pt x="1483189" y="68418"/>
                </a:lnTo>
                <a:lnTo>
                  <a:pt x="1483208" y="69299"/>
                </a:lnTo>
                <a:lnTo>
                  <a:pt x="1483226" y="70221"/>
                </a:lnTo>
                <a:lnTo>
                  <a:pt x="1483241" y="71182"/>
                </a:lnTo>
                <a:lnTo>
                  <a:pt x="1483253" y="72183"/>
                </a:lnTo>
                <a:lnTo>
                  <a:pt x="1483264" y="73223"/>
                </a:lnTo>
                <a:lnTo>
                  <a:pt x="1483272" y="74304"/>
                </a:lnTo>
                <a:lnTo>
                  <a:pt x="1483278" y="75424"/>
                </a:lnTo>
                <a:lnTo>
                  <a:pt x="1483281" y="76584"/>
                </a:lnTo>
                <a:lnTo>
                  <a:pt x="1483282" y="77783"/>
                </a:lnTo>
                <a:lnTo>
                  <a:pt x="1483282" y="107936"/>
                </a:lnTo>
                <a:lnTo>
                  <a:pt x="1483279" y="108665"/>
                </a:lnTo>
                <a:lnTo>
                  <a:pt x="1483267" y="109375"/>
                </a:lnTo>
                <a:lnTo>
                  <a:pt x="1483248" y="110064"/>
                </a:lnTo>
                <a:lnTo>
                  <a:pt x="1483222" y="110734"/>
                </a:lnTo>
                <a:lnTo>
                  <a:pt x="1483188" y="111383"/>
                </a:lnTo>
                <a:lnTo>
                  <a:pt x="1483146" y="112013"/>
                </a:lnTo>
                <a:lnTo>
                  <a:pt x="1483097" y="112623"/>
                </a:lnTo>
                <a:lnTo>
                  <a:pt x="1483040" y="113213"/>
                </a:lnTo>
                <a:lnTo>
                  <a:pt x="1482976" y="113784"/>
                </a:lnTo>
                <a:lnTo>
                  <a:pt x="1482904" y="114334"/>
                </a:lnTo>
                <a:lnTo>
                  <a:pt x="1482825" y="114865"/>
                </a:lnTo>
                <a:lnTo>
                  <a:pt x="1482738" y="115375"/>
                </a:lnTo>
                <a:lnTo>
                  <a:pt x="1482643" y="115866"/>
                </a:lnTo>
                <a:lnTo>
                  <a:pt x="1482541" y="116337"/>
                </a:lnTo>
                <a:lnTo>
                  <a:pt x="1482432" y="116788"/>
                </a:lnTo>
                <a:lnTo>
                  <a:pt x="1482315" y="117220"/>
                </a:lnTo>
                <a:lnTo>
                  <a:pt x="1482190" y="117631"/>
                </a:lnTo>
                <a:lnTo>
                  <a:pt x="1482057" y="118023"/>
                </a:lnTo>
                <a:lnTo>
                  <a:pt x="1481918" y="118394"/>
                </a:lnTo>
                <a:lnTo>
                  <a:pt x="1481770" y="118746"/>
                </a:lnTo>
                <a:lnTo>
                  <a:pt x="1481615" y="119078"/>
                </a:lnTo>
                <a:lnTo>
                  <a:pt x="1481453" y="119390"/>
                </a:lnTo>
                <a:lnTo>
                  <a:pt x="1481282" y="119682"/>
                </a:lnTo>
                <a:lnTo>
                  <a:pt x="1481105" y="119955"/>
                </a:lnTo>
                <a:lnTo>
                  <a:pt x="1480916" y="120212"/>
                </a:lnTo>
                <a:lnTo>
                  <a:pt x="1480714" y="120457"/>
                </a:lnTo>
                <a:lnTo>
                  <a:pt x="1480497" y="120692"/>
                </a:lnTo>
                <a:lnTo>
                  <a:pt x="1480267" y="120916"/>
                </a:lnTo>
                <a:lnTo>
                  <a:pt x="1480022" y="121130"/>
                </a:lnTo>
                <a:lnTo>
                  <a:pt x="1479763" y="121332"/>
                </a:lnTo>
                <a:lnTo>
                  <a:pt x="1479490" y="121523"/>
                </a:lnTo>
                <a:lnTo>
                  <a:pt x="1479204" y="121703"/>
                </a:lnTo>
                <a:lnTo>
                  <a:pt x="1478903" y="121873"/>
                </a:lnTo>
                <a:lnTo>
                  <a:pt x="1478588" y="122031"/>
                </a:lnTo>
                <a:lnTo>
                  <a:pt x="1478259" y="122179"/>
                </a:lnTo>
                <a:lnTo>
                  <a:pt x="1477916" y="122315"/>
                </a:lnTo>
                <a:lnTo>
                  <a:pt x="1477559" y="122441"/>
                </a:lnTo>
                <a:lnTo>
                  <a:pt x="1477188" y="122555"/>
                </a:lnTo>
                <a:lnTo>
                  <a:pt x="1476803" y="122659"/>
                </a:lnTo>
                <a:lnTo>
                  <a:pt x="1476404" y="122752"/>
                </a:lnTo>
                <a:lnTo>
                  <a:pt x="1475991" y="122834"/>
                </a:lnTo>
                <a:lnTo>
                  <a:pt x="1475563" y="122905"/>
                </a:lnTo>
                <a:lnTo>
                  <a:pt x="1475122" y="122965"/>
                </a:lnTo>
                <a:lnTo>
                  <a:pt x="1474667" y="123014"/>
                </a:lnTo>
                <a:lnTo>
                  <a:pt x="1474198" y="123053"/>
                </a:lnTo>
                <a:lnTo>
                  <a:pt x="1473714" y="123080"/>
                </a:lnTo>
                <a:lnTo>
                  <a:pt x="1473217" y="123096"/>
                </a:lnTo>
                <a:lnTo>
                  <a:pt x="1472705" y="123102"/>
                </a:lnTo>
                <a:lnTo>
                  <a:pt x="1470928" y="123102"/>
                </a:lnTo>
                <a:lnTo>
                  <a:pt x="1470928" y="126390"/>
                </a:lnTo>
                <a:lnTo>
                  <a:pt x="1511191" y="126390"/>
                </a:lnTo>
                <a:lnTo>
                  <a:pt x="1511191" y="123102"/>
                </a:lnTo>
                <a:lnTo>
                  <a:pt x="1510644" y="123100"/>
                </a:lnTo>
                <a:lnTo>
                  <a:pt x="1510111" y="123094"/>
                </a:lnTo>
                <a:lnTo>
                  <a:pt x="1509595" y="123083"/>
                </a:lnTo>
                <a:lnTo>
                  <a:pt x="1509094" y="123069"/>
                </a:lnTo>
                <a:lnTo>
                  <a:pt x="1508609" y="123050"/>
                </a:lnTo>
                <a:lnTo>
                  <a:pt x="1508139" y="123027"/>
                </a:lnTo>
                <a:lnTo>
                  <a:pt x="1507685" y="123000"/>
                </a:lnTo>
                <a:lnTo>
                  <a:pt x="1507246" y="122969"/>
                </a:lnTo>
                <a:lnTo>
                  <a:pt x="1506823" y="122934"/>
                </a:lnTo>
                <a:lnTo>
                  <a:pt x="1506415" y="122894"/>
                </a:lnTo>
                <a:lnTo>
                  <a:pt x="1506024" y="122851"/>
                </a:lnTo>
                <a:lnTo>
                  <a:pt x="1505647" y="122803"/>
                </a:lnTo>
                <a:lnTo>
                  <a:pt x="1505287" y="122751"/>
                </a:lnTo>
                <a:lnTo>
                  <a:pt x="1504942" y="122695"/>
                </a:lnTo>
                <a:lnTo>
                  <a:pt x="1504612" y="122635"/>
                </a:lnTo>
                <a:lnTo>
                  <a:pt x="1504298" y="122571"/>
                </a:lnTo>
                <a:lnTo>
                  <a:pt x="1504000" y="122503"/>
                </a:lnTo>
                <a:lnTo>
                  <a:pt x="1503717" y="122430"/>
                </a:lnTo>
                <a:lnTo>
                  <a:pt x="1503450" y="122353"/>
                </a:lnTo>
                <a:lnTo>
                  <a:pt x="1503198" y="122272"/>
                </a:lnTo>
                <a:lnTo>
                  <a:pt x="1502962" y="122187"/>
                </a:lnTo>
                <a:lnTo>
                  <a:pt x="1502742" y="122098"/>
                </a:lnTo>
                <a:lnTo>
                  <a:pt x="1502537" y="122005"/>
                </a:lnTo>
                <a:lnTo>
                  <a:pt x="1502348" y="121907"/>
                </a:lnTo>
                <a:lnTo>
                  <a:pt x="1502168" y="121806"/>
                </a:lnTo>
                <a:lnTo>
                  <a:pt x="1501991" y="121699"/>
                </a:lnTo>
                <a:lnTo>
                  <a:pt x="1501818" y="121587"/>
                </a:lnTo>
                <a:lnTo>
                  <a:pt x="1501648" y="121471"/>
                </a:lnTo>
                <a:lnTo>
                  <a:pt x="1501481" y="121350"/>
                </a:lnTo>
                <a:lnTo>
                  <a:pt x="1501317" y="121225"/>
                </a:lnTo>
                <a:lnTo>
                  <a:pt x="1501157" y="121094"/>
                </a:lnTo>
                <a:lnTo>
                  <a:pt x="1501000" y="120959"/>
                </a:lnTo>
                <a:lnTo>
                  <a:pt x="1500846" y="120819"/>
                </a:lnTo>
                <a:lnTo>
                  <a:pt x="1500695" y="120674"/>
                </a:lnTo>
                <a:lnTo>
                  <a:pt x="1500547" y="120525"/>
                </a:lnTo>
                <a:lnTo>
                  <a:pt x="1500403" y="120371"/>
                </a:lnTo>
                <a:lnTo>
                  <a:pt x="1500262" y="120212"/>
                </a:lnTo>
                <a:lnTo>
                  <a:pt x="1500125" y="120048"/>
                </a:lnTo>
                <a:lnTo>
                  <a:pt x="1499990" y="119880"/>
                </a:lnTo>
                <a:lnTo>
                  <a:pt x="1499859" y="119706"/>
                </a:lnTo>
                <a:lnTo>
                  <a:pt x="1499731" y="119528"/>
                </a:lnTo>
                <a:lnTo>
                  <a:pt x="1499606" y="119346"/>
                </a:lnTo>
                <a:lnTo>
                  <a:pt x="1499485" y="119158"/>
                </a:lnTo>
                <a:lnTo>
                  <a:pt x="1499366" y="118966"/>
                </a:lnTo>
                <a:lnTo>
                  <a:pt x="1499251" y="118769"/>
                </a:lnTo>
                <a:lnTo>
                  <a:pt x="1499139" y="118567"/>
                </a:lnTo>
                <a:lnTo>
                  <a:pt x="1499031" y="118361"/>
                </a:lnTo>
                <a:lnTo>
                  <a:pt x="1498926" y="118149"/>
                </a:lnTo>
                <a:lnTo>
                  <a:pt x="1498846" y="117977"/>
                </a:lnTo>
                <a:lnTo>
                  <a:pt x="1498769" y="117782"/>
                </a:lnTo>
                <a:lnTo>
                  <a:pt x="1498696" y="117565"/>
                </a:lnTo>
                <a:lnTo>
                  <a:pt x="1498627" y="117327"/>
                </a:lnTo>
                <a:lnTo>
                  <a:pt x="1498561" y="117067"/>
                </a:lnTo>
                <a:lnTo>
                  <a:pt x="1498498" y="116785"/>
                </a:lnTo>
                <a:lnTo>
                  <a:pt x="1498438" y="116481"/>
                </a:lnTo>
                <a:lnTo>
                  <a:pt x="1498382" y="116155"/>
                </a:lnTo>
                <a:lnTo>
                  <a:pt x="1498330" y="115808"/>
                </a:lnTo>
                <a:lnTo>
                  <a:pt x="1498281" y="115439"/>
                </a:lnTo>
                <a:lnTo>
                  <a:pt x="1498235" y="115048"/>
                </a:lnTo>
                <a:lnTo>
                  <a:pt x="1498192" y="114635"/>
                </a:lnTo>
                <a:lnTo>
                  <a:pt x="1498153" y="114201"/>
                </a:lnTo>
                <a:lnTo>
                  <a:pt x="1498118" y="113744"/>
                </a:lnTo>
                <a:lnTo>
                  <a:pt x="1498085" y="113266"/>
                </a:lnTo>
                <a:lnTo>
                  <a:pt x="1498057" y="112766"/>
                </a:lnTo>
                <a:lnTo>
                  <a:pt x="1498031" y="112244"/>
                </a:lnTo>
                <a:lnTo>
                  <a:pt x="1498009" y="111700"/>
                </a:lnTo>
                <a:lnTo>
                  <a:pt x="1497990" y="111135"/>
                </a:lnTo>
                <a:lnTo>
                  <a:pt x="1497975" y="110548"/>
                </a:lnTo>
                <a:lnTo>
                  <a:pt x="1497963" y="109939"/>
                </a:lnTo>
                <a:lnTo>
                  <a:pt x="1497955" y="109308"/>
                </a:lnTo>
                <a:lnTo>
                  <a:pt x="1497950" y="108655"/>
                </a:lnTo>
                <a:lnTo>
                  <a:pt x="1497948" y="107981"/>
                </a:lnTo>
                <a:lnTo>
                  <a:pt x="1497948" y="65270"/>
                </a:lnTo>
                <a:lnTo>
                  <a:pt x="1498822" y="64332"/>
                </a:lnTo>
                <a:lnTo>
                  <a:pt x="1499697" y="63434"/>
                </a:lnTo>
                <a:lnTo>
                  <a:pt x="1500571" y="62576"/>
                </a:lnTo>
                <a:lnTo>
                  <a:pt x="1501446" y="61757"/>
                </a:lnTo>
                <a:lnTo>
                  <a:pt x="1502322" y="60979"/>
                </a:lnTo>
                <a:lnTo>
                  <a:pt x="1503198" y="60240"/>
                </a:lnTo>
                <a:lnTo>
                  <a:pt x="1504074" y="59542"/>
                </a:lnTo>
                <a:lnTo>
                  <a:pt x="1504950" y="58883"/>
                </a:lnTo>
                <a:lnTo>
                  <a:pt x="1505826" y="58264"/>
                </a:lnTo>
                <a:lnTo>
                  <a:pt x="1506703" y="57686"/>
                </a:lnTo>
                <a:lnTo>
                  <a:pt x="1507581" y="57147"/>
                </a:lnTo>
                <a:lnTo>
                  <a:pt x="1508458" y="56648"/>
                </a:lnTo>
                <a:lnTo>
                  <a:pt x="1509336" y="56189"/>
                </a:lnTo>
                <a:lnTo>
                  <a:pt x="1510214" y="55770"/>
                </a:lnTo>
                <a:lnTo>
                  <a:pt x="1511093" y="55390"/>
                </a:lnTo>
                <a:lnTo>
                  <a:pt x="1511972" y="55051"/>
                </a:lnTo>
                <a:lnTo>
                  <a:pt x="1512851" y="54752"/>
                </a:lnTo>
                <a:lnTo>
                  <a:pt x="1513730" y="54492"/>
                </a:lnTo>
                <a:lnTo>
                  <a:pt x="1514610" y="54273"/>
                </a:lnTo>
                <a:lnTo>
                  <a:pt x="1515490" y="54093"/>
                </a:lnTo>
                <a:lnTo>
                  <a:pt x="1516370" y="53953"/>
                </a:lnTo>
                <a:lnTo>
                  <a:pt x="1517251" y="53854"/>
                </a:lnTo>
                <a:lnTo>
                  <a:pt x="1518132" y="53794"/>
                </a:lnTo>
                <a:lnTo>
                  <a:pt x="1519013" y="53774"/>
                </a:lnTo>
                <a:lnTo>
                  <a:pt x="1519576" y="53782"/>
                </a:lnTo>
                <a:lnTo>
                  <a:pt x="1520126" y="53808"/>
                </a:lnTo>
                <a:lnTo>
                  <a:pt x="1520662" y="53852"/>
                </a:lnTo>
                <a:lnTo>
                  <a:pt x="1521184" y="53913"/>
                </a:lnTo>
                <a:lnTo>
                  <a:pt x="1521693" y="53991"/>
                </a:lnTo>
                <a:lnTo>
                  <a:pt x="1522188" y="54086"/>
                </a:lnTo>
                <a:lnTo>
                  <a:pt x="1522669" y="54199"/>
                </a:lnTo>
                <a:lnTo>
                  <a:pt x="1523136" y="54329"/>
                </a:lnTo>
                <a:lnTo>
                  <a:pt x="1523590" y="54476"/>
                </a:lnTo>
                <a:lnTo>
                  <a:pt x="1524030" y="54641"/>
                </a:lnTo>
                <a:lnTo>
                  <a:pt x="1524456" y="54823"/>
                </a:lnTo>
                <a:lnTo>
                  <a:pt x="1524868" y="55023"/>
                </a:lnTo>
                <a:lnTo>
                  <a:pt x="1525267" y="55240"/>
                </a:lnTo>
                <a:lnTo>
                  <a:pt x="1525652" y="55474"/>
                </a:lnTo>
                <a:lnTo>
                  <a:pt x="1526023" y="55726"/>
                </a:lnTo>
                <a:lnTo>
                  <a:pt x="1526380" y="55995"/>
                </a:lnTo>
                <a:lnTo>
                  <a:pt x="1526724" y="56281"/>
                </a:lnTo>
                <a:lnTo>
                  <a:pt x="1527054" y="56584"/>
                </a:lnTo>
                <a:lnTo>
                  <a:pt x="1527370" y="56905"/>
                </a:lnTo>
                <a:lnTo>
                  <a:pt x="1527673" y="57244"/>
                </a:lnTo>
                <a:lnTo>
                  <a:pt x="1527962" y="57599"/>
                </a:lnTo>
                <a:lnTo>
                  <a:pt x="1528237" y="57972"/>
                </a:lnTo>
                <a:lnTo>
                  <a:pt x="1528498" y="58363"/>
                </a:lnTo>
                <a:lnTo>
                  <a:pt x="1528746" y="58771"/>
                </a:lnTo>
                <a:lnTo>
                  <a:pt x="1528981" y="59197"/>
                </a:lnTo>
                <a:lnTo>
                  <a:pt x="1529207" y="59645"/>
                </a:lnTo>
                <a:lnTo>
                  <a:pt x="1529423" y="60114"/>
                </a:lnTo>
                <a:lnTo>
                  <a:pt x="1529628" y="60604"/>
                </a:lnTo>
                <a:lnTo>
                  <a:pt x="1529824" y="61115"/>
                </a:lnTo>
                <a:lnTo>
                  <a:pt x="1530009" y="61647"/>
                </a:lnTo>
                <a:lnTo>
                  <a:pt x="1530185" y="62201"/>
                </a:lnTo>
                <a:lnTo>
                  <a:pt x="1530350" y="62775"/>
                </a:lnTo>
                <a:lnTo>
                  <a:pt x="1530506" y="63370"/>
                </a:lnTo>
                <a:lnTo>
                  <a:pt x="1530651" y="63986"/>
                </a:lnTo>
                <a:lnTo>
                  <a:pt x="1530787" y="64623"/>
                </a:lnTo>
                <a:lnTo>
                  <a:pt x="1530912" y="65281"/>
                </a:lnTo>
                <a:lnTo>
                  <a:pt x="1531027" y="65960"/>
                </a:lnTo>
                <a:lnTo>
                  <a:pt x="1531133" y="66661"/>
                </a:lnTo>
                <a:lnTo>
                  <a:pt x="1531228" y="67382"/>
                </a:lnTo>
                <a:lnTo>
                  <a:pt x="1531313" y="68124"/>
                </a:lnTo>
                <a:lnTo>
                  <a:pt x="1531389" y="68888"/>
                </a:lnTo>
                <a:lnTo>
                  <a:pt x="1531454" y="69672"/>
                </a:lnTo>
                <a:lnTo>
                  <a:pt x="1531509" y="70477"/>
                </a:lnTo>
                <a:lnTo>
                  <a:pt x="1531554" y="71304"/>
                </a:lnTo>
                <a:lnTo>
                  <a:pt x="1531589" y="72151"/>
                </a:lnTo>
                <a:lnTo>
                  <a:pt x="1531614" y="73019"/>
                </a:lnTo>
                <a:lnTo>
                  <a:pt x="1531629" y="73909"/>
                </a:lnTo>
                <a:lnTo>
                  <a:pt x="1531634" y="74819"/>
                </a:lnTo>
                <a:lnTo>
                  <a:pt x="1531634" y="107981"/>
                </a:lnTo>
                <a:lnTo>
                  <a:pt x="1531634" y="108553"/>
                </a:lnTo>
                <a:lnTo>
                  <a:pt x="1531632" y="109106"/>
                </a:lnTo>
                <a:lnTo>
                  <a:pt x="1531629" y="109639"/>
                </a:lnTo>
                <a:lnTo>
                  <a:pt x="1531624" y="110152"/>
                </a:lnTo>
                <a:lnTo>
                  <a:pt x="1531619" y="110646"/>
                </a:lnTo>
                <a:lnTo>
                  <a:pt x="1531612" y="111120"/>
                </a:lnTo>
                <a:lnTo>
                  <a:pt x="1531604" y="111574"/>
                </a:lnTo>
                <a:lnTo>
                  <a:pt x="1531595" y="112009"/>
                </a:lnTo>
                <a:lnTo>
                  <a:pt x="1531584" y="112424"/>
                </a:lnTo>
                <a:lnTo>
                  <a:pt x="1531573" y="112820"/>
                </a:lnTo>
                <a:lnTo>
                  <a:pt x="1531560" y="113196"/>
                </a:lnTo>
                <a:lnTo>
                  <a:pt x="1531545" y="113552"/>
                </a:lnTo>
                <a:lnTo>
                  <a:pt x="1531530" y="113888"/>
                </a:lnTo>
                <a:lnTo>
                  <a:pt x="1531513" y="114205"/>
                </a:lnTo>
                <a:lnTo>
                  <a:pt x="1531495" y="114503"/>
                </a:lnTo>
                <a:lnTo>
                  <a:pt x="1531476" y="114780"/>
                </a:lnTo>
                <a:lnTo>
                  <a:pt x="1531456" y="115038"/>
                </a:lnTo>
                <a:lnTo>
                  <a:pt x="1531434" y="115277"/>
                </a:lnTo>
                <a:lnTo>
                  <a:pt x="1531411" y="115495"/>
                </a:lnTo>
                <a:lnTo>
                  <a:pt x="1531387" y="115694"/>
                </a:lnTo>
                <a:lnTo>
                  <a:pt x="1531362" y="115874"/>
                </a:lnTo>
                <a:lnTo>
                  <a:pt x="1531336" y="116033"/>
                </a:lnTo>
                <a:lnTo>
                  <a:pt x="1531308" y="116174"/>
                </a:lnTo>
                <a:lnTo>
                  <a:pt x="1531279" y="116294"/>
                </a:lnTo>
                <a:lnTo>
                  <a:pt x="1531202" y="116571"/>
                </a:lnTo>
                <a:lnTo>
                  <a:pt x="1531121" y="116842"/>
                </a:lnTo>
                <a:lnTo>
                  <a:pt x="1531035" y="117108"/>
                </a:lnTo>
                <a:lnTo>
                  <a:pt x="1530944" y="117368"/>
                </a:lnTo>
                <a:lnTo>
                  <a:pt x="1530849" y="117622"/>
                </a:lnTo>
                <a:lnTo>
                  <a:pt x="1530748" y="117871"/>
                </a:lnTo>
                <a:lnTo>
                  <a:pt x="1530643" y="118114"/>
                </a:lnTo>
                <a:lnTo>
                  <a:pt x="1530533" y="118351"/>
                </a:lnTo>
                <a:lnTo>
                  <a:pt x="1530418" y="118583"/>
                </a:lnTo>
                <a:lnTo>
                  <a:pt x="1530299" y="118809"/>
                </a:lnTo>
                <a:lnTo>
                  <a:pt x="1530175" y="119029"/>
                </a:lnTo>
                <a:lnTo>
                  <a:pt x="1530045" y="119244"/>
                </a:lnTo>
                <a:lnTo>
                  <a:pt x="1529912" y="119453"/>
                </a:lnTo>
                <a:lnTo>
                  <a:pt x="1529773" y="119656"/>
                </a:lnTo>
                <a:lnTo>
                  <a:pt x="1529630" y="119854"/>
                </a:lnTo>
                <a:lnTo>
                  <a:pt x="1529481" y="120046"/>
                </a:lnTo>
                <a:lnTo>
                  <a:pt x="1529328" y="120232"/>
                </a:lnTo>
                <a:lnTo>
                  <a:pt x="1529171" y="120412"/>
                </a:lnTo>
                <a:lnTo>
                  <a:pt x="1529008" y="120587"/>
                </a:lnTo>
                <a:lnTo>
                  <a:pt x="1528841" y="120757"/>
                </a:lnTo>
                <a:lnTo>
                  <a:pt x="1528669" y="120920"/>
                </a:lnTo>
                <a:lnTo>
                  <a:pt x="1528492" y="121078"/>
                </a:lnTo>
                <a:lnTo>
                  <a:pt x="1528310" y="121230"/>
                </a:lnTo>
                <a:lnTo>
                  <a:pt x="1528123" y="121377"/>
                </a:lnTo>
                <a:lnTo>
                  <a:pt x="1527929" y="121518"/>
                </a:lnTo>
                <a:lnTo>
                  <a:pt x="1527722" y="121652"/>
                </a:lnTo>
                <a:lnTo>
                  <a:pt x="1527503" y="121781"/>
                </a:lnTo>
                <a:lnTo>
                  <a:pt x="1527273" y="121904"/>
                </a:lnTo>
                <a:lnTo>
                  <a:pt x="1527031" y="122021"/>
                </a:lnTo>
                <a:lnTo>
                  <a:pt x="1526776" y="122132"/>
                </a:lnTo>
                <a:lnTo>
                  <a:pt x="1526510" y="122236"/>
                </a:lnTo>
                <a:lnTo>
                  <a:pt x="1526232" y="122335"/>
                </a:lnTo>
                <a:lnTo>
                  <a:pt x="1525942" y="122428"/>
                </a:lnTo>
                <a:lnTo>
                  <a:pt x="1525641" y="122515"/>
                </a:lnTo>
                <a:lnTo>
                  <a:pt x="1525327" y="122596"/>
                </a:lnTo>
                <a:lnTo>
                  <a:pt x="1525001" y="122671"/>
                </a:lnTo>
                <a:lnTo>
                  <a:pt x="1524664" y="122739"/>
                </a:lnTo>
                <a:lnTo>
                  <a:pt x="1524315" y="122802"/>
                </a:lnTo>
                <a:lnTo>
                  <a:pt x="1523954" y="122859"/>
                </a:lnTo>
                <a:lnTo>
                  <a:pt x="1523581" y="122910"/>
                </a:lnTo>
                <a:lnTo>
                  <a:pt x="1523196" y="122955"/>
                </a:lnTo>
                <a:lnTo>
                  <a:pt x="1522799" y="122994"/>
                </a:lnTo>
                <a:lnTo>
                  <a:pt x="1522390" y="123027"/>
                </a:lnTo>
                <a:lnTo>
                  <a:pt x="1521970" y="123054"/>
                </a:lnTo>
                <a:lnTo>
                  <a:pt x="1521537" y="123075"/>
                </a:lnTo>
                <a:lnTo>
                  <a:pt x="1521093" y="123090"/>
                </a:lnTo>
                <a:lnTo>
                  <a:pt x="1520637" y="123099"/>
                </a:lnTo>
                <a:lnTo>
                  <a:pt x="1520168" y="123102"/>
                </a:lnTo>
                <a:lnTo>
                  <a:pt x="1518480" y="123102"/>
                </a:lnTo>
                <a:lnTo>
                  <a:pt x="1518480" y="126390"/>
                </a:lnTo>
                <a:lnTo>
                  <a:pt x="1558743" y="126390"/>
                </a:lnTo>
                <a:lnTo>
                  <a:pt x="1558743" y="123102"/>
                </a:lnTo>
                <a:lnTo>
                  <a:pt x="1558261" y="123100"/>
                </a:lnTo>
                <a:lnTo>
                  <a:pt x="1557791" y="123093"/>
                </a:lnTo>
                <a:lnTo>
                  <a:pt x="1557334" y="123082"/>
                </a:lnTo>
                <a:lnTo>
                  <a:pt x="1556890" y="123067"/>
                </a:lnTo>
                <a:lnTo>
                  <a:pt x="1556459" y="123048"/>
                </a:lnTo>
                <a:lnTo>
                  <a:pt x="1556041" y="123024"/>
                </a:lnTo>
                <a:lnTo>
                  <a:pt x="1555635" y="122996"/>
                </a:lnTo>
                <a:lnTo>
                  <a:pt x="1555242" y="122964"/>
                </a:lnTo>
                <a:lnTo>
                  <a:pt x="1554862" y="122927"/>
                </a:lnTo>
                <a:lnTo>
                  <a:pt x="1554495" y="122886"/>
                </a:lnTo>
                <a:lnTo>
                  <a:pt x="1554141" y="122841"/>
                </a:lnTo>
                <a:lnTo>
                  <a:pt x="1553799" y="122791"/>
                </a:lnTo>
                <a:lnTo>
                  <a:pt x="1553470" y="122738"/>
                </a:lnTo>
                <a:lnTo>
                  <a:pt x="1553155" y="122679"/>
                </a:lnTo>
                <a:lnTo>
                  <a:pt x="1552851" y="122617"/>
                </a:lnTo>
                <a:lnTo>
                  <a:pt x="1552561" y="122550"/>
                </a:lnTo>
                <a:lnTo>
                  <a:pt x="1552284" y="122479"/>
                </a:lnTo>
                <a:lnTo>
                  <a:pt x="1552019" y="122403"/>
                </a:lnTo>
                <a:lnTo>
                  <a:pt x="1551767" y="122324"/>
                </a:lnTo>
                <a:lnTo>
                  <a:pt x="1551528" y="122240"/>
                </a:lnTo>
                <a:lnTo>
                  <a:pt x="1551302" y="122151"/>
                </a:lnTo>
                <a:lnTo>
                  <a:pt x="1551088" y="122059"/>
                </a:lnTo>
                <a:lnTo>
                  <a:pt x="1550887" y="121962"/>
                </a:lnTo>
                <a:lnTo>
                  <a:pt x="1550699" y="121860"/>
                </a:lnTo>
                <a:lnTo>
                  <a:pt x="1550520" y="121755"/>
                </a:lnTo>
                <a:lnTo>
                  <a:pt x="1550345" y="121647"/>
                </a:lnTo>
                <a:lnTo>
                  <a:pt x="1550174" y="121535"/>
                </a:lnTo>
                <a:lnTo>
                  <a:pt x="1550007" y="121419"/>
                </a:lnTo>
                <a:lnTo>
                  <a:pt x="1549844" y="121301"/>
                </a:lnTo>
                <a:lnTo>
                  <a:pt x="1549686" y="121179"/>
                </a:lnTo>
                <a:lnTo>
                  <a:pt x="1549531" y="121053"/>
                </a:lnTo>
                <a:lnTo>
                  <a:pt x="1549381" y="120924"/>
                </a:lnTo>
                <a:lnTo>
                  <a:pt x="1549235" y="120792"/>
                </a:lnTo>
                <a:lnTo>
                  <a:pt x="1549093" y="120656"/>
                </a:lnTo>
                <a:lnTo>
                  <a:pt x="1548955" y="120517"/>
                </a:lnTo>
                <a:lnTo>
                  <a:pt x="1548822" y="120375"/>
                </a:lnTo>
                <a:lnTo>
                  <a:pt x="1548692" y="120229"/>
                </a:lnTo>
                <a:lnTo>
                  <a:pt x="1548567" y="120080"/>
                </a:lnTo>
                <a:lnTo>
                  <a:pt x="1548446" y="119927"/>
                </a:lnTo>
                <a:lnTo>
                  <a:pt x="1548329" y="119772"/>
                </a:lnTo>
                <a:lnTo>
                  <a:pt x="1548217" y="119612"/>
                </a:lnTo>
                <a:lnTo>
                  <a:pt x="1548108" y="119450"/>
                </a:lnTo>
                <a:lnTo>
                  <a:pt x="1548004" y="119283"/>
                </a:lnTo>
                <a:lnTo>
                  <a:pt x="1547903" y="119114"/>
                </a:lnTo>
                <a:lnTo>
                  <a:pt x="1547807" y="118941"/>
                </a:lnTo>
                <a:lnTo>
                  <a:pt x="1547715" y="118765"/>
                </a:lnTo>
                <a:lnTo>
                  <a:pt x="1547628" y="118585"/>
                </a:lnTo>
                <a:lnTo>
                  <a:pt x="1547544" y="118402"/>
                </a:lnTo>
                <a:lnTo>
                  <a:pt x="1547443" y="118164"/>
                </a:lnTo>
                <a:lnTo>
                  <a:pt x="1547345" y="117909"/>
                </a:lnTo>
                <a:lnTo>
                  <a:pt x="1547253" y="117637"/>
                </a:lnTo>
                <a:lnTo>
                  <a:pt x="1547164" y="117348"/>
                </a:lnTo>
                <a:lnTo>
                  <a:pt x="1547080" y="117041"/>
                </a:lnTo>
                <a:lnTo>
                  <a:pt x="1547000" y="116717"/>
                </a:lnTo>
                <a:lnTo>
                  <a:pt x="1546924" y="116376"/>
                </a:lnTo>
                <a:lnTo>
                  <a:pt x="1546853" y="116017"/>
                </a:lnTo>
                <a:lnTo>
                  <a:pt x="1546786" y="115641"/>
                </a:lnTo>
                <a:lnTo>
                  <a:pt x="1546723" y="115248"/>
                </a:lnTo>
                <a:lnTo>
                  <a:pt x="1546665" y="114838"/>
                </a:lnTo>
                <a:lnTo>
                  <a:pt x="1546611" y="114411"/>
                </a:lnTo>
                <a:lnTo>
                  <a:pt x="1546561" y="113966"/>
                </a:lnTo>
                <a:lnTo>
                  <a:pt x="1546516" y="113504"/>
                </a:lnTo>
                <a:lnTo>
                  <a:pt x="1546475" y="113025"/>
                </a:lnTo>
                <a:lnTo>
                  <a:pt x="1546438" y="112529"/>
                </a:lnTo>
                <a:lnTo>
                  <a:pt x="1546406" y="112015"/>
                </a:lnTo>
                <a:lnTo>
                  <a:pt x="1546378" y="111484"/>
                </a:lnTo>
                <a:lnTo>
                  <a:pt x="1546354" y="110936"/>
                </a:lnTo>
                <a:lnTo>
                  <a:pt x="1546334" y="110370"/>
                </a:lnTo>
                <a:lnTo>
                  <a:pt x="1546319" y="109788"/>
                </a:lnTo>
                <a:lnTo>
                  <a:pt x="1546308" y="109188"/>
                </a:lnTo>
                <a:lnTo>
                  <a:pt x="1546302" y="108571"/>
                </a:lnTo>
                <a:lnTo>
                  <a:pt x="1546300" y="107936"/>
                </a:lnTo>
                <a:lnTo>
                  <a:pt x="1546300" y="73261"/>
                </a:lnTo>
                <a:lnTo>
                  <a:pt x="1546296" y="72354"/>
                </a:lnTo>
                <a:lnTo>
                  <a:pt x="1546286" y="71467"/>
                </a:lnTo>
                <a:lnTo>
                  <a:pt x="1546269" y="70600"/>
                </a:lnTo>
                <a:lnTo>
                  <a:pt x="1546246" y="69753"/>
                </a:lnTo>
                <a:lnTo>
                  <a:pt x="1546215" y="68925"/>
                </a:lnTo>
                <a:lnTo>
                  <a:pt x="1546178" y="68117"/>
                </a:lnTo>
                <a:lnTo>
                  <a:pt x="1546133" y="67328"/>
                </a:lnTo>
                <a:lnTo>
                  <a:pt x="1546083" y="66559"/>
                </a:lnTo>
                <a:lnTo>
                  <a:pt x="1546025" y="65811"/>
                </a:lnTo>
                <a:lnTo>
                  <a:pt x="1545960" y="65081"/>
                </a:lnTo>
                <a:lnTo>
                  <a:pt x="1545889" y="64372"/>
                </a:lnTo>
                <a:lnTo>
                  <a:pt x="1545811" y="63682"/>
                </a:lnTo>
                <a:lnTo>
                  <a:pt x="1545726" y="63012"/>
                </a:lnTo>
                <a:lnTo>
                  <a:pt x="1545634" y="62362"/>
                </a:lnTo>
                <a:lnTo>
                  <a:pt x="1545536" y="61731"/>
                </a:lnTo>
                <a:lnTo>
                  <a:pt x="1545431" y="61120"/>
                </a:lnTo>
                <a:lnTo>
                  <a:pt x="1545319" y="60529"/>
                </a:lnTo>
                <a:lnTo>
                  <a:pt x="1545200" y="59957"/>
                </a:lnTo>
                <a:lnTo>
                  <a:pt x="1545074" y="59406"/>
                </a:lnTo>
                <a:lnTo>
                  <a:pt x="1544942" y="58874"/>
                </a:lnTo>
                <a:lnTo>
                  <a:pt x="1544803" y="58361"/>
                </a:lnTo>
                <a:lnTo>
                  <a:pt x="1544657" y="57869"/>
                </a:lnTo>
                <a:lnTo>
                  <a:pt x="1544504" y="57396"/>
                </a:lnTo>
                <a:lnTo>
                  <a:pt x="1544344" y="56943"/>
                </a:lnTo>
                <a:lnTo>
                  <a:pt x="1544104" y="56315"/>
                </a:lnTo>
                <a:lnTo>
                  <a:pt x="1543857" y="55702"/>
                </a:lnTo>
                <a:lnTo>
                  <a:pt x="1543603" y="55103"/>
                </a:lnTo>
                <a:lnTo>
                  <a:pt x="1543342" y="54520"/>
                </a:lnTo>
                <a:lnTo>
                  <a:pt x="1543074" y="53952"/>
                </a:lnTo>
                <a:lnTo>
                  <a:pt x="1542800" y="53398"/>
                </a:lnTo>
                <a:lnTo>
                  <a:pt x="1542519" y="52860"/>
                </a:lnTo>
                <a:lnTo>
                  <a:pt x="1542231" y="52336"/>
                </a:lnTo>
                <a:lnTo>
                  <a:pt x="1541936" y="51828"/>
                </a:lnTo>
                <a:lnTo>
                  <a:pt x="1541635" y="51334"/>
                </a:lnTo>
                <a:lnTo>
                  <a:pt x="1541326" y="50855"/>
                </a:lnTo>
                <a:lnTo>
                  <a:pt x="1541011" y="50391"/>
                </a:lnTo>
                <a:lnTo>
                  <a:pt x="1540689" y="49942"/>
                </a:lnTo>
                <a:lnTo>
                  <a:pt x="1540361" y="49509"/>
                </a:lnTo>
                <a:lnTo>
                  <a:pt x="1540025" y="49090"/>
                </a:lnTo>
                <a:lnTo>
                  <a:pt x="1539683" y="48686"/>
                </a:lnTo>
                <a:lnTo>
                  <a:pt x="1539334" y="48296"/>
                </a:lnTo>
                <a:lnTo>
                  <a:pt x="1538978" y="47922"/>
                </a:lnTo>
                <a:lnTo>
                  <a:pt x="1538616" y="47563"/>
                </a:lnTo>
                <a:lnTo>
                  <a:pt x="1538246" y="47219"/>
                </a:lnTo>
                <a:lnTo>
                  <a:pt x="1537870" y="46889"/>
                </a:lnTo>
                <a:lnTo>
                  <a:pt x="1537487" y="46575"/>
                </a:lnTo>
                <a:lnTo>
                  <a:pt x="1537097" y="46276"/>
                </a:lnTo>
                <a:lnTo>
                  <a:pt x="1536701" y="45991"/>
                </a:lnTo>
                <a:lnTo>
                  <a:pt x="1536297" y="45719"/>
                </a:lnTo>
                <a:lnTo>
                  <a:pt x="1535888" y="45460"/>
                </a:lnTo>
                <a:lnTo>
                  <a:pt x="1535471" y="45211"/>
                </a:lnTo>
                <a:lnTo>
                  <a:pt x="1535049" y="44974"/>
                </a:lnTo>
                <a:lnTo>
                  <a:pt x="1534620" y="44749"/>
                </a:lnTo>
                <a:lnTo>
                  <a:pt x="1534184" y="44535"/>
                </a:lnTo>
                <a:lnTo>
                  <a:pt x="1533742" y="44333"/>
                </a:lnTo>
                <a:lnTo>
                  <a:pt x="1533293" y="44142"/>
                </a:lnTo>
                <a:lnTo>
                  <a:pt x="1532838" y="43963"/>
                </a:lnTo>
                <a:lnTo>
                  <a:pt x="1532377" y="43796"/>
                </a:lnTo>
                <a:lnTo>
                  <a:pt x="1531909" y="43640"/>
                </a:lnTo>
                <a:lnTo>
                  <a:pt x="1531434" y="43495"/>
                </a:lnTo>
                <a:lnTo>
                  <a:pt x="1530953" y="43362"/>
                </a:lnTo>
                <a:lnTo>
                  <a:pt x="1530466" y="43241"/>
                </a:lnTo>
                <a:lnTo>
                  <a:pt x="1529972" y="43131"/>
                </a:lnTo>
                <a:lnTo>
                  <a:pt x="1529471" y="43033"/>
                </a:lnTo>
                <a:lnTo>
                  <a:pt x="1528965" y="42947"/>
                </a:lnTo>
                <a:lnTo>
                  <a:pt x="1528451" y="42871"/>
                </a:lnTo>
                <a:lnTo>
                  <a:pt x="1527931" y="42808"/>
                </a:lnTo>
                <a:lnTo>
                  <a:pt x="1527405" y="42756"/>
                </a:lnTo>
                <a:lnTo>
                  <a:pt x="1526872" y="42715"/>
                </a:lnTo>
                <a:lnTo>
                  <a:pt x="1526333" y="42687"/>
                </a:lnTo>
                <a:lnTo>
                  <a:pt x="1525787" y="42669"/>
                </a:lnTo>
                <a:lnTo>
                  <a:pt x="1525235" y="42663"/>
                </a:lnTo>
                <a:lnTo>
                  <a:pt x="1524151" y="42693"/>
                </a:lnTo>
                <a:lnTo>
                  <a:pt x="1523063" y="42783"/>
                </a:lnTo>
                <a:lnTo>
                  <a:pt x="1521970" y="42933"/>
                </a:lnTo>
                <a:lnTo>
                  <a:pt x="1520872" y="43142"/>
                </a:lnTo>
                <a:lnTo>
                  <a:pt x="1519770" y="43412"/>
                </a:lnTo>
                <a:lnTo>
                  <a:pt x="1518663" y="43741"/>
                </a:lnTo>
                <a:lnTo>
                  <a:pt x="1517552" y="44130"/>
                </a:lnTo>
                <a:lnTo>
                  <a:pt x="1516435" y="44579"/>
                </a:lnTo>
                <a:lnTo>
                  <a:pt x="1515315" y="45088"/>
                </a:lnTo>
                <a:lnTo>
                  <a:pt x="1514189" y="45657"/>
                </a:lnTo>
                <a:lnTo>
                  <a:pt x="1513059" y="46286"/>
                </a:lnTo>
                <a:lnTo>
                  <a:pt x="1511925" y="46974"/>
                </a:lnTo>
                <a:lnTo>
                  <a:pt x="1510785" y="47723"/>
                </a:lnTo>
                <a:lnTo>
                  <a:pt x="1509641" y="48531"/>
                </a:lnTo>
                <a:lnTo>
                  <a:pt x="1508493" y="49399"/>
                </a:lnTo>
                <a:lnTo>
                  <a:pt x="1507340" y="50327"/>
                </a:lnTo>
                <a:lnTo>
                  <a:pt x="1506182" y="51315"/>
                </a:lnTo>
                <a:lnTo>
                  <a:pt x="1505020" y="52363"/>
                </a:lnTo>
                <a:lnTo>
                  <a:pt x="1503853" y="53470"/>
                </a:lnTo>
                <a:lnTo>
                  <a:pt x="1502681" y="54638"/>
                </a:lnTo>
                <a:lnTo>
                  <a:pt x="1501505" y="55865"/>
                </a:lnTo>
                <a:lnTo>
                  <a:pt x="1500324" y="57152"/>
                </a:lnTo>
                <a:lnTo>
                  <a:pt x="1499138" y="58500"/>
                </a:lnTo>
                <a:lnTo>
                  <a:pt x="1497948" y="59907"/>
                </a:lnTo>
                <a:lnTo>
                  <a:pt x="1497948" y="42663"/>
                </a:lnTo>
                <a:lnTo>
                  <a:pt x="1494126" y="42663"/>
                </a:lnTo>
                <a:lnTo>
                  <a:pt x="1469594" y="52596"/>
                </a:lnTo>
                <a:lnTo>
                  <a:pt x="1470928" y="55790"/>
                </a:lnTo>
                <a:lnTo>
                  <a:pt x="1471215" y="55682"/>
                </a:lnTo>
                <a:close/>
                <a:moveTo>
                  <a:pt x="1903546" y="55682"/>
                </a:moveTo>
                <a:lnTo>
                  <a:pt x="1903832" y="55578"/>
                </a:lnTo>
                <a:lnTo>
                  <a:pt x="1904114" y="55478"/>
                </a:lnTo>
                <a:lnTo>
                  <a:pt x="1904395" y="55384"/>
                </a:lnTo>
                <a:lnTo>
                  <a:pt x="1904672" y="55294"/>
                </a:lnTo>
                <a:lnTo>
                  <a:pt x="1904948" y="55208"/>
                </a:lnTo>
                <a:lnTo>
                  <a:pt x="1905220" y="55127"/>
                </a:lnTo>
                <a:lnTo>
                  <a:pt x="1905491" y="55051"/>
                </a:lnTo>
                <a:lnTo>
                  <a:pt x="1905759" y="54979"/>
                </a:lnTo>
                <a:lnTo>
                  <a:pt x="1906024" y="54913"/>
                </a:lnTo>
                <a:lnTo>
                  <a:pt x="1906287" y="54850"/>
                </a:lnTo>
                <a:lnTo>
                  <a:pt x="1906547" y="54792"/>
                </a:lnTo>
                <a:lnTo>
                  <a:pt x="1906805" y="54739"/>
                </a:lnTo>
                <a:lnTo>
                  <a:pt x="1907061" y="54691"/>
                </a:lnTo>
                <a:lnTo>
                  <a:pt x="1907314" y="54647"/>
                </a:lnTo>
                <a:lnTo>
                  <a:pt x="1907565" y="54608"/>
                </a:lnTo>
                <a:lnTo>
                  <a:pt x="1907813" y="54573"/>
                </a:lnTo>
                <a:lnTo>
                  <a:pt x="1908058" y="54543"/>
                </a:lnTo>
                <a:lnTo>
                  <a:pt x="1908302" y="54518"/>
                </a:lnTo>
                <a:lnTo>
                  <a:pt x="1908542" y="54497"/>
                </a:lnTo>
                <a:lnTo>
                  <a:pt x="1908781" y="54481"/>
                </a:lnTo>
                <a:lnTo>
                  <a:pt x="1909016" y="54469"/>
                </a:lnTo>
                <a:lnTo>
                  <a:pt x="1909250" y="54462"/>
                </a:lnTo>
                <a:lnTo>
                  <a:pt x="1909481" y="54460"/>
                </a:lnTo>
                <a:lnTo>
                  <a:pt x="1909672" y="54462"/>
                </a:lnTo>
                <a:lnTo>
                  <a:pt x="1909861" y="54468"/>
                </a:lnTo>
                <a:lnTo>
                  <a:pt x="1910047" y="54479"/>
                </a:lnTo>
                <a:lnTo>
                  <a:pt x="1910230" y="54494"/>
                </a:lnTo>
                <a:lnTo>
                  <a:pt x="1910411" y="54514"/>
                </a:lnTo>
                <a:lnTo>
                  <a:pt x="1910589" y="54537"/>
                </a:lnTo>
                <a:lnTo>
                  <a:pt x="1910764" y="54565"/>
                </a:lnTo>
                <a:lnTo>
                  <a:pt x="1910937" y="54598"/>
                </a:lnTo>
                <a:lnTo>
                  <a:pt x="1911108" y="54634"/>
                </a:lnTo>
                <a:lnTo>
                  <a:pt x="1911275" y="54675"/>
                </a:lnTo>
                <a:lnTo>
                  <a:pt x="1911440" y="54721"/>
                </a:lnTo>
                <a:lnTo>
                  <a:pt x="1911603" y="54770"/>
                </a:lnTo>
                <a:lnTo>
                  <a:pt x="1911762" y="54824"/>
                </a:lnTo>
                <a:lnTo>
                  <a:pt x="1911920" y="54882"/>
                </a:lnTo>
                <a:lnTo>
                  <a:pt x="1912074" y="54945"/>
                </a:lnTo>
                <a:lnTo>
                  <a:pt x="1912226" y="55012"/>
                </a:lnTo>
                <a:lnTo>
                  <a:pt x="1912375" y="55083"/>
                </a:lnTo>
                <a:lnTo>
                  <a:pt x="1912522" y="55158"/>
                </a:lnTo>
                <a:lnTo>
                  <a:pt x="1912666" y="55238"/>
                </a:lnTo>
                <a:lnTo>
                  <a:pt x="1912808" y="55322"/>
                </a:lnTo>
                <a:lnTo>
                  <a:pt x="1912946" y="55410"/>
                </a:lnTo>
                <a:lnTo>
                  <a:pt x="1913082" y="55503"/>
                </a:lnTo>
                <a:lnTo>
                  <a:pt x="1913216" y="55600"/>
                </a:lnTo>
                <a:lnTo>
                  <a:pt x="1913347" y="55701"/>
                </a:lnTo>
                <a:lnTo>
                  <a:pt x="1913475" y="55807"/>
                </a:lnTo>
                <a:lnTo>
                  <a:pt x="1913599" y="55918"/>
                </a:lnTo>
                <a:lnTo>
                  <a:pt x="1913721" y="56035"/>
                </a:lnTo>
                <a:lnTo>
                  <a:pt x="1913838" y="56156"/>
                </a:lnTo>
                <a:lnTo>
                  <a:pt x="1913953" y="56282"/>
                </a:lnTo>
                <a:lnTo>
                  <a:pt x="1914064" y="56414"/>
                </a:lnTo>
                <a:lnTo>
                  <a:pt x="1914171" y="56550"/>
                </a:lnTo>
                <a:lnTo>
                  <a:pt x="1914275" y="56692"/>
                </a:lnTo>
                <a:lnTo>
                  <a:pt x="1914376" y="56838"/>
                </a:lnTo>
                <a:lnTo>
                  <a:pt x="1914473" y="56990"/>
                </a:lnTo>
                <a:lnTo>
                  <a:pt x="1914567" y="57147"/>
                </a:lnTo>
                <a:lnTo>
                  <a:pt x="1914658" y="57309"/>
                </a:lnTo>
                <a:lnTo>
                  <a:pt x="1914745" y="57476"/>
                </a:lnTo>
                <a:lnTo>
                  <a:pt x="1914829" y="57648"/>
                </a:lnTo>
                <a:lnTo>
                  <a:pt x="1914909" y="57825"/>
                </a:lnTo>
                <a:lnTo>
                  <a:pt x="1914986" y="58007"/>
                </a:lnTo>
                <a:lnTo>
                  <a:pt x="1915060" y="58195"/>
                </a:lnTo>
                <a:lnTo>
                  <a:pt x="1915130" y="58387"/>
                </a:lnTo>
                <a:lnTo>
                  <a:pt x="1915197" y="58585"/>
                </a:lnTo>
                <a:lnTo>
                  <a:pt x="1915260" y="58787"/>
                </a:lnTo>
                <a:lnTo>
                  <a:pt x="1915320" y="58995"/>
                </a:lnTo>
                <a:lnTo>
                  <a:pt x="1915377" y="59208"/>
                </a:lnTo>
                <a:lnTo>
                  <a:pt x="1915430" y="59425"/>
                </a:lnTo>
                <a:lnTo>
                  <a:pt x="1915480" y="59648"/>
                </a:lnTo>
                <a:lnTo>
                  <a:pt x="1915527" y="59893"/>
                </a:lnTo>
                <a:lnTo>
                  <a:pt x="1915572" y="60178"/>
                </a:lnTo>
                <a:lnTo>
                  <a:pt x="1915616" y="60503"/>
                </a:lnTo>
                <a:lnTo>
                  <a:pt x="1915657" y="60868"/>
                </a:lnTo>
                <a:lnTo>
                  <a:pt x="1915696" y="61273"/>
                </a:lnTo>
                <a:lnTo>
                  <a:pt x="1915733" y="61718"/>
                </a:lnTo>
                <a:lnTo>
                  <a:pt x="1915768" y="62202"/>
                </a:lnTo>
                <a:lnTo>
                  <a:pt x="1915801" y="62726"/>
                </a:lnTo>
                <a:lnTo>
                  <a:pt x="1915832" y="63291"/>
                </a:lnTo>
                <a:lnTo>
                  <a:pt x="1915861" y="63895"/>
                </a:lnTo>
                <a:lnTo>
                  <a:pt x="1915888" y="64539"/>
                </a:lnTo>
                <a:lnTo>
                  <a:pt x="1915913" y="65223"/>
                </a:lnTo>
                <a:lnTo>
                  <a:pt x="1915937" y="65947"/>
                </a:lnTo>
                <a:lnTo>
                  <a:pt x="1915958" y="66710"/>
                </a:lnTo>
                <a:lnTo>
                  <a:pt x="1915977" y="67514"/>
                </a:lnTo>
                <a:lnTo>
                  <a:pt x="1915994" y="68358"/>
                </a:lnTo>
                <a:lnTo>
                  <a:pt x="1916009" y="69241"/>
                </a:lnTo>
                <a:lnTo>
                  <a:pt x="1916022" y="70164"/>
                </a:lnTo>
                <a:lnTo>
                  <a:pt x="1916033" y="71127"/>
                </a:lnTo>
                <a:lnTo>
                  <a:pt x="1916042" y="72130"/>
                </a:lnTo>
                <a:lnTo>
                  <a:pt x="1916049" y="73173"/>
                </a:lnTo>
                <a:lnTo>
                  <a:pt x="1916054" y="74256"/>
                </a:lnTo>
                <a:lnTo>
                  <a:pt x="1916057" y="75379"/>
                </a:lnTo>
                <a:lnTo>
                  <a:pt x="1916058" y="76541"/>
                </a:lnTo>
                <a:lnTo>
                  <a:pt x="1916058" y="108025"/>
                </a:lnTo>
                <a:lnTo>
                  <a:pt x="1916057" y="108607"/>
                </a:lnTo>
                <a:lnTo>
                  <a:pt x="1916055" y="109169"/>
                </a:lnTo>
                <a:lnTo>
                  <a:pt x="1916051" y="109711"/>
                </a:lnTo>
                <a:lnTo>
                  <a:pt x="1916046" y="110235"/>
                </a:lnTo>
                <a:lnTo>
                  <a:pt x="1916039" y="110739"/>
                </a:lnTo>
                <a:lnTo>
                  <a:pt x="1916030" y="111223"/>
                </a:lnTo>
                <a:lnTo>
                  <a:pt x="1916020" y="111688"/>
                </a:lnTo>
                <a:lnTo>
                  <a:pt x="1916008" y="112134"/>
                </a:lnTo>
                <a:lnTo>
                  <a:pt x="1915995" y="112560"/>
                </a:lnTo>
                <a:lnTo>
                  <a:pt x="1915981" y="112967"/>
                </a:lnTo>
                <a:lnTo>
                  <a:pt x="1915965" y="113355"/>
                </a:lnTo>
                <a:lnTo>
                  <a:pt x="1915947" y="113723"/>
                </a:lnTo>
                <a:lnTo>
                  <a:pt x="1915927" y="114071"/>
                </a:lnTo>
                <a:lnTo>
                  <a:pt x="1915907" y="114401"/>
                </a:lnTo>
                <a:lnTo>
                  <a:pt x="1915884" y="114711"/>
                </a:lnTo>
                <a:lnTo>
                  <a:pt x="1915860" y="115001"/>
                </a:lnTo>
                <a:lnTo>
                  <a:pt x="1915835" y="115272"/>
                </a:lnTo>
                <a:lnTo>
                  <a:pt x="1915808" y="115524"/>
                </a:lnTo>
                <a:lnTo>
                  <a:pt x="1915779" y="115756"/>
                </a:lnTo>
                <a:lnTo>
                  <a:pt x="1915749" y="115969"/>
                </a:lnTo>
                <a:lnTo>
                  <a:pt x="1915718" y="116163"/>
                </a:lnTo>
                <a:lnTo>
                  <a:pt x="1915684" y="116337"/>
                </a:lnTo>
                <a:lnTo>
                  <a:pt x="1915650" y="116492"/>
                </a:lnTo>
                <a:lnTo>
                  <a:pt x="1915613" y="116627"/>
                </a:lnTo>
                <a:lnTo>
                  <a:pt x="1915537" y="116883"/>
                </a:lnTo>
                <a:lnTo>
                  <a:pt x="1915456" y="117133"/>
                </a:lnTo>
                <a:lnTo>
                  <a:pt x="1915370" y="117377"/>
                </a:lnTo>
                <a:lnTo>
                  <a:pt x="1915280" y="117616"/>
                </a:lnTo>
                <a:lnTo>
                  <a:pt x="1915185" y="117848"/>
                </a:lnTo>
                <a:lnTo>
                  <a:pt x="1915086" y="118075"/>
                </a:lnTo>
                <a:lnTo>
                  <a:pt x="1914982" y="118295"/>
                </a:lnTo>
                <a:lnTo>
                  <a:pt x="1914873" y="118510"/>
                </a:lnTo>
                <a:lnTo>
                  <a:pt x="1914759" y="118719"/>
                </a:lnTo>
                <a:lnTo>
                  <a:pt x="1914641" y="118922"/>
                </a:lnTo>
                <a:lnTo>
                  <a:pt x="1914519" y="119120"/>
                </a:lnTo>
                <a:lnTo>
                  <a:pt x="1914391" y="119311"/>
                </a:lnTo>
                <a:lnTo>
                  <a:pt x="1914259" y="119497"/>
                </a:lnTo>
                <a:lnTo>
                  <a:pt x="1914123" y="119676"/>
                </a:lnTo>
                <a:lnTo>
                  <a:pt x="1913982" y="119850"/>
                </a:lnTo>
                <a:lnTo>
                  <a:pt x="1913836" y="120018"/>
                </a:lnTo>
                <a:lnTo>
                  <a:pt x="1913685" y="120181"/>
                </a:lnTo>
                <a:lnTo>
                  <a:pt x="1913530" y="120337"/>
                </a:lnTo>
                <a:lnTo>
                  <a:pt x="1913371" y="120487"/>
                </a:lnTo>
                <a:lnTo>
                  <a:pt x="1913206" y="120632"/>
                </a:lnTo>
                <a:lnTo>
                  <a:pt x="1913037" y="120771"/>
                </a:lnTo>
                <a:lnTo>
                  <a:pt x="1912864" y="120904"/>
                </a:lnTo>
                <a:lnTo>
                  <a:pt x="1912685" y="121031"/>
                </a:lnTo>
                <a:lnTo>
                  <a:pt x="1912503" y="121152"/>
                </a:lnTo>
                <a:lnTo>
                  <a:pt x="1912245" y="121311"/>
                </a:lnTo>
                <a:lnTo>
                  <a:pt x="1911977" y="121463"/>
                </a:lnTo>
                <a:lnTo>
                  <a:pt x="1911697" y="121609"/>
                </a:lnTo>
                <a:lnTo>
                  <a:pt x="1911406" y="121748"/>
                </a:lnTo>
                <a:lnTo>
                  <a:pt x="1911105" y="121880"/>
                </a:lnTo>
                <a:lnTo>
                  <a:pt x="1910792" y="122005"/>
                </a:lnTo>
                <a:lnTo>
                  <a:pt x="1910468" y="122124"/>
                </a:lnTo>
                <a:lnTo>
                  <a:pt x="1910132" y="122235"/>
                </a:lnTo>
                <a:lnTo>
                  <a:pt x="1909786" y="122340"/>
                </a:lnTo>
                <a:lnTo>
                  <a:pt x="1909429" y="122438"/>
                </a:lnTo>
                <a:lnTo>
                  <a:pt x="1909060" y="122530"/>
                </a:lnTo>
                <a:lnTo>
                  <a:pt x="1908681" y="122614"/>
                </a:lnTo>
                <a:lnTo>
                  <a:pt x="1908290" y="122692"/>
                </a:lnTo>
                <a:lnTo>
                  <a:pt x="1907888" y="122763"/>
                </a:lnTo>
                <a:lnTo>
                  <a:pt x="1907475" y="122828"/>
                </a:lnTo>
                <a:lnTo>
                  <a:pt x="1907051" y="122885"/>
                </a:lnTo>
                <a:lnTo>
                  <a:pt x="1906616" y="122936"/>
                </a:lnTo>
                <a:lnTo>
                  <a:pt x="1906170" y="122980"/>
                </a:lnTo>
                <a:lnTo>
                  <a:pt x="1905712" y="123017"/>
                </a:lnTo>
                <a:lnTo>
                  <a:pt x="1905244" y="123048"/>
                </a:lnTo>
                <a:lnTo>
                  <a:pt x="1904764" y="123071"/>
                </a:lnTo>
                <a:lnTo>
                  <a:pt x="1904274" y="123088"/>
                </a:lnTo>
                <a:lnTo>
                  <a:pt x="1903772" y="123098"/>
                </a:lnTo>
                <a:lnTo>
                  <a:pt x="1903259" y="123102"/>
                </a:lnTo>
                <a:lnTo>
                  <a:pt x="1903259" y="126390"/>
                </a:lnTo>
                <a:lnTo>
                  <a:pt x="1944945" y="126390"/>
                </a:lnTo>
                <a:lnTo>
                  <a:pt x="1944945" y="123102"/>
                </a:lnTo>
                <a:lnTo>
                  <a:pt x="1944490" y="123099"/>
                </a:lnTo>
                <a:lnTo>
                  <a:pt x="1944044" y="123091"/>
                </a:lnTo>
                <a:lnTo>
                  <a:pt x="1943607" y="123077"/>
                </a:lnTo>
                <a:lnTo>
                  <a:pt x="1943179" y="123058"/>
                </a:lnTo>
                <a:lnTo>
                  <a:pt x="1942760" y="123033"/>
                </a:lnTo>
                <a:lnTo>
                  <a:pt x="1942350" y="123002"/>
                </a:lnTo>
                <a:lnTo>
                  <a:pt x="1941949" y="122966"/>
                </a:lnTo>
                <a:lnTo>
                  <a:pt x="1941557" y="122925"/>
                </a:lnTo>
                <a:lnTo>
                  <a:pt x="1941174" y="122878"/>
                </a:lnTo>
                <a:lnTo>
                  <a:pt x="1940800" y="122825"/>
                </a:lnTo>
                <a:lnTo>
                  <a:pt x="1940435" y="122767"/>
                </a:lnTo>
                <a:lnTo>
                  <a:pt x="1940078" y="122703"/>
                </a:lnTo>
                <a:lnTo>
                  <a:pt x="1939731" y="122634"/>
                </a:lnTo>
                <a:lnTo>
                  <a:pt x="1939393" y="122559"/>
                </a:lnTo>
                <a:lnTo>
                  <a:pt x="1939063" y="122479"/>
                </a:lnTo>
                <a:lnTo>
                  <a:pt x="1938743" y="122393"/>
                </a:lnTo>
                <a:lnTo>
                  <a:pt x="1938431" y="122302"/>
                </a:lnTo>
                <a:lnTo>
                  <a:pt x="1938128" y="122205"/>
                </a:lnTo>
                <a:lnTo>
                  <a:pt x="1937835" y="122103"/>
                </a:lnTo>
                <a:lnTo>
                  <a:pt x="1937550" y="121995"/>
                </a:lnTo>
                <a:lnTo>
                  <a:pt x="1937274" y="121881"/>
                </a:lnTo>
                <a:lnTo>
                  <a:pt x="1937008" y="121762"/>
                </a:lnTo>
                <a:lnTo>
                  <a:pt x="1936750" y="121638"/>
                </a:lnTo>
                <a:lnTo>
                  <a:pt x="1936501" y="121508"/>
                </a:lnTo>
                <a:lnTo>
                  <a:pt x="1936259" y="121373"/>
                </a:lnTo>
                <a:lnTo>
                  <a:pt x="1936024" y="121236"/>
                </a:lnTo>
                <a:lnTo>
                  <a:pt x="1935795" y="121096"/>
                </a:lnTo>
                <a:lnTo>
                  <a:pt x="1935572" y="120953"/>
                </a:lnTo>
                <a:lnTo>
                  <a:pt x="1935356" y="120807"/>
                </a:lnTo>
                <a:lnTo>
                  <a:pt x="1935145" y="120659"/>
                </a:lnTo>
                <a:lnTo>
                  <a:pt x="1934941" y="120508"/>
                </a:lnTo>
                <a:lnTo>
                  <a:pt x="1934743" y="120354"/>
                </a:lnTo>
                <a:lnTo>
                  <a:pt x="1934551" y="120198"/>
                </a:lnTo>
                <a:lnTo>
                  <a:pt x="1934365" y="120038"/>
                </a:lnTo>
                <a:lnTo>
                  <a:pt x="1934186" y="119876"/>
                </a:lnTo>
                <a:lnTo>
                  <a:pt x="1934012" y="119711"/>
                </a:lnTo>
                <a:lnTo>
                  <a:pt x="1933845" y="119543"/>
                </a:lnTo>
                <a:lnTo>
                  <a:pt x="1933684" y="119373"/>
                </a:lnTo>
                <a:lnTo>
                  <a:pt x="1933529" y="119200"/>
                </a:lnTo>
                <a:lnTo>
                  <a:pt x="1933380" y="119024"/>
                </a:lnTo>
                <a:lnTo>
                  <a:pt x="1933237" y="118845"/>
                </a:lnTo>
                <a:lnTo>
                  <a:pt x="1933101" y="118663"/>
                </a:lnTo>
                <a:lnTo>
                  <a:pt x="1932971" y="118479"/>
                </a:lnTo>
                <a:lnTo>
                  <a:pt x="1932847" y="118292"/>
                </a:lnTo>
                <a:lnTo>
                  <a:pt x="1932729" y="118102"/>
                </a:lnTo>
                <a:lnTo>
                  <a:pt x="1932617" y="117910"/>
                </a:lnTo>
                <a:lnTo>
                  <a:pt x="1932512" y="117714"/>
                </a:lnTo>
                <a:lnTo>
                  <a:pt x="1932412" y="117516"/>
                </a:lnTo>
                <a:lnTo>
                  <a:pt x="1932274" y="117222"/>
                </a:lnTo>
                <a:lnTo>
                  <a:pt x="1932142" y="116917"/>
                </a:lnTo>
                <a:lnTo>
                  <a:pt x="1932016" y="116600"/>
                </a:lnTo>
                <a:lnTo>
                  <a:pt x="1931896" y="116272"/>
                </a:lnTo>
                <a:lnTo>
                  <a:pt x="1931782" y="115933"/>
                </a:lnTo>
                <a:lnTo>
                  <a:pt x="1931673" y="115582"/>
                </a:lnTo>
                <a:lnTo>
                  <a:pt x="1931571" y="115220"/>
                </a:lnTo>
                <a:lnTo>
                  <a:pt x="1931474" y="114847"/>
                </a:lnTo>
                <a:lnTo>
                  <a:pt x="1931383" y="114462"/>
                </a:lnTo>
                <a:lnTo>
                  <a:pt x="1931298" y="114065"/>
                </a:lnTo>
                <a:lnTo>
                  <a:pt x="1931219" y="113658"/>
                </a:lnTo>
                <a:lnTo>
                  <a:pt x="1931146" y="113239"/>
                </a:lnTo>
                <a:lnTo>
                  <a:pt x="1931078" y="112808"/>
                </a:lnTo>
                <a:lnTo>
                  <a:pt x="1931017" y="112366"/>
                </a:lnTo>
                <a:lnTo>
                  <a:pt x="1930961" y="111913"/>
                </a:lnTo>
                <a:lnTo>
                  <a:pt x="1930911" y="111449"/>
                </a:lnTo>
                <a:lnTo>
                  <a:pt x="1930867" y="110973"/>
                </a:lnTo>
                <a:lnTo>
                  <a:pt x="1930829" y="110485"/>
                </a:lnTo>
                <a:lnTo>
                  <a:pt x="1930797" y="109987"/>
                </a:lnTo>
                <a:lnTo>
                  <a:pt x="1930770" y="109477"/>
                </a:lnTo>
                <a:lnTo>
                  <a:pt x="1930750" y="108955"/>
                </a:lnTo>
                <a:lnTo>
                  <a:pt x="1930735" y="108422"/>
                </a:lnTo>
                <a:lnTo>
                  <a:pt x="1930726" y="107878"/>
                </a:lnTo>
                <a:lnTo>
                  <a:pt x="1930723" y="107322"/>
                </a:lnTo>
                <a:lnTo>
                  <a:pt x="1930723" y="68403"/>
                </a:lnTo>
                <a:lnTo>
                  <a:pt x="1931079" y="67717"/>
                </a:lnTo>
                <a:lnTo>
                  <a:pt x="1931433" y="67047"/>
                </a:lnTo>
                <a:lnTo>
                  <a:pt x="1931786" y="66393"/>
                </a:lnTo>
                <a:lnTo>
                  <a:pt x="1932138" y="65756"/>
                </a:lnTo>
                <a:lnTo>
                  <a:pt x="1932490" y="65135"/>
                </a:lnTo>
                <a:lnTo>
                  <a:pt x="1932840" y="64530"/>
                </a:lnTo>
                <a:lnTo>
                  <a:pt x="1933189" y="63942"/>
                </a:lnTo>
                <a:lnTo>
                  <a:pt x="1933538" y="63370"/>
                </a:lnTo>
                <a:lnTo>
                  <a:pt x="1933886" y="62814"/>
                </a:lnTo>
                <a:lnTo>
                  <a:pt x="1934232" y="62275"/>
                </a:lnTo>
                <a:lnTo>
                  <a:pt x="1934578" y="61752"/>
                </a:lnTo>
                <a:lnTo>
                  <a:pt x="1934923" y="61245"/>
                </a:lnTo>
                <a:lnTo>
                  <a:pt x="1935267" y="60754"/>
                </a:lnTo>
                <a:lnTo>
                  <a:pt x="1935610" y="60280"/>
                </a:lnTo>
                <a:lnTo>
                  <a:pt x="1935952" y="59822"/>
                </a:lnTo>
                <a:lnTo>
                  <a:pt x="1936293" y="59380"/>
                </a:lnTo>
                <a:lnTo>
                  <a:pt x="1936634" y="58955"/>
                </a:lnTo>
                <a:lnTo>
                  <a:pt x="1936973" y="58546"/>
                </a:lnTo>
                <a:lnTo>
                  <a:pt x="1937311" y="58153"/>
                </a:lnTo>
                <a:lnTo>
                  <a:pt x="1937649" y="57777"/>
                </a:lnTo>
                <a:lnTo>
                  <a:pt x="1937985" y="57417"/>
                </a:lnTo>
                <a:lnTo>
                  <a:pt x="1938321" y="57073"/>
                </a:lnTo>
                <a:lnTo>
                  <a:pt x="1938656" y="56746"/>
                </a:lnTo>
                <a:lnTo>
                  <a:pt x="1938989" y="56435"/>
                </a:lnTo>
                <a:lnTo>
                  <a:pt x="1939145" y="56290"/>
                </a:lnTo>
                <a:lnTo>
                  <a:pt x="1939299" y="56152"/>
                </a:lnTo>
                <a:lnTo>
                  <a:pt x="1939452" y="56019"/>
                </a:lnTo>
                <a:lnTo>
                  <a:pt x="1939604" y="55893"/>
                </a:lnTo>
                <a:lnTo>
                  <a:pt x="1939756" y="55773"/>
                </a:lnTo>
                <a:lnTo>
                  <a:pt x="1939906" y="55659"/>
                </a:lnTo>
                <a:lnTo>
                  <a:pt x="1940056" y="55552"/>
                </a:lnTo>
                <a:lnTo>
                  <a:pt x="1940204" y="55450"/>
                </a:lnTo>
                <a:lnTo>
                  <a:pt x="1940352" y="55355"/>
                </a:lnTo>
                <a:lnTo>
                  <a:pt x="1940499" y="55266"/>
                </a:lnTo>
                <a:lnTo>
                  <a:pt x="1940644" y="55182"/>
                </a:lnTo>
                <a:lnTo>
                  <a:pt x="1940789" y="55106"/>
                </a:lnTo>
                <a:lnTo>
                  <a:pt x="1940933" y="55035"/>
                </a:lnTo>
                <a:lnTo>
                  <a:pt x="1941076" y="54970"/>
                </a:lnTo>
                <a:lnTo>
                  <a:pt x="1941218" y="54912"/>
                </a:lnTo>
                <a:lnTo>
                  <a:pt x="1941360" y="54859"/>
                </a:lnTo>
                <a:lnTo>
                  <a:pt x="1941500" y="54813"/>
                </a:lnTo>
                <a:lnTo>
                  <a:pt x="1941639" y="54773"/>
                </a:lnTo>
                <a:lnTo>
                  <a:pt x="1941778" y="54739"/>
                </a:lnTo>
                <a:lnTo>
                  <a:pt x="1941915" y="54712"/>
                </a:lnTo>
                <a:lnTo>
                  <a:pt x="1942052" y="54690"/>
                </a:lnTo>
                <a:lnTo>
                  <a:pt x="1942187" y="54675"/>
                </a:lnTo>
                <a:lnTo>
                  <a:pt x="1942322" y="54666"/>
                </a:lnTo>
                <a:lnTo>
                  <a:pt x="1942456" y="54663"/>
                </a:lnTo>
                <a:lnTo>
                  <a:pt x="1942615" y="54668"/>
                </a:lnTo>
                <a:lnTo>
                  <a:pt x="1942781" y="54684"/>
                </a:lnTo>
                <a:lnTo>
                  <a:pt x="1942954" y="54710"/>
                </a:lnTo>
                <a:lnTo>
                  <a:pt x="1943134" y="54748"/>
                </a:lnTo>
                <a:lnTo>
                  <a:pt x="1943320" y="54796"/>
                </a:lnTo>
                <a:lnTo>
                  <a:pt x="1943514" y="54854"/>
                </a:lnTo>
                <a:lnTo>
                  <a:pt x="1943715" y="54923"/>
                </a:lnTo>
                <a:lnTo>
                  <a:pt x="1943922" y="55003"/>
                </a:lnTo>
                <a:lnTo>
                  <a:pt x="1944137" y="55094"/>
                </a:lnTo>
                <a:lnTo>
                  <a:pt x="1944359" y="55195"/>
                </a:lnTo>
                <a:lnTo>
                  <a:pt x="1944587" y="55307"/>
                </a:lnTo>
                <a:lnTo>
                  <a:pt x="1944822" y="55429"/>
                </a:lnTo>
                <a:lnTo>
                  <a:pt x="1945065" y="55562"/>
                </a:lnTo>
                <a:lnTo>
                  <a:pt x="1945314" y="55706"/>
                </a:lnTo>
                <a:lnTo>
                  <a:pt x="1945570" y="55860"/>
                </a:lnTo>
                <a:lnTo>
                  <a:pt x="1945833" y="56025"/>
                </a:lnTo>
                <a:lnTo>
                  <a:pt x="1946104" y="56201"/>
                </a:lnTo>
                <a:lnTo>
                  <a:pt x="1946381" y="56387"/>
                </a:lnTo>
                <a:lnTo>
                  <a:pt x="1946665" y="56584"/>
                </a:lnTo>
                <a:lnTo>
                  <a:pt x="1946956" y="56792"/>
                </a:lnTo>
                <a:lnTo>
                  <a:pt x="1947253" y="57010"/>
                </a:lnTo>
                <a:lnTo>
                  <a:pt x="1947558" y="57239"/>
                </a:lnTo>
                <a:lnTo>
                  <a:pt x="1947870" y="57479"/>
                </a:lnTo>
                <a:lnTo>
                  <a:pt x="1948189" y="57729"/>
                </a:lnTo>
                <a:lnTo>
                  <a:pt x="1948510" y="57979"/>
                </a:lnTo>
                <a:lnTo>
                  <a:pt x="1948828" y="58219"/>
                </a:lnTo>
                <a:lnTo>
                  <a:pt x="1949144" y="58448"/>
                </a:lnTo>
                <a:lnTo>
                  <a:pt x="1949457" y="58666"/>
                </a:lnTo>
                <a:lnTo>
                  <a:pt x="1949767" y="58874"/>
                </a:lnTo>
                <a:lnTo>
                  <a:pt x="1950075" y="59071"/>
                </a:lnTo>
                <a:lnTo>
                  <a:pt x="1950380" y="59257"/>
                </a:lnTo>
                <a:lnTo>
                  <a:pt x="1950682" y="59433"/>
                </a:lnTo>
                <a:lnTo>
                  <a:pt x="1950982" y="59598"/>
                </a:lnTo>
                <a:lnTo>
                  <a:pt x="1951280" y="59752"/>
                </a:lnTo>
                <a:lnTo>
                  <a:pt x="1951574" y="59896"/>
                </a:lnTo>
                <a:lnTo>
                  <a:pt x="1951866" y="60029"/>
                </a:lnTo>
                <a:lnTo>
                  <a:pt x="1952156" y="60151"/>
                </a:lnTo>
                <a:lnTo>
                  <a:pt x="1952442" y="60263"/>
                </a:lnTo>
                <a:lnTo>
                  <a:pt x="1952727" y="60364"/>
                </a:lnTo>
                <a:lnTo>
                  <a:pt x="1953008" y="60455"/>
                </a:lnTo>
                <a:lnTo>
                  <a:pt x="1953287" y="60535"/>
                </a:lnTo>
                <a:lnTo>
                  <a:pt x="1953563" y="60604"/>
                </a:lnTo>
                <a:lnTo>
                  <a:pt x="1953837" y="60662"/>
                </a:lnTo>
                <a:lnTo>
                  <a:pt x="1954108" y="60710"/>
                </a:lnTo>
                <a:lnTo>
                  <a:pt x="1954377" y="60748"/>
                </a:lnTo>
                <a:lnTo>
                  <a:pt x="1954642" y="60774"/>
                </a:lnTo>
                <a:lnTo>
                  <a:pt x="1954905" y="60790"/>
                </a:lnTo>
                <a:lnTo>
                  <a:pt x="1955166" y="60795"/>
                </a:lnTo>
                <a:lnTo>
                  <a:pt x="1955431" y="60791"/>
                </a:lnTo>
                <a:lnTo>
                  <a:pt x="1955693" y="60779"/>
                </a:lnTo>
                <a:lnTo>
                  <a:pt x="1955952" y="60758"/>
                </a:lnTo>
                <a:lnTo>
                  <a:pt x="1956208" y="60729"/>
                </a:lnTo>
                <a:lnTo>
                  <a:pt x="1956461" y="60691"/>
                </a:lnTo>
                <a:lnTo>
                  <a:pt x="1956710" y="60645"/>
                </a:lnTo>
                <a:lnTo>
                  <a:pt x="1956957" y="60591"/>
                </a:lnTo>
                <a:lnTo>
                  <a:pt x="1957200" y="60529"/>
                </a:lnTo>
                <a:lnTo>
                  <a:pt x="1957441" y="60458"/>
                </a:lnTo>
                <a:lnTo>
                  <a:pt x="1957678" y="60379"/>
                </a:lnTo>
                <a:lnTo>
                  <a:pt x="1957912" y="60291"/>
                </a:lnTo>
                <a:lnTo>
                  <a:pt x="1958144" y="60195"/>
                </a:lnTo>
                <a:lnTo>
                  <a:pt x="1958372" y="60091"/>
                </a:lnTo>
                <a:lnTo>
                  <a:pt x="1958597" y="59979"/>
                </a:lnTo>
                <a:lnTo>
                  <a:pt x="1958819" y="59858"/>
                </a:lnTo>
                <a:lnTo>
                  <a:pt x="1959037" y="59729"/>
                </a:lnTo>
                <a:lnTo>
                  <a:pt x="1959253" y="59591"/>
                </a:lnTo>
                <a:lnTo>
                  <a:pt x="1959466" y="59446"/>
                </a:lnTo>
                <a:lnTo>
                  <a:pt x="1959675" y="59291"/>
                </a:lnTo>
                <a:lnTo>
                  <a:pt x="1959882" y="59129"/>
                </a:lnTo>
                <a:lnTo>
                  <a:pt x="1960085" y="58958"/>
                </a:lnTo>
                <a:lnTo>
                  <a:pt x="1960285" y="58779"/>
                </a:lnTo>
                <a:lnTo>
                  <a:pt x="1960483" y="58591"/>
                </a:lnTo>
                <a:lnTo>
                  <a:pt x="1960677" y="58396"/>
                </a:lnTo>
                <a:lnTo>
                  <a:pt x="1960865" y="58194"/>
                </a:lnTo>
                <a:lnTo>
                  <a:pt x="1961046" y="57988"/>
                </a:lnTo>
                <a:lnTo>
                  <a:pt x="1961218" y="57779"/>
                </a:lnTo>
                <a:lnTo>
                  <a:pt x="1961383" y="57566"/>
                </a:lnTo>
                <a:lnTo>
                  <a:pt x="1961539" y="57349"/>
                </a:lnTo>
                <a:lnTo>
                  <a:pt x="1961688" y="57129"/>
                </a:lnTo>
                <a:lnTo>
                  <a:pt x="1961828" y="56905"/>
                </a:lnTo>
                <a:lnTo>
                  <a:pt x="1961961" y="56677"/>
                </a:lnTo>
                <a:lnTo>
                  <a:pt x="1962085" y="56446"/>
                </a:lnTo>
                <a:lnTo>
                  <a:pt x="1962201" y="56211"/>
                </a:lnTo>
                <a:lnTo>
                  <a:pt x="1962310" y="55972"/>
                </a:lnTo>
                <a:lnTo>
                  <a:pt x="1962410" y="55729"/>
                </a:lnTo>
                <a:lnTo>
                  <a:pt x="1962502" y="55483"/>
                </a:lnTo>
                <a:lnTo>
                  <a:pt x="1962586" y="55233"/>
                </a:lnTo>
                <a:lnTo>
                  <a:pt x="1962663" y="54979"/>
                </a:lnTo>
                <a:lnTo>
                  <a:pt x="1962731" y="54722"/>
                </a:lnTo>
                <a:lnTo>
                  <a:pt x="1962791" y="54461"/>
                </a:lnTo>
                <a:lnTo>
                  <a:pt x="1962843" y="54196"/>
                </a:lnTo>
                <a:lnTo>
                  <a:pt x="1962887" y="53927"/>
                </a:lnTo>
                <a:lnTo>
                  <a:pt x="1962923" y="53655"/>
                </a:lnTo>
                <a:lnTo>
                  <a:pt x="1962952" y="53379"/>
                </a:lnTo>
                <a:lnTo>
                  <a:pt x="1962972" y="53100"/>
                </a:lnTo>
                <a:lnTo>
                  <a:pt x="1962984" y="52816"/>
                </a:lnTo>
                <a:lnTo>
                  <a:pt x="1962988" y="52529"/>
                </a:lnTo>
                <a:lnTo>
                  <a:pt x="1962982" y="52205"/>
                </a:lnTo>
                <a:lnTo>
                  <a:pt x="1962965" y="51884"/>
                </a:lnTo>
                <a:lnTo>
                  <a:pt x="1962938" y="51566"/>
                </a:lnTo>
                <a:lnTo>
                  <a:pt x="1962899" y="51252"/>
                </a:lnTo>
                <a:lnTo>
                  <a:pt x="1962849" y="50940"/>
                </a:lnTo>
                <a:lnTo>
                  <a:pt x="1962788" y="50632"/>
                </a:lnTo>
                <a:lnTo>
                  <a:pt x="1962715" y="50327"/>
                </a:lnTo>
                <a:lnTo>
                  <a:pt x="1962632" y="50026"/>
                </a:lnTo>
                <a:lnTo>
                  <a:pt x="1962538" y="49728"/>
                </a:lnTo>
                <a:lnTo>
                  <a:pt x="1962432" y="49432"/>
                </a:lnTo>
                <a:lnTo>
                  <a:pt x="1962316" y="49141"/>
                </a:lnTo>
                <a:lnTo>
                  <a:pt x="1962188" y="48852"/>
                </a:lnTo>
                <a:lnTo>
                  <a:pt x="1962049" y="48566"/>
                </a:lnTo>
                <a:lnTo>
                  <a:pt x="1961899" y="48284"/>
                </a:lnTo>
                <a:lnTo>
                  <a:pt x="1961738" y="48005"/>
                </a:lnTo>
                <a:lnTo>
                  <a:pt x="1961566" y="47730"/>
                </a:lnTo>
                <a:lnTo>
                  <a:pt x="1961382" y="47457"/>
                </a:lnTo>
                <a:lnTo>
                  <a:pt x="1961188" y="47188"/>
                </a:lnTo>
                <a:lnTo>
                  <a:pt x="1960982" y="46922"/>
                </a:lnTo>
                <a:lnTo>
                  <a:pt x="1960766" y="46659"/>
                </a:lnTo>
                <a:lnTo>
                  <a:pt x="1960538" y="46400"/>
                </a:lnTo>
                <a:lnTo>
                  <a:pt x="1960299" y="46144"/>
                </a:lnTo>
                <a:lnTo>
                  <a:pt x="1960049" y="45891"/>
                </a:lnTo>
                <a:lnTo>
                  <a:pt x="1959788" y="45641"/>
                </a:lnTo>
                <a:lnTo>
                  <a:pt x="1959518" y="45398"/>
                </a:lnTo>
                <a:lnTo>
                  <a:pt x="1959243" y="45165"/>
                </a:lnTo>
                <a:lnTo>
                  <a:pt x="1958962" y="44943"/>
                </a:lnTo>
                <a:lnTo>
                  <a:pt x="1958674" y="44731"/>
                </a:lnTo>
                <a:lnTo>
                  <a:pt x="1958381" y="44530"/>
                </a:lnTo>
                <a:lnTo>
                  <a:pt x="1958082" y="44338"/>
                </a:lnTo>
                <a:lnTo>
                  <a:pt x="1957778" y="44157"/>
                </a:lnTo>
                <a:lnTo>
                  <a:pt x="1957467" y="43987"/>
                </a:lnTo>
                <a:lnTo>
                  <a:pt x="1957151" y="43827"/>
                </a:lnTo>
                <a:lnTo>
                  <a:pt x="1956828" y="43677"/>
                </a:lnTo>
                <a:lnTo>
                  <a:pt x="1956500" y="43537"/>
                </a:lnTo>
                <a:lnTo>
                  <a:pt x="1956166" y="43408"/>
                </a:lnTo>
                <a:lnTo>
                  <a:pt x="1955826" y="43289"/>
                </a:lnTo>
                <a:lnTo>
                  <a:pt x="1955480" y="43180"/>
                </a:lnTo>
                <a:lnTo>
                  <a:pt x="1955129" y="43082"/>
                </a:lnTo>
                <a:lnTo>
                  <a:pt x="1954771" y="42994"/>
                </a:lnTo>
                <a:lnTo>
                  <a:pt x="1954408" y="42917"/>
                </a:lnTo>
                <a:lnTo>
                  <a:pt x="1954038" y="42850"/>
                </a:lnTo>
                <a:lnTo>
                  <a:pt x="1953663" y="42793"/>
                </a:lnTo>
                <a:lnTo>
                  <a:pt x="1953282" y="42746"/>
                </a:lnTo>
                <a:lnTo>
                  <a:pt x="1952895" y="42710"/>
                </a:lnTo>
                <a:lnTo>
                  <a:pt x="1952503" y="42684"/>
                </a:lnTo>
                <a:lnTo>
                  <a:pt x="1952104" y="42669"/>
                </a:lnTo>
                <a:lnTo>
                  <a:pt x="1951700" y="42663"/>
                </a:lnTo>
                <a:lnTo>
                  <a:pt x="1950804" y="42695"/>
                </a:lnTo>
                <a:lnTo>
                  <a:pt x="1949911" y="42791"/>
                </a:lnTo>
                <a:lnTo>
                  <a:pt x="1949019" y="42950"/>
                </a:lnTo>
                <a:lnTo>
                  <a:pt x="1948130" y="43172"/>
                </a:lnTo>
                <a:lnTo>
                  <a:pt x="1947242" y="43458"/>
                </a:lnTo>
                <a:lnTo>
                  <a:pt x="1946356" y="43808"/>
                </a:lnTo>
                <a:lnTo>
                  <a:pt x="1945471" y="44221"/>
                </a:lnTo>
                <a:lnTo>
                  <a:pt x="1944589" y="44698"/>
                </a:lnTo>
                <a:lnTo>
                  <a:pt x="1943709" y="45238"/>
                </a:lnTo>
                <a:lnTo>
                  <a:pt x="1942830" y="45842"/>
                </a:lnTo>
                <a:lnTo>
                  <a:pt x="1941953" y="46510"/>
                </a:lnTo>
                <a:lnTo>
                  <a:pt x="1941078" y="47241"/>
                </a:lnTo>
                <a:lnTo>
                  <a:pt x="1940205" y="48036"/>
                </a:lnTo>
                <a:lnTo>
                  <a:pt x="1939334" y="48894"/>
                </a:lnTo>
                <a:lnTo>
                  <a:pt x="1938465" y="49816"/>
                </a:lnTo>
                <a:lnTo>
                  <a:pt x="1937597" y="50801"/>
                </a:lnTo>
                <a:lnTo>
                  <a:pt x="1936731" y="51850"/>
                </a:lnTo>
                <a:lnTo>
                  <a:pt x="1935867" y="52963"/>
                </a:lnTo>
                <a:lnTo>
                  <a:pt x="1935006" y="54139"/>
                </a:lnTo>
                <a:lnTo>
                  <a:pt x="1934145" y="55379"/>
                </a:lnTo>
                <a:lnTo>
                  <a:pt x="1933287" y="56682"/>
                </a:lnTo>
                <a:lnTo>
                  <a:pt x="1932431" y="58049"/>
                </a:lnTo>
                <a:lnTo>
                  <a:pt x="1931576" y="59479"/>
                </a:lnTo>
                <a:lnTo>
                  <a:pt x="1930723" y="60973"/>
                </a:lnTo>
                <a:lnTo>
                  <a:pt x="1930723" y="42663"/>
                </a:lnTo>
                <a:lnTo>
                  <a:pt x="1926990" y="42663"/>
                </a:lnTo>
                <a:lnTo>
                  <a:pt x="1902370" y="52596"/>
                </a:lnTo>
                <a:lnTo>
                  <a:pt x="1903259" y="55790"/>
                </a:lnTo>
                <a:lnTo>
                  <a:pt x="1903546" y="55682"/>
                </a:lnTo>
                <a:close/>
                <a:moveTo>
                  <a:pt x="993878" y="117510"/>
                </a:moveTo>
                <a:lnTo>
                  <a:pt x="993933" y="118036"/>
                </a:lnTo>
                <a:lnTo>
                  <a:pt x="993996" y="118547"/>
                </a:lnTo>
                <a:lnTo>
                  <a:pt x="994069" y="119043"/>
                </a:lnTo>
                <a:lnTo>
                  <a:pt x="994150" y="119524"/>
                </a:lnTo>
                <a:lnTo>
                  <a:pt x="994239" y="119991"/>
                </a:lnTo>
                <a:lnTo>
                  <a:pt x="994337" y="120443"/>
                </a:lnTo>
                <a:lnTo>
                  <a:pt x="994444" y="120880"/>
                </a:lnTo>
                <a:lnTo>
                  <a:pt x="994559" y="121302"/>
                </a:lnTo>
                <a:lnTo>
                  <a:pt x="994683" y="121709"/>
                </a:lnTo>
                <a:lnTo>
                  <a:pt x="994816" y="122102"/>
                </a:lnTo>
                <a:lnTo>
                  <a:pt x="994958" y="122480"/>
                </a:lnTo>
                <a:lnTo>
                  <a:pt x="995108" y="122843"/>
                </a:lnTo>
                <a:lnTo>
                  <a:pt x="995266" y="123191"/>
                </a:lnTo>
                <a:lnTo>
                  <a:pt x="995433" y="123524"/>
                </a:lnTo>
                <a:lnTo>
                  <a:pt x="995609" y="123843"/>
                </a:lnTo>
                <a:lnTo>
                  <a:pt x="995794" y="124146"/>
                </a:lnTo>
                <a:lnTo>
                  <a:pt x="995987" y="124435"/>
                </a:lnTo>
                <a:lnTo>
                  <a:pt x="996189" y="124709"/>
                </a:lnTo>
                <a:lnTo>
                  <a:pt x="996399" y="124968"/>
                </a:lnTo>
                <a:lnTo>
                  <a:pt x="996617" y="125215"/>
                </a:lnTo>
                <a:lnTo>
                  <a:pt x="996841" y="125451"/>
                </a:lnTo>
                <a:lnTo>
                  <a:pt x="997072" y="125677"/>
                </a:lnTo>
                <a:lnTo>
                  <a:pt x="997308" y="125892"/>
                </a:lnTo>
                <a:lnTo>
                  <a:pt x="997551" y="126096"/>
                </a:lnTo>
                <a:lnTo>
                  <a:pt x="997799" y="126290"/>
                </a:lnTo>
                <a:lnTo>
                  <a:pt x="998054" y="126474"/>
                </a:lnTo>
                <a:lnTo>
                  <a:pt x="998315" y="126647"/>
                </a:lnTo>
                <a:lnTo>
                  <a:pt x="998583" y="126810"/>
                </a:lnTo>
                <a:lnTo>
                  <a:pt x="998856" y="126962"/>
                </a:lnTo>
                <a:lnTo>
                  <a:pt x="999136" y="127104"/>
                </a:lnTo>
                <a:lnTo>
                  <a:pt x="999421" y="127235"/>
                </a:lnTo>
                <a:lnTo>
                  <a:pt x="999713" y="127356"/>
                </a:lnTo>
                <a:lnTo>
                  <a:pt x="1000011" y="127466"/>
                </a:lnTo>
                <a:lnTo>
                  <a:pt x="1000316" y="127565"/>
                </a:lnTo>
                <a:lnTo>
                  <a:pt x="1000626" y="127655"/>
                </a:lnTo>
                <a:lnTo>
                  <a:pt x="1000943" y="127733"/>
                </a:lnTo>
                <a:lnTo>
                  <a:pt x="1001266" y="127801"/>
                </a:lnTo>
                <a:lnTo>
                  <a:pt x="1001595" y="127859"/>
                </a:lnTo>
                <a:lnTo>
                  <a:pt x="1001930" y="127906"/>
                </a:lnTo>
                <a:lnTo>
                  <a:pt x="1002271" y="127943"/>
                </a:lnTo>
                <a:lnTo>
                  <a:pt x="1002619" y="127969"/>
                </a:lnTo>
                <a:lnTo>
                  <a:pt x="1002972" y="127985"/>
                </a:lnTo>
                <a:lnTo>
                  <a:pt x="1003332" y="127990"/>
                </a:lnTo>
                <a:lnTo>
                  <a:pt x="1004089" y="127967"/>
                </a:lnTo>
                <a:lnTo>
                  <a:pt x="1004849" y="127898"/>
                </a:lnTo>
                <a:lnTo>
                  <a:pt x="1005613" y="127782"/>
                </a:lnTo>
                <a:lnTo>
                  <a:pt x="1006379" y="127620"/>
                </a:lnTo>
                <a:lnTo>
                  <a:pt x="1007148" y="127412"/>
                </a:lnTo>
                <a:lnTo>
                  <a:pt x="1007921" y="127157"/>
                </a:lnTo>
                <a:lnTo>
                  <a:pt x="1008696" y="126856"/>
                </a:lnTo>
                <a:lnTo>
                  <a:pt x="1009475" y="126509"/>
                </a:lnTo>
                <a:lnTo>
                  <a:pt x="1010257" y="126115"/>
                </a:lnTo>
                <a:lnTo>
                  <a:pt x="1011041" y="125676"/>
                </a:lnTo>
                <a:lnTo>
                  <a:pt x="1011829" y="125190"/>
                </a:lnTo>
                <a:lnTo>
                  <a:pt x="1012620" y="124657"/>
                </a:lnTo>
                <a:lnTo>
                  <a:pt x="1013414" y="124079"/>
                </a:lnTo>
                <a:lnTo>
                  <a:pt x="1014212" y="123454"/>
                </a:lnTo>
                <a:lnTo>
                  <a:pt x="1015012" y="122782"/>
                </a:lnTo>
                <a:lnTo>
                  <a:pt x="1015815" y="122065"/>
                </a:lnTo>
                <a:lnTo>
                  <a:pt x="1016622" y="121301"/>
                </a:lnTo>
                <a:lnTo>
                  <a:pt x="1017431" y="120491"/>
                </a:lnTo>
                <a:lnTo>
                  <a:pt x="1018244" y="119635"/>
                </a:lnTo>
                <a:lnTo>
                  <a:pt x="1019059" y="118732"/>
                </a:lnTo>
                <a:lnTo>
                  <a:pt x="1019878" y="117783"/>
                </a:lnTo>
                <a:lnTo>
                  <a:pt x="1020700" y="116787"/>
                </a:lnTo>
                <a:lnTo>
                  <a:pt x="1021525" y="115746"/>
                </a:lnTo>
                <a:lnTo>
                  <a:pt x="1022353" y="114658"/>
                </a:lnTo>
                <a:lnTo>
                  <a:pt x="1022353" y="109681"/>
                </a:lnTo>
                <a:lnTo>
                  <a:pt x="1021915" y="110118"/>
                </a:lnTo>
                <a:lnTo>
                  <a:pt x="1021488" y="110540"/>
                </a:lnTo>
                <a:lnTo>
                  <a:pt x="1021074" y="110949"/>
                </a:lnTo>
                <a:lnTo>
                  <a:pt x="1020672" y="111342"/>
                </a:lnTo>
                <a:lnTo>
                  <a:pt x="1020281" y="111721"/>
                </a:lnTo>
                <a:lnTo>
                  <a:pt x="1019903" y="112086"/>
                </a:lnTo>
                <a:lnTo>
                  <a:pt x="1019537" y="112436"/>
                </a:lnTo>
                <a:lnTo>
                  <a:pt x="1019183" y="112772"/>
                </a:lnTo>
                <a:lnTo>
                  <a:pt x="1018841" y="113093"/>
                </a:lnTo>
                <a:lnTo>
                  <a:pt x="1018511" y="113399"/>
                </a:lnTo>
                <a:lnTo>
                  <a:pt x="1018193" y="113692"/>
                </a:lnTo>
                <a:lnTo>
                  <a:pt x="1017887" y="113969"/>
                </a:lnTo>
                <a:lnTo>
                  <a:pt x="1017593" y="114232"/>
                </a:lnTo>
                <a:lnTo>
                  <a:pt x="1017311" y="114481"/>
                </a:lnTo>
                <a:lnTo>
                  <a:pt x="1017041" y="114715"/>
                </a:lnTo>
                <a:lnTo>
                  <a:pt x="1016783" y="114935"/>
                </a:lnTo>
                <a:lnTo>
                  <a:pt x="1016537" y="115140"/>
                </a:lnTo>
                <a:lnTo>
                  <a:pt x="1016303" y="115330"/>
                </a:lnTo>
                <a:lnTo>
                  <a:pt x="1016082" y="115506"/>
                </a:lnTo>
                <a:lnTo>
                  <a:pt x="1015872" y="115668"/>
                </a:lnTo>
                <a:lnTo>
                  <a:pt x="1015674" y="115815"/>
                </a:lnTo>
                <a:lnTo>
                  <a:pt x="1015489" y="115947"/>
                </a:lnTo>
                <a:lnTo>
                  <a:pt x="1015315" y="116065"/>
                </a:lnTo>
                <a:lnTo>
                  <a:pt x="1015154" y="116169"/>
                </a:lnTo>
                <a:lnTo>
                  <a:pt x="1015064" y="116220"/>
                </a:lnTo>
                <a:lnTo>
                  <a:pt x="1014973" y="116268"/>
                </a:lnTo>
                <a:lnTo>
                  <a:pt x="1014881" y="116315"/>
                </a:lnTo>
                <a:lnTo>
                  <a:pt x="1014788" y="116359"/>
                </a:lnTo>
                <a:lnTo>
                  <a:pt x="1014694" y="116401"/>
                </a:lnTo>
                <a:lnTo>
                  <a:pt x="1014598" y="116441"/>
                </a:lnTo>
                <a:lnTo>
                  <a:pt x="1014501" y="116479"/>
                </a:lnTo>
                <a:lnTo>
                  <a:pt x="1014403" y="116515"/>
                </a:lnTo>
                <a:lnTo>
                  <a:pt x="1014304" y="116548"/>
                </a:lnTo>
                <a:lnTo>
                  <a:pt x="1014203" y="116579"/>
                </a:lnTo>
                <a:lnTo>
                  <a:pt x="1014101" y="116609"/>
                </a:lnTo>
                <a:lnTo>
                  <a:pt x="1013998" y="116636"/>
                </a:lnTo>
                <a:lnTo>
                  <a:pt x="1013894" y="116660"/>
                </a:lnTo>
                <a:lnTo>
                  <a:pt x="1013788" y="116683"/>
                </a:lnTo>
                <a:lnTo>
                  <a:pt x="1013681" y="116704"/>
                </a:lnTo>
                <a:lnTo>
                  <a:pt x="1013573" y="116722"/>
                </a:lnTo>
                <a:lnTo>
                  <a:pt x="1013464" y="116738"/>
                </a:lnTo>
                <a:lnTo>
                  <a:pt x="1013354" y="116752"/>
                </a:lnTo>
                <a:lnTo>
                  <a:pt x="1013242" y="116764"/>
                </a:lnTo>
                <a:lnTo>
                  <a:pt x="1013129" y="116774"/>
                </a:lnTo>
                <a:lnTo>
                  <a:pt x="1013015" y="116781"/>
                </a:lnTo>
                <a:lnTo>
                  <a:pt x="1012899" y="116787"/>
                </a:lnTo>
                <a:lnTo>
                  <a:pt x="1012783" y="116790"/>
                </a:lnTo>
                <a:lnTo>
                  <a:pt x="1012665" y="116791"/>
                </a:lnTo>
                <a:lnTo>
                  <a:pt x="1012554" y="116790"/>
                </a:lnTo>
                <a:lnTo>
                  <a:pt x="1012445" y="116785"/>
                </a:lnTo>
                <a:lnTo>
                  <a:pt x="1012336" y="116777"/>
                </a:lnTo>
                <a:lnTo>
                  <a:pt x="1012229" y="116767"/>
                </a:lnTo>
                <a:lnTo>
                  <a:pt x="1012123" y="116753"/>
                </a:lnTo>
                <a:lnTo>
                  <a:pt x="1012018" y="116736"/>
                </a:lnTo>
                <a:lnTo>
                  <a:pt x="1011914" y="116716"/>
                </a:lnTo>
                <a:lnTo>
                  <a:pt x="1011811" y="116693"/>
                </a:lnTo>
                <a:lnTo>
                  <a:pt x="1011709" y="116667"/>
                </a:lnTo>
                <a:lnTo>
                  <a:pt x="1011608" y="116637"/>
                </a:lnTo>
                <a:lnTo>
                  <a:pt x="1011508" y="116605"/>
                </a:lnTo>
                <a:lnTo>
                  <a:pt x="1011409" y="116570"/>
                </a:lnTo>
                <a:lnTo>
                  <a:pt x="1011312" y="116531"/>
                </a:lnTo>
                <a:lnTo>
                  <a:pt x="1011215" y="116490"/>
                </a:lnTo>
                <a:lnTo>
                  <a:pt x="1011120" y="116445"/>
                </a:lnTo>
                <a:lnTo>
                  <a:pt x="1011025" y="116397"/>
                </a:lnTo>
                <a:lnTo>
                  <a:pt x="1010932" y="116347"/>
                </a:lnTo>
                <a:lnTo>
                  <a:pt x="1010840" y="116293"/>
                </a:lnTo>
                <a:lnTo>
                  <a:pt x="1010749" y="116236"/>
                </a:lnTo>
                <a:lnTo>
                  <a:pt x="1010659" y="116176"/>
                </a:lnTo>
                <a:lnTo>
                  <a:pt x="1010570" y="116113"/>
                </a:lnTo>
                <a:lnTo>
                  <a:pt x="1010482" y="116047"/>
                </a:lnTo>
                <a:lnTo>
                  <a:pt x="1010395" y="115977"/>
                </a:lnTo>
                <a:lnTo>
                  <a:pt x="1010309" y="115905"/>
                </a:lnTo>
                <a:lnTo>
                  <a:pt x="1010225" y="115828"/>
                </a:lnTo>
                <a:lnTo>
                  <a:pt x="1010143" y="115745"/>
                </a:lnTo>
                <a:lnTo>
                  <a:pt x="1010063" y="115656"/>
                </a:lnTo>
                <a:lnTo>
                  <a:pt x="1009985" y="115561"/>
                </a:lnTo>
                <a:lnTo>
                  <a:pt x="1009909" y="115460"/>
                </a:lnTo>
                <a:lnTo>
                  <a:pt x="1009834" y="115353"/>
                </a:lnTo>
                <a:lnTo>
                  <a:pt x="1009762" y="115239"/>
                </a:lnTo>
                <a:lnTo>
                  <a:pt x="1009692" y="115120"/>
                </a:lnTo>
                <a:lnTo>
                  <a:pt x="1009624" y="114995"/>
                </a:lnTo>
                <a:lnTo>
                  <a:pt x="1009558" y="114864"/>
                </a:lnTo>
                <a:lnTo>
                  <a:pt x="1009494" y="114727"/>
                </a:lnTo>
                <a:lnTo>
                  <a:pt x="1009432" y="114584"/>
                </a:lnTo>
                <a:lnTo>
                  <a:pt x="1009372" y="114435"/>
                </a:lnTo>
                <a:lnTo>
                  <a:pt x="1009314" y="114279"/>
                </a:lnTo>
                <a:lnTo>
                  <a:pt x="1009257" y="114118"/>
                </a:lnTo>
                <a:lnTo>
                  <a:pt x="1009203" y="113951"/>
                </a:lnTo>
                <a:lnTo>
                  <a:pt x="1009151" y="113778"/>
                </a:lnTo>
                <a:lnTo>
                  <a:pt x="1009101" y="113599"/>
                </a:lnTo>
                <a:lnTo>
                  <a:pt x="1009053" y="113413"/>
                </a:lnTo>
                <a:lnTo>
                  <a:pt x="1009007" y="113222"/>
                </a:lnTo>
                <a:lnTo>
                  <a:pt x="1008963" y="113025"/>
                </a:lnTo>
                <a:lnTo>
                  <a:pt x="1008921" y="112822"/>
                </a:lnTo>
                <a:lnTo>
                  <a:pt x="1008881" y="112612"/>
                </a:lnTo>
                <a:lnTo>
                  <a:pt x="1008843" y="112397"/>
                </a:lnTo>
                <a:lnTo>
                  <a:pt x="1008807" y="112163"/>
                </a:lnTo>
                <a:lnTo>
                  <a:pt x="1008772" y="111898"/>
                </a:lnTo>
                <a:lnTo>
                  <a:pt x="1008739" y="111601"/>
                </a:lnTo>
                <a:lnTo>
                  <a:pt x="1008707" y="111274"/>
                </a:lnTo>
                <a:lnTo>
                  <a:pt x="1008677" y="110915"/>
                </a:lnTo>
                <a:lnTo>
                  <a:pt x="1008648" y="110524"/>
                </a:lnTo>
                <a:lnTo>
                  <a:pt x="1008621" y="110103"/>
                </a:lnTo>
                <a:lnTo>
                  <a:pt x="1008596" y="109650"/>
                </a:lnTo>
                <a:lnTo>
                  <a:pt x="1008572" y="109166"/>
                </a:lnTo>
                <a:lnTo>
                  <a:pt x="1008550" y="108650"/>
                </a:lnTo>
                <a:lnTo>
                  <a:pt x="1008529" y="108103"/>
                </a:lnTo>
                <a:lnTo>
                  <a:pt x="1008510" y="107525"/>
                </a:lnTo>
                <a:lnTo>
                  <a:pt x="1008492" y="106916"/>
                </a:lnTo>
                <a:lnTo>
                  <a:pt x="1008476" y="106275"/>
                </a:lnTo>
                <a:lnTo>
                  <a:pt x="1008461" y="105603"/>
                </a:lnTo>
                <a:lnTo>
                  <a:pt x="1008448" y="104900"/>
                </a:lnTo>
                <a:lnTo>
                  <a:pt x="1008436" y="104166"/>
                </a:lnTo>
                <a:lnTo>
                  <a:pt x="1008426" y="103400"/>
                </a:lnTo>
                <a:lnTo>
                  <a:pt x="1008418" y="102603"/>
                </a:lnTo>
                <a:lnTo>
                  <a:pt x="1008411" y="101774"/>
                </a:lnTo>
                <a:lnTo>
                  <a:pt x="1008405" y="100915"/>
                </a:lnTo>
                <a:lnTo>
                  <a:pt x="1008402" y="100024"/>
                </a:lnTo>
                <a:lnTo>
                  <a:pt x="1008399" y="99102"/>
                </a:lnTo>
                <a:lnTo>
                  <a:pt x="1008398" y="98148"/>
                </a:lnTo>
                <a:lnTo>
                  <a:pt x="1008398" y="70539"/>
                </a:lnTo>
                <a:lnTo>
                  <a:pt x="1008396" y="69569"/>
                </a:lnTo>
                <a:lnTo>
                  <a:pt x="1008387" y="68627"/>
                </a:lnTo>
                <a:lnTo>
                  <a:pt x="1008373" y="67712"/>
                </a:lnTo>
                <a:lnTo>
                  <a:pt x="1008354" y="66825"/>
                </a:lnTo>
                <a:lnTo>
                  <a:pt x="1008329" y="65966"/>
                </a:lnTo>
                <a:lnTo>
                  <a:pt x="1008298" y="65135"/>
                </a:lnTo>
                <a:lnTo>
                  <a:pt x="1008262" y="64331"/>
                </a:lnTo>
                <a:lnTo>
                  <a:pt x="1008221" y="63555"/>
                </a:lnTo>
                <a:lnTo>
                  <a:pt x="1008173" y="62807"/>
                </a:lnTo>
                <a:lnTo>
                  <a:pt x="1008121" y="62087"/>
                </a:lnTo>
                <a:lnTo>
                  <a:pt x="1008062" y="61394"/>
                </a:lnTo>
                <a:lnTo>
                  <a:pt x="1007999" y="60729"/>
                </a:lnTo>
                <a:lnTo>
                  <a:pt x="1007929" y="60092"/>
                </a:lnTo>
                <a:lnTo>
                  <a:pt x="1007854" y="59483"/>
                </a:lnTo>
                <a:lnTo>
                  <a:pt x="1007774" y="58901"/>
                </a:lnTo>
                <a:lnTo>
                  <a:pt x="1007687" y="58347"/>
                </a:lnTo>
                <a:lnTo>
                  <a:pt x="1007596" y="57821"/>
                </a:lnTo>
                <a:lnTo>
                  <a:pt x="1007499" y="57323"/>
                </a:lnTo>
                <a:lnTo>
                  <a:pt x="1007396" y="56852"/>
                </a:lnTo>
                <a:lnTo>
                  <a:pt x="1007287" y="56409"/>
                </a:lnTo>
                <a:lnTo>
                  <a:pt x="1007174" y="55994"/>
                </a:lnTo>
                <a:lnTo>
                  <a:pt x="1007054" y="55607"/>
                </a:lnTo>
                <a:lnTo>
                  <a:pt x="1006929" y="55247"/>
                </a:lnTo>
                <a:lnTo>
                  <a:pt x="1006799" y="54915"/>
                </a:lnTo>
                <a:lnTo>
                  <a:pt x="1006586" y="54432"/>
                </a:lnTo>
                <a:lnTo>
                  <a:pt x="1006365" y="53960"/>
                </a:lnTo>
                <a:lnTo>
                  <a:pt x="1006133" y="53499"/>
                </a:lnTo>
                <a:lnTo>
                  <a:pt x="1005892" y="53048"/>
                </a:lnTo>
                <a:lnTo>
                  <a:pt x="1005642" y="52608"/>
                </a:lnTo>
                <a:lnTo>
                  <a:pt x="1005382" y="52179"/>
                </a:lnTo>
                <a:lnTo>
                  <a:pt x="1005112" y="51761"/>
                </a:lnTo>
                <a:lnTo>
                  <a:pt x="1004833" y="51354"/>
                </a:lnTo>
                <a:lnTo>
                  <a:pt x="1004545" y="50957"/>
                </a:lnTo>
                <a:lnTo>
                  <a:pt x="1004246" y="50571"/>
                </a:lnTo>
                <a:lnTo>
                  <a:pt x="1003938" y="50196"/>
                </a:lnTo>
                <a:lnTo>
                  <a:pt x="1003621" y="49832"/>
                </a:lnTo>
                <a:lnTo>
                  <a:pt x="1003294" y="49478"/>
                </a:lnTo>
                <a:lnTo>
                  <a:pt x="1002958" y="49135"/>
                </a:lnTo>
                <a:lnTo>
                  <a:pt x="1002611" y="48804"/>
                </a:lnTo>
                <a:lnTo>
                  <a:pt x="1002256" y="48482"/>
                </a:lnTo>
                <a:lnTo>
                  <a:pt x="1001890" y="48172"/>
                </a:lnTo>
                <a:lnTo>
                  <a:pt x="1001516" y="47873"/>
                </a:lnTo>
                <a:lnTo>
                  <a:pt x="1001131" y="47584"/>
                </a:lnTo>
                <a:lnTo>
                  <a:pt x="1000737" y="47306"/>
                </a:lnTo>
                <a:lnTo>
                  <a:pt x="1000334" y="47039"/>
                </a:lnTo>
                <a:lnTo>
                  <a:pt x="999921" y="46782"/>
                </a:lnTo>
                <a:lnTo>
                  <a:pt x="999498" y="46537"/>
                </a:lnTo>
                <a:lnTo>
                  <a:pt x="999066" y="46302"/>
                </a:lnTo>
                <a:lnTo>
                  <a:pt x="998481" y="46005"/>
                </a:lnTo>
                <a:lnTo>
                  <a:pt x="997883" y="45721"/>
                </a:lnTo>
                <a:lnTo>
                  <a:pt x="997272" y="45449"/>
                </a:lnTo>
                <a:lnTo>
                  <a:pt x="996646" y="45190"/>
                </a:lnTo>
                <a:lnTo>
                  <a:pt x="996007" y="44944"/>
                </a:lnTo>
                <a:lnTo>
                  <a:pt x="995355" y="44710"/>
                </a:lnTo>
                <a:lnTo>
                  <a:pt x="994689" y="44489"/>
                </a:lnTo>
                <a:lnTo>
                  <a:pt x="994009" y="44281"/>
                </a:lnTo>
                <a:lnTo>
                  <a:pt x="993316" y="44085"/>
                </a:lnTo>
                <a:lnTo>
                  <a:pt x="992610" y="43902"/>
                </a:lnTo>
                <a:lnTo>
                  <a:pt x="991889" y="43731"/>
                </a:lnTo>
                <a:lnTo>
                  <a:pt x="991155" y="43573"/>
                </a:lnTo>
                <a:lnTo>
                  <a:pt x="990408" y="43428"/>
                </a:lnTo>
                <a:lnTo>
                  <a:pt x="989647" y="43295"/>
                </a:lnTo>
                <a:lnTo>
                  <a:pt x="988872" y="43175"/>
                </a:lnTo>
                <a:lnTo>
                  <a:pt x="988084" y="43068"/>
                </a:lnTo>
                <a:lnTo>
                  <a:pt x="987282" y="42973"/>
                </a:lnTo>
                <a:lnTo>
                  <a:pt x="986467" y="42891"/>
                </a:lnTo>
                <a:lnTo>
                  <a:pt x="985638" y="42821"/>
                </a:lnTo>
                <a:lnTo>
                  <a:pt x="984795" y="42765"/>
                </a:lnTo>
                <a:lnTo>
                  <a:pt x="983939" y="42720"/>
                </a:lnTo>
                <a:lnTo>
                  <a:pt x="983070" y="42689"/>
                </a:lnTo>
                <a:lnTo>
                  <a:pt x="982186" y="42670"/>
                </a:lnTo>
                <a:lnTo>
                  <a:pt x="981289" y="42663"/>
                </a:lnTo>
                <a:lnTo>
                  <a:pt x="980123" y="42675"/>
                </a:lnTo>
                <a:lnTo>
                  <a:pt x="978978" y="42708"/>
                </a:lnTo>
                <a:lnTo>
                  <a:pt x="977855" y="42763"/>
                </a:lnTo>
                <a:lnTo>
                  <a:pt x="976754" y="42841"/>
                </a:lnTo>
                <a:lnTo>
                  <a:pt x="975675" y="42940"/>
                </a:lnTo>
                <a:lnTo>
                  <a:pt x="974618" y="43062"/>
                </a:lnTo>
                <a:lnTo>
                  <a:pt x="973582" y="43206"/>
                </a:lnTo>
                <a:lnTo>
                  <a:pt x="972569" y="43372"/>
                </a:lnTo>
                <a:lnTo>
                  <a:pt x="971578" y="43561"/>
                </a:lnTo>
                <a:lnTo>
                  <a:pt x="970608" y="43771"/>
                </a:lnTo>
                <a:lnTo>
                  <a:pt x="969661" y="44004"/>
                </a:lnTo>
                <a:lnTo>
                  <a:pt x="968735" y="44258"/>
                </a:lnTo>
                <a:lnTo>
                  <a:pt x="967831" y="44535"/>
                </a:lnTo>
                <a:lnTo>
                  <a:pt x="966949" y="44834"/>
                </a:lnTo>
                <a:lnTo>
                  <a:pt x="966089" y="45156"/>
                </a:lnTo>
                <a:lnTo>
                  <a:pt x="965251" y="45499"/>
                </a:lnTo>
                <a:lnTo>
                  <a:pt x="964435" y="45865"/>
                </a:lnTo>
                <a:lnTo>
                  <a:pt x="963641" y="46252"/>
                </a:lnTo>
                <a:lnTo>
                  <a:pt x="962868" y="46662"/>
                </a:lnTo>
                <a:lnTo>
                  <a:pt x="962118" y="47094"/>
                </a:lnTo>
                <a:lnTo>
                  <a:pt x="961390" y="47548"/>
                </a:lnTo>
                <a:lnTo>
                  <a:pt x="960683" y="48024"/>
                </a:lnTo>
                <a:lnTo>
                  <a:pt x="959998" y="48523"/>
                </a:lnTo>
                <a:lnTo>
                  <a:pt x="959336" y="49044"/>
                </a:lnTo>
                <a:lnTo>
                  <a:pt x="958697" y="49577"/>
                </a:lnTo>
                <a:lnTo>
                  <a:pt x="958086" y="50115"/>
                </a:lnTo>
                <a:lnTo>
                  <a:pt x="957502" y="50658"/>
                </a:lnTo>
                <a:lnTo>
                  <a:pt x="956946" y="51205"/>
                </a:lnTo>
                <a:lnTo>
                  <a:pt x="956416" y="51756"/>
                </a:lnTo>
                <a:lnTo>
                  <a:pt x="955914" y="52311"/>
                </a:lnTo>
                <a:lnTo>
                  <a:pt x="955438" y="52871"/>
                </a:lnTo>
                <a:lnTo>
                  <a:pt x="954990" y="53435"/>
                </a:lnTo>
                <a:lnTo>
                  <a:pt x="954569" y="54003"/>
                </a:lnTo>
                <a:lnTo>
                  <a:pt x="954175" y="54575"/>
                </a:lnTo>
                <a:lnTo>
                  <a:pt x="953809" y="55152"/>
                </a:lnTo>
                <a:lnTo>
                  <a:pt x="953469" y="55733"/>
                </a:lnTo>
                <a:lnTo>
                  <a:pt x="953157" y="56319"/>
                </a:lnTo>
                <a:lnTo>
                  <a:pt x="952872" y="56908"/>
                </a:lnTo>
                <a:lnTo>
                  <a:pt x="952614" y="57503"/>
                </a:lnTo>
                <a:lnTo>
                  <a:pt x="952383" y="58101"/>
                </a:lnTo>
                <a:lnTo>
                  <a:pt x="952179" y="58704"/>
                </a:lnTo>
                <a:lnTo>
                  <a:pt x="952003" y="59310"/>
                </a:lnTo>
                <a:lnTo>
                  <a:pt x="951853" y="59922"/>
                </a:lnTo>
                <a:lnTo>
                  <a:pt x="951731" y="60537"/>
                </a:lnTo>
                <a:lnTo>
                  <a:pt x="951636" y="61157"/>
                </a:lnTo>
                <a:lnTo>
                  <a:pt x="951568" y="61781"/>
                </a:lnTo>
                <a:lnTo>
                  <a:pt x="951527" y="62410"/>
                </a:lnTo>
                <a:lnTo>
                  <a:pt x="951514" y="63042"/>
                </a:lnTo>
                <a:lnTo>
                  <a:pt x="951518" y="63372"/>
                </a:lnTo>
                <a:lnTo>
                  <a:pt x="951528" y="63696"/>
                </a:lnTo>
                <a:lnTo>
                  <a:pt x="951547" y="64013"/>
                </a:lnTo>
                <a:lnTo>
                  <a:pt x="951572" y="64325"/>
                </a:lnTo>
                <a:lnTo>
                  <a:pt x="951605" y="64631"/>
                </a:lnTo>
                <a:lnTo>
                  <a:pt x="951644" y="64932"/>
                </a:lnTo>
                <a:lnTo>
                  <a:pt x="951692" y="65226"/>
                </a:lnTo>
                <a:lnTo>
                  <a:pt x="951746" y="65515"/>
                </a:lnTo>
                <a:lnTo>
                  <a:pt x="951808" y="65797"/>
                </a:lnTo>
                <a:lnTo>
                  <a:pt x="951877" y="66074"/>
                </a:lnTo>
                <a:lnTo>
                  <a:pt x="951953" y="66345"/>
                </a:lnTo>
                <a:lnTo>
                  <a:pt x="952036" y="66610"/>
                </a:lnTo>
                <a:lnTo>
                  <a:pt x="952127" y="66870"/>
                </a:lnTo>
                <a:lnTo>
                  <a:pt x="952225" y="67123"/>
                </a:lnTo>
                <a:lnTo>
                  <a:pt x="952330" y="67371"/>
                </a:lnTo>
                <a:lnTo>
                  <a:pt x="952442" y="67612"/>
                </a:lnTo>
                <a:lnTo>
                  <a:pt x="952562" y="67848"/>
                </a:lnTo>
                <a:lnTo>
                  <a:pt x="952689" y="68079"/>
                </a:lnTo>
                <a:lnTo>
                  <a:pt x="952823" y="68303"/>
                </a:lnTo>
                <a:lnTo>
                  <a:pt x="952964" y="68521"/>
                </a:lnTo>
                <a:lnTo>
                  <a:pt x="953113" y="68734"/>
                </a:lnTo>
                <a:lnTo>
                  <a:pt x="953269" y="68941"/>
                </a:lnTo>
                <a:lnTo>
                  <a:pt x="953432" y="69141"/>
                </a:lnTo>
                <a:lnTo>
                  <a:pt x="953603" y="69336"/>
                </a:lnTo>
                <a:lnTo>
                  <a:pt x="953779" y="69524"/>
                </a:lnTo>
                <a:lnTo>
                  <a:pt x="953959" y="69704"/>
                </a:lnTo>
                <a:lnTo>
                  <a:pt x="954144" y="69876"/>
                </a:lnTo>
                <a:lnTo>
                  <a:pt x="954332" y="70040"/>
                </a:lnTo>
                <a:lnTo>
                  <a:pt x="954525" y="70196"/>
                </a:lnTo>
                <a:lnTo>
                  <a:pt x="954722" y="70344"/>
                </a:lnTo>
                <a:lnTo>
                  <a:pt x="954923" y="70484"/>
                </a:lnTo>
                <a:lnTo>
                  <a:pt x="955128" y="70616"/>
                </a:lnTo>
                <a:lnTo>
                  <a:pt x="955338" y="70740"/>
                </a:lnTo>
                <a:lnTo>
                  <a:pt x="955552" y="70856"/>
                </a:lnTo>
                <a:lnTo>
                  <a:pt x="955769" y="70963"/>
                </a:lnTo>
                <a:lnTo>
                  <a:pt x="955991" y="71063"/>
                </a:lnTo>
                <a:lnTo>
                  <a:pt x="956217" y="71155"/>
                </a:lnTo>
                <a:lnTo>
                  <a:pt x="956448" y="71239"/>
                </a:lnTo>
                <a:lnTo>
                  <a:pt x="956682" y="71315"/>
                </a:lnTo>
                <a:lnTo>
                  <a:pt x="956921" y="71383"/>
                </a:lnTo>
                <a:lnTo>
                  <a:pt x="957164" y="71443"/>
                </a:lnTo>
                <a:lnTo>
                  <a:pt x="957411" y="71495"/>
                </a:lnTo>
                <a:lnTo>
                  <a:pt x="957662" y="71539"/>
                </a:lnTo>
                <a:lnTo>
                  <a:pt x="957917" y="71575"/>
                </a:lnTo>
                <a:lnTo>
                  <a:pt x="958177" y="71603"/>
                </a:lnTo>
                <a:lnTo>
                  <a:pt x="958440" y="71623"/>
                </a:lnTo>
                <a:lnTo>
                  <a:pt x="958708" y="71635"/>
                </a:lnTo>
                <a:lnTo>
                  <a:pt x="958980" y="71639"/>
                </a:lnTo>
                <a:lnTo>
                  <a:pt x="959259" y="71635"/>
                </a:lnTo>
                <a:lnTo>
                  <a:pt x="959534" y="71624"/>
                </a:lnTo>
                <a:lnTo>
                  <a:pt x="959804" y="71604"/>
                </a:lnTo>
                <a:lnTo>
                  <a:pt x="960070" y="71578"/>
                </a:lnTo>
                <a:lnTo>
                  <a:pt x="960331" y="71543"/>
                </a:lnTo>
                <a:lnTo>
                  <a:pt x="960588" y="71501"/>
                </a:lnTo>
                <a:lnTo>
                  <a:pt x="960841" y="71451"/>
                </a:lnTo>
                <a:lnTo>
                  <a:pt x="961088" y="71393"/>
                </a:lnTo>
                <a:lnTo>
                  <a:pt x="961332" y="71328"/>
                </a:lnTo>
                <a:lnTo>
                  <a:pt x="961571" y="71255"/>
                </a:lnTo>
                <a:lnTo>
                  <a:pt x="961805" y="71174"/>
                </a:lnTo>
                <a:lnTo>
                  <a:pt x="962035" y="71086"/>
                </a:lnTo>
                <a:lnTo>
                  <a:pt x="962261" y="70990"/>
                </a:lnTo>
                <a:lnTo>
                  <a:pt x="962482" y="70886"/>
                </a:lnTo>
                <a:lnTo>
                  <a:pt x="962698" y="70774"/>
                </a:lnTo>
                <a:lnTo>
                  <a:pt x="962911" y="70655"/>
                </a:lnTo>
                <a:lnTo>
                  <a:pt x="963118" y="70528"/>
                </a:lnTo>
                <a:lnTo>
                  <a:pt x="963321" y="70394"/>
                </a:lnTo>
                <a:lnTo>
                  <a:pt x="963520" y="70252"/>
                </a:lnTo>
                <a:lnTo>
                  <a:pt x="963714" y="70102"/>
                </a:lnTo>
                <a:lnTo>
                  <a:pt x="963904" y="69944"/>
                </a:lnTo>
                <a:lnTo>
                  <a:pt x="964089" y="69779"/>
                </a:lnTo>
                <a:lnTo>
                  <a:pt x="964270" y="69606"/>
                </a:lnTo>
                <a:lnTo>
                  <a:pt x="964446" y="69425"/>
                </a:lnTo>
                <a:lnTo>
                  <a:pt x="964617" y="69238"/>
                </a:lnTo>
                <a:lnTo>
                  <a:pt x="964780" y="69043"/>
                </a:lnTo>
                <a:lnTo>
                  <a:pt x="964936" y="68843"/>
                </a:lnTo>
                <a:lnTo>
                  <a:pt x="965084" y="68636"/>
                </a:lnTo>
                <a:lnTo>
                  <a:pt x="965226" y="68422"/>
                </a:lnTo>
                <a:lnTo>
                  <a:pt x="965360" y="68202"/>
                </a:lnTo>
                <a:lnTo>
                  <a:pt x="965487" y="67976"/>
                </a:lnTo>
                <a:lnTo>
                  <a:pt x="965607" y="67743"/>
                </a:lnTo>
                <a:lnTo>
                  <a:pt x="965719" y="67504"/>
                </a:lnTo>
                <a:lnTo>
                  <a:pt x="965824" y="67258"/>
                </a:lnTo>
                <a:lnTo>
                  <a:pt x="965922" y="67006"/>
                </a:lnTo>
                <a:lnTo>
                  <a:pt x="966013" y="66747"/>
                </a:lnTo>
                <a:lnTo>
                  <a:pt x="966096" y="66482"/>
                </a:lnTo>
                <a:lnTo>
                  <a:pt x="966172" y="66210"/>
                </a:lnTo>
                <a:lnTo>
                  <a:pt x="966241" y="65932"/>
                </a:lnTo>
                <a:lnTo>
                  <a:pt x="966303" y="65648"/>
                </a:lnTo>
                <a:lnTo>
                  <a:pt x="966357" y="65357"/>
                </a:lnTo>
                <a:lnTo>
                  <a:pt x="966404" y="65060"/>
                </a:lnTo>
                <a:lnTo>
                  <a:pt x="966444" y="64756"/>
                </a:lnTo>
                <a:lnTo>
                  <a:pt x="966477" y="64445"/>
                </a:lnTo>
                <a:lnTo>
                  <a:pt x="966502" y="64129"/>
                </a:lnTo>
                <a:lnTo>
                  <a:pt x="966520" y="63805"/>
                </a:lnTo>
                <a:lnTo>
                  <a:pt x="966531" y="63476"/>
                </a:lnTo>
                <a:lnTo>
                  <a:pt x="966535" y="63140"/>
                </a:lnTo>
                <a:lnTo>
                  <a:pt x="966357" y="58004"/>
                </a:lnTo>
                <a:lnTo>
                  <a:pt x="966363" y="57681"/>
                </a:lnTo>
                <a:lnTo>
                  <a:pt x="966381" y="57361"/>
                </a:lnTo>
                <a:lnTo>
                  <a:pt x="966410" y="57044"/>
                </a:lnTo>
                <a:lnTo>
                  <a:pt x="966451" y="56730"/>
                </a:lnTo>
                <a:lnTo>
                  <a:pt x="966504" y="56419"/>
                </a:lnTo>
                <a:lnTo>
                  <a:pt x="966568" y="56111"/>
                </a:lnTo>
                <a:lnTo>
                  <a:pt x="966645" y="55806"/>
                </a:lnTo>
                <a:lnTo>
                  <a:pt x="966732" y="55504"/>
                </a:lnTo>
                <a:lnTo>
                  <a:pt x="966832" y="55206"/>
                </a:lnTo>
                <a:lnTo>
                  <a:pt x="966944" y="54910"/>
                </a:lnTo>
                <a:lnTo>
                  <a:pt x="967067" y="54618"/>
                </a:lnTo>
                <a:lnTo>
                  <a:pt x="967202" y="54329"/>
                </a:lnTo>
                <a:lnTo>
                  <a:pt x="967348" y="54042"/>
                </a:lnTo>
                <a:lnTo>
                  <a:pt x="967506" y="53759"/>
                </a:lnTo>
                <a:lnTo>
                  <a:pt x="967677" y="53479"/>
                </a:lnTo>
                <a:lnTo>
                  <a:pt x="967858" y="53202"/>
                </a:lnTo>
                <a:lnTo>
                  <a:pt x="968052" y="52928"/>
                </a:lnTo>
                <a:lnTo>
                  <a:pt x="968257" y="52657"/>
                </a:lnTo>
                <a:lnTo>
                  <a:pt x="968474" y="52389"/>
                </a:lnTo>
                <a:lnTo>
                  <a:pt x="968703" y="52124"/>
                </a:lnTo>
                <a:lnTo>
                  <a:pt x="968943" y="51863"/>
                </a:lnTo>
                <a:lnTo>
                  <a:pt x="969195" y="51604"/>
                </a:lnTo>
                <a:lnTo>
                  <a:pt x="969459" y="51349"/>
                </a:lnTo>
                <a:lnTo>
                  <a:pt x="969735" y="51096"/>
                </a:lnTo>
                <a:lnTo>
                  <a:pt x="970013" y="50850"/>
                </a:lnTo>
                <a:lnTo>
                  <a:pt x="970299" y="50615"/>
                </a:lnTo>
                <a:lnTo>
                  <a:pt x="970593" y="50390"/>
                </a:lnTo>
                <a:lnTo>
                  <a:pt x="970895" y="50176"/>
                </a:lnTo>
                <a:lnTo>
                  <a:pt x="971205" y="49972"/>
                </a:lnTo>
                <a:lnTo>
                  <a:pt x="971523" y="49779"/>
                </a:lnTo>
                <a:lnTo>
                  <a:pt x="971850" y="49596"/>
                </a:lnTo>
                <a:lnTo>
                  <a:pt x="972184" y="49423"/>
                </a:lnTo>
                <a:lnTo>
                  <a:pt x="972526" y="49261"/>
                </a:lnTo>
                <a:lnTo>
                  <a:pt x="972876" y="49110"/>
                </a:lnTo>
                <a:lnTo>
                  <a:pt x="973235" y="48969"/>
                </a:lnTo>
                <a:lnTo>
                  <a:pt x="973601" y="48838"/>
                </a:lnTo>
                <a:lnTo>
                  <a:pt x="973975" y="48718"/>
                </a:lnTo>
                <a:lnTo>
                  <a:pt x="974358" y="48608"/>
                </a:lnTo>
                <a:lnTo>
                  <a:pt x="974748" y="48509"/>
                </a:lnTo>
                <a:lnTo>
                  <a:pt x="975147" y="48420"/>
                </a:lnTo>
                <a:lnTo>
                  <a:pt x="975553" y="48341"/>
                </a:lnTo>
                <a:lnTo>
                  <a:pt x="975968" y="48273"/>
                </a:lnTo>
                <a:lnTo>
                  <a:pt x="976390" y="48216"/>
                </a:lnTo>
                <a:lnTo>
                  <a:pt x="976821" y="48169"/>
                </a:lnTo>
                <a:lnTo>
                  <a:pt x="977259" y="48132"/>
                </a:lnTo>
                <a:lnTo>
                  <a:pt x="977706" y="48106"/>
                </a:lnTo>
                <a:lnTo>
                  <a:pt x="978160" y="48090"/>
                </a:lnTo>
                <a:lnTo>
                  <a:pt x="978623" y="48085"/>
                </a:lnTo>
                <a:lnTo>
                  <a:pt x="979232" y="48093"/>
                </a:lnTo>
                <a:lnTo>
                  <a:pt x="979828" y="48117"/>
                </a:lnTo>
                <a:lnTo>
                  <a:pt x="980412" y="48156"/>
                </a:lnTo>
                <a:lnTo>
                  <a:pt x="980984" y="48211"/>
                </a:lnTo>
                <a:lnTo>
                  <a:pt x="981544" y="48282"/>
                </a:lnTo>
                <a:lnTo>
                  <a:pt x="982092" y="48369"/>
                </a:lnTo>
                <a:lnTo>
                  <a:pt x="982628" y="48471"/>
                </a:lnTo>
                <a:lnTo>
                  <a:pt x="983151" y="48589"/>
                </a:lnTo>
                <a:lnTo>
                  <a:pt x="983662" y="48723"/>
                </a:lnTo>
                <a:lnTo>
                  <a:pt x="984161" y="48872"/>
                </a:lnTo>
                <a:lnTo>
                  <a:pt x="984648" y="49038"/>
                </a:lnTo>
                <a:lnTo>
                  <a:pt x="985122" y="49219"/>
                </a:lnTo>
                <a:lnTo>
                  <a:pt x="985585" y="49415"/>
                </a:lnTo>
                <a:lnTo>
                  <a:pt x="986035" y="49628"/>
                </a:lnTo>
                <a:lnTo>
                  <a:pt x="986473" y="49856"/>
                </a:lnTo>
                <a:lnTo>
                  <a:pt x="986899" y="50100"/>
                </a:lnTo>
                <a:lnTo>
                  <a:pt x="987312" y="50360"/>
                </a:lnTo>
                <a:lnTo>
                  <a:pt x="987714" y="50635"/>
                </a:lnTo>
                <a:lnTo>
                  <a:pt x="988103" y="50926"/>
                </a:lnTo>
                <a:lnTo>
                  <a:pt x="988480" y="51233"/>
                </a:lnTo>
                <a:lnTo>
                  <a:pt x="988845" y="51556"/>
                </a:lnTo>
                <a:lnTo>
                  <a:pt x="989198" y="51894"/>
                </a:lnTo>
                <a:lnTo>
                  <a:pt x="989538" y="52248"/>
                </a:lnTo>
                <a:lnTo>
                  <a:pt x="989867" y="52618"/>
                </a:lnTo>
                <a:lnTo>
                  <a:pt x="990182" y="53009"/>
                </a:lnTo>
                <a:lnTo>
                  <a:pt x="990484" y="53427"/>
                </a:lnTo>
                <a:lnTo>
                  <a:pt x="990773" y="53871"/>
                </a:lnTo>
                <a:lnTo>
                  <a:pt x="991048" y="54342"/>
                </a:lnTo>
                <a:lnTo>
                  <a:pt x="991310" y="54839"/>
                </a:lnTo>
                <a:lnTo>
                  <a:pt x="991558" y="55362"/>
                </a:lnTo>
                <a:lnTo>
                  <a:pt x="991793" y="55913"/>
                </a:lnTo>
                <a:lnTo>
                  <a:pt x="992015" y="56490"/>
                </a:lnTo>
                <a:lnTo>
                  <a:pt x="992223" y="57093"/>
                </a:lnTo>
                <a:lnTo>
                  <a:pt x="992417" y="57723"/>
                </a:lnTo>
                <a:lnTo>
                  <a:pt x="992599" y="58379"/>
                </a:lnTo>
                <a:lnTo>
                  <a:pt x="992766" y="59062"/>
                </a:lnTo>
                <a:lnTo>
                  <a:pt x="992921" y="59772"/>
                </a:lnTo>
                <a:lnTo>
                  <a:pt x="993062" y="60508"/>
                </a:lnTo>
                <a:lnTo>
                  <a:pt x="993189" y="61270"/>
                </a:lnTo>
                <a:lnTo>
                  <a:pt x="993303" y="62060"/>
                </a:lnTo>
                <a:lnTo>
                  <a:pt x="993404" y="62875"/>
                </a:lnTo>
                <a:lnTo>
                  <a:pt x="993491" y="63717"/>
                </a:lnTo>
                <a:lnTo>
                  <a:pt x="993565" y="64586"/>
                </a:lnTo>
                <a:lnTo>
                  <a:pt x="993626" y="65481"/>
                </a:lnTo>
                <a:lnTo>
                  <a:pt x="993673" y="66403"/>
                </a:lnTo>
                <a:lnTo>
                  <a:pt x="993706" y="67352"/>
                </a:lnTo>
                <a:lnTo>
                  <a:pt x="993726" y="68327"/>
                </a:lnTo>
                <a:lnTo>
                  <a:pt x="993733" y="69328"/>
                </a:lnTo>
                <a:lnTo>
                  <a:pt x="993733" y="72528"/>
                </a:lnTo>
                <a:lnTo>
                  <a:pt x="992006" y="73161"/>
                </a:lnTo>
                <a:lnTo>
                  <a:pt x="990320" y="73786"/>
                </a:lnTo>
                <a:lnTo>
                  <a:pt x="988676" y="74403"/>
                </a:lnTo>
                <a:lnTo>
                  <a:pt x="987073" y="75012"/>
                </a:lnTo>
                <a:lnTo>
                  <a:pt x="985512" y="75613"/>
                </a:lnTo>
                <a:lnTo>
                  <a:pt x="983992" y="76205"/>
                </a:lnTo>
                <a:lnTo>
                  <a:pt x="982514" y="76790"/>
                </a:lnTo>
                <a:lnTo>
                  <a:pt x="981077" y="77367"/>
                </a:lnTo>
                <a:lnTo>
                  <a:pt x="979682" y="77936"/>
                </a:lnTo>
                <a:lnTo>
                  <a:pt x="978328" y="78497"/>
                </a:lnTo>
                <a:lnTo>
                  <a:pt x="977016" y="79049"/>
                </a:lnTo>
                <a:lnTo>
                  <a:pt x="975745" y="79594"/>
                </a:lnTo>
                <a:lnTo>
                  <a:pt x="974516" y="80131"/>
                </a:lnTo>
                <a:lnTo>
                  <a:pt x="973329" y="80659"/>
                </a:lnTo>
                <a:lnTo>
                  <a:pt x="972182" y="81180"/>
                </a:lnTo>
                <a:lnTo>
                  <a:pt x="971078" y="81693"/>
                </a:lnTo>
                <a:lnTo>
                  <a:pt x="970015" y="82197"/>
                </a:lnTo>
                <a:lnTo>
                  <a:pt x="968993" y="82694"/>
                </a:lnTo>
                <a:lnTo>
                  <a:pt x="968013" y="83182"/>
                </a:lnTo>
                <a:lnTo>
                  <a:pt x="967074" y="83663"/>
                </a:lnTo>
                <a:lnTo>
                  <a:pt x="966177" y="84135"/>
                </a:lnTo>
                <a:lnTo>
                  <a:pt x="965322" y="84600"/>
                </a:lnTo>
                <a:lnTo>
                  <a:pt x="964508" y="85056"/>
                </a:lnTo>
                <a:lnTo>
                  <a:pt x="963735" y="85505"/>
                </a:lnTo>
                <a:lnTo>
                  <a:pt x="962993" y="85950"/>
                </a:lnTo>
                <a:lnTo>
                  <a:pt x="962269" y="86398"/>
                </a:lnTo>
                <a:lnTo>
                  <a:pt x="961564" y="86849"/>
                </a:lnTo>
                <a:lnTo>
                  <a:pt x="960877" y="87302"/>
                </a:lnTo>
                <a:lnTo>
                  <a:pt x="960210" y="87758"/>
                </a:lnTo>
                <a:lnTo>
                  <a:pt x="959560" y="88216"/>
                </a:lnTo>
                <a:lnTo>
                  <a:pt x="958930" y="88676"/>
                </a:lnTo>
                <a:lnTo>
                  <a:pt x="958318" y="89139"/>
                </a:lnTo>
                <a:lnTo>
                  <a:pt x="957725" y="89604"/>
                </a:lnTo>
                <a:lnTo>
                  <a:pt x="957151" y="90072"/>
                </a:lnTo>
                <a:lnTo>
                  <a:pt x="956595" y="90543"/>
                </a:lnTo>
                <a:lnTo>
                  <a:pt x="956058" y="91015"/>
                </a:lnTo>
                <a:lnTo>
                  <a:pt x="955540" y="91491"/>
                </a:lnTo>
                <a:lnTo>
                  <a:pt x="955040" y="91968"/>
                </a:lnTo>
                <a:lnTo>
                  <a:pt x="954559" y="92449"/>
                </a:lnTo>
                <a:lnTo>
                  <a:pt x="954096" y="92931"/>
                </a:lnTo>
                <a:lnTo>
                  <a:pt x="953653" y="93416"/>
                </a:lnTo>
                <a:lnTo>
                  <a:pt x="953228" y="93904"/>
                </a:lnTo>
                <a:lnTo>
                  <a:pt x="952821" y="94394"/>
                </a:lnTo>
                <a:lnTo>
                  <a:pt x="952434" y="94887"/>
                </a:lnTo>
                <a:lnTo>
                  <a:pt x="952065" y="95382"/>
                </a:lnTo>
                <a:lnTo>
                  <a:pt x="951714" y="95879"/>
                </a:lnTo>
                <a:lnTo>
                  <a:pt x="951382" y="96379"/>
                </a:lnTo>
                <a:lnTo>
                  <a:pt x="951069" y="96882"/>
                </a:lnTo>
                <a:lnTo>
                  <a:pt x="950852" y="97247"/>
                </a:lnTo>
                <a:lnTo>
                  <a:pt x="950644" y="97619"/>
                </a:lnTo>
                <a:lnTo>
                  <a:pt x="950445" y="97995"/>
                </a:lnTo>
                <a:lnTo>
                  <a:pt x="950255" y="98378"/>
                </a:lnTo>
                <a:lnTo>
                  <a:pt x="950074" y="98766"/>
                </a:lnTo>
                <a:lnTo>
                  <a:pt x="949903" y="99159"/>
                </a:lnTo>
                <a:lnTo>
                  <a:pt x="949741" y="99558"/>
                </a:lnTo>
                <a:lnTo>
                  <a:pt x="949588" y="99963"/>
                </a:lnTo>
                <a:lnTo>
                  <a:pt x="949445" y="100373"/>
                </a:lnTo>
                <a:lnTo>
                  <a:pt x="949310" y="100789"/>
                </a:lnTo>
                <a:lnTo>
                  <a:pt x="949185" y="101210"/>
                </a:lnTo>
                <a:lnTo>
                  <a:pt x="949070" y="101637"/>
                </a:lnTo>
                <a:lnTo>
                  <a:pt x="948963" y="102069"/>
                </a:lnTo>
                <a:lnTo>
                  <a:pt x="948866" y="102507"/>
                </a:lnTo>
                <a:lnTo>
                  <a:pt x="948778" y="102951"/>
                </a:lnTo>
                <a:lnTo>
                  <a:pt x="948699" y="103400"/>
                </a:lnTo>
                <a:lnTo>
                  <a:pt x="948630" y="103854"/>
                </a:lnTo>
                <a:lnTo>
                  <a:pt x="948570" y="104314"/>
                </a:lnTo>
                <a:lnTo>
                  <a:pt x="948519" y="104780"/>
                </a:lnTo>
                <a:lnTo>
                  <a:pt x="948477" y="105251"/>
                </a:lnTo>
                <a:lnTo>
                  <a:pt x="948445" y="105728"/>
                </a:lnTo>
                <a:lnTo>
                  <a:pt x="948422" y="106211"/>
                </a:lnTo>
                <a:lnTo>
                  <a:pt x="948408" y="106698"/>
                </a:lnTo>
                <a:lnTo>
                  <a:pt x="948403" y="107192"/>
                </a:lnTo>
                <a:lnTo>
                  <a:pt x="948412" y="107971"/>
                </a:lnTo>
                <a:lnTo>
                  <a:pt x="948441" y="108737"/>
                </a:lnTo>
                <a:lnTo>
                  <a:pt x="948488" y="109490"/>
                </a:lnTo>
                <a:lnTo>
                  <a:pt x="948555" y="110231"/>
                </a:lnTo>
                <a:lnTo>
                  <a:pt x="948640" y="110959"/>
                </a:lnTo>
                <a:lnTo>
                  <a:pt x="948745" y="111675"/>
                </a:lnTo>
                <a:lnTo>
                  <a:pt x="948868" y="112378"/>
                </a:lnTo>
                <a:lnTo>
                  <a:pt x="949010" y="113068"/>
                </a:lnTo>
                <a:lnTo>
                  <a:pt x="949172" y="113746"/>
                </a:lnTo>
                <a:lnTo>
                  <a:pt x="949352" y="114411"/>
                </a:lnTo>
                <a:lnTo>
                  <a:pt x="949551" y="115063"/>
                </a:lnTo>
                <a:lnTo>
                  <a:pt x="949770" y="115702"/>
                </a:lnTo>
                <a:lnTo>
                  <a:pt x="950007" y="116329"/>
                </a:lnTo>
                <a:lnTo>
                  <a:pt x="950263" y="116944"/>
                </a:lnTo>
                <a:lnTo>
                  <a:pt x="950538" y="117545"/>
                </a:lnTo>
                <a:lnTo>
                  <a:pt x="950832" y="118134"/>
                </a:lnTo>
                <a:lnTo>
                  <a:pt x="951146" y="118711"/>
                </a:lnTo>
                <a:lnTo>
                  <a:pt x="951478" y="119274"/>
                </a:lnTo>
                <a:lnTo>
                  <a:pt x="951829" y="119825"/>
                </a:lnTo>
                <a:lnTo>
                  <a:pt x="952199" y="120364"/>
                </a:lnTo>
                <a:lnTo>
                  <a:pt x="952588" y="120890"/>
                </a:lnTo>
                <a:lnTo>
                  <a:pt x="952996" y="121403"/>
                </a:lnTo>
                <a:lnTo>
                  <a:pt x="953423" y="121903"/>
                </a:lnTo>
                <a:lnTo>
                  <a:pt x="953869" y="122391"/>
                </a:lnTo>
                <a:lnTo>
                  <a:pt x="954330" y="122862"/>
                </a:lnTo>
                <a:lnTo>
                  <a:pt x="954801" y="123314"/>
                </a:lnTo>
                <a:lnTo>
                  <a:pt x="955282" y="123745"/>
                </a:lnTo>
                <a:lnTo>
                  <a:pt x="955774" y="124156"/>
                </a:lnTo>
                <a:lnTo>
                  <a:pt x="956276" y="124547"/>
                </a:lnTo>
                <a:lnTo>
                  <a:pt x="956788" y="124918"/>
                </a:lnTo>
                <a:lnTo>
                  <a:pt x="957311" y="125269"/>
                </a:lnTo>
                <a:lnTo>
                  <a:pt x="957844" y="125600"/>
                </a:lnTo>
                <a:lnTo>
                  <a:pt x="958388" y="125911"/>
                </a:lnTo>
                <a:lnTo>
                  <a:pt x="958941" y="126202"/>
                </a:lnTo>
                <a:lnTo>
                  <a:pt x="959505" y="126473"/>
                </a:lnTo>
                <a:lnTo>
                  <a:pt x="960080" y="126724"/>
                </a:lnTo>
                <a:lnTo>
                  <a:pt x="960665" y="126954"/>
                </a:lnTo>
                <a:lnTo>
                  <a:pt x="961260" y="127165"/>
                </a:lnTo>
                <a:lnTo>
                  <a:pt x="961865" y="127356"/>
                </a:lnTo>
                <a:lnTo>
                  <a:pt x="962481" y="127526"/>
                </a:lnTo>
                <a:lnTo>
                  <a:pt x="963107" y="127677"/>
                </a:lnTo>
                <a:lnTo>
                  <a:pt x="963744" y="127807"/>
                </a:lnTo>
                <a:lnTo>
                  <a:pt x="964390" y="127917"/>
                </a:lnTo>
                <a:lnTo>
                  <a:pt x="965047" y="128008"/>
                </a:lnTo>
                <a:lnTo>
                  <a:pt x="965715" y="128078"/>
                </a:lnTo>
                <a:lnTo>
                  <a:pt x="966393" y="128128"/>
                </a:lnTo>
                <a:lnTo>
                  <a:pt x="967081" y="128158"/>
                </a:lnTo>
                <a:lnTo>
                  <a:pt x="967779" y="128168"/>
                </a:lnTo>
                <a:lnTo>
                  <a:pt x="968230" y="128164"/>
                </a:lnTo>
                <a:lnTo>
                  <a:pt x="968679" y="128152"/>
                </a:lnTo>
                <a:lnTo>
                  <a:pt x="969125" y="128132"/>
                </a:lnTo>
                <a:lnTo>
                  <a:pt x="969569" y="128104"/>
                </a:lnTo>
                <a:lnTo>
                  <a:pt x="970011" y="128068"/>
                </a:lnTo>
                <a:lnTo>
                  <a:pt x="970451" y="128024"/>
                </a:lnTo>
                <a:lnTo>
                  <a:pt x="970889" y="127972"/>
                </a:lnTo>
                <a:lnTo>
                  <a:pt x="971325" y="127911"/>
                </a:lnTo>
                <a:lnTo>
                  <a:pt x="971758" y="127843"/>
                </a:lnTo>
                <a:lnTo>
                  <a:pt x="972189" y="127767"/>
                </a:lnTo>
                <a:lnTo>
                  <a:pt x="972619" y="127683"/>
                </a:lnTo>
                <a:lnTo>
                  <a:pt x="973046" y="127590"/>
                </a:lnTo>
                <a:lnTo>
                  <a:pt x="973470" y="127490"/>
                </a:lnTo>
                <a:lnTo>
                  <a:pt x="973893" y="127382"/>
                </a:lnTo>
                <a:lnTo>
                  <a:pt x="974314" y="127265"/>
                </a:lnTo>
                <a:lnTo>
                  <a:pt x="974732" y="127141"/>
                </a:lnTo>
                <a:lnTo>
                  <a:pt x="975148" y="127009"/>
                </a:lnTo>
                <a:lnTo>
                  <a:pt x="975562" y="126868"/>
                </a:lnTo>
                <a:lnTo>
                  <a:pt x="975974" y="126720"/>
                </a:lnTo>
                <a:lnTo>
                  <a:pt x="976384" y="126563"/>
                </a:lnTo>
                <a:lnTo>
                  <a:pt x="976791" y="126399"/>
                </a:lnTo>
                <a:lnTo>
                  <a:pt x="977197" y="126226"/>
                </a:lnTo>
                <a:lnTo>
                  <a:pt x="977600" y="126046"/>
                </a:lnTo>
                <a:lnTo>
                  <a:pt x="978001" y="125857"/>
                </a:lnTo>
                <a:lnTo>
                  <a:pt x="978284" y="125717"/>
                </a:lnTo>
                <a:lnTo>
                  <a:pt x="978599" y="125549"/>
                </a:lnTo>
                <a:lnTo>
                  <a:pt x="978947" y="125352"/>
                </a:lnTo>
                <a:lnTo>
                  <a:pt x="979327" y="125126"/>
                </a:lnTo>
                <a:lnTo>
                  <a:pt x="979739" y="124873"/>
                </a:lnTo>
                <a:lnTo>
                  <a:pt x="980184" y="124591"/>
                </a:lnTo>
                <a:lnTo>
                  <a:pt x="980661" y="124280"/>
                </a:lnTo>
                <a:lnTo>
                  <a:pt x="981171" y="123941"/>
                </a:lnTo>
                <a:lnTo>
                  <a:pt x="981713" y="123574"/>
                </a:lnTo>
                <a:lnTo>
                  <a:pt x="982287" y="123178"/>
                </a:lnTo>
                <a:lnTo>
                  <a:pt x="982894" y="122754"/>
                </a:lnTo>
                <a:lnTo>
                  <a:pt x="983534" y="122302"/>
                </a:lnTo>
                <a:lnTo>
                  <a:pt x="984205" y="121821"/>
                </a:lnTo>
                <a:lnTo>
                  <a:pt x="984910" y="121312"/>
                </a:lnTo>
                <a:lnTo>
                  <a:pt x="985646" y="120774"/>
                </a:lnTo>
                <a:lnTo>
                  <a:pt x="986415" y="120208"/>
                </a:lnTo>
                <a:lnTo>
                  <a:pt x="987216" y="119614"/>
                </a:lnTo>
                <a:lnTo>
                  <a:pt x="988050" y="118991"/>
                </a:lnTo>
                <a:lnTo>
                  <a:pt x="988916" y="118340"/>
                </a:lnTo>
                <a:lnTo>
                  <a:pt x="989815" y="117660"/>
                </a:lnTo>
                <a:lnTo>
                  <a:pt x="990746" y="116952"/>
                </a:lnTo>
                <a:lnTo>
                  <a:pt x="991709" y="116216"/>
                </a:lnTo>
                <a:lnTo>
                  <a:pt x="992705" y="115451"/>
                </a:lnTo>
                <a:lnTo>
                  <a:pt x="993733" y="114658"/>
                </a:lnTo>
                <a:lnTo>
                  <a:pt x="993745" y="115258"/>
                </a:lnTo>
                <a:lnTo>
                  <a:pt x="993765" y="115843"/>
                </a:lnTo>
                <a:lnTo>
                  <a:pt x="993794" y="116413"/>
                </a:lnTo>
                <a:lnTo>
                  <a:pt x="993832" y="116969"/>
                </a:lnTo>
                <a:lnTo>
                  <a:pt x="993878" y="117510"/>
                </a:lnTo>
                <a:close/>
                <a:moveTo>
                  <a:pt x="989326" y="112134"/>
                </a:moveTo>
                <a:lnTo>
                  <a:pt x="988489" y="112702"/>
                </a:lnTo>
                <a:lnTo>
                  <a:pt x="987667" y="113240"/>
                </a:lnTo>
                <a:lnTo>
                  <a:pt x="986859" y="113747"/>
                </a:lnTo>
                <a:lnTo>
                  <a:pt x="986067" y="114223"/>
                </a:lnTo>
                <a:lnTo>
                  <a:pt x="985289" y="114669"/>
                </a:lnTo>
                <a:lnTo>
                  <a:pt x="984526" y="115084"/>
                </a:lnTo>
                <a:lnTo>
                  <a:pt x="983778" y="115468"/>
                </a:lnTo>
                <a:lnTo>
                  <a:pt x="983045" y="115821"/>
                </a:lnTo>
                <a:lnTo>
                  <a:pt x="982326" y="116144"/>
                </a:lnTo>
                <a:lnTo>
                  <a:pt x="981623" y="116436"/>
                </a:lnTo>
                <a:lnTo>
                  <a:pt x="980934" y="116697"/>
                </a:lnTo>
                <a:lnTo>
                  <a:pt x="980260" y="116927"/>
                </a:lnTo>
                <a:lnTo>
                  <a:pt x="979601" y="117127"/>
                </a:lnTo>
                <a:lnTo>
                  <a:pt x="978956" y="117296"/>
                </a:lnTo>
                <a:lnTo>
                  <a:pt x="978327" y="117434"/>
                </a:lnTo>
                <a:lnTo>
                  <a:pt x="977712" y="117542"/>
                </a:lnTo>
                <a:lnTo>
                  <a:pt x="977112" y="117619"/>
                </a:lnTo>
                <a:lnTo>
                  <a:pt x="976527" y="117665"/>
                </a:lnTo>
                <a:lnTo>
                  <a:pt x="975956" y="117680"/>
                </a:lnTo>
                <a:lnTo>
                  <a:pt x="975544" y="117673"/>
                </a:lnTo>
                <a:lnTo>
                  <a:pt x="975135" y="117651"/>
                </a:lnTo>
                <a:lnTo>
                  <a:pt x="974730" y="117614"/>
                </a:lnTo>
                <a:lnTo>
                  <a:pt x="974329" y="117563"/>
                </a:lnTo>
                <a:lnTo>
                  <a:pt x="973933" y="117498"/>
                </a:lnTo>
                <a:lnTo>
                  <a:pt x="973540" y="117417"/>
                </a:lnTo>
                <a:lnTo>
                  <a:pt x="973151" y="117323"/>
                </a:lnTo>
                <a:lnTo>
                  <a:pt x="972767" y="117213"/>
                </a:lnTo>
                <a:lnTo>
                  <a:pt x="972386" y="117089"/>
                </a:lnTo>
                <a:lnTo>
                  <a:pt x="972009" y="116950"/>
                </a:lnTo>
                <a:lnTo>
                  <a:pt x="971637" y="116797"/>
                </a:lnTo>
                <a:lnTo>
                  <a:pt x="971268" y="116629"/>
                </a:lnTo>
                <a:lnTo>
                  <a:pt x="970903" y="116447"/>
                </a:lnTo>
                <a:lnTo>
                  <a:pt x="970543" y="116250"/>
                </a:lnTo>
                <a:lnTo>
                  <a:pt x="970186" y="116038"/>
                </a:lnTo>
                <a:lnTo>
                  <a:pt x="969833" y="115812"/>
                </a:lnTo>
                <a:lnTo>
                  <a:pt x="969485" y="115571"/>
                </a:lnTo>
                <a:lnTo>
                  <a:pt x="969140" y="115316"/>
                </a:lnTo>
                <a:lnTo>
                  <a:pt x="968800" y="115046"/>
                </a:lnTo>
                <a:lnTo>
                  <a:pt x="968463" y="114762"/>
                </a:lnTo>
                <a:lnTo>
                  <a:pt x="968131" y="114463"/>
                </a:lnTo>
                <a:lnTo>
                  <a:pt x="967802" y="114149"/>
                </a:lnTo>
                <a:lnTo>
                  <a:pt x="967478" y="113820"/>
                </a:lnTo>
                <a:lnTo>
                  <a:pt x="967157" y="113478"/>
                </a:lnTo>
                <a:lnTo>
                  <a:pt x="966845" y="113124"/>
                </a:lnTo>
                <a:lnTo>
                  <a:pt x="966547" y="112762"/>
                </a:lnTo>
                <a:lnTo>
                  <a:pt x="966261" y="112393"/>
                </a:lnTo>
                <a:lnTo>
                  <a:pt x="965989" y="112016"/>
                </a:lnTo>
                <a:lnTo>
                  <a:pt x="965731" y="111632"/>
                </a:lnTo>
                <a:lnTo>
                  <a:pt x="965485" y="111241"/>
                </a:lnTo>
                <a:lnTo>
                  <a:pt x="965253" y="110842"/>
                </a:lnTo>
                <a:lnTo>
                  <a:pt x="965034" y="110435"/>
                </a:lnTo>
                <a:lnTo>
                  <a:pt x="964828" y="110021"/>
                </a:lnTo>
                <a:lnTo>
                  <a:pt x="964636" y="109599"/>
                </a:lnTo>
                <a:lnTo>
                  <a:pt x="964457" y="109170"/>
                </a:lnTo>
                <a:lnTo>
                  <a:pt x="964291" y="108733"/>
                </a:lnTo>
                <a:lnTo>
                  <a:pt x="964138" y="108288"/>
                </a:lnTo>
                <a:lnTo>
                  <a:pt x="963999" y="107837"/>
                </a:lnTo>
                <a:lnTo>
                  <a:pt x="963873" y="107377"/>
                </a:lnTo>
                <a:lnTo>
                  <a:pt x="963760" y="106910"/>
                </a:lnTo>
                <a:lnTo>
                  <a:pt x="963660" y="106436"/>
                </a:lnTo>
                <a:lnTo>
                  <a:pt x="963574" y="105954"/>
                </a:lnTo>
                <a:lnTo>
                  <a:pt x="963501" y="105464"/>
                </a:lnTo>
                <a:lnTo>
                  <a:pt x="963441" y="104967"/>
                </a:lnTo>
                <a:lnTo>
                  <a:pt x="963395" y="104462"/>
                </a:lnTo>
                <a:lnTo>
                  <a:pt x="963362" y="103950"/>
                </a:lnTo>
                <a:lnTo>
                  <a:pt x="963342" y="103431"/>
                </a:lnTo>
                <a:lnTo>
                  <a:pt x="963335" y="102903"/>
                </a:lnTo>
                <a:lnTo>
                  <a:pt x="963340" y="102484"/>
                </a:lnTo>
                <a:lnTo>
                  <a:pt x="963356" y="102068"/>
                </a:lnTo>
                <a:lnTo>
                  <a:pt x="963382" y="101655"/>
                </a:lnTo>
                <a:lnTo>
                  <a:pt x="963419" y="101244"/>
                </a:lnTo>
                <a:lnTo>
                  <a:pt x="963466" y="100836"/>
                </a:lnTo>
                <a:lnTo>
                  <a:pt x="963524" y="100431"/>
                </a:lnTo>
                <a:lnTo>
                  <a:pt x="963592" y="100029"/>
                </a:lnTo>
                <a:lnTo>
                  <a:pt x="963671" y="99629"/>
                </a:lnTo>
                <a:lnTo>
                  <a:pt x="963760" y="99232"/>
                </a:lnTo>
                <a:lnTo>
                  <a:pt x="963860" y="98838"/>
                </a:lnTo>
                <a:lnTo>
                  <a:pt x="963970" y="98447"/>
                </a:lnTo>
                <a:lnTo>
                  <a:pt x="964091" y="98059"/>
                </a:lnTo>
                <a:lnTo>
                  <a:pt x="964222" y="97673"/>
                </a:lnTo>
                <a:lnTo>
                  <a:pt x="964364" y="97290"/>
                </a:lnTo>
                <a:lnTo>
                  <a:pt x="964516" y="96910"/>
                </a:lnTo>
                <a:lnTo>
                  <a:pt x="964678" y="96532"/>
                </a:lnTo>
                <a:lnTo>
                  <a:pt x="964851" y="96158"/>
                </a:lnTo>
                <a:lnTo>
                  <a:pt x="965035" y="95786"/>
                </a:lnTo>
                <a:lnTo>
                  <a:pt x="965229" y="95417"/>
                </a:lnTo>
                <a:lnTo>
                  <a:pt x="965434" y="95050"/>
                </a:lnTo>
                <a:lnTo>
                  <a:pt x="965649" y="94687"/>
                </a:lnTo>
                <a:lnTo>
                  <a:pt x="965875" y="94326"/>
                </a:lnTo>
                <a:lnTo>
                  <a:pt x="966111" y="93968"/>
                </a:lnTo>
                <a:lnTo>
                  <a:pt x="966357" y="93612"/>
                </a:lnTo>
                <a:lnTo>
                  <a:pt x="966616" y="93259"/>
                </a:lnTo>
                <a:lnTo>
                  <a:pt x="966889" y="92907"/>
                </a:lnTo>
                <a:lnTo>
                  <a:pt x="967175" y="92556"/>
                </a:lnTo>
                <a:lnTo>
                  <a:pt x="967476" y="92207"/>
                </a:lnTo>
                <a:lnTo>
                  <a:pt x="967790" y="91858"/>
                </a:lnTo>
                <a:lnTo>
                  <a:pt x="968118" y="91511"/>
                </a:lnTo>
                <a:lnTo>
                  <a:pt x="968460" y="91165"/>
                </a:lnTo>
                <a:lnTo>
                  <a:pt x="968816" y="90820"/>
                </a:lnTo>
                <a:lnTo>
                  <a:pt x="969186" y="90477"/>
                </a:lnTo>
                <a:lnTo>
                  <a:pt x="969570" y="90135"/>
                </a:lnTo>
                <a:lnTo>
                  <a:pt x="969968" y="89794"/>
                </a:lnTo>
                <a:lnTo>
                  <a:pt x="970379" y="89454"/>
                </a:lnTo>
                <a:lnTo>
                  <a:pt x="970805" y="89115"/>
                </a:lnTo>
                <a:lnTo>
                  <a:pt x="971244" y="88778"/>
                </a:lnTo>
                <a:lnTo>
                  <a:pt x="971697" y="88442"/>
                </a:lnTo>
                <a:lnTo>
                  <a:pt x="972164" y="88107"/>
                </a:lnTo>
                <a:lnTo>
                  <a:pt x="972645" y="87773"/>
                </a:lnTo>
                <a:lnTo>
                  <a:pt x="973140" y="87440"/>
                </a:lnTo>
                <a:lnTo>
                  <a:pt x="973649" y="87109"/>
                </a:lnTo>
                <a:lnTo>
                  <a:pt x="974171" y="86779"/>
                </a:lnTo>
                <a:lnTo>
                  <a:pt x="974708" y="86450"/>
                </a:lnTo>
                <a:lnTo>
                  <a:pt x="975258" y="86123"/>
                </a:lnTo>
                <a:lnTo>
                  <a:pt x="975823" y="85796"/>
                </a:lnTo>
                <a:lnTo>
                  <a:pt x="976401" y="85471"/>
                </a:lnTo>
                <a:lnTo>
                  <a:pt x="976743" y="85281"/>
                </a:lnTo>
                <a:lnTo>
                  <a:pt x="977119" y="85081"/>
                </a:lnTo>
                <a:lnTo>
                  <a:pt x="977527" y="84870"/>
                </a:lnTo>
                <a:lnTo>
                  <a:pt x="977969" y="84647"/>
                </a:lnTo>
                <a:lnTo>
                  <a:pt x="978443" y="84415"/>
                </a:lnTo>
                <a:lnTo>
                  <a:pt x="978951" y="84171"/>
                </a:lnTo>
                <a:lnTo>
                  <a:pt x="979491" y="83917"/>
                </a:lnTo>
                <a:lnTo>
                  <a:pt x="980065" y="83652"/>
                </a:lnTo>
                <a:lnTo>
                  <a:pt x="980671" y="83376"/>
                </a:lnTo>
                <a:lnTo>
                  <a:pt x="981311" y="83089"/>
                </a:lnTo>
                <a:lnTo>
                  <a:pt x="981984" y="82792"/>
                </a:lnTo>
                <a:lnTo>
                  <a:pt x="982689" y="82484"/>
                </a:lnTo>
                <a:lnTo>
                  <a:pt x="983428" y="82165"/>
                </a:lnTo>
                <a:lnTo>
                  <a:pt x="984200" y="81836"/>
                </a:lnTo>
                <a:lnTo>
                  <a:pt x="985004" y="81496"/>
                </a:lnTo>
                <a:lnTo>
                  <a:pt x="985842" y="81145"/>
                </a:lnTo>
                <a:lnTo>
                  <a:pt x="986713" y="80783"/>
                </a:lnTo>
                <a:lnTo>
                  <a:pt x="987617" y="80410"/>
                </a:lnTo>
                <a:lnTo>
                  <a:pt x="988554" y="80027"/>
                </a:lnTo>
                <a:lnTo>
                  <a:pt x="989523" y="79633"/>
                </a:lnTo>
                <a:lnTo>
                  <a:pt x="990526" y="79228"/>
                </a:lnTo>
                <a:lnTo>
                  <a:pt x="991562" y="78813"/>
                </a:lnTo>
                <a:lnTo>
                  <a:pt x="992631" y="78387"/>
                </a:lnTo>
                <a:lnTo>
                  <a:pt x="993733" y="77950"/>
                </a:lnTo>
                <a:lnTo>
                  <a:pt x="993733" y="108831"/>
                </a:lnTo>
                <a:lnTo>
                  <a:pt x="992822" y="109553"/>
                </a:lnTo>
                <a:lnTo>
                  <a:pt x="991926" y="110244"/>
                </a:lnTo>
                <a:lnTo>
                  <a:pt x="991044" y="110905"/>
                </a:lnTo>
                <a:lnTo>
                  <a:pt x="990178" y="111535"/>
                </a:lnTo>
                <a:lnTo>
                  <a:pt x="989326" y="112134"/>
                </a:lnTo>
                <a:close/>
                <a:moveTo>
                  <a:pt x="1296544" y="70874"/>
                </a:moveTo>
                <a:lnTo>
                  <a:pt x="1296406" y="69713"/>
                </a:lnTo>
                <a:lnTo>
                  <a:pt x="1296238" y="68573"/>
                </a:lnTo>
                <a:lnTo>
                  <a:pt x="1296040" y="67454"/>
                </a:lnTo>
                <a:lnTo>
                  <a:pt x="1295811" y="66357"/>
                </a:lnTo>
                <a:lnTo>
                  <a:pt x="1295551" y="65280"/>
                </a:lnTo>
                <a:lnTo>
                  <a:pt x="1295261" y="64225"/>
                </a:lnTo>
                <a:lnTo>
                  <a:pt x="1294940" y="63191"/>
                </a:lnTo>
                <a:lnTo>
                  <a:pt x="1294588" y="62177"/>
                </a:lnTo>
                <a:lnTo>
                  <a:pt x="1294207" y="61185"/>
                </a:lnTo>
                <a:lnTo>
                  <a:pt x="1293794" y="60214"/>
                </a:lnTo>
                <a:lnTo>
                  <a:pt x="1293351" y="59264"/>
                </a:lnTo>
                <a:lnTo>
                  <a:pt x="1292877" y="58335"/>
                </a:lnTo>
                <a:lnTo>
                  <a:pt x="1292373" y="57427"/>
                </a:lnTo>
                <a:lnTo>
                  <a:pt x="1291839" y="56541"/>
                </a:lnTo>
                <a:lnTo>
                  <a:pt x="1291273" y="55675"/>
                </a:lnTo>
                <a:lnTo>
                  <a:pt x="1290678" y="54830"/>
                </a:lnTo>
                <a:lnTo>
                  <a:pt x="1290051" y="54007"/>
                </a:lnTo>
                <a:lnTo>
                  <a:pt x="1289394" y="53204"/>
                </a:lnTo>
                <a:lnTo>
                  <a:pt x="1288707" y="52423"/>
                </a:lnTo>
                <a:lnTo>
                  <a:pt x="1287989" y="51663"/>
                </a:lnTo>
                <a:lnTo>
                  <a:pt x="1287247" y="50928"/>
                </a:lnTo>
                <a:lnTo>
                  <a:pt x="1286488" y="50225"/>
                </a:lnTo>
                <a:lnTo>
                  <a:pt x="1285713" y="49554"/>
                </a:lnTo>
                <a:lnTo>
                  <a:pt x="1284920" y="48913"/>
                </a:lnTo>
                <a:lnTo>
                  <a:pt x="1284110" y="48304"/>
                </a:lnTo>
                <a:lnTo>
                  <a:pt x="1283284" y="47726"/>
                </a:lnTo>
                <a:lnTo>
                  <a:pt x="1282440" y="47179"/>
                </a:lnTo>
                <a:lnTo>
                  <a:pt x="1281580" y="46663"/>
                </a:lnTo>
                <a:lnTo>
                  <a:pt x="1280702" y="46179"/>
                </a:lnTo>
                <a:lnTo>
                  <a:pt x="1279807" y="45726"/>
                </a:lnTo>
                <a:lnTo>
                  <a:pt x="1278896" y="45304"/>
                </a:lnTo>
                <a:lnTo>
                  <a:pt x="1277967" y="44913"/>
                </a:lnTo>
                <a:lnTo>
                  <a:pt x="1277022" y="44554"/>
                </a:lnTo>
                <a:lnTo>
                  <a:pt x="1276060" y="44226"/>
                </a:lnTo>
                <a:lnTo>
                  <a:pt x="1275080" y="43929"/>
                </a:lnTo>
                <a:lnTo>
                  <a:pt x="1274084" y="43663"/>
                </a:lnTo>
                <a:lnTo>
                  <a:pt x="1273070" y="43429"/>
                </a:lnTo>
                <a:lnTo>
                  <a:pt x="1272040" y="43226"/>
                </a:lnTo>
                <a:lnTo>
                  <a:pt x="1270993" y="43054"/>
                </a:lnTo>
                <a:lnTo>
                  <a:pt x="1269929" y="42913"/>
                </a:lnTo>
                <a:lnTo>
                  <a:pt x="1268847" y="42804"/>
                </a:lnTo>
                <a:lnTo>
                  <a:pt x="1267749" y="42726"/>
                </a:lnTo>
                <a:lnTo>
                  <a:pt x="1266634" y="42679"/>
                </a:lnTo>
                <a:lnTo>
                  <a:pt x="1265502" y="42663"/>
                </a:lnTo>
                <a:lnTo>
                  <a:pt x="1264163" y="42684"/>
                </a:lnTo>
                <a:lnTo>
                  <a:pt x="1262844" y="42744"/>
                </a:lnTo>
                <a:lnTo>
                  <a:pt x="1261543" y="42846"/>
                </a:lnTo>
                <a:lnTo>
                  <a:pt x="1260261" y="42988"/>
                </a:lnTo>
                <a:lnTo>
                  <a:pt x="1258999" y="43170"/>
                </a:lnTo>
                <a:lnTo>
                  <a:pt x="1257755" y="43393"/>
                </a:lnTo>
                <a:lnTo>
                  <a:pt x="1256530" y="43656"/>
                </a:lnTo>
                <a:lnTo>
                  <a:pt x="1255325" y="43960"/>
                </a:lnTo>
                <a:lnTo>
                  <a:pt x="1254138" y="44304"/>
                </a:lnTo>
                <a:lnTo>
                  <a:pt x="1252970" y="44689"/>
                </a:lnTo>
                <a:lnTo>
                  <a:pt x="1251822" y="45114"/>
                </a:lnTo>
                <a:lnTo>
                  <a:pt x="1250692" y="45580"/>
                </a:lnTo>
                <a:lnTo>
                  <a:pt x="1249581" y="46086"/>
                </a:lnTo>
                <a:lnTo>
                  <a:pt x="1248489" y="46633"/>
                </a:lnTo>
                <a:lnTo>
                  <a:pt x="1247416" y="47220"/>
                </a:lnTo>
                <a:lnTo>
                  <a:pt x="1246362" y="47848"/>
                </a:lnTo>
                <a:lnTo>
                  <a:pt x="1245328" y="48517"/>
                </a:lnTo>
                <a:lnTo>
                  <a:pt x="1244312" y="49225"/>
                </a:lnTo>
                <a:lnTo>
                  <a:pt x="1243315" y="49975"/>
                </a:lnTo>
                <a:lnTo>
                  <a:pt x="1242337" y="50765"/>
                </a:lnTo>
                <a:lnTo>
                  <a:pt x="1241378" y="51595"/>
                </a:lnTo>
                <a:lnTo>
                  <a:pt x="1240438" y="52466"/>
                </a:lnTo>
                <a:lnTo>
                  <a:pt x="1239517" y="53377"/>
                </a:lnTo>
                <a:lnTo>
                  <a:pt x="1238615" y="54329"/>
                </a:lnTo>
                <a:lnTo>
                  <a:pt x="1237741" y="55317"/>
                </a:lnTo>
                <a:lnTo>
                  <a:pt x="1236904" y="56337"/>
                </a:lnTo>
                <a:lnTo>
                  <a:pt x="1236105" y="57388"/>
                </a:lnTo>
                <a:lnTo>
                  <a:pt x="1235342" y="58472"/>
                </a:lnTo>
                <a:lnTo>
                  <a:pt x="1234617" y="59587"/>
                </a:lnTo>
                <a:lnTo>
                  <a:pt x="1233929" y="60734"/>
                </a:lnTo>
                <a:lnTo>
                  <a:pt x="1233278" y="61914"/>
                </a:lnTo>
                <a:lnTo>
                  <a:pt x="1232665" y="63125"/>
                </a:lnTo>
                <a:lnTo>
                  <a:pt x="1232088" y="64367"/>
                </a:lnTo>
                <a:lnTo>
                  <a:pt x="1231549" y="65642"/>
                </a:lnTo>
                <a:lnTo>
                  <a:pt x="1231047" y="66949"/>
                </a:lnTo>
                <a:lnTo>
                  <a:pt x="1230582" y="68287"/>
                </a:lnTo>
                <a:lnTo>
                  <a:pt x="1230155" y="69658"/>
                </a:lnTo>
                <a:lnTo>
                  <a:pt x="1229764" y="71060"/>
                </a:lnTo>
                <a:lnTo>
                  <a:pt x="1229411" y="72494"/>
                </a:lnTo>
                <a:lnTo>
                  <a:pt x="1229095" y="73960"/>
                </a:lnTo>
                <a:lnTo>
                  <a:pt x="1228816" y="75458"/>
                </a:lnTo>
                <a:lnTo>
                  <a:pt x="1228574" y="76987"/>
                </a:lnTo>
                <a:lnTo>
                  <a:pt x="1228369" y="78549"/>
                </a:lnTo>
                <a:lnTo>
                  <a:pt x="1228202" y="80142"/>
                </a:lnTo>
                <a:lnTo>
                  <a:pt x="1228072" y="81768"/>
                </a:lnTo>
                <a:lnTo>
                  <a:pt x="1227979" y="83425"/>
                </a:lnTo>
                <a:lnTo>
                  <a:pt x="1227923" y="85114"/>
                </a:lnTo>
                <a:lnTo>
                  <a:pt x="1227905" y="86835"/>
                </a:lnTo>
                <a:lnTo>
                  <a:pt x="1227923" y="88426"/>
                </a:lnTo>
                <a:lnTo>
                  <a:pt x="1227977" y="89989"/>
                </a:lnTo>
                <a:lnTo>
                  <a:pt x="1228068" y="91525"/>
                </a:lnTo>
                <a:lnTo>
                  <a:pt x="1228195" y="93033"/>
                </a:lnTo>
                <a:lnTo>
                  <a:pt x="1228358" y="94515"/>
                </a:lnTo>
                <a:lnTo>
                  <a:pt x="1228557" y="95969"/>
                </a:lnTo>
                <a:lnTo>
                  <a:pt x="1228793" y="97396"/>
                </a:lnTo>
                <a:lnTo>
                  <a:pt x="1229065" y="98795"/>
                </a:lnTo>
                <a:lnTo>
                  <a:pt x="1229373" y="100168"/>
                </a:lnTo>
                <a:lnTo>
                  <a:pt x="1229718" y="101513"/>
                </a:lnTo>
                <a:lnTo>
                  <a:pt x="1230098" y="102831"/>
                </a:lnTo>
                <a:lnTo>
                  <a:pt x="1230516" y="104121"/>
                </a:lnTo>
                <a:lnTo>
                  <a:pt x="1230969" y="105385"/>
                </a:lnTo>
                <a:lnTo>
                  <a:pt x="1231458" y="106621"/>
                </a:lnTo>
                <a:lnTo>
                  <a:pt x="1231984" y="107830"/>
                </a:lnTo>
                <a:lnTo>
                  <a:pt x="1232546" y="109011"/>
                </a:lnTo>
                <a:lnTo>
                  <a:pt x="1233145" y="110166"/>
                </a:lnTo>
                <a:lnTo>
                  <a:pt x="1233779" y="111293"/>
                </a:lnTo>
                <a:lnTo>
                  <a:pt x="1234450" y="112392"/>
                </a:lnTo>
                <a:lnTo>
                  <a:pt x="1235157" y="113465"/>
                </a:lnTo>
                <a:lnTo>
                  <a:pt x="1235901" y="114510"/>
                </a:lnTo>
                <a:lnTo>
                  <a:pt x="1236680" y="115528"/>
                </a:lnTo>
                <a:lnTo>
                  <a:pt x="1237496" y="116519"/>
                </a:lnTo>
                <a:lnTo>
                  <a:pt x="1238348" y="117483"/>
                </a:lnTo>
                <a:lnTo>
                  <a:pt x="1239226" y="118413"/>
                </a:lnTo>
                <a:lnTo>
                  <a:pt x="1240118" y="119303"/>
                </a:lnTo>
                <a:lnTo>
                  <a:pt x="1241025" y="120154"/>
                </a:lnTo>
                <a:lnTo>
                  <a:pt x="1241947" y="120965"/>
                </a:lnTo>
                <a:lnTo>
                  <a:pt x="1242883" y="121737"/>
                </a:lnTo>
                <a:lnTo>
                  <a:pt x="1243834" y="122469"/>
                </a:lnTo>
                <a:lnTo>
                  <a:pt x="1244800" y="123161"/>
                </a:lnTo>
                <a:lnTo>
                  <a:pt x="1245780" y="123814"/>
                </a:lnTo>
                <a:lnTo>
                  <a:pt x="1246775" y="124427"/>
                </a:lnTo>
                <a:lnTo>
                  <a:pt x="1247784" y="125001"/>
                </a:lnTo>
                <a:lnTo>
                  <a:pt x="1248809" y="125535"/>
                </a:lnTo>
                <a:lnTo>
                  <a:pt x="1249847" y="126030"/>
                </a:lnTo>
                <a:lnTo>
                  <a:pt x="1250901" y="126485"/>
                </a:lnTo>
                <a:lnTo>
                  <a:pt x="1251969" y="126901"/>
                </a:lnTo>
                <a:lnTo>
                  <a:pt x="1253052" y="127277"/>
                </a:lnTo>
                <a:lnTo>
                  <a:pt x="1254150" y="127613"/>
                </a:lnTo>
                <a:lnTo>
                  <a:pt x="1255262" y="127910"/>
                </a:lnTo>
                <a:lnTo>
                  <a:pt x="1256389" y="128167"/>
                </a:lnTo>
                <a:lnTo>
                  <a:pt x="1257530" y="128385"/>
                </a:lnTo>
                <a:lnTo>
                  <a:pt x="1258686" y="128563"/>
                </a:lnTo>
                <a:lnTo>
                  <a:pt x="1259857" y="128701"/>
                </a:lnTo>
                <a:lnTo>
                  <a:pt x="1261043" y="128800"/>
                </a:lnTo>
                <a:lnTo>
                  <a:pt x="1262243" y="128859"/>
                </a:lnTo>
                <a:lnTo>
                  <a:pt x="1263457" y="128879"/>
                </a:lnTo>
                <a:lnTo>
                  <a:pt x="1264575" y="128862"/>
                </a:lnTo>
                <a:lnTo>
                  <a:pt x="1265678" y="128810"/>
                </a:lnTo>
                <a:lnTo>
                  <a:pt x="1266764" y="128723"/>
                </a:lnTo>
                <a:lnTo>
                  <a:pt x="1267835" y="128601"/>
                </a:lnTo>
                <a:lnTo>
                  <a:pt x="1268890" y="128445"/>
                </a:lnTo>
                <a:lnTo>
                  <a:pt x="1269929" y="128254"/>
                </a:lnTo>
                <a:lnTo>
                  <a:pt x="1270953" y="128029"/>
                </a:lnTo>
                <a:lnTo>
                  <a:pt x="1271961" y="127768"/>
                </a:lnTo>
                <a:lnTo>
                  <a:pt x="1272953" y="127473"/>
                </a:lnTo>
                <a:lnTo>
                  <a:pt x="1273929" y="127143"/>
                </a:lnTo>
                <a:lnTo>
                  <a:pt x="1274889" y="126779"/>
                </a:lnTo>
                <a:lnTo>
                  <a:pt x="1275834" y="126379"/>
                </a:lnTo>
                <a:lnTo>
                  <a:pt x="1276763" y="125945"/>
                </a:lnTo>
                <a:lnTo>
                  <a:pt x="1277677" y="125477"/>
                </a:lnTo>
                <a:lnTo>
                  <a:pt x="1278574" y="124973"/>
                </a:lnTo>
                <a:lnTo>
                  <a:pt x="1279456" y="124435"/>
                </a:lnTo>
                <a:lnTo>
                  <a:pt x="1280322" y="123862"/>
                </a:lnTo>
                <a:lnTo>
                  <a:pt x="1281173" y="123255"/>
                </a:lnTo>
                <a:lnTo>
                  <a:pt x="1282007" y="122612"/>
                </a:lnTo>
                <a:lnTo>
                  <a:pt x="1282826" y="121935"/>
                </a:lnTo>
                <a:lnTo>
                  <a:pt x="1283630" y="121224"/>
                </a:lnTo>
                <a:lnTo>
                  <a:pt x="1284417" y="120477"/>
                </a:lnTo>
                <a:lnTo>
                  <a:pt x="1285189" y="119696"/>
                </a:lnTo>
                <a:lnTo>
                  <a:pt x="1285945" y="118880"/>
                </a:lnTo>
                <a:lnTo>
                  <a:pt x="1286680" y="118043"/>
                </a:lnTo>
                <a:lnTo>
                  <a:pt x="1287391" y="117198"/>
                </a:lnTo>
                <a:lnTo>
                  <a:pt x="1288078" y="116346"/>
                </a:lnTo>
                <a:lnTo>
                  <a:pt x="1288740" y="115486"/>
                </a:lnTo>
                <a:lnTo>
                  <a:pt x="1289377" y="114619"/>
                </a:lnTo>
                <a:lnTo>
                  <a:pt x="1289989" y="113744"/>
                </a:lnTo>
                <a:lnTo>
                  <a:pt x="1290576" y="112862"/>
                </a:lnTo>
                <a:lnTo>
                  <a:pt x="1291139" y="111972"/>
                </a:lnTo>
                <a:lnTo>
                  <a:pt x="1291678" y="111074"/>
                </a:lnTo>
                <a:lnTo>
                  <a:pt x="1292191" y="110169"/>
                </a:lnTo>
                <a:lnTo>
                  <a:pt x="1292680" y="109257"/>
                </a:lnTo>
                <a:lnTo>
                  <a:pt x="1293144" y="108336"/>
                </a:lnTo>
                <a:lnTo>
                  <a:pt x="1293584" y="107408"/>
                </a:lnTo>
                <a:lnTo>
                  <a:pt x="1293998" y="106473"/>
                </a:lnTo>
                <a:lnTo>
                  <a:pt x="1294388" y="105530"/>
                </a:lnTo>
                <a:lnTo>
                  <a:pt x="1294754" y="104580"/>
                </a:lnTo>
                <a:lnTo>
                  <a:pt x="1295095" y="103622"/>
                </a:lnTo>
                <a:lnTo>
                  <a:pt x="1295411" y="102656"/>
                </a:lnTo>
                <a:lnTo>
                  <a:pt x="1295702" y="101683"/>
                </a:lnTo>
                <a:lnTo>
                  <a:pt x="1295969" y="100702"/>
                </a:lnTo>
                <a:lnTo>
                  <a:pt x="1296211" y="99714"/>
                </a:lnTo>
                <a:lnTo>
                  <a:pt x="1296428" y="98718"/>
                </a:lnTo>
                <a:lnTo>
                  <a:pt x="1296620" y="97715"/>
                </a:lnTo>
                <a:lnTo>
                  <a:pt x="1296788" y="96704"/>
                </a:lnTo>
                <a:lnTo>
                  <a:pt x="1294033" y="94926"/>
                </a:lnTo>
                <a:lnTo>
                  <a:pt x="1293696" y="95804"/>
                </a:lnTo>
                <a:lnTo>
                  <a:pt x="1293353" y="96660"/>
                </a:lnTo>
                <a:lnTo>
                  <a:pt x="1293003" y="97495"/>
                </a:lnTo>
                <a:lnTo>
                  <a:pt x="1292647" y="98307"/>
                </a:lnTo>
                <a:lnTo>
                  <a:pt x="1292283" y="99098"/>
                </a:lnTo>
                <a:lnTo>
                  <a:pt x="1291914" y="99867"/>
                </a:lnTo>
                <a:lnTo>
                  <a:pt x="1291537" y="100615"/>
                </a:lnTo>
                <a:lnTo>
                  <a:pt x="1291154" y="101341"/>
                </a:lnTo>
                <a:lnTo>
                  <a:pt x="1290764" y="102044"/>
                </a:lnTo>
                <a:lnTo>
                  <a:pt x="1290368" y="102727"/>
                </a:lnTo>
                <a:lnTo>
                  <a:pt x="1289965" y="103387"/>
                </a:lnTo>
                <a:lnTo>
                  <a:pt x="1289556" y="104025"/>
                </a:lnTo>
                <a:lnTo>
                  <a:pt x="1289139" y="104642"/>
                </a:lnTo>
                <a:lnTo>
                  <a:pt x="1288716" y="105237"/>
                </a:lnTo>
                <a:lnTo>
                  <a:pt x="1288287" y="105811"/>
                </a:lnTo>
                <a:lnTo>
                  <a:pt x="1287851" y="106362"/>
                </a:lnTo>
                <a:lnTo>
                  <a:pt x="1287408" y="106892"/>
                </a:lnTo>
                <a:lnTo>
                  <a:pt x="1286958" y="107400"/>
                </a:lnTo>
                <a:lnTo>
                  <a:pt x="1286502" y="107887"/>
                </a:lnTo>
                <a:lnTo>
                  <a:pt x="1286040" y="108351"/>
                </a:lnTo>
                <a:lnTo>
                  <a:pt x="1285570" y="108794"/>
                </a:lnTo>
                <a:lnTo>
                  <a:pt x="1285094" y="109215"/>
                </a:lnTo>
                <a:lnTo>
                  <a:pt x="1284612" y="109614"/>
                </a:lnTo>
                <a:lnTo>
                  <a:pt x="1284123" y="109992"/>
                </a:lnTo>
                <a:lnTo>
                  <a:pt x="1283626" y="110351"/>
                </a:lnTo>
                <a:lnTo>
                  <a:pt x="1283123" y="110694"/>
                </a:lnTo>
                <a:lnTo>
                  <a:pt x="1282612" y="111023"/>
                </a:lnTo>
                <a:lnTo>
                  <a:pt x="1282094" y="111336"/>
                </a:lnTo>
                <a:lnTo>
                  <a:pt x="1281569" y="111634"/>
                </a:lnTo>
                <a:lnTo>
                  <a:pt x="1281037" y="111917"/>
                </a:lnTo>
                <a:lnTo>
                  <a:pt x="1280497" y="112184"/>
                </a:lnTo>
                <a:lnTo>
                  <a:pt x="1279950" y="112436"/>
                </a:lnTo>
                <a:lnTo>
                  <a:pt x="1279396" y="112673"/>
                </a:lnTo>
                <a:lnTo>
                  <a:pt x="1278834" y="112894"/>
                </a:lnTo>
                <a:lnTo>
                  <a:pt x="1278266" y="113101"/>
                </a:lnTo>
                <a:lnTo>
                  <a:pt x="1277690" y="113291"/>
                </a:lnTo>
                <a:lnTo>
                  <a:pt x="1277107" y="113467"/>
                </a:lnTo>
                <a:lnTo>
                  <a:pt x="1276516" y="113628"/>
                </a:lnTo>
                <a:lnTo>
                  <a:pt x="1275918" y="113773"/>
                </a:lnTo>
                <a:lnTo>
                  <a:pt x="1275313" y="113903"/>
                </a:lnTo>
                <a:lnTo>
                  <a:pt x="1274701" y="114017"/>
                </a:lnTo>
                <a:lnTo>
                  <a:pt x="1274082" y="114116"/>
                </a:lnTo>
                <a:lnTo>
                  <a:pt x="1273455" y="114200"/>
                </a:lnTo>
                <a:lnTo>
                  <a:pt x="1272821" y="114269"/>
                </a:lnTo>
                <a:lnTo>
                  <a:pt x="1272180" y="114323"/>
                </a:lnTo>
                <a:lnTo>
                  <a:pt x="1271531" y="114361"/>
                </a:lnTo>
                <a:lnTo>
                  <a:pt x="1270876" y="114384"/>
                </a:lnTo>
                <a:lnTo>
                  <a:pt x="1270213" y="114391"/>
                </a:lnTo>
                <a:lnTo>
                  <a:pt x="1269218" y="114374"/>
                </a:lnTo>
                <a:lnTo>
                  <a:pt x="1268234" y="114320"/>
                </a:lnTo>
                <a:lnTo>
                  <a:pt x="1267261" y="114231"/>
                </a:lnTo>
                <a:lnTo>
                  <a:pt x="1266299" y="114106"/>
                </a:lnTo>
                <a:lnTo>
                  <a:pt x="1265348" y="113945"/>
                </a:lnTo>
                <a:lnTo>
                  <a:pt x="1264407" y="113749"/>
                </a:lnTo>
                <a:lnTo>
                  <a:pt x="1263478" y="113516"/>
                </a:lnTo>
                <a:lnTo>
                  <a:pt x="1262559" y="113249"/>
                </a:lnTo>
                <a:lnTo>
                  <a:pt x="1261651" y="112945"/>
                </a:lnTo>
                <a:lnTo>
                  <a:pt x="1260753" y="112606"/>
                </a:lnTo>
                <a:lnTo>
                  <a:pt x="1259867" y="112231"/>
                </a:lnTo>
                <a:lnTo>
                  <a:pt x="1258991" y="111820"/>
                </a:lnTo>
                <a:lnTo>
                  <a:pt x="1258126" y="111374"/>
                </a:lnTo>
                <a:lnTo>
                  <a:pt x="1257272" y="110892"/>
                </a:lnTo>
                <a:lnTo>
                  <a:pt x="1256429" y="110374"/>
                </a:lnTo>
                <a:lnTo>
                  <a:pt x="1255596" y="109820"/>
                </a:lnTo>
                <a:lnTo>
                  <a:pt x="1254775" y="109231"/>
                </a:lnTo>
                <a:lnTo>
                  <a:pt x="1253964" y="108606"/>
                </a:lnTo>
                <a:lnTo>
                  <a:pt x="1253164" y="107945"/>
                </a:lnTo>
                <a:lnTo>
                  <a:pt x="1252374" y="107249"/>
                </a:lnTo>
                <a:lnTo>
                  <a:pt x="1251596" y="106517"/>
                </a:lnTo>
                <a:lnTo>
                  <a:pt x="1250828" y="105749"/>
                </a:lnTo>
                <a:lnTo>
                  <a:pt x="1250071" y="104945"/>
                </a:lnTo>
                <a:lnTo>
                  <a:pt x="1249325" y="104106"/>
                </a:lnTo>
                <a:lnTo>
                  <a:pt x="1248600" y="103235"/>
                </a:lnTo>
                <a:lnTo>
                  <a:pt x="1247906" y="102337"/>
                </a:lnTo>
                <a:lnTo>
                  <a:pt x="1247243" y="101412"/>
                </a:lnTo>
                <a:lnTo>
                  <a:pt x="1246612" y="100460"/>
                </a:lnTo>
                <a:lnTo>
                  <a:pt x="1246011" y="99481"/>
                </a:lnTo>
                <a:lnTo>
                  <a:pt x="1245442" y="98474"/>
                </a:lnTo>
                <a:lnTo>
                  <a:pt x="1244904" y="97441"/>
                </a:lnTo>
                <a:lnTo>
                  <a:pt x="1244397" y="96380"/>
                </a:lnTo>
                <a:lnTo>
                  <a:pt x="1243921" y="95293"/>
                </a:lnTo>
                <a:lnTo>
                  <a:pt x="1243477" y="94178"/>
                </a:lnTo>
                <a:lnTo>
                  <a:pt x="1243063" y="93036"/>
                </a:lnTo>
                <a:lnTo>
                  <a:pt x="1242681" y="91867"/>
                </a:lnTo>
                <a:lnTo>
                  <a:pt x="1242330" y="90671"/>
                </a:lnTo>
                <a:lnTo>
                  <a:pt x="1242010" y="89448"/>
                </a:lnTo>
                <a:lnTo>
                  <a:pt x="1241722" y="88198"/>
                </a:lnTo>
                <a:lnTo>
                  <a:pt x="1241464" y="86921"/>
                </a:lnTo>
                <a:lnTo>
                  <a:pt x="1241238" y="85617"/>
                </a:lnTo>
                <a:lnTo>
                  <a:pt x="1241042" y="84285"/>
                </a:lnTo>
                <a:lnTo>
                  <a:pt x="1240878" y="82927"/>
                </a:lnTo>
                <a:lnTo>
                  <a:pt x="1240746" y="81541"/>
                </a:lnTo>
                <a:lnTo>
                  <a:pt x="1240644" y="80128"/>
                </a:lnTo>
                <a:lnTo>
                  <a:pt x="1240573" y="78688"/>
                </a:lnTo>
                <a:lnTo>
                  <a:pt x="1240534" y="77222"/>
                </a:lnTo>
                <a:lnTo>
                  <a:pt x="1240526" y="75728"/>
                </a:lnTo>
                <a:lnTo>
                  <a:pt x="1296788" y="75728"/>
                </a:lnTo>
                <a:lnTo>
                  <a:pt x="1296773" y="74482"/>
                </a:lnTo>
                <a:lnTo>
                  <a:pt x="1296727" y="73258"/>
                </a:lnTo>
                <a:lnTo>
                  <a:pt x="1296651" y="72055"/>
                </a:lnTo>
                <a:lnTo>
                  <a:pt x="1296544" y="70874"/>
                </a:lnTo>
                <a:close/>
                <a:moveTo>
                  <a:pt x="1241143" y="66508"/>
                </a:moveTo>
                <a:lnTo>
                  <a:pt x="1241317" y="65742"/>
                </a:lnTo>
                <a:lnTo>
                  <a:pt x="1241508" y="64992"/>
                </a:lnTo>
                <a:lnTo>
                  <a:pt x="1241716" y="64257"/>
                </a:lnTo>
                <a:lnTo>
                  <a:pt x="1241940" y="63538"/>
                </a:lnTo>
                <a:lnTo>
                  <a:pt x="1242182" y="62834"/>
                </a:lnTo>
                <a:lnTo>
                  <a:pt x="1242440" y="62146"/>
                </a:lnTo>
                <a:lnTo>
                  <a:pt x="1242715" y="61473"/>
                </a:lnTo>
                <a:lnTo>
                  <a:pt x="1243006" y="60816"/>
                </a:lnTo>
                <a:lnTo>
                  <a:pt x="1243315" y="60175"/>
                </a:lnTo>
                <a:lnTo>
                  <a:pt x="1243640" y="59549"/>
                </a:lnTo>
                <a:lnTo>
                  <a:pt x="1243982" y="58939"/>
                </a:lnTo>
                <a:lnTo>
                  <a:pt x="1244341" y="58344"/>
                </a:lnTo>
                <a:lnTo>
                  <a:pt x="1244717" y="57765"/>
                </a:lnTo>
                <a:lnTo>
                  <a:pt x="1245110" y="57202"/>
                </a:lnTo>
                <a:lnTo>
                  <a:pt x="1245519" y="56654"/>
                </a:lnTo>
                <a:lnTo>
                  <a:pt x="1245946" y="56121"/>
                </a:lnTo>
                <a:lnTo>
                  <a:pt x="1246389" y="55605"/>
                </a:lnTo>
                <a:lnTo>
                  <a:pt x="1246849" y="55104"/>
                </a:lnTo>
                <a:lnTo>
                  <a:pt x="1247325" y="54618"/>
                </a:lnTo>
                <a:lnTo>
                  <a:pt x="1247813" y="54150"/>
                </a:lnTo>
                <a:lnTo>
                  <a:pt x="1248306" y="53702"/>
                </a:lnTo>
                <a:lnTo>
                  <a:pt x="1248805" y="53274"/>
                </a:lnTo>
                <a:lnTo>
                  <a:pt x="1249309" y="52866"/>
                </a:lnTo>
                <a:lnTo>
                  <a:pt x="1249819" y="52478"/>
                </a:lnTo>
                <a:lnTo>
                  <a:pt x="1250333" y="52110"/>
                </a:lnTo>
                <a:lnTo>
                  <a:pt x="1250854" y="51762"/>
                </a:lnTo>
                <a:lnTo>
                  <a:pt x="1251379" y="51433"/>
                </a:lnTo>
                <a:lnTo>
                  <a:pt x="1251910" y="51125"/>
                </a:lnTo>
                <a:lnTo>
                  <a:pt x="1252447" y="50836"/>
                </a:lnTo>
                <a:lnTo>
                  <a:pt x="1252989" y="50567"/>
                </a:lnTo>
                <a:lnTo>
                  <a:pt x="1253536" y="50318"/>
                </a:lnTo>
                <a:lnTo>
                  <a:pt x="1254089" y="50090"/>
                </a:lnTo>
                <a:lnTo>
                  <a:pt x="1254647" y="49881"/>
                </a:lnTo>
                <a:lnTo>
                  <a:pt x="1255210" y="49691"/>
                </a:lnTo>
                <a:lnTo>
                  <a:pt x="1255779" y="49522"/>
                </a:lnTo>
                <a:lnTo>
                  <a:pt x="1256353" y="49373"/>
                </a:lnTo>
                <a:lnTo>
                  <a:pt x="1256933" y="49244"/>
                </a:lnTo>
                <a:lnTo>
                  <a:pt x="1257518" y="49134"/>
                </a:lnTo>
                <a:lnTo>
                  <a:pt x="1258108" y="49044"/>
                </a:lnTo>
                <a:lnTo>
                  <a:pt x="1258704" y="48975"/>
                </a:lnTo>
                <a:lnTo>
                  <a:pt x="1259306" y="48925"/>
                </a:lnTo>
                <a:lnTo>
                  <a:pt x="1259912" y="48895"/>
                </a:lnTo>
                <a:lnTo>
                  <a:pt x="1260524" y="48885"/>
                </a:lnTo>
                <a:lnTo>
                  <a:pt x="1260924" y="48890"/>
                </a:lnTo>
                <a:lnTo>
                  <a:pt x="1261322" y="48905"/>
                </a:lnTo>
                <a:lnTo>
                  <a:pt x="1261718" y="48930"/>
                </a:lnTo>
                <a:lnTo>
                  <a:pt x="1262113" y="48964"/>
                </a:lnTo>
                <a:lnTo>
                  <a:pt x="1262507" y="49009"/>
                </a:lnTo>
                <a:lnTo>
                  <a:pt x="1262899" y="49063"/>
                </a:lnTo>
                <a:lnTo>
                  <a:pt x="1263290" y="49127"/>
                </a:lnTo>
                <a:lnTo>
                  <a:pt x="1263680" y="49201"/>
                </a:lnTo>
                <a:lnTo>
                  <a:pt x="1264068" y="49285"/>
                </a:lnTo>
                <a:lnTo>
                  <a:pt x="1264455" y="49379"/>
                </a:lnTo>
                <a:lnTo>
                  <a:pt x="1264840" y="49483"/>
                </a:lnTo>
                <a:lnTo>
                  <a:pt x="1265224" y="49596"/>
                </a:lnTo>
                <a:lnTo>
                  <a:pt x="1265607" y="49720"/>
                </a:lnTo>
                <a:lnTo>
                  <a:pt x="1265988" y="49853"/>
                </a:lnTo>
                <a:lnTo>
                  <a:pt x="1266368" y="49996"/>
                </a:lnTo>
                <a:lnTo>
                  <a:pt x="1266746" y="50149"/>
                </a:lnTo>
                <a:lnTo>
                  <a:pt x="1267123" y="50312"/>
                </a:lnTo>
                <a:lnTo>
                  <a:pt x="1267499" y="50485"/>
                </a:lnTo>
                <a:lnTo>
                  <a:pt x="1267873" y="50668"/>
                </a:lnTo>
                <a:lnTo>
                  <a:pt x="1268246" y="50860"/>
                </a:lnTo>
                <a:lnTo>
                  <a:pt x="1268618" y="51063"/>
                </a:lnTo>
                <a:lnTo>
                  <a:pt x="1268988" y="51275"/>
                </a:lnTo>
                <a:lnTo>
                  <a:pt x="1269356" y="51497"/>
                </a:lnTo>
                <a:lnTo>
                  <a:pt x="1269724" y="51729"/>
                </a:lnTo>
                <a:lnTo>
                  <a:pt x="1270087" y="51970"/>
                </a:lnTo>
                <a:lnTo>
                  <a:pt x="1270442" y="52218"/>
                </a:lnTo>
                <a:lnTo>
                  <a:pt x="1270790" y="52474"/>
                </a:lnTo>
                <a:lnTo>
                  <a:pt x="1271130" y="52737"/>
                </a:lnTo>
                <a:lnTo>
                  <a:pt x="1271462" y="53007"/>
                </a:lnTo>
                <a:lnTo>
                  <a:pt x="1271787" y="53285"/>
                </a:lnTo>
                <a:lnTo>
                  <a:pt x="1272105" y="53570"/>
                </a:lnTo>
                <a:lnTo>
                  <a:pt x="1272415" y="53863"/>
                </a:lnTo>
                <a:lnTo>
                  <a:pt x="1272717" y="54163"/>
                </a:lnTo>
                <a:lnTo>
                  <a:pt x="1273012" y="54470"/>
                </a:lnTo>
                <a:lnTo>
                  <a:pt x="1273299" y="54785"/>
                </a:lnTo>
                <a:lnTo>
                  <a:pt x="1273579" y="55107"/>
                </a:lnTo>
                <a:lnTo>
                  <a:pt x="1273851" y="55437"/>
                </a:lnTo>
                <a:lnTo>
                  <a:pt x="1274116" y="55774"/>
                </a:lnTo>
                <a:lnTo>
                  <a:pt x="1274373" y="56118"/>
                </a:lnTo>
                <a:lnTo>
                  <a:pt x="1274622" y="56470"/>
                </a:lnTo>
                <a:lnTo>
                  <a:pt x="1274864" y="56829"/>
                </a:lnTo>
                <a:lnTo>
                  <a:pt x="1275098" y="57196"/>
                </a:lnTo>
                <a:lnTo>
                  <a:pt x="1275325" y="57570"/>
                </a:lnTo>
                <a:lnTo>
                  <a:pt x="1275544" y="57951"/>
                </a:lnTo>
                <a:lnTo>
                  <a:pt x="1275756" y="58340"/>
                </a:lnTo>
                <a:lnTo>
                  <a:pt x="1275960" y="58736"/>
                </a:lnTo>
                <a:lnTo>
                  <a:pt x="1276156" y="59140"/>
                </a:lnTo>
                <a:lnTo>
                  <a:pt x="1276345" y="59551"/>
                </a:lnTo>
                <a:lnTo>
                  <a:pt x="1276462" y="59826"/>
                </a:lnTo>
                <a:lnTo>
                  <a:pt x="1276576" y="60116"/>
                </a:lnTo>
                <a:lnTo>
                  <a:pt x="1276686" y="60423"/>
                </a:lnTo>
                <a:lnTo>
                  <a:pt x="1276792" y="60746"/>
                </a:lnTo>
                <a:lnTo>
                  <a:pt x="1276896" y="61085"/>
                </a:lnTo>
                <a:lnTo>
                  <a:pt x="1276995" y="61440"/>
                </a:lnTo>
                <a:lnTo>
                  <a:pt x="1277092" y="61811"/>
                </a:lnTo>
                <a:lnTo>
                  <a:pt x="1277185" y="62198"/>
                </a:lnTo>
                <a:lnTo>
                  <a:pt x="1277274" y="62601"/>
                </a:lnTo>
                <a:lnTo>
                  <a:pt x="1277361" y="63020"/>
                </a:lnTo>
                <a:lnTo>
                  <a:pt x="1277444" y="63455"/>
                </a:lnTo>
                <a:lnTo>
                  <a:pt x="1277523" y="63906"/>
                </a:lnTo>
                <a:lnTo>
                  <a:pt x="1277599" y="64374"/>
                </a:lnTo>
                <a:lnTo>
                  <a:pt x="1277672" y="64857"/>
                </a:lnTo>
                <a:lnTo>
                  <a:pt x="1277741" y="65356"/>
                </a:lnTo>
                <a:lnTo>
                  <a:pt x="1277807" y="65872"/>
                </a:lnTo>
                <a:lnTo>
                  <a:pt x="1277870" y="66403"/>
                </a:lnTo>
                <a:lnTo>
                  <a:pt x="1277929" y="66951"/>
                </a:lnTo>
                <a:lnTo>
                  <a:pt x="1277984" y="67514"/>
                </a:lnTo>
                <a:lnTo>
                  <a:pt x="1278037" y="68094"/>
                </a:lnTo>
                <a:lnTo>
                  <a:pt x="1278086" y="68689"/>
                </a:lnTo>
                <a:lnTo>
                  <a:pt x="1278131" y="69301"/>
                </a:lnTo>
                <a:lnTo>
                  <a:pt x="1278173" y="69929"/>
                </a:lnTo>
                <a:lnTo>
                  <a:pt x="1278212" y="70572"/>
                </a:lnTo>
                <a:lnTo>
                  <a:pt x="1240526" y="70572"/>
                </a:lnTo>
                <a:lnTo>
                  <a:pt x="1240616" y="69728"/>
                </a:lnTo>
                <a:lnTo>
                  <a:pt x="1240722" y="68900"/>
                </a:lnTo>
                <a:lnTo>
                  <a:pt x="1240846" y="68087"/>
                </a:lnTo>
                <a:lnTo>
                  <a:pt x="1240986" y="67290"/>
                </a:lnTo>
                <a:lnTo>
                  <a:pt x="1241143" y="66508"/>
                </a:lnTo>
                <a:close/>
                <a:moveTo>
                  <a:pt x="1627162" y="97615"/>
                </a:moveTo>
                <a:lnTo>
                  <a:pt x="1626772" y="98407"/>
                </a:lnTo>
                <a:lnTo>
                  <a:pt x="1626382" y="99176"/>
                </a:lnTo>
                <a:lnTo>
                  <a:pt x="1625991" y="99922"/>
                </a:lnTo>
                <a:lnTo>
                  <a:pt x="1625599" y="100644"/>
                </a:lnTo>
                <a:lnTo>
                  <a:pt x="1625206" y="101344"/>
                </a:lnTo>
                <a:lnTo>
                  <a:pt x="1624812" y="102020"/>
                </a:lnTo>
                <a:lnTo>
                  <a:pt x="1624417" y="102673"/>
                </a:lnTo>
                <a:lnTo>
                  <a:pt x="1624021" y="103303"/>
                </a:lnTo>
                <a:lnTo>
                  <a:pt x="1623624" y="103910"/>
                </a:lnTo>
                <a:lnTo>
                  <a:pt x="1623227" y="104494"/>
                </a:lnTo>
                <a:lnTo>
                  <a:pt x="1622828" y="105055"/>
                </a:lnTo>
                <a:lnTo>
                  <a:pt x="1622429" y="105592"/>
                </a:lnTo>
                <a:lnTo>
                  <a:pt x="1622028" y="106106"/>
                </a:lnTo>
                <a:lnTo>
                  <a:pt x="1621627" y="106598"/>
                </a:lnTo>
                <a:lnTo>
                  <a:pt x="1621224" y="107066"/>
                </a:lnTo>
                <a:lnTo>
                  <a:pt x="1620821" y="107510"/>
                </a:lnTo>
                <a:lnTo>
                  <a:pt x="1620417" y="107932"/>
                </a:lnTo>
                <a:lnTo>
                  <a:pt x="1620012" y="108331"/>
                </a:lnTo>
                <a:lnTo>
                  <a:pt x="1619606" y="108706"/>
                </a:lnTo>
                <a:lnTo>
                  <a:pt x="1619199" y="109058"/>
                </a:lnTo>
                <a:lnTo>
                  <a:pt x="1618618" y="109544"/>
                </a:lnTo>
                <a:lnTo>
                  <a:pt x="1618031" y="110010"/>
                </a:lnTo>
                <a:lnTo>
                  <a:pt x="1617438" y="110454"/>
                </a:lnTo>
                <a:lnTo>
                  <a:pt x="1616839" y="110878"/>
                </a:lnTo>
                <a:lnTo>
                  <a:pt x="1616233" y="111281"/>
                </a:lnTo>
                <a:lnTo>
                  <a:pt x="1615622" y="111664"/>
                </a:lnTo>
                <a:lnTo>
                  <a:pt x="1615004" y="112026"/>
                </a:lnTo>
                <a:lnTo>
                  <a:pt x="1614380" y="112367"/>
                </a:lnTo>
                <a:lnTo>
                  <a:pt x="1613750" y="112687"/>
                </a:lnTo>
                <a:lnTo>
                  <a:pt x="1613113" y="112987"/>
                </a:lnTo>
                <a:lnTo>
                  <a:pt x="1612471" y="113266"/>
                </a:lnTo>
                <a:lnTo>
                  <a:pt x="1611822" y="113525"/>
                </a:lnTo>
                <a:lnTo>
                  <a:pt x="1611167" y="113763"/>
                </a:lnTo>
                <a:lnTo>
                  <a:pt x="1610506" y="113980"/>
                </a:lnTo>
                <a:lnTo>
                  <a:pt x="1609839" y="114176"/>
                </a:lnTo>
                <a:lnTo>
                  <a:pt x="1609165" y="114352"/>
                </a:lnTo>
                <a:lnTo>
                  <a:pt x="1608486" y="114507"/>
                </a:lnTo>
                <a:lnTo>
                  <a:pt x="1607800" y="114641"/>
                </a:lnTo>
                <a:lnTo>
                  <a:pt x="1607108" y="114755"/>
                </a:lnTo>
                <a:lnTo>
                  <a:pt x="1606410" y="114848"/>
                </a:lnTo>
                <a:lnTo>
                  <a:pt x="1605706" y="114921"/>
                </a:lnTo>
                <a:lnTo>
                  <a:pt x="1604995" y="114972"/>
                </a:lnTo>
                <a:lnTo>
                  <a:pt x="1604279" y="115003"/>
                </a:lnTo>
                <a:lnTo>
                  <a:pt x="1603556" y="115014"/>
                </a:lnTo>
                <a:lnTo>
                  <a:pt x="1602550" y="114994"/>
                </a:lnTo>
                <a:lnTo>
                  <a:pt x="1601561" y="114936"/>
                </a:lnTo>
                <a:lnTo>
                  <a:pt x="1600590" y="114839"/>
                </a:lnTo>
                <a:lnTo>
                  <a:pt x="1599636" y="114704"/>
                </a:lnTo>
                <a:lnTo>
                  <a:pt x="1598700" y="114529"/>
                </a:lnTo>
                <a:lnTo>
                  <a:pt x="1597781" y="114316"/>
                </a:lnTo>
                <a:lnTo>
                  <a:pt x="1596880" y="114065"/>
                </a:lnTo>
                <a:lnTo>
                  <a:pt x="1595996" y="113774"/>
                </a:lnTo>
                <a:lnTo>
                  <a:pt x="1595129" y="113445"/>
                </a:lnTo>
                <a:lnTo>
                  <a:pt x="1594280" y="113077"/>
                </a:lnTo>
                <a:lnTo>
                  <a:pt x="1593449" y="112670"/>
                </a:lnTo>
                <a:lnTo>
                  <a:pt x="1592634" y="112225"/>
                </a:lnTo>
                <a:lnTo>
                  <a:pt x="1591838" y="111741"/>
                </a:lnTo>
                <a:lnTo>
                  <a:pt x="1591058" y="111218"/>
                </a:lnTo>
                <a:lnTo>
                  <a:pt x="1590296" y="110656"/>
                </a:lnTo>
                <a:lnTo>
                  <a:pt x="1589552" y="110056"/>
                </a:lnTo>
                <a:lnTo>
                  <a:pt x="1588825" y="109417"/>
                </a:lnTo>
                <a:lnTo>
                  <a:pt x="1588115" y="108739"/>
                </a:lnTo>
                <a:lnTo>
                  <a:pt x="1587423" y="108022"/>
                </a:lnTo>
                <a:lnTo>
                  <a:pt x="1586749" y="107267"/>
                </a:lnTo>
                <a:lnTo>
                  <a:pt x="1586091" y="106473"/>
                </a:lnTo>
                <a:lnTo>
                  <a:pt x="1585451" y="105640"/>
                </a:lnTo>
                <a:lnTo>
                  <a:pt x="1584829" y="104769"/>
                </a:lnTo>
                <a:lnTo>
                  <a:pt x="1584224" y="103859"/>
                </a:lnTo>
                <a:lnTo>
                  <a:pt x="1583640" y="102923"/>
                </a:lnTo>
                <a:lnTo>
                  <a:pt x="1583081" y="101976"/>
                </a:lnTo>
                <a:lnTo>
                  <a:pt x="1582547" y="101017"/>
                </a:lnTo>
                <a:lnTo>
                  <a:pt x="1582038" y="100046"/>
                </a:lnTo>
                <a:lnTo>
                  <a:pt x="1581553" y="99063"/>
                </a:lnTo>
                <a:lnTo>
                  <a:pt x="1581094" y="98068"/>
                </a:lnTo>
                <a:lnTo>
                  <a:pt x="1580659" y="97061"/>
                </a:lnTo>
                <a:lnTo>
                  <a:pt x="1580249" y="96042"/>
                </a:lnTo>
                <a:lnTo>
                  <a:pt x="1579864" y="95012"/>
                </a:lnTo>
                <a:lnTo>
                  <a:pt x="1579504" y="93969"/>
                </a:lnTo>
                <a:lnTo>
                  <a:pt x="1579168" y="92915"/>
                </a:lnTo>
                <a:lnTo>
                  <a:pt x="1578858" y="91849"/>
                </a:lnTo>
                <a:lnTo>
                  <a:pt x="1578572" y="90771"/>
                </a:lnTo>
                <a:lnTo>
                  <a:pt x="1578311" y="89681"/>
                </a:lnTo>
                <a:lnTo>
                  <a:pt x="1578075" y="88579"/>
                </a:lnTo>
                <a:lnTo>
                  <a:pt x="1577864" y="87465"/>
                </a:lnTo>
                <a:lnTo>
                  <a:pt x="1577678" y="86339"/>
                </a:lnTo>
                <a:lnTo>
                  <a:pt x="1577516" y="85202"/>
                </a:lnTo>
                <a:lnTo>
                  <a:pt x="1577380" y="84053"/>
                </a:lnTo>
                <a:lnTo>
                  <a:pt x="1577268" y="82891"/>
                </a:lnTo>
                <a:lnTo>
                  <a:pt x="1577181" y="81718"/>
                </a:lnTo>
                <a:lnTo>
                  <a:pt x="1577119" y="80533"/>
                </a:lnTo>
                <a:lnTo>
                  <a:pt x="1577081" y="79336"/>
                </a:lnTo>
                <a:lnTo>
                  <a:pt x="1577069" y="78127"/>
                </a:lnTo>
                <a:lnTo>
                  <a:pt x="1577081" y="76945"/>
                </a:lnTo>
                <a:lnTo>
                  <a:pt x="1577119" y="75781"/>
                </a:lnTo>
                <a:lnTo>
                  <a:pt x="1577181" y="74637"/>
                </a:lnTo>
                <a:lnTo>
                  <a:pt x="1577269" y="73513"/>
                </a:lnTo>
                <a:lnTo>
                  <a:pt x="1577381" y="72408"/>
                </a:lnTo>
                <a:lnTo>
                  <a:pt x="1577519" y="71322"/>
                </a:lnTo>
                <a:lnTo>
                  <a:pt x="1577681" y="70256"/>
                </a:lnTo>
                <a:lnTo>
                  <a:pt x="1577869" y="69210"/>
                </a:lnTo>
                <a:lnTo>
                  <a:pt x="1578081" y="68182"/>
                </a:lnTo>
                <a:lnTo>
                  <a:pt x="1578319" y="67175"/>
                </a:lnTo>
                <a:lnTo>
                  <a:pt x="1578581" y="66186"/>
                </a:lnTo>
                <a:lnTo>
                  <a:pt x="1578869" y="65217"/>
                </a:lnTo>
                <a:lnTo>
                  <a:pt x="1579181" y="64268"/>
                </a:lnTo>
                <a:lnTo>
                  <a:pt x="1579519" y="63338"/>
                </a:lnTo>
                <a:lnTo>
                  <a:pt x="1579881" y="62427"/>
                </a:lnTo>
                <a:lnTo>
                  <a:pt x="1580269" y="61536"/>
                </a:lnTo>
                <a:lnTo>
                  <a:pt x="1580681" y="60664"/>
                </a:lnTo>
                <a:lnTo>
                  <a:pt x="1581119" y="59812"/>
                </a:lnTo>
                <a:lnTo>
                  <a:pt x="1581581" y="58979"/>
                </a:lnTo>
                <a:lnTo>
                  <a:pt x="1582069" y="58166"/>
                </a:lnTo>
                <a:lnTo>
                  <a:pt x="1582581" y="57372"/>
                </a:lnTo>
                <a:lnTo>
                  <a:pt x="1583119" y="56598"/>
                </a:lnTo>
                <a:lnTo>
                  <a:pt x="1583681" y="55843"/>
                </a:lnTo>
                <a:lnTo>
                  <a:pt x="1584268" y="55107"/>
                </a:lnTo>
                <a:lnTo>
                  <a:pt x="1584726" y="54570"/>
                </a:lnTo>
                <a:lnTo>
                  <a:pt x="1585196" y="54056"/>
                </a:lnTo>
                <a:lnTo>
                  <a:pt x="1585678" y="53565"/>
                </a:lnTo>
                <a:lnTo>
                  <a:pt x="1586172" y="53097"/>
                </a:lnTo>
                <a:lnTo>
                  <a:pt x="1586678" y="52652"/>
                </a:lnTo>
                <a:lnTo>
                  <a:pt x="1587196" y="52229"/>
                </a:lnTo>
                <a:lnTo>
                  <a:pt x="1587726" y="51830"/>
                </a:lnTo>
                <a:lnTo>
                  <a:pt x="1588268" y="51453"/>
                </a:lnTo>
                <a:lnTo>
                  <a:pt x="1588822" y="51099"/>
                </a:lnTo>
                <a:lnTo>
                  <a:pt x="1589388" y="50768"/>
                </a:lnTo>
                <a:lnTo>
                  <a:pt x="1589967" y="50459"/>
                </a:lnTo>
                <a:lnTo>
                  <a:pt x="1590557" y="50174"/>
                </a:lnTo>
                <a:lnTo>
                  <a:pt x="1591159" y="49911"/>
                </a:lnTo>
                <a:lnTo>
                  <a:pt x="1591773" y="49672"/>
                </a:lnTo>
                <a:lnTo>
                  <a:pt x="1592400" y="49455"/>
                </a:lnTo>
                <a:lnTo>
                  <a:pt x="1593038" y="49260"/>
                </a:lnTo>
                <a:lnTo>
                  <a:pt x="1593689" y="49089"/>
                </a:lnTo>
                <a:lnTo>
                  <a:pt x="1594351" y="48941"/>
                </a:lnTo>
                <a:lnTo>
                  <a:pt x="1595026" y="48815"/>
                </a:lnTo>
                <a:lnTo>
                  <a:pt x="1595712" y="48712"/>
                </a:lnTo>
                <a:lnTo>
                  <a:pt x="1596411" y="48632"/>
                </a:lnTo>
                <a:lnTo>
                  <a:pt x="1597121" y="48575"/>
                </a:lnTo>
                <a:lnTo>
                  <a:pt x="1597844" y="48541"/>
                </a:lnTo>
                <a:lnTo>
                  <a:pt x="1598578" y="48530"/>
                </a:lnTo>
                <a:lnTo>
                  <a:pt x="1599034" y="48534"/>
                </a:lnTo>
                <a:lnTo>
                  <a:pt x="1599480" y="48548"/>
                </a:lnTo>
                <a:lnTo>
                  <a:pt x="1599919" y="48571"/>
                </a:lnTo>
                <a:lnTo>
                  <a:pt x="1600349" y="48604"/>
                </a:lnTo>
                <a:lnTo>
                  <a:pt x="1600770" y="48645"/>
                </a:lnTo>
                <a:lnTo>
                  <a:pt x="1601184" y="48696"/>
                </a:lnTo>
                <a:lnTo>
                  <a:pt x="1601589" y="48757"/>
                </a:lnTo>
                <a:lnTo>
                  <a:pt x="1601986" y="48826"/>
                </a:lnTo>
                <a:lnTo>
                  <a:pt x="1602374" y="48905"/>
                </a:lnTo>
                <a:lnTo>
                  <a:pt x="1602754" y="48993"/>
                </a:lnTo>
                <a:lnTo>
                  <a:pt x="1603126" y="49090"/>
                </a:lnTo>
                <a:lnTo>
                  <a:pt x="1603489" y="49196"/>
                </a:lnTo>
                <a:lnTo>
                  <a:pt x="1603844" y="49312"/>
                </a:lnTo>
                <a:lnTo>
                  <a:pt x="1604191" y="49437"/>
                </a:lnTo>
                <a:lnTo>
                  <a:pt x="1604529" y="49571"/>
                </a:lnTo>
                <a:lnTo>
                  <a:pt x="1604859" y="49715"/>
                </a:lnTo>
                <a:lnTo>
                  <a:pt x="1605181" y="49868"/>
                </a:lnTo>
                <a:lnTo>
                  <a:pt x="1605495" y="50030"/>
                </a:lnTo>
                <a:lnTo>
                  <a:pt x="1605800" y="50201"/>
                </a:lnTo>
                <a:lnTo>
                  <a:pt x="1606096" y="50381"/>
                </a:lnTo>
                <a:lnTo>
                  <a:pt x="1606385" y="50571"/>
                </a:lnTo>
                <a:lnTo>
                  <a:pt x="1606665" y="50770"/>
                </a:lnTo>
                <a:lnTo>
                  <a:pt x="1606937" y="50979"/>
                </a:lnTo>
                <a:lnTo>
                  <a:pt x="1607200" y="51196"/>
                </a:lnTo>
                <a:lnTo>
                  <a:pt x="1607455" y="51430"/>
                </a:lnTo>
                <a:lnTo>
                  <a:pt x="1607700" y="51673"/>
                </a:lnTo>
                <a:lnTo>
                  <a:pt x="1607937" y="51924"/>
                </a:lnTo>
                <a:lnTo>
                  <a:pt x="1608164" y="52184"/>
                </a:lnTo>
                <a:lnTo>
                  <a:pt x="1608382" y="52452"/>
                </a:lnTo>
                <a:lnTo>
                  <a:pt x="1608592" y="52729"/>
                </a:lnTo>
                <a:lnTo>
                  <a:pt x="1608792" y="53015"/>
                </a:lnTo>
                <a:lnTo>
                  <a:pt x="1608983" y="53310"/>
                </a:lnTo>
                <a:lnTo>
                  <a:pt x="1609164" y="53613"/>
                </a:lnTo>
                <a:lnTo>
                  <a:pt x="1609337" y="53924"/>
                </a:lnTo>
                <a:lnTo>
                  <a:pt x="1609501" y="54245"/>
                </a:lnTo>
                <a:lnTo>
                  <a:pt x="1609655" y="54574"/>
                </a:lnTo>
                <a:lnTo>
                  <a:pt x="1609801" y="54911"/>
                </a:lnTo>
                <a:lnTo>
                  <a:pt x="1609937" y="55258"/>
                </a:lnTo>
                <a:lnTo>
                  <a:pt x="1610064" y="55612"/>
                </a:lnTo>
                <a:lnTo>
                  <a:pt x="1610183" y="55976"/>
                </a:lnTo>
                <a:lnTo>
                  <a:pt x="1610292" y="56348"/>
                </a:lnTo>
                <a:lnTo>
                  <a:pt x="1610391" y="56729"/>
                </a:lnTo>
                <a:lnTo>
                  <a:pt x="1610482" y="57119"/>
                </a:lnTo>
                <a:lnTo>
                  <a:pt x="1610564" y="57517"/>
                </a:lnTo>
                <a:lnTo>
                  <a:pt x="1610637" y="57923"/>
                </a:lnTo>
                <a:lnTo>
                  <a:pt x="1610700" y="58339"/>
                </a:lnTo>
                <a:lnTo>
                  <a:pt x="1610754" y="58763"/>
                </a:lnTo>
                <a:lnTo>
                  <a:pt x="1610800" y="59196"/>
                </a:lnTo>
                <a:lnTo>
                  <a:pt x="1610842" y="59627"/>
                </a:lnTo>
                <a:lnTo>
                  <a:pt x="1610888" y="60046"/>
                </a:lnTo>
                <a:lnTo>
                  <a:pt x="1610938" y="60454"/>
                </a:lnTo>
                <a:lnTo>
                  <a:pt x="1610991" y="60850"/>
                </a:lnTo>
                <a:lnTo>
                  <a:pt x="1611048" y="61234"/>
                </a:lnTo>
                <a:lnTo>
                  <a:pt x="1611108" y="61606"/>
                </a:lnTo>
                <a:lnTo>
                  <a:pt x="1611172" y="61967"/>
                </a:lnTo>
                <a:lnTo>
                  <a:pt x="1611239" y="62316"/>
                </a:lnTo>
                <a:lnTo>
                  <a:pt x="1611310" y="62654"/>
                </a:lnTo>
                <a:lnTo>
                  <a:pt x="1611385" y="62979"/>
                </a:lnTo>
                <a:lnTo>
                  <a:pt x="1611463" y="63293"/>
                </a:lnTo>
                <a:lnTo>
                  <a:pt x="1611544" y="63595"/>
                </a:lnTo>
                <a:lnTo>
                  <a:pt x="1611629" y="63886"/>
                </a:lnTo>
                <a:lnTo>
                  <a:pt x="1611718" y="64164"/>
                </a:lnTo>
                <a:lnTo>
                  <a:pt x="1611810" y="64431"/>
                </a:lnTo>
                <a:lnTo>
                  <a:pt x="1611906" y="64686"/>
                </a:lnTo>
                <a:lnTo>
                  <a:pt x="1612005" y="64930"/>
                </a:lnTo>
                <a:lnTo>
                  <a:pt x="1612108" y="65162"/>
                </a:lnTo>
                <a:lnTo>
                  <a:pt x="1612214" y="65382"/>
                </a:lnTo>
                <a:lnTo>
                  <a:pt x="1612324" y="65590"/>
                </a:lnTo>
                <a:lnTo>
                  <a:pt x="1612438" y="65787"/>
                </a:lnTo>
                <a:lnTo>
                  <a:pt x="1612555" y="65972"/>
                </a:lnTo>
                <a:lnTo>
                  <a:pt x="1612675" y="66145"/>
                </a:lnTo>
                <a:lnTo>
                  <a:pt x="1612800" y="66306"/>
                </a:lnTo>
                <a:lnTo>
                  <a:pt x="1613026" y="66582"/>
                </a:lnTo>
                <a:lnTo>
                  <a:pt x="1613262" y="66846"/>
                </a:lnTo>
                <a:lnTo>
                  <a:pt x="1613507" y="67098"/>
                </a:lnTo>
                <a:lnTo>
                  <a:pt x="1613760" y="67338"/>
                </a:lnTo>
                <a:lnTo>
                  <a:pt x="1614023" y="67567"/>
                </a:lnTo>
                <a:lnTo>
                  <a:pt x="1614294" y="67784"/>
                </a:lnTo>
                <a:lnTo>
                  <a:pt x="1614574" y="67989"/>
                </a:lnTo>
                <a:lnTo>
                  <a:pt x="1614864" y="68183"/>
                </a:lnTo>
                <a:lnTo>
                  <a:pt x="1615162" y="68364"/>
                </a:lnTo>
                <a:lnTo>
                  <a:pt x="1615469" y="68534"/>
                </a:lnTo>
                <a:lnTo>
                  <a:pt x="1615785" y="68693"/>
                </a:lnTo>
                <a:lnTo>
                  <a:pt x="1616110" y="68839"/>
                </a:lnTo>
                <a:lnTo>
                  <a:pt x="1616445" y="68974"/>
                </a:lnTo>
                <a:lnTo>
                  <a:pt x="1616788" y="69097"/>
                </a:lnTo>
                <a:lnTo>
                  <a:pt x="1617140" y="69209"/>
                </a:lnTo>
                <a:lnTo>
                  <a:pt x="1617501" y="69308"/>
                </a:lnTo>
                <a:lnTo>
                  <a:pt x="1617870" y="69396"/>
                </a:lnTo>
                <a:lnTo>
                  <a:pt x="1618249" y="69473"/>
                </a:lnTo>
                <a:lnTo>
                  <a:pt x="1618637" y="69537"/>
                </a:lnTo>
                <a:lnTo>
                  <a:pt x="1619034" y="69590"/>
                </a:lnTo>
                <a:lnTo>
                  <a:pt x="1619439" y="69631"/>
                </a:lnTo>
                <a:lnTo>
                  <a:pt x="1619854" y="69660"/>
                </a:lnTo>
                <a:lnTo>
                  <a:pt x="1620278" y="69678"/>
                </a:lnTo>
                <a:lnTo>
                  <a:pt x="1620710" y="69684"/>
                </a:lnTo>
                <a:lnTo>
                  <a:pt x="1621033" y="69680"/>
                </a:lnTo>
                <a:lnTo>
                  <a:pt x="1621350" y="69669"/>
                </a:lnTo>
                <a:lnTo>
                  <a:pt x="1621661" y="69651"/>
                </a:lnTo>
                <a:lnTo>
                  <a:pt x="1621966" y="69626"/>
                </a:lnTo>
                <a:lnTo>
                  <a:pt x="1622264" y="69593"/>
                </a:lnTo>
                <a:lnTo>
                  <a:pt x="1622557" y="69554"/>
                </a:lnTo>
                <a:lnTo>
                  <a:pt x="1622844" y="69507"/>
                </a:lnTo>
                <a:lnTo>
                  <a:pt x="1623125" y="69452"/>
                </a:lnTo>
                <a:lnTo>
                  <a:pt x="1623400" y="69391"/>
                </a:lnTo>
                <a:lnTo>
                  <a:pt x="1623668" y="69322"/>
                </a:lnTo>
                <a:lnTo>
                  <a:pt x="1623931" y="69247"/>
                </a:lnTo>
                <a:lnTo>
                  <a:pt x="1624188" y="69164"/>
                </a:lnTo>
                <a:lnTo>
                  <a:pt x="1624438" y="69073"/>
                </a:lnTo>
                <a:lnTo>
                  <a:pt x="1624683" y="68976"/>
                </a:lnTo>
                <a:lnTo>
                  <a:pt x="1624922" y="68871"/>
                </a:lnTo>
                <a:lnTo>
                  <a:pt x="1625154" y="68759"/>
                </a:lnTo>
                <a:lnTo>
                  <a:pt x="1625381" y="68640"/>
                </a:lnTo>
                <a:lnTo>
                  <a:pt x="1625601" y="68513"/>
                </a:lnTo>
                <a:lnTo>
                  <a:pt x="1625816" y="68380"/>
                </a:lnTo>
                <a:lnTo>
                  <a:pt x="1626025" y="68239"/>
                </a:lnTo>
                <a:lnTo>
                  <a:pt x="1626227" y="68091"/>
                </a:lnTo>
                <a:lnTo>
                  <a:pt x="1626424" y="67936"/>
                </a:lnTo>
                <a:lnTo>
                  <a:pt x="1626614" y="67773"/>
                </a:lnTo>
                <a:lnTo>
                  <a:pt x="1626799" y="67603"/>
                </a:lnTo>
                <a:lnTo>
                  <a:pt x="1626976" y="67427"/>
                </a:lnTo>
                <a:lnTo>
                  <a:pt x="1627146" y="67247"/>
                </a:lnTo>
                <a:lnTo>
                  <a:pt x="1627309" y="67062"/>
                </a:lnTo>
                <a:lnTo>
                  <a:pt x="1627464" y="66873"/>
                </a:lnTo>
                <a:lnTo>
                  <a:pt x="1627611" y="66680"/>
                </a:lnTo>
                <a:lnTo>
                  <a:pt x="1627751" y="66481"/>
                </a:lnTo>
                <a:lnTo>
                  <a:pt x="1627884" y="66279"/>
                </a:lnTo>
                <a:lnTo>
                  <a:pt x="1628008" y="66072"/>
                </a:lnTo>
                <a:lnTo>
                  <a:pt x="1628126" y="65860"/>
                </a:lnTo>
                <a:lnTo>
                  <a:pt x="1628235" y="65644"/>
                </a:lnTo>
                <a:lnTo>
                  <a:pt x="1628337" y="65424"/>
                </a:lnTo>
                <a:lnTo>
                  <a:pt x="1628432" y="65199"/>
                </a:lnTo>
                <a:lnTo>
                  <a:pt x="1628519" y="64970"/>
                </a:lnTo>
                <a:lnTo>
                  <a:pt x="1628598" y="64736"/>
                </a:lnTo>
                <a:lnTo>
                  <a:pt x="1628670" y="64498"/>
                </a:lnTo>
                <a:lnTo>
                  <a:pt x="1628734" y="64255"/>
                </a:lnTo>
                <a:lnTo>
                  <a:pt x="1628791" y="64008"/>
                </a:lnTo>
                <a:lnTo>
                  <a:pt x="1628840" y="63757"/>
                </a:lnTo>
                <a:lnTo>
                  <a:pt x="1628882" y="63501"/>
                </a:lnTo>
                <a:lnTo>
                  <a:pt x="1628916" y="63240"/>
                </a:lnTo>
                <a:lnTo>
                  <a:pt x="1628942" y="62975"/>
                </a:lnTo>
                <a:lnTo>
                  <a:pt x="1628961" y="62706"/>
                </a:lnTo>
                <a:lnTo>
                  <a:pt x="1628972" y="62432"/>
                </a:lnTo>
                <a:lnTo>
                  <a:pt x="1628976" y="62154"/>
                </a:lnTo>
                <a:lnTo>
                  <a:pt x="1628963" y="61586"/>
                </a:lnTo>
                <a:lnTo>
                  <a:pt x="1628922" y="61020"/>
                </a:lnTo>
                <a:lnTo>
                  <a:pt x="1628855" y="60456"/>
                </a:lnTo>
                <a:lnTo>
                  <a:pt x="1628761" y="59893"/>
                </a:lnTo>
                <a:lnTo>
                  <a:pt x="1628641" y="59332"/>
                </a:lnTo>
                <a:lnTo>
                  <a:pt x="1628493" y="58773"/>
                </a:lnTo>
                <a:lnTo>
                  <a:pt x="1628318" y="58216"/>
                </a:lnTo>
                <a:lnTo>
                  <a:pt x="1628117" y="57660"/>
                </a:lnTo>
                <a:lnTo>
                  <a:pt x="1627889" y="57106"/>
                </a:lnTo>
                <a:lnTo>
                  <a:pt x="1627634" y="56554"/>
                </a:lnTo>
                <a:lnTo>
                  <a:pt x="1627352" y="56003"/>
                </a:lnTo>
                <a:lnTo>
                  <a:pt x="1627043" y="55454"/>
                </a:lnTo>
                <a:lnTo>
                  <a:pt x="1626707" y="54907"/>
                </a:lnTo>
                <a:lnTo>
                  <a:pt x="1626345" y="54361"/>
                </a:lnTo>
                <a:lnTo>
                  <a:pt x="1625956" y="53817"/>
                </a:lnTo>
                <a:lnTo>
                  <a:pt x="1625539" y="53275"/>
                </a:lnTo>
                <a:lnTo>
                  <a:pt x="1625096" y="52735"/>
                </a:lnTo>
                <a:lnTo>
                  <a:pt x="1624627" y="52196"/>
                </a:lnTo>
                <a:lnTo>
                  <a:pt x="1624130" y="51659"/>
                </a:lnTo>
                <a:lnTo>
                  <a:pt x="1623606" y="51124"/>
                </a:lnTo>
                <a:lnTo>
                  <a:pt x="1623056" y="50590"/>
                </a:lnTo>
                <a:lnTo>
                  <a:pt x="1622479" y="50058"/>
                </a:lnTo>
                <a:lnTo>
                  <a:pt x="1621874" y="49528"/>
                </a:lnTo>
                <a:lnTo>
                  <a:pt x="1621243" y="48999"/>
                </a:lnTo>
                <a:lnTo>
                  <a:pt x="1620592" y="48482"/>
                </a:lnTo>
                <a:lnTo>
                  <a:pt x="1619925" y="47987"/>
                </a:lnTo>
                <a:lnTo>
                  <a:pt x="1619244" y="47514"/>
                </a:lnTo>
                <a:lnTo>
                  <a:pt x="1618547" y="47063"/>
                </a:lnTo>
                <a:lnTo>
                  <a:pt x="1617836" y="46634"/>
                </a:lnTo>
                <a:lnTo>
                  <a:pt x="1617110" y="46227"/>
                </a:lnTo>
                <a:lnTo>
                  <a:pt x="1616370" y="45842"/>
                </a:lnTo>
                <a:lnTo>
                  <a:pt x="1615614" y="45479"/>
                </a:lnTo>
                <a:lnTo>
                  <a:pt x="1614844" y="45138"/>
                </a:lnTo>
                <a:lnTo>
                  <a:pt x="1614059" y="44819"/>
                </a:lnTo>
                <a:lnTo>
                  <a:pt x="1613259" y="44522"/>
                </a:lnTo>
                <a:lnTo>
                  <a:pt x="1612444" y="44247"/>
                </a:lnTo>
                <a:lnTo>
                  <a:pt x="1611615" y="43994"/>
                </a:lnTo>
                <a:lnTo>
                  <a:pt x="1610770" y="43763"/>
                </a:lnTo>
                <a:lnTo>
                  <a:pt x="1609911" y="43554"/>
                </a:lnTo>
                <a:lnTo>
                  <a:pt x="1609037" y="43367"/>
                </a:lnTo>
                <a:lnTo>
                  <a:pt x="1608148" y="43202"/>
                </a:lnTo>
                <a:lnTo>
                  <a:pt x="1607244" y="43059"/>
                </a:lnTo>
                <a:lnTo>
                  <a:pt x="1606326" y="42938"/>
                </a:lnTo>
                <a:lnTo>
                  <a:pt x="1605393" y="42839"/>
                </a:lnTo>
                <a:lnTo>
                  <a:pt x="1604445" y="42762"/>
                </a:lnTo>
                <a:lnTo>
                  <a:pt x="1603482" y="42707"/>
                </a:lnTo>
                <a:lnTo>
                  <a:pt x="1602504" y="42674"/>
                </a:lnTo>
                <a:lnTo>
                  <a:pt x="1601512" y="42663"/>
                </a:lnTo>
                <a:lnTo>
                  <a:pt x="1600186" y="42684"/>
                </a:lnTo>
                <a:lnTo>
                  <a:pt x="1598877" y="42747"/>
                </a:lnTo>
                <a:lnTo>
                  <a:pt x="1597583" y="42851"/>
                </a:lnTo>
                <a:lnTo>
                  <a:pt x="1596306" y="42996"/>
                </a:lnTo>
                <a:lnTo>
                  <a:pt x="1595044" y="43184"/>
                </a:lnTo>
                <a:lnTo>
                  <a:pt x="1593798" y="43413"/>
                </a:lnTo>
                <a:lnTo>
                  <a:pt x="1592568" y="43683"/>
                </a:lnTo>
                <a:lnTo>
                  <a:pt x="1591354" y="43995"/>
                </a:lnTo>
                <a:lnTo>
                  <a:pt x="1590156" y="44349"/>
                </a:lnTo>
                <a:lnTo>
                  <a:pt x="1588974" y="44745"/>
                </a:lnTo>
                <a:lnTo>
                  <a:pt x="1587808" y="45182"/>
                </a:lnTo>
                <a:lnTo>
                  <a:pt x="1586657" y="45660"/>
                </a:lnTo>
                <a:lnTo>
                  <a:pt x="1585523" y="46181"/>
                </a:lnTo>
                <a:lnTo>
                  <a:pt x="1584404" y="46743"/>
                </a:lnTo>
                <a:lnTo>
                  <a:pt x="1583301" y="47346"/>
                </a:lnTo>
                <a:lnTo>
                  <a:pt x="1582214" y="47991"/>
                </a:lnTo>
                <a:lnTo>
                  <a:pt x="1581143" y="48678"/>
                </a:lnTo>
                <a:lnTo>
                  <a:pt x="1580088" y="49407"/>
                </a:lnTo>
                <a:lnTo>
                  <a:pt x="1579049" y="50177"/>
                </a:lnTo>
                <a:lnTo>
                  <a:pt x="1578026" y="50988"/>
                </a:lnTo>
                <a:lnTo>
                  <a:pt x="1577018" y="51842"/>
                </a:lnTo>
                <a:lnTo>
                  <a:pt x="1576027" y="52737"/>
                </a:lnTo>
                <a:lnTo>
                  <a:pt x="1575051" y="53673"/>
                </a:lnTo>
                <a:lnTo>
                  <a:pt x="1574091" y="54651"/>
                </a:lnTo>
                <a:lnTo>
                  <a:pt x="1573159" y="55663"/>
                </a:lnTo>
                <a:lnTo>
                  <a:pt x="1572267" y="56699"/>
                </a:lnTo>
                <a:lnTo>
                  <a:pt x="1571415" y="57760"/>
                </a:lnTo>
                <a:lnTo>
                  <a:pt x="1570602" y="58846"/>
                </a:lnTo>
                <a:lnTo>
                  <a:pt x="1569828" y="59958"/>
                </a:lnTo>
                <a:lnTo>
                  <a:pt x="1569095" y="61094"/>
                </a:lnTo>
                <a:lnTo>
                  <a:pt x="1568401" y="62255"/>
                </a:lnTo>
                <a:lnTo>
                  <a:pt x="1567746" y="63441"/>
                </a:lnTo>
                <a:lnTo>
                  <a:pt x="1567132" y="64652"/>
                </a:lnTo>
                <a:lnTo>
                  <a:pt x="1566557" y="65888"/>
                </a:lnTo>
                <a:lnTo>
                  <a:pt x="1566021" y="67149"/>
                </a:lnTo>
                <a:lnTo>
                  <a:pt x="1565525" y="68435"/>
                </a:lnTo>
                <a:lnTo>
                  <a:pt x="1565069" y="69746"/>
                </a:lnTo>
                <a:lnTo>
                  <a:pt x="1564653" y="71082"/>
                </a:lnTo>
                <a:lnTo>
                  <a:pt x="1564276" y="72443"/>
                </a:lnTo>
                <a:lnTo>
                  <a:pt x="1563939" y="73829"/>
                </a:lnTo>
                <a:lnTo>
                  <a:pt x="1563642" y="75240"/>
                </a:lnTo>
                <a:lnTo>
                  <a:pt x="1563384" y="76676"/>
                </a:lnTo>
                <a:lnTo>
                  <a:pt x="1563166" y="78137"/>
                </a:lnTo>
                <a:lnTo>
                  <a:pt x="1562987" y="79623"/>
                </a:lnTo>
                <a:lnTo>
                  <a:pt x="1562849" y="81133"/>
                </a:lnTo>
                <a:lnTo>
                  <a:pt x="1562749" y="82669"/>
                </a:lnTo>
                <a:lnTo>
                  <a:pt x="1562690" y="84230"/>
                </a:lnTo>
                <a:lnTo>
                  <a:pt x="1562670" y="85816"/>
                </a:lnTo>
                <a:lnTo>
                  <a:pt x="1562688" y="87452"/>
                </a:lnTo>
                <a:lnTo>
                  <a:pt x="1562742" y="89059"/>
                </a:lnTo>
                <a:lnTo>
                  <a:pt x="1562831" y="90638"/>
                </a:lnTo>
                <a:lnTo>
                  <a:pt x="1562956" y="92189"/>
                </a:lnTo>
                <a:lnTo>
                  <a:pt x="1563118" y="93712"/>
                </a:lnTo>
                <a:lnTo>
                  <a:pt x="1563314" y="95206"/>
                </a:lnTo>
                <a:lnTo>
                  <a:pt x="1563547" y="96672"/>
                </a:lnTo>
                <a:lnTo>
                  <a:pt x="1563816" y="98109"/>
                </a:lnTo>
                <a:lnTo>
                  <a:pt x="1564120" y="99518"/>
                </a:lnTo>
                <a:lnTo>
                  <a:pt x="1564460" y="100899"/>
                </a:lnTo>
                <a:lnTo>
                  <a:pt x="1564836" y="102251"/>
                </a:lnTo>
                <a:lnTo>
                  <a:pt x="1565248" y="103575"/>
                </a:lnTo>
                <a:lnTo>
                  <a:pt x="1565695" y="104870"/>
                </a:lnTo>
                <a:lnTo>
                  <a:pt x="1566178" y="106138"/>
                </a:lnTo>
                <a:lnTo>
                  <a:pt x="1566698" y="107376"/>
                </a:lnTo>
                <a:lnTo>
                  <a:pt x="1567252" y="108587"/>
                </a:lnTo>
                <a:lnTo>
                  <a:pt x="1567843" y="109769"/>
                </a:lnTo>
                <a:lnTo>
                  <a:pt x="1568470" y="110923"/>
                </a:lnTo>
                <a:lnTo>
                  <a:pt x="1569132" y="112048"/>
                </a:lnTo>
                <a:lnTo>
                  <a:pt x="1569830" y="113145"/>
                </a:lnTo>
                <a:lnTo>
                  <a:pt x="1570564" y="114214"/>
                </a:lnTo>
                <a:lnTo>
                  <a:pt x="1571334" y="115254"/>
                </a:lnTo>
                <a:lnTo>
                  <a:pt x="1572139" y="116266"/>
                </a:lnTo>
                <a:lnTo>
                  <a:pt x="1572980" y="117249"/>
                </a:lnTo>
                <a:lnTo>
                  <a:pt x="1573846" y="118198"/>
                </a:lnTo>
                <a:lnTo>
                  <a:pt x="1574723" y="119107"/>
                </a:lnTo>
                <a:lnTo>
                  <a:pt x="1575614" y="119975"/>
                </a:lnTo>
                <a:lnTo>
                  <a:pt x="1576516" y="120803"/>
                </a:lnTo>
                <a:lnTo>
                  <a:pt x="1577431" y="121590"/>
                </a:lnTo>
                <a:lnTo>
                  <a:pt x="1578358" y="122337"/>
                </a:lnTo>
                <a:lnTo>
                  <a:pt x="1579297" y="123044"/>
                </a:lnTo>
                <a:lnTo>
                  <a:pt x="1580249" y="123710"/>
                </a:lnTo>
                <a:lnTo>
                  <a:pt x="1581213" y="124336"/>
                </a:lnTo>
                <a:lnTo>
                  <a:pt x="1582190" y="124922"/>
                </a:lnTo>
                <a:lnTo>
                  <a:pt x="1583178" y="125467"/>
                </a:lnTo>
                <a:lnTo>
                  <a:pt x="1584180" y="125972"/>
                </a:lnTo>
                <a:lnTo>
                  <a:pt x="1585193" y="126436"/>
                </a:lnTo>
                <a:lnTo>
                  <a:pt x="1586219" y="126860"/>
                </a:lnTo>
                <a:lnTo>
                  <a:pt x="1587257" y="127244"/>
                </a:lnTo>
                <a:lnTo>
                  <a:pt x="1588308" y="127587"/>
                </a:lnTo>
                <a:lnTo>
                  <a:pt x="1589371" y="127890"/>
                </a:lnTo>
                <a:lnTo>
                  <a:pt x="1590446" y="128152"/>
                </a:lnTo>
                <a:lnTo>
                  <a:pt x="1591533" y="128374"/>
                </a:lnTo>
                <a:lnTo>
                  <a:pt x="1592633" y="128556"/>
                </a:lnTo>
                <a:lnTo>
                  <a:pt x="1593746" y="128697"/>
                </a:lnTo>
                <a:lnTo>
                  <a:pt x="1594870" y="128798"/>
                </a:lnTo>
                <a:lnTo>
                  <a:pt x="1596007" y="128859"/>
                </a:lnTo>
                <a:lnTo>
                  <a:pt x="1597156" y="128879"/>
                </a:lnTo>
                <a:lnTo>
                  <a:pt x="1598123" y="128864"/>
                </a:lnTo>
                <a:lnTo>
                  <a:pt x="1599083" y="128819"/>
                </a:lnTo>
                <a:lnTo>
                  <a:pt x="1600035" y="128744"/>
                </a:lnTo>
                <a:lnTo>
                  <a:pt x="1600981" y="128638"/>
                </a:lnTo>
                <a:lnTo>
                  <a:pt x="1601919" y="128503"/>
                </a:lnTo>
                <a:lnTo>
                  <a:pt x="1602850" y="128338"/>
                </a:lnTo>
                <a:lnTo>
                  <a:pt x="1603775" y="128142"/>
                </a:lnTo>
                <a:lnTo>
                  <a:pt x="1604692" y="127916"/>
                </a:lnTo>
                <a:lnTo>
                  <a:pt x="1605602" y="127661"/>
                </a:lnTo>
                <a:lnTo>
                  <a:pt x="1606504" y="127375"/>
                </a:lnTo>
                <a:lnTo>
                  <a:pt x="1607400" y="127059"/>
                </a:lnTo>
                <a:lnTo>
                  <a:pt x="1608289" y="126713"/>
                </a:lnTo>
                <a:lnTo>
                  <a:pt x="1609170" y="126337"/>
                </a:lnTo>
                <a:lnTo>
                  <a:pt x="1610045" y="125930"/>
                </a:lnTo>
                <a:lnTo>
                  <a:pt x="1610912" y="125494"/>
                </a:lnTo>
                <a:lnTo>
                  <a:pt x="1611773" y="125028"/>
                </a:lnTo>
                <a:lnTo>
                  <a:pt x="1612626" y="124531"/>
                </a:lnTo>
                <a:lnTo>
                  <a:pt x="1613472" y="124005"/>
                </a:lnTo>
                <a:lnTo>
                  <a:pt x="1614311" y="123448"/>
                </a:lnTo>
                <a:lnTo>
                  <a:pt x="1615143" y="122861"/>
                </a:lnTo>
                <a:lnTo>
                  <a:pt x="1615967" y="122244"/>
                </a:lnTo>
                <a:lnTo>
                  <a:pt x="1616785" y="121597"/>
                </a:lnTo>
                <a:lnTo>
                  <a:pt x="1617596" y="120920"/>
                </a:lnTo>
                <a:lnTo>
                  <a:pt x="1618399" y="120213"/>
                </a:lnTo>
                <a:lnTo>
                  <a:pt x="1619188" y="119478"/>
                </a:lnTo>
                <a:lnTo>
                  <a:pt x="1619955" y="118717"/>
                </a:lnTo>
                <a:lnTo>
                  <a:pt x="1620700" y="117931"/>
                </a:lnTo>
                <a:lnTo>
                  <a:pt x="1621424" y="117118"/>
                </a:lnTo>
                <a:lnTo>
                  <a:pt x="1622125" y="116280"/>
                </a:lnTo>
                <a:lnTo>
                  <a:pt x="1622804" y="115416"/>
                </a:lnTo>
                <a:lnTo>
                  <a:pt x="1623462" y="114527"/>
                </a:lnTo>
                <a:lnTo>
                  <a:pt x="1624098" y="113611"/>
                </a:lnTo>
                <a:lnTo>
                  <a:pt x="1624711" y="112670"/>
                </a:lnTo>
                <a:lnTo>
                  <a:pt x="1625303" y="111703"/>
                </a:lnTo>
                <a:lnTo>
                  <a:pt x="1625873" y="110710"/>
                </a:lnTo>
                <a:lnTo>
                  <a:pt x="1626421" y="109692"/>
                </a:lnTo>
                <a:lnTo>
                  <a:pt x="1626947" y="108647"/>
                </a:lnTo>
                <a:lnTo>
                  <a:pt x="1627451" y="107577"/>
                </a:lnTo>
                <a:lnTo>
                  <a:pt x="1627933" y="106482"/>
                </a:lnTo>
                <a:lnTo>
                  <a:pt x="1628394" y="105360"/>
                </a:lnTo>
                <a:lnTo>
                  <a:pt x="1628832" y="104213"/>
                </a:lnTo>
                <a:lnTo>
                  <a:pt x="1629248" y="103039"/>
                </a:lnTo>
                <a:lnTo>
                  <a:pt x="1629643" y="101841"/>
                </a:lnTo>
                <a:lnTo>
                  <a:pt x="1630016" y="100616"/>
                </a:lnTo>
                <a:lnTo>
                  <a:pt x="1630366" y="99365"/>
                </a:lnTo>
                <a:lnTo>
                  <a:pt x="1630695" y="98089"/>
                </a:lnTo>
                <a:lnTo>
                  <a:pt x="1631002" y="96787"/>
                </a:lnTo>
                <a:lnTo>
                  <a:pt x="1631287" y="95459"/>
                </a:lnTo>
                <a:lnTo>
                  <a:pt x="1628710" y="94215"/>
                </a:lnTo>
                <a:lnTo>
                  <a:pt x="1628324" y="95100"/>
                </a:lnTo>
                <a:lnTo>
                  <a:pt x="1627937" y="95961"/>
                </a:lnTo>
                <a:lnTo>
                  <a:pt x="1627550" y="96800"/>
                </a:lnTo>
                <a:lnTo>
                  <a:pt x="1627162" y="97615"/>
                </a:lnTo>
                <a:close/>
                <a:moveTo>
                  <a:pt x="1679149" y="42893"/>
                </a:moveTo>
                <a:lnTo>
                  <a:pt x="1678325" y="42994"/>
                </a:lnTo>
                <a:lnTo>
                  <a:pt x="1677504" y="43113"/>
                </a:lnTo>
                <a:lnTo>
                  <a:pt x="1676688" y="43250"/>
                </a:lnTo>
                <a:lnTo>
                  <a:pt x="1675875" y="43406"/>
                </a:lnTo>
                <a:lnTo>
                  <a:pt x="1675066" y="43581"/>
                </a:lnTo>
                <a:lnTo>
                  <a:pt x="1674260" y="43773"/>
                </a:lnTo>
                <a:lnTo>
                  <a:pt x="1673459" y="43984"/>
                </a:lnTo>
                <a:lnTo>
                  <a:pt x="1672660" y="44213"/>
                </a:lnTo>
                <a:lnTo>
                  <a:pt x="1671866" y="44461"/>
                </a:lnTo>
                <a:lnTo>
                  <a:pt x="1671075" y="44727"/>
                </a:lnTo>
                <a:lnTo>
                  <a:pt x="1670288" y="45011"/>
                </a:lnTo>
                <a:lnTo>
                  <a:pt x="1669505" y="45314"/>
                </a:lnTo>
                <a:lnTo>
                  <a:pt x="1668726" y="45635"/>
                </a:lnTo>
                <a:lnTo>
                  <a:pt x="1667950" y="45974"/>
                </a:lnTo>
                <a:lnTo>
                  <a:pt x="1667177" y="46332"/>
                </a:lnTo>
                <a:lnTo>
                  <a:pt x="1666409" y="46708"/>
                </a:lnTo>
                <a:lnTo>
                  <a:pt x="1665644" y="47103"/>
                </a:lnTo>
                <a:lnTo>
                  <a:pt x="1664883" y="47515"/>
                </a:lnTo>
                <a:lnTo>
                  <a:pt x="1664126" y="47946"/>
                </a:lnTo>
                <a:lnTo>
                  <a:pt x="1663376" y="48397"/>
                </a:lnTo>
                <a:lnTo>
                  <a:pt x="1662639" y="48867"/>
                </a:lnTo>
                <a:lnTo>
                  <a:pt x="1661914" y="49357"/>
                </a:lnTo>
                <a:lnTo>
                  <a:pt x="1661201" y="49868"/>
                </a:lnTo>
                <a:lnTo>
                  <a:pt x="1660501" y="50398"/>
                </a:lnTo>
                <a:lnTo>
                  <a:pt x="1659812" y="50949"/>
                </a:lnTo>
                <a:lnTo>
                  <a:pt x="1659136" y="51519"/>
                </a:lnTo>
                <a:lnTo>
                  <a:pt x="1658472" y="52110"/>
                </a:lnTo>
                <a:lnTo>
                  <a:pt x="1657820" y="52720"/>
                </a:lnTo>
                <a:lnTo>
                  <a:pt x="1657180" y="53351"/>
                </a:lnTo>
                <a:lnTo>
                  <a:pt x="1656553" y="54002"/>
                </a:lnTo>
                <a:lnTo>
                  <a:pt x="1655938" y="54672"/>
                </a:lnTo>
                <a:lnTo>
                  <a:pt x="1655334" y="55363"/>
                </a:lnTo>
                <a:lnTo>
                  <a:pt x="1654744" y="56074"/>
                </a:lnTo>
                <a:lnTo>
                  <a:pt x="1654165" y="56805"/>
                </a:lnTo>
                <a:lnTo>
                  <a:pt x="1653598" y="57556"/>
                </a:lnTo>
                <a:lnTo>
                  <a:pt x="1653044" y="58326"/>
                </a:lnTo>
                <a:lnTo>
                  <a:pt x="1652502" y="59117"/>
                </a:lnTo>
                <a:lnTo>
                  <a:pt x="1651972" y="59928"/>
                </a:lnTo>
                <a:lnTo>
                  <a:pt x="1651454" y="60759"/>
                </a:lnTo>
                <a:lnTo>
                  <a:pt x="1650948" y="61611"/>
                </a:lnTo>
                <a:lnTo>
                  <a:pt x="1650455" y="62482"/>
                </a:lnTo>
                <a:lnTo>
                  <a:pt x="1649974" y="63373"/>
                </a:lnTo>
                <a:lnTo>
                  <a:pt x="1649505" y="64284"/>
                </a:lnTo>
                <a:lnTo>
                  <a:pt x="1649051" y="65206"/>
                </a:lnTo>
                <a:lnTo>
                  <a:pt x="1648617" y="66127"/>
                </a:lnTo>
                <a:lnTo>
                  <a:pt x="1648203" y="67050"/>
                </a:lnTo>
                <a:lnTo>
                  <a:pt x="1647807" y="67973"/>
                </a:lnTo>
                <a:lnTo>
                  <a:pt x="1647431" y="68896"/>
                </a:lnTo>
                <a:lnTo>
                  <a:pt x="1647074" y="69820"/>
                </a:lnTo>
                <a:lnTo>
                  <a:pt x="1646737" y="70744"/>
                </a:lnTo>
                <a:lnTo>
                  <a:pt x="1646419" y="71669"/>
                </a:lnTo>
                <a:lnTo>
                  <a:pt x="1646120" y="72594"/>
                </a:lnTo>
                <a:lnTo>
                  <a:pt x="1645840" y="73519"/>
                </a:lnTo>
                <a:lnTo>
                  <a:pt x="1645580" y="74446"/>
                </a:lnTo>
                <a:lnTo>
                  <a:pt x="1645338" y="75372"/>
                </a:lnTo>
                <a:lnTo>
                  <a:pt x="1645117" y="76299"/>
                </a:lnTo>
                <a:lnTo>
                  <a:pt x="1644914" y="77227"/>
                </a:lnTo>
                <a:lnTo>
                  <a:pt x="1644731" y="78155"/>
                </a:lnTo>
                <a:lnTo>
                  <a:pt x="1644567" y="79083"/>
                </a:lnTo>
                <a:lnTo>
                  <a:pt x="1644422" y="80012"/>
                </a:lnTo>
                <a:lnTo>
                  <a:pt x="1644297" y="80941"/>
                </a:lnTo>
                <a:lnTo>
                  <a:pt x="1644191" y="81871"/>
                </a:lnTo>
                <a:lnTo>
                  <a:pt x="1644104" y="82801"/>
                </a:lnTo>
                <a:lnTo>
                  <a:pt x="1644036" y="83732"/>
                </a:lnTo>
                <a:lnTo>
                  <a:pt x="1643988" y="84663"/>
                </a:lnTo>
                <a:lnTo>
                  <a:pt x="1643959" y="85595"/>
                </a:lnTo>
                <a:lnTo>
                  <a:pt x="1643950" y="86527"/>
                </a:lnTo>
                <a:lnTo>
                  <a:pt x="1643966" y="87802"/>
                </a:lnTo>
                <a:lnTo>
                  <a:pt x="1644013" y="89066"/>
                </a:lnTo>
                <a:lnTo>
                  <a:pt x="1644093" y="90320"/>
                </a:lnTo>
                <a:lnTo>
                  <a:pt x="1644204" y="91563"/>
                </a:lnTo>
                <a:lnTo>
                  <a:pt x="1644347" y="92796"/>
                </a:lnTo>
                <a:lnTo>
                  <a:pt x="1644522" y="94018"/>
                </a:lnTo>
                <a:lnTo>
                  <a:pt x="1644728" y="95230"/>
                </a:lnTo>
                <a:lnTo>
                  <a:pt x="1644967" y="96431"/>
                </a:lnTo>
                <a:lnTo>
                  <a:pt x="1645237" y="97622"/>
                </a:lnTo>
                <a:lnTo>
                  <a:pt x="1645539" y="98803"/>
                </a:lnTo>
                <a:lnTo>
                  <a:pt x="1645873" y="99973"/>
                </a:lnTo>
                <a:lnTo>
                  <a:pt x="1646238" y="101132"/>
                </a:lnTo>
                <a:lnTo>
                  <a:pt x="1646636" y="102281"/>
                </a:lnTo>
                <a:lnTo>
                  <a:pt x="1647065" y="103419"/>
                </a:lnTo>
                <a:lnTo>
                  <a:pt x="1647526" y="104547"/>
                </a:lnTo>
                <a:lnTo>
                  <a:pt x="1648018" y="105665"/>
                </a:lnTo>
                <a:lnTo>
                  <a:pt x="1648543" y="106772"/>
                </a:lnTo>
                <a:lnTo>
                  <a:pt x="1649099" y="107868"/>
                </a:lnTo>
                <a:lnTo>
                  <a:pt x="1649687" y="108954"/>
                </a:lnTo>
                <a:lnTo>
                  <a:pt x="1650307" y="110030"/>
                </a:lnTo>
                <a:lnTo>
                  <a:pt x="1650959" y="111095"/>
                </a:lnTo>
                <a:lnTo>
                  <a:pt x="1651642" y="112150"/>
                </a:lnTo>
                <a:lnTo>
                  <a:pt x="1652357" y="113194"/>
                </a:lnTo>
                <a:lnTo>
                  <a:pt x="1653104" y="114228"/>
                </a:lnTo>
                <a:lnTo>
                  <a:pt x="1654021" y="115423"/>
                </a:lnTo>
                <a:lnTo>
                  <a:pt x="1654964" y="116568"/>
                </a:lnTo>
                <a:lnTo>
                  <a:pt x="1655933" y="117661"/>
                </a:lnTo>
                <a:lnTo>
                  <a:pt x="1656929" y="118704"/>
                </a:lnTo>
                <a:lnTo>
                  <a:pt x="1657951" y="119696"/>
                </a:lnTo>
                <a:lnTo>
                  <a:pt x="1658998" y="120638"/>
                </a:lnTo>
                <a:lnTo>
                  <a:pt x="1660073" y="121528"/>
                </a:lnTo>
                <a:lnTo>
                  <a:pt x="1661173" y="122367"/>
                </a:lnTo>
                <a:lnTo>
                  <a:pt x="1662300" y="123156"/>
                </a:lnTo>
                <a:lnTo>
                  <a:pt x="1663452" y="123894"/>
                </a:lnTo>
                <a:lnTo>
                  <a:pt x="1664632" y="124580"/>
                </a:lnTo>
                <a:lnTo>
                  <a:pt x="1665837" y="125216"/>
                </a:lnTo>
                <a:lnTo>
                  <a:pt x="1667068" y="125801"/>
                </a:lnTo>
                <a:lnTo>
                  <a:pt x="1668326" y="126335"/>
                </a:lnTo>
                <a:lnTo>
                  <a:pt x="1669610" y="126819"/>
                </a:lnTo>
                <a:lnTo>
                  <a:pt x="1670920" y="127251"/>
                </a:lnTo>
                <a:lnTo>
                  <a:pt x="1672257" y="127633"/>
                </a:lnTo>
                <a:lnTo>
                  <a:pt x="1673620" y="127963"/>
                </a:lnTo>
                <a:lnTo>
                  <a:pt x="1675009" y="128243"/>
                </a:lnTo>
                <a:lnTo>
                  <a:pt x="1676424" y="128472"/>
                </a:lnTo>
                <a:lnTo>
                  <a:pt x="1677865" y="128650"/>
                </a:lnTo>
                <a:lnTo>
                  <a:pt x="1679333" y="128777"/>
                </a:lnTo>
                <a:lnTo>
                  <a:pt x="1680827" y="128854"/>
                </a:lnTo>
                <a:lnTo>
                  <a:pt x="1682347" y="128879"/>
                </a:lnTo>
                <a:lnTo>
                  <a:pt x="1683284" y="128869"/>
                </a:lnTo>
                <a:lnTo>
                  <a:pt x="1684214" y="128840"/>
                </a:lnTo>
                <a:lnTo>
                  <a:pt x="1685136" y="128790"/>
                </a:lnTo>
                <a:lnTo>
                  <a:pt x="1686051" y="128721"/>
                </a:lnTo>
                <a:lnTo>
                  <a:pt x="1686959" y="128633"/>
                </a:lnTo>
                <a:lnTo>
                  <a:pt x="1687860" y="128524"/>
                </a:lnTo>
                <a:lnTo>
                  <a:pt x="1688754" y="128396"/>
                </a:lnTo>
                <a:lnTo>
                  <a:pt x="1689640" y="128248"/>
                </a:lnTo>
                <a:lnTo>
                  <a:pt x="1690519" y="128080"/>
                </a:lnTo>
                <a:lnTo>
                  <a:pt x="1691391" y="127893"/>
                </a:lnTo>
                <a:lnTo>
                  <a:pt x="1692255" y="127685"/>
                </a:lnTo>
                <a:lnTo>
                  <a:pt x="1693113" y="127458"/>
                </a:lnTo>
                <a:lnTo>
                  <a:pt x="1693963" y="127212"/>
                </a:lnTo>
                <a:lnTo>
                  <a:pt x="1694805" y="126945"/>
                </a:lnTo>
                <a:lnTo>
                  <a:pt x="1695641" y="126659"/>
                </a:lnTo>
                <a:lnTo>
                  <a:pt x="1696469" y="126353"/>
                </a:lnTo>
                <a:lnTo>
                  <a:pt x="1697290" y="126028"/>
                </a:lnTo>
                <a:lnTo>
                  <a:pt x="1698104" y="125683"/>
                </a:lnTo>
                <a:lnTo>
                  <a:pt x="1698910" y="125317"/>
                </a:lnTo>
                <a:lnTo>
                  <a:pt x="1699710" y="124933"/>
                </a:lnTo>
                <a:lnTo>
                  <a:pt x="1700502" y="124528"/>
                </a:lnTo>
                <a:lnTo>
                  <a:pt x="1701286" y="124104"/>
                </a:lnTo>
                <a:lnTo>
                  <a:pt x="1702064" y="123660"/>
                </a:lnTo>
                <a:lnTo>
                  <a:pt x="1702834" y="123196"/>
                </a:lnTo>
                <a:lnTo>
                  <a:pt x="1703594" y="122713"/>
                </a:lnTo>
                <a:lnTo>
                  <a:pt x="1704340" y="122211"/>
                </a:lnTo>
                <a:lnTo>
                  <a:pt x="1705072" y="121690"/>
                </a:lnTo>
                <a:lnTo>
                  <a:pt x="1705791" y="121149"/>
                </a:lnTo>
                <a:lnTo>
                  <a:pt x="1706495" y="120590"/>
                </a:lnTo>
                <a:lnTo>
                  <a:pt x="1707187" y="120011"/>
                </a:lnTo>
                <a:lnTo>
                  <a:pt x="1707864" y="119413"/>
                </a:lnTo>
                <a:lnTo>
                  <a:pt x="1708527" y="118796"/>
                </a:lnTo>
                <a:lnTo>
                  <a:pt x="1709177" y="118160"/>
                </a:lnTo>
                <a:lnTo>
                  <a:pt x="1709813" y="117505"/>
                </a:lnTo>
                <a:lnTo>
                  <a:pt x="1710436" y="116831"/>
                </a:lnTo>
                <a:lnTo>
                  <a:pt x="1711045" y="116138"/>
                </a:lnTo>
                <a:lnTo>
                  <a:pt x="1711640" y="115425"/>
                </a:lnTo>
                <a:lnTo>
                  <a:pt x="1712221" y="114694"/>
                </a:lnTo>
                <a:lnTo>
                  <a:pt x="1712788" y="113943"/>
                </a:lnTo>
                <a:lnTo>
                  <a:pt x="1713342" y="113174"/>
                </a:lnTo>
                <a:lnTo>
                  <a:pt x="1713882" y="112385"/>
                </a:lnTo>
                <a:lnTo>
                  <a:pt x="1714408" y="111577"/>
                </a:lnTo>
                <a:lnTo>
                  <a:pt x="1714921" y="110750"/>
                </a:lnTo>
                <a:lnTo>
                  <a:pt x="1715420" y="109904"/>
                </a:lnTo>
                <a:lnTo>
                  <a:pt x="1715905" y="109038"/>
                </a:lnTo>
                <a:lnTo>
                  <a:pt x="1716376" y="108154"/>
                </a:lnTo>
                <a:lnTo>
                  <a:pt x="1716834" y="107251"/>
                </a:lnTo>
                <a:lnTo>
                  <a:pt x="1717277" y="106328"/>
                </a:lnTo>
                <a:lnTo>
                  <a:pt x="1717705" y="105396"/>
                </a:lnTo>
                <a:lnTo>
                  <a:pt x="1718115" y="104465"/>
                </a:lnTo>
                <a:lnTo>
                  <a:pt x="1718506" y="103535"/>
                </a:lnTo>
                <a:lnTo>
                  <a:pt x="1718880" y="102606"/>
                </a:lnTo>
                <a:lnTo>
                  <a:pt x="1719235" y="101678"/>
                </a:lnTo>
                <a:lnTo>
                  <a:pt x="1719572" y="100751"/>
                </a:lnTo>
                <a:lnTo>
                  <a:pt x="1719890" y="99824"/>
                </a:lnTo>
                <a:lnTo>
                  <a:pt x="1720191" y="98899"/>
                </a:lnTo>
                <a:lnTo>
                  <a:pt x="1720473" y="97975"/>
                </a:lnTo>
                <a:lnTo>
                  <a:pt x="1720737" y="97051"/>
                </a:lnTo>
                <a:lnTo>
                  <a:pt x="1720983" y="96128"/>
                </a:lnTo>
                <a:lnTo>
                  <a:pt x="1721210" y="95207"/>
                </a:lnTo>
                <a:lnTo>
                  <a:pt x="1721420" y="94286"/>
                </a:lnTo>
                <a:lnTo>
                  <a:pt x="1721611" y="93366"/>
                </a:lnTo>
                <a:lnTo>
                  <a:pt x="1721784" y="92447"/>
                </a:lnTo>
                <a:lnTo>
                  <a:pt x="1721939" y="91529"/>
                </a:lnTo>
                <a:lnTo>
                  <a:pt x="1722075" y="90612"/>
                </a:lnTo>
                <a:lnTo>
                  <a:pt x="1722194" y="89696"/>
                </a:lnTo>
                <a:lnTo>
                  <a:pt x="1722294" y="88781"/>
                </a:lnTo>
                <a:lnTo>
                  <a:pt x="1722376" y="87867"/>
                </a:lnTo>
                <a:lnTo>
                  <a:pt x="1722440" y="86953"/>
                </a:lnTo>
                <a:lnTo>
                  <a:pt x="1722485" y="86041"/>
                </a:lnTo>
                <a:lnTo>
                  <a:pt x="1722512" y="85129"/>
                </a:lnTo>
                <a:lnTo>
                  <a:pt x="1722521" y="84219"/>
                </a:lnTo>
                <a:lnTo>
                  <a:pt x="1722505" y="82930"/>
                </a:lnTo>
                <a:lnTo>
                  <a:pt x="1722455" y="81653"/>
                </a:lnTo>
                <a:lnTo>
                  <a:pt x="1722373" y="80389"/>
                </a:lnTo>
                <a:lnTo>
                  <a:pt x="1722257" y="79137"/>
                </a:lnTo>
                <a:lnTo>
                  <a:pt x="1722109" y="77898"/>
                </a:lnTo>
                <a:lnTo>
                  <a:pt x="1721927" y="76671"/>
                </a:lnTo>
                <a:lnTo>
                  <a:pt x="1721712" y="75456"/>
                </a:lnTo>
                <a:lnTo>
                  <a:pt x="1721465" y="74253"/>
                </a:lnTo>
                <a:lnTo>
                  <a:pt x="1721184" y="73063"/>
                </a:lnTo>
                <a:lnTo>
                  <a:pt x="1720870" y="71885"/>
                </a:lnTo>
                <a:lnTo>
                  <a:pt x="1720524" y="70720"/>
                </a:lnTo>
                <a:lnTo>
                  <a:pt x="1720144" y="69567"/>
                </a:lnTo>
                <a:lnTo>
                  <a:pt x="1719731" y="68426"/>
                </a:lnTo>
                <a:lnTo>
                  <a:pt x="1719285" y="67298"/>
                </a:lnTo>
                <a:lnTo>
                  <a:pt x="1718806" y="66182"/>
                </a:lnTo>
                <a:lnTo>
                  <a:pt x="1718295" y="65078"/>
                </a:lnTo>
                <a:lnTo>
                  <a:pt x="1717750" y="63987"/>
                </a:lnTo>
                <a:lnTo>
                  <a:pt x="1717172" y="62908"/>
                </a:lnTo>
                <a:lnTo>
                  <a:pt x="1716561" y="61841"/>
                </a:lnTo>
                <a:lnTo>
                  <a:pt x="1715917" y="60787"/>
                </a:lnTo>
                <a:lnTo>
                  <a:pt x="1715240" y="59745"/>
                </a:lnTo>
                <a:lnTo>
                  <a:pt x="1714530" y="58715"/>
                </a:lnTo>
                <a:lnTo>
                  <a:pt x="1713787" y="57698"/>
                </a:lnTo>
                <a:lnTo>
                  <a:pt x="1713011" y="56693"/>
                </a:lnTo>
                <a:lnTo>
                  <a:pt x="1712065" y="55548"/>
                </a:lnTo>
                <a:lnTo>
                  <a:pt x="1711094" y="54452"/>
                </a:lnTo>
                <a:lnTo>
                  <a:pt x="1710097" y="53405"/>
                </a:lnTo>
                <a:lnTo>
                  <a:pt x="1709076" y="52406"/>
                </a:lnTo>
                <a:lnTo>
                  <a:pt x="1708028" y="51456"/>
                </a:lnTo>
                <a:lnTo>
                  <a:pt x="1706956" y="50555"/>
                </a:lnTo>
                <a:lnTo>
                  <a:pt x="1705858" y="49703"/>
                </a:lnTo>
                <a:lnTo>
                  <a:pt x="1704735" y="48899"/>
                </a:lnTo>
                <a:lnTo>
                  <a:pt x="1703587" y="48144"/>
                </a:lnTo>
                <a:lnTo>
                  <a:pt x="1702413" y="47437"/>
                </a:lnTo>
                <a:lnTo>
                  <a:pt x="1701214" y="46780"/>
                </a:lnTo>
                <a:lnTo>
                  <a:pt x="1699990" y="46171"/>
                </a:lnTo>
                <a:lnTo>
                  <a:pt x="1698740" y="45611"/>
                </a:lnTo>
                <a:lnTo>
                  <a:pt x="1697465" y="45099"/>
                </a:lnTo>
                <a:lnTo>
                  <a:pt x="1696165" y="44636"/>
                </a:lnTo>
                <a:lnTo>
                  <a:pt x="1694840" y="44222"/>
                </a:lnTo>
                <a:lnTo>
                  <a:pt x="1693489" y="43857"/>
                </a:lnTo>
                <a:lnTo>
                  <a:pt x="1692113" y="43540"/>
                </a:lnTo>
                <a:lnTo>
                  <a:pt x="1690711" y="43272"/>
                </a:lnTo>
                <a:lnTo>
                  <a:pt x="1689284" y="43053"/>
                </a:lnTo>
                <a:lnTo>
                  <a:pt x="1687832" y="42883"/>
                </a:lnTo>
                <a:lnTo>
                  <a:pt x="1686355" y="42761"/>
                </a:lnTo>
                <a:lnTo>
                  <a:pt x="1684852" y="42688"/>
                </a:lnTo>
                <a:lnTo>
                  <a:pt x="1683324" y="42663"/>
                </a:lnTo>
                <a:lnTo>
                  <a:pt x="1682482" y="42673"/>
                </a:lnTo>
                <a:lnTo>
                  <a:pt x="1681643" y="42700"/>
                </a:lnTo>
                <a:lnTo>
                  <a:pt x="1680808" y="42746"/>
                </a:lnTo>
                <a:lnTo>
                  <a:pt x="1679977" y="42810"/>
                </a:lnTo>
                <a:lnTo>
                  <a:pt x="1679149" y="42893"/>
                </a:lnTo>
                <a:close/>
                <a:moveTo>
                  <a:pt x="1684492" y="48900"/>
                </a:moveTo>
                <a:lnTo>
                  <a:pt x="1685241" y="49062"/>
                </a:lnTo>
                <a:lnTo>
                  <a:pt x="1685977" y="49255"/>
                </a:lnTo>
                <a:lnTo>
                  <a:pt x="1686702" y="49477"/>
                </a:lnTo>
                <a:lnTo>
                  <a:pt x="1687414" y="49728"/>
                </a:lnTo>
                <a:lnTo>
                  <a:pt x="1688115" y="50009"/>
                </a:lnTo>
                <a:lnTo>
                  <a:pt x="1688803" y="50320"/>
                </a:lnTo>
                <a:lnTo>
                  <a:pt x="1689480" y="50660"/>
                </a:lnTo>
                <a:lnTo>
                  <a:pt x="1690144" y="51030"/>
                </a:lnTo>
                <a:lnTo>
                  <a:pt x="1690796" y="51429"/>
                </a:lnTo>
                <a:lnTo>
                  <a:pt x="1691436" y="51858"/>
                </a:lnTo>
                <a:lnTo>
                  <a:pt x="1692065" y="52317"/>
                </a:lnTo>
                <a:lnTo>
                  <a:pt x="1692681" y="52805"/>
                </a:lnTo>
                <a:lnTo>
                  <a:pt x="1693285" y="53323"/>
                </a:lnTo>
                <a:lnTo>
                  <a:pt x="1693877" y="53870"/>
                </a:lnTo>
                <a:lnTo>
                  <a:pt x="1694457" y="54447"/>
                </a:lnTo>
                <a:lnTo>
                  <a:pt x="1695025" y="55054"/>
                </a:lnTo>
                <a:lnTo>
                  <a:pt x="1695581" y="55690"/>
                </a:lnTo>
                <a:lnTo>
                  <a:pt x="1696125" y="56356"/>
                </a:lnTo>
                <a:lnTo>
                  <a:pt x="1696657" y="57051"/>
                </a:lnTo>
                <a:lnTo>
                  <a:pt x="1697418" y="58103"/>
                </a:lnTo>
                <a:lnTo>
                  <a:pt x="1698147" y="59187"/>
                </a:lnTo>
                <a:lnTo>
                  <a:pt x="1698844" y="60303"/>
                </a:lnTo>
                <a:lnTo>
                  <a:pt x="1699508" y="61451"/>
                </a:lnTo>
                <a:lnTo>
                  <a:pt x="1700140" y="62631"/>
                </a:lnTo>
                <a:lnTo>
                  <a:pt x="1700740" y="63843"/>
                </a:lnTo>
                <a:lnTo>
                  <a:pt x="1701307" y="65087"/>
                </a:lnTo>
                <a:lnTo>
                  <a:pt x="1701842" y="66364"/>
                </a:lnTo>
                <a:lnTo>
                  <a:pt x="1702344" y="67672"/>
                </a:lnTo>
                <a:lnTo>
                  <a:pt x="1702814" y="69012"/>
                </a:lnTo>
                <a:lnTo>
                  <a:pt x="1703251" y="70385"/>
                </a:lnTo>
                <a:lnTo>
                  <a:pt x="1703656" y="71789"/>
                </a:lnTo>
                <a:lnTo>
                  <a:pt x="1704029" y="73226"/>
                </a:lnTo>
                <a:lnTo>
                  <a:pt x="1704369" y="74694"/>
                </a:lnTo>
                <a:lnTo>
                  <a:pt x="1704677" y="76195"/>
                </a:lnTo>
                <a:lnTo>
                  <a:pt x="1704952" y="77727"/>
                </a:lnTo>
                <a:lnTo>
                  <a:pt x="1705195" y="79292"/>
                </a:lnTo>
                <a:lnTo>
                  <a:pt x="1705406" y="80889"/>
                </a:lnTo>
                <a:lnTo>
                  <a:pt x="1705584" y="82518"/>
                </a:lnTo>
                <a:lnTo>
                  <a:pt x="1705730" y="84179"/>
                </a:lnTo>
                <a:lnTo>
                  <a:pt x="1705844" y="85872"/>
                </a:lnTo>
                <a:lnTo>
                  <a:pt x="1705925" y="87597"/>
                </a:lnTo>
                <a:lnTo>
                  <a:pt x="1705973" y="89354"/>
                </a:lnTo>
                <a:lnTo>
                  <a:pt x="1705989" y="91143"/>
                </a:lnTo>
                <a:lnTo>
                  <a:pt x="1705980" y="92568"/>
                </a:lnTo>
                <a:lnTo>
                  <a:pt x="1705951" y="93957"/>
                </a:lnTo>
                <a:lnTo>
                  <a:pt x="1705902" y="95311"/>
                </a:lnTo>
                <a:lnTo>
                  <a:pt x="1705834" y="96630"/>
                </a:lnTo>
                <a:lnTo>
                  <a:pt x="1705746" y="97913"/>
                </a:lnTo>
                <a:lnTo>
                  <a:pt x="1705639" y="99160"/>
                </a:lnTo>
                <a:lnTo>
                  <a:pt x="1705513" y="100372"/>
                </a:lnTo>
                <a:lnTo>
                  <a:pt x="1705367" y="101549"/>
                </a:lnTo>
                <a:lnTo>
                  <a:pt x="1705202" y="102690"/>
                </a:lnTo>
                <a:lnTo>
                  <a:pt x="1705017" y="103796"/>
                </a:lnTo>
                <a:lnTo>
                  <a:pt x="1704813" y="104866"/>
                </a:lnTo>
                <a:lnTo>
                  <a:pt x="1704589" y="105901"/>
                </a:lnTo>
                <a:lnTo>
                  <a:pt x="1704346" y="106900"/>
                </a:lnTo>
                <a:lnTo>
                  <a:pt x="1704084" y="107865"/>
                </a:lnTo>
                <a:lnTo>
                  <a:pt x="1703802" y="108793"/>
                </a:lnTo>
                <a:lnTo>
                  <a:pt x="1703501" y="109686"/>
                </a:lnTo>
                <a:lnTo>
                  <a:pt x="1703180" y="110544"/>
                </a:lnTo>
                <a:lnTo>
                  <a:pt x="1702840" y="111366"/>
                </a:lnTo>
                <a:lnTo>
                  <a:pt x="1702480" y="112153"/>
                </a:lnTo>
                <a:lnTo>
                  <a:pt x="1702101" y="112904"/>
                </a:lnTo>
                <a:lnTo>
                  <a:pt x="1701702" y="113620"/>
                </a:lnTo>
                <a:lnTo>
                  <a:pt x="1701284" y="114301"/>
                </a:lnTo>
                <a:lnTo>
                  <a:pt x="1700847" y="114946"/>
                </a:lnTo>
                <a:lnTo>
                  <a:pt x="1700390" y="115555"/>
                </a:lnTo>
                <a:lnTo>
                  <a:pt x="1699918" y="116135"/>
                </a:lnTo>
                <a:lnTo>
                  <a:pt x="1699436" y="116690"/>
                </a:lnTo>
                <a:lnTo>
                  <a:pt x="1698943" y="117220"/>
                </a:lnTo>
                <a:lnTo>
                  <a:pt x="1698439" y="117725"/>
                </a:lnTo>
                <a:lnTo>
                  <a:pt x="1697925" y="118206"/>
                </a:lnTo>
                <a:lnTo>
                  <a:pt x="1697401" y="118662"/>
                </a:lnTo>
                <a:lnTo>
                  <a:pt x="1696866" y="119094"/>
                </a:lnTo>
                <a:lnTo>
                  <a:pt x="1696321" y="119501"/>
                </a:lnTo>
                <a:lnTo>
                  <a:pt x="1695765" y="119883"/>
                </a:lnTo>
                <a:lnTo>
                  <a:pt x="1695199" y="120241"/>
                </a:lnTo>
                <a:lnTo>
                  <a:pt x="1694622" y="120574"/>
                </a:lnTo>
                <a:lnTo>
                  <a:pt x="1694035" y="120882"/>
                </a:lnTo>
                <a:lnTo>
                  <a:pt x="1693437" y="121165"/>
                </a:lnTo>
                <a:lnTo>
                  <a:pt x="1692829" y="121424"/>
                </a:lnTo>
                <a:lnTo>
                  <a:pt x="1692210" y="121659"/>
                </a:lnTo>
                <a:lnTo>
                  <a:pt x="1691581" y="121868"/>
                </a:lnTo>
                <a:lnTo>
                  <a:pt x="1690941" y="122053"/>
                </a:lnTo>
                <a:lnTo>
                  <a:pt x="1690291" y="122214"/>
                </a:lnTo>
                <a:lnTo>
                  <a:pt x="1689630" y="122349"/>
                </a:lnTo>
                <a:lnTo>
                  <a:pt x="1688959" y="122460"/>
                </a:lnTo>
                <a:lnTo>
                  <a:pt x="1688277" y="122546"/>
                </a:lnTo>
                <a:lnTo>
                  <a:pt x="1687585" y="122608"/>
                </a:lnTo>
                <a:lnTo>
                  <a:pt x="1686882" y="122645"/>
                </a:lnTo>
                <a:lnTo>
                  <a:pt x="1686169" y="122657"/>
                </a:lnTo>
                <a:lnTo>
                  <a:pt x="1685214" y="122635"/>
                </a:lnTo>
                <a:lnTo>
                  <a:pt x="1684274" y="122568"/>
                </a:lnTo>
                <a:lnTo>
                  <a:pt x="1683350" y="122456"/>
                </a:lnTo>
                <a:lnTo>
                  <a:pt x="1682442" y="122300"/>
                </a:lnTo>
                <a:lnTo>
                  <a:pt x="1681549" y="122099"/>
                </a:lnTo>
                <a:lnTo>
                  <a:pt x="1680672" y="121853"/>
                </a:lnTo>
                <a:lnTo>
                  <a:pt x="1679810" y="121562"/>
                </a:lnTo>
                <a:lnTo>
                  <a:pt x="1678964" y="121227"/>
                </a:lnTo>
                <a:lnTo>
                  <a:pt x="1678134" y="120847"/>
                </a:lnTo>
                <a:lnTo>
                  <a:pt x="1677319" y="120423"/>
                </a:lnTo>
                <a:lnTo>
                  <a:pt x="1676520" y="119954"/>
                </a:lnTo>
                <a:lnTo>
                  <a:pt x="1675736" y="119440"/>
                </a:lnTo>
                <a:lnTo>
                  <a:pt x="1674968" y="118881"/>
                </a:lnTo>
                <a:lnTo>
                  <a:pt x="1674216" y="118278"/>
                </a:lnTo>
                <a:lnTo>
                  <a:pt x="1673479" y="117630"/>
                </a:lnTo>
                <a:lnTo>
                  <a:pt x="1672757" y="116937"/>
                </a:lnTo>
                <a:lnTo>
                  <a:pt x="1672052" y="116199"/>
                </a:lnTo>
                <a:lnTo>
                  <a:pt x="1671361" y="115417"/>
                </a:lnTo>
                <a:lnTo>
                  <a:pt x="1670687" y="114591"/>
                </a:lnTo>
                <a:lnTo>
                  <a:pt x="1670028" y="113719"/>
                </a:lnTo>
                <a:lnTo>
                  <a:pt x="1669385" y="112803"/>
                </a:lnTo>
                <a:lnTo>
                  <a:pt x="1668757" y="111842"/>
                </a:lnTo>
                <a:lnTo>
                  <a:pt x="1668144" y="110836"/>
                </a:lnTo>
                <a:lnTo>
                  <a:pt x="1667548" y="109786"/>
                </a:lnTo>
                <a:lnTo>
                  <a:pt x="1666971" y="108705"/>
                </a:lnTo>
                <a:lnTo>
                  <a:pt x="1666419" y="107607"/>
                </a:lnTo>
                <a:lnTo>
                  <a:pt x="1665892" y="106491"/>
                </a:lnTo>
                <a:lnTo>
                  <a:pt x="1665389" y="105359"/>
                </a:lnTo>
                <a:lnTo>
                  <a:pt x="1664910" y="104210"/>
                </a:lnTo>
                <a:lnTo>
                  <a:pt x="1664456" y="103044"/>
                </a:lnTo>
                <a:lnTo>
                  <a:pt x="1664027" y="101861"/>
                </a:lnTo>
                <a:lnTo>
                  <a:pt x="1663622" y="100661"/>
                </a:lnTo>
                <a:lnTo>
                  <a:pt x="1663242" y="99444"/>
                </a:lnTo>
                <a:lnTo>
                  <a:pt x="1662886" y="98211"/>
                </a:lnTo>
                <a:lnTo>
                  <a:pt x="1662555" y="96960"/>
                </a:lnTo>
                <a:lnTo>
                  <a:pt x="1662248" y="95692"/>
                </a:lnTo>
                <a:lnTo>
                  <a:pt x="1661966" y="94407"/>
                </a:lnTo>
                <a:lnTo>
                  <a:pt x="1661708" y="93106"/>
                </a:lnTo>
                <a:lnTo>
                  <a:pt x="1661475" y="91787"/>
                </a:lnTo>
                <a:lnTo>
                  <a:pt x="1661267" y="90452"/>
                </a:lnTo>
                <a:lnTo>
                  <a:pt x="1661083" y="89099"/>
                </a:lnTo>
                <a:lnTo>
                  <a:pt x="1660923" y="87730"/>
                </a:lnTo>
                <a:lnTo>
                  <a:pt x="1660788" y="86344"/>
                </a:lnTo>
                <a:lnTo>
                  <a:pt x="1660678" y="84940"/>
                </a:lnTo>
                <a:lnTo>
                  <a:pt x="1660592" y="83520"/>
                </a:lnTo>
                <a:lnTo>
                  <a:pt x="1660531" y="82083"/>
                </a:lnTo>
                <a:lnTo>
                  <a:pt x="1660494" y="80629"/>
                </a:lnTo>
                <a:lnTo>
                  <a:pt x="1660482" y="79158"/>
                </a:lnTo>
                <a:lnTo>
                  <a:pt x="1660487" y="78248"/>
                </a:lnTo>
                <a:lnTo>
                  <a:pt x="1660502" y="77351"/>
                </a:lnTo>
                <a:lnTo>
                  <a:pt x="1660528" y="76468"/>
                </a:lnTo>
                <a:lnTo>
                  <a:pt x="1660563" y="75600"/>
                </a:lnTo>
                <a:lnTo>
                  <a:pt x="1660609" y="74745"/>
                </a:lnTo>
                <a:lnTo>
                  <a:pt x="1660665" y="73904"/>
                </a:lnTo>
                <a:lnTo>
                  <a:pt x="1660731" y="73077"/>
                </a:lnTo>
                <a:lnTo>
                  <a:pt x="1660808" y="72263"/>
                </a:lnTo>
                <a:lnTo>
                  <a:pt x="1660894" y="71464"/>
                </a:lnTo>
                <a:lnTo>
                  <a:pt x="1660991" y="70678"/>
                </a:lnTo>
                <a:lnTo>
                  <a:pt x="1661098" y="69907"/>
                </a:lnTo>
                <a:lnTo>
                  <a:pt x="1661215" y="69149"/>
                </a:lnTo>
                <a:lnTo>
                  <a:pt x="1661342" y="68405"/>
                </a:lnTo>
                <a:lnTo>
                  <a:pt x="1661480" y="67675"/>
                </a:lnTo>
                <a:lnTo>
                  <a:pt x="1661627" y="66959"/>
                </a:lnTo>
                <a:lnTo>
                  <a:pt x="1661785" y="66256"/>
                </a:lnTo>
                <a:lnTo>
                  <a:pt x="1661953" y="65568"/>
                </a:lnTo>
                <a:lnTo>
                  <a:pt x="1662132" y="64893"/>
                </a:lnTo>
                <a:lnTo>
                  <a:pt x="1662320" y="64233"/>
                </a:lnTo>
                <a:lnTo>
                  <a:pt x="1662519" y="63586"/>
                </a:lnTo>
                <a:lnTo>
                  <a:pt x="1662727" y="62953"/>
                </a:lnTo>
                <a:lnTo>
                  <a:pt x="1662946" y="62334"/>
                </a:lnTo>
                <a:lnTo>
                  <a:pt x="1663175" y="61728"/>
                </a:lnTo>
                <a:lnTo>
                  <a:pt x="1663415" y="61137"/>
                </a:lnTo>
                <a:lnTo>
                  <a:pt x="1663662" y="60560"/>
                </a:lnTo>
                <a:lnTo>
                  <a:pt x="1663916" y="59997"/>
                </a:lnTo>
                <a:lnTo>
                  <a:pt x="1664177" y="59450"/>
                </a:lnTo>
                <a:lnTo>
                  <a:pt x="1664443" y="58916"/>
                </a:lnTo>
                <a:lnTo>
                  <a:pt x="1664716" y="58398"/>
                </a:lnTo>
                <a:lnTo>
                  <a:pt x="1664995" y="57894"/>
                </a:lnTo>
                <a:lnTo>
                  <a:pt x="1665281" y="57405"/>
                </a:lnTo>
                <a:lnTo>
                  <a:pt x="1665573" y="56930"/>
                </a:lnTo>
                <a:lnTo>
                  <a:pt x="1665871" y="56470"/>
                </a:lnTo>
                <a:lnTo>
                  <a:pt x="1666175" y="56025"/>
                </a:lnTo>
                <a:lnTo>
                  <a:pt x="1666486" y="55594"/>
                </a:lnTo>
                <a:lnTo>
                  <a:pt x="1666803" y="55178"/>
                </a:lnTo>
                <a:lnTo>
                  <a:pt x="1667127" y="54776"/>
                </a:lnTo>
                <a:lnTo>
                  <a:pt x="1667457" y="54390"/>
                </a:lnTo>
                <a:lnTo>
                  <a:pt x="1667793" y="54017"/>
                </a:lnTo>
                <a:lnTo>
                  <a:pt x="1668135" y="53660"/>
                </a:lnTo>
                <a:lnTo>
                  <a:pt x="1668484" y="53317"/>
                </a:lnTo>
                <a:lnTo>
                  <a:pt x="1668839" y="52989"/>
                </a:lnTo>
                <a:lnTo>
                  <a:pt x="1669201" y="52675"/>
                </a:lnTo>
                <a:lnTo>
                  <a:pt x="1669569" y="52376"/>
                </a:lnTo>
                <a:lnTo>
                  <a:pt x="1669943" y="52092"/>
                </a:lnTo>
                <a:lnTo>
                  <a:pt x="1670323" y="51822"/>
                </a:lnTo>
                <a:lnTo>
                  <a:pt x="1670710" y="51567"/>
                </a:lnTo>
                <a:lnTo>
                  <a:pt x="1671103" y="51327"/>
                </a:lnTo>
                <a:lnTo>
                  <a:pt x="1671499" y="51098"/>
                </a:lnTo>
                <a:lnTo>
                  <a:pt x="1671895" y="50880"/>
                </a:lnTo>
                <a:lnTo>
                  <a:pt x="1672291" y="50671"/>
                </a:lnTo>
                <a:lnTo>
                  <a:pt x="1672687" y="50472"/>
                </a:lnTo>
                <a:lnTo>
                  <a:pt x="1673083" y="50283"/>
                </a:lnTo>
                <a:lnTo>
                  <a:pt x="1673478" y="50103"/>
                </a:lnTo>
                <a:lnTo>
                  <a:pt x="1673873" y="49933"/>
                </a:lnTo>
                <a:lnTo>
                  <a:pt x="1674268" y="49773"/>
                </a:lnTo>
                <a:lnTo>
                  <a:pt x="1674663" y="49622"/>
                </a:lnTo>
                <a:lnTo>
                  <a:pt x="1675058" y="49481"/>
                </a:lnTo>
                <a:lnTo>
                  <a:pt x="1675453" y="49350"/>
                </a:lnTo>
                <a:lnTo>
                  <a:pt x="1675847" y="49229"/>
                </a:lnTo>
                <a:lnTo>
                  <a:pt x="1676242" y="49117"/>
                </a:lnTo>
                <a:lnTo>
                  <a:pt x="1676636" y="49015"/>
                </a:lnTo>
                <a:lnTo>
                  <a:pt x="1677030" y="48923"/>
                </a:lnTo>
                <a:lnTo>
                  <a:pt x="1677424" y="48840"/>
                </a:lnTo>
                <a:lnTo>
                  <a:pt x="1677817" y="48768"/>
                </a:lnTo>
                <a:lnTo>
                  <a:pt x="1678211" y="48704"/>
                </a:lnTo>
                <a:lnTo>
                  <a:pt x="1678604" y="48651"/>
                </a:lnTo>
                <a:lnTo>
                  <a:pt x="1678998" y="48607"/>
                </a:lnTo>
                <a:lnTo>
                  <a:pt x="1679391" y="48573"/>
                </a:lnTo>
                <a:lnTo>
                  <a:pt x="1679784" y="48549"/>
                </a:lnTo>
                <a:lnTo>
                  <a:pt x="1680176" y="48535"/>
                </a:lnTo>
                <a:lnTo>
                  <a:pt x="1680569" y="48530"/>
                </a:lnTo>
                <a:lnTo>
                  <a:pt x="1681378" y="48544"/>
                </a:lnTo>
                <a:lnTo>
                  <a:pt x="1682175" y="48589"/>
                </a:lnTo>
                <a:lnTo>
                  <a:pt x="1682959" y="48663"/>
                </a:lnTo>
                <a:lnTo>
                  <a:pt x="1683732" y="48766"/>
                </a:lnTo>
                <a:lnTo>
                  <a:pt x="1684492" y="48900"/>
                </a:lnTo>
                <a:close/>
                <a:moveTo>
                  <a:pt x="1895242" y="70874"/>
                </a:moveTo>
                <a:lnTo>
                  <a:pt x="1895104" y="69713"/>
                </a:lnTo>
                <a:lnTo>
                  <a:pt x="1894936" y="68573"/>
                </a:lnTo>
                <a:lnTo>
                  <a:pt x="1894737" y="67454"/>
                </a:lnTo>
                <a:lnTo>
                  <a:pt x="1894508" y="66357"/>
                </a:lnTo>
                <a:lnTo>
                  <a:pt x="1894249" y="65280"/>
                </a:lnTo>
                <a:lnTo>
                  <a:pt x="1893958" y="64225"/>
                </a:lnTo>
                <a:lnTo>
                  <a:pt x="1893637" y="63191"/>
                </a:lnTo>
                <a:lnTo>
                  <a:pt x="1893286" y="62177"/>
                </a:lnTo>
                <a:lnTo>
                  <a:pt x="1892904" y="61185"/>
                </a:lnTo>
                <a:lnTo>
                  <a:pt x="1892492" y="60214"/>
                </a:lnTo>
                <a:lnTo>
                  <a:pt x="1892049" y="59264"/>
                </a:lnTo>
                <a:lnTo>
                  <a:pt x="1891575" y="58335"/>
                </a:lnTo>
                <a:lnTo>
                  <a:pt x="1891071" y="57427"/>
                </a:lnTo>
                <a:lnTo>
                  <a:pt x="1890536" y="56541"/>
                </a:lnTo>
                <a:lnTo>
                  <a:pt x="1889971" y="55675"/>
                </a:lnTo>
                <a:lnTo>
                  <a:pt x="1889375" y="54830"/>
                </a:lnTo>
                <a:lnTo>
                  <a:pt x="1888749" y="54007"/>
                </a:lnTo>
                <a:lnTo>
                  <a:pt x="1888092" y="53204"/>
                </a:lnTo>
                <a:lnTo>
                  <a:pt x="1887405" y="52423"/>
                </a:lnTo>
                <a:lnTo>
                  <a:pt x="1886687" y="51663"/>
                </a:lnTo>
                <a:lnTo>
                  <a:pt x="1885945" y="50928"/>
                </a:lnTo>
                <a:lnTo>
                  <a:pt x="1885186" y="50225"/>
                </a:lnTo>
                <a:lnTo>
                  <a:pt x="1884410" y="49554"/>
                </a:lnTo>
                <a:lnTo>
                  <a:pt x="1883618" y="48913"/>
                </a:lnTo>
                <a:lnTo>
                  <a:pt x="1882808" y="48304"/>
                </a:lnTo>
                <a:lnTo>
                  <a:pt x="1881981" y="47726"/>
                </a:lnTo>
                <a:lnTo>
                  <a:pt x="1881138" y="47179"/>
                </a:lnTo>
                <a:lnTo>
                  <a:pt x="1880277" y="46663"/>
                </a:lnTo>
                <a:lnTo>
                  <a:pt x="1879400" y="46179"/>
                </a:lnTo>
                <a:lnTo>
                  <a:pt x="1878505" y="45726"/>
                </a:lnTo>
                <a:lnTo>
                  <a:pt x="1877594" y="45304"/>
                </a:lnTo>
                <a:lnTo>
                  <a:pt x="1876665" y="44913"/>
                </a:lnTo>
                <a:lnTo>
                  <a:pt x="1875720" y="44554"/>
                </a:lnTo>
                <a:lnTo>
                  <a:pt x="1874757" y="44226"/>
                </a:lnTo>
                <a:lnTo>
                  <a:pt x="1873778" y="43929"/>
                </a:lnTo>
                <a:lnTo>
                  <a:pt x="1872781" y="43663"/>
                </a:lnTo>
                <a:lnTo>
                  <a:pt x="1871768" y="43429"/>
                </a:lnTo>
                <a:lnTo>
                  <a:pt x="1870738" y="43226"/>
                </a:lnTo>
                <a:lnTo>
                  <a:pt x="1869691" y="43054"/>
                </a:lnTo>
                <a:lnTo>
                  <a:pt x="1868626" y="42913"/>
                </a:lnTo>
                <a:lnTo>
                  <a:pt x="1867545" y="42804"/>
                </a:lnTo>
                <a:lnTo>
                  <a:pt x="1866447" y="42726"/>
                </a:lnTo>
                <a:lnTo>
                  <a:pt x="1865332" y="42679"/>
                </a:lnTo>
                <a:lnTo>
                  <a:pt x="1864199" y="42663"/>
                </a:lnTo>
                <a:lnTo>
                  <a:pt x="1862861" y="42684"/>
                </a:lnTo>
                <a:lnTo>
                  <a:pt x="1861541" y="42744"/>
                </a:lnTo>
                <a:lnTo>
                  <a:pt x="1860241" y="42846"/>
                </a:lnTo>
                <a:lnTo>
                  <a:pt x="1858959" y="42988"/>
                </a:lnTo>
                <a:lnTo>
                  <a:pt x="1857696" y="43170"/>
                </a:lnTo>
                <a:lnTo>
                  <a:pt x="1856453" y="43393"/>
                </a:lnTo>
                <a:lnTo>
                  <a:pt x="1855228" y="43656"/>
                </a:lnTo>
                <a:lnTo>
                  <a:pt x="1854022" y="43960"/>
                </a:lnTo>
                <a:lnTo>
                  <a:pt x="1852836" y="44304"/>
                </a:lnTo>
                <a:lnTo>
                  <a:pt x="1851668" y="44689"/>
                </a:lnTo>
                <a:lnTo>
                  <a:pt x="1850519" y="45114"/>
                </a:lnTo>
                <a:lnTo>
                  <a:pt x="1849389" y="45580"/>
                </a:lnTo>
                <a:lnTo>
                  <a:pt x="1848279" y="46086"/>
                </a:lnTo>
                <a:lnTo>
                  <a:pt x="1847187" y="46633"/>
                </a:lnTo>
                <a:lnTo>
                  <a:pt x="1846114" y="47220"/>
                </a:lnTo>
                <a:lnTo>
                  <a:pt x="1845060" y="47848"/>
                </a:lnTo>
                <a:lnTo>
                  <a:pt x="1844025" y="48517"/>
                </a:lnTo>
                <a:lnTo>
                  <a:pt x="1843009" y="49225"/>
                </a:lnTo>
                <a:lnTo>
                  <a:pt x="1842012" y="49975"/>
                </a:lnTo>
                <a:lnTo>
                  <a:pt x="1841035" y="50765"/>
                </a:lnTo>
                <a:lnTo>
                  <a:pt x="1840076" y="51595"/>
                </a:lnTo>
                <a:lnTo>
                  <a:pt x="1839136" y="52466"/>
                </a:lnTo>
                <a:lnTo>
                  <a:pt x="1838215" y="53377"/>
                </a:lnTo>
                <a:lnTo>
                  <a:pt x="1837313" y="54329"/>
                </a:lnTo>
                <a:lnTo>
                  <a:pt x="1836439" y="55317"/>
                </a:lnTo>
                <a:lnTo>
                  <a:pt x="1835602" y="56337"/>
                </a:lnTo>
                <a:lnTo>
                  <a:pt x="1834802" y="57388"/>
                </a:lnTo>
                <a:lnTo>
                  <a:pt x="1834040" y="58472"/>
                </a:lnTo>
                <a:lnTo>
                  <a:pt x="1833315" y="59587"/>
                </a:lnTo>
                <a:lnTo>
                  <a:pt x="1832627" y="60734"/>
                </a:lnTo>
                <a:lnTo>
                  <a:pt x="1831976" y="61914"/>
                </a:lnTo>
                <a:lnTo>
                  <a:pt x="1831362" y="63125"/>
                </a:lnTo>
                <a:lnTo>
                  <a:pt x="1830786" y="64367"/>
                </a:lnTo>
                <a:lnTo>
                  <a:pt x="1830247" y="65642"/>
                </a:lnTo>
                <a:lnTo>
                  <a:pt x="1829745" y="66949"/>
                </a:lnTo>
                <a:lnTo>
                  <a:pt x="1829280" y="68287"/>
                </a:lnTo>
                <a:lnTo>
                  <a:pt x="1828852" y="69658"/>
                </a:lnTo>
                <a:lnTo>
                  <a:pt x="1828462" y="71060"/>
                </a:lnTo>
                <a:lnTo>
                  <a:pt x="1828108" y="72494"/>
                </a:lnTo>
                <a:lnTo>
                  <a:pt x="1827792" y="73960"/>
                </a:lnTo>
                <a:lnTo>
                  <a:pt x="1827513" y="75458"/>
                </a:lnTo>
                <a:lnTo>
                  <a:pt x="1827272" y="76987"/>
                </a:lnTo>
                <a:lnTo>
                  <a:pt x="1827067" y="78549"/>
                </a:lnTo>
                <a:lnTo>
                  <a:pt x="1826900" y="80142"/>
                </a:lnTo>
                <a:lnTo>
                  <a:pt x="1826770" y="81768"/>
                </a:lnTo>
                <a:lnTo>
                  <a:pt x="1826677" y="83425"/>
                </a:lnTo>
                <a:lnTo>
                  <a:pt x="1826621" y="85114"/>
                </a:lnTo>
                <a:lnTo>
                  <a:pt x="1826602" y="86835"/>
                </a:lnTo>
                <a:lnTo>
                  <a:pt x="1826620" y="88426"/>
                </a:lnTo>
                <a:lnTo>
                  <a:pt x="1826675" y="89989"/>
                </a:lnTo>
                <a:lnTo>
                  <a:pt x="1826765" y="91525"/>
                </a:lnTo>
                <a:lnTo>
                  <a:pt x="1826892" y="93033"/>
                </a:lnTo>
                <a:lnTo>
                  <a:pt x="1827056" y="94515"/>
                </a:lnTo>
                <a:lnTo>
                  <a:pt x="1827255" y="95969"/>
                </a:lnTo>
                <a:lnTo>
                  <a:pt x="1827491" y="97396"/>
                </a:lnTo>
                <a:lnTo>
                  <a:pt x="1827763" y="98795"/>
                </a:lnTo>
                <a:lnTo>
                  <a:pt x="1828071" y="100168"/>
                </a:lnTo>
                <a:lnTo>
                  <a:pt x="1828415" y="101513"/>
                </a:lnTo>
                <a:lnTo>
                  <a:pt x="1828796" y="102831"/>
                </a:lnTo>
                <a:lnTo>
                  <a:pt x="1829213" y="104121"/>
                </a:lnTo>
                <a:lnTo>
                  <a:pt x="1829666" y="105385"/>
                </a:lnTo>
                <a:lnTo>
                  <a:pt x="1830156" y="106621"/>
                </a:lnTo>
                <a:lnTo>
                  <a:pt x="1830682" y="107830"/>
                </a:lnTo>
                <a:lnTo>
                  <a:pt x="1831244" y="109011"/>
                </a:lnTo>
                <a:lnTo>
                  <a:pt x="1831842" y="110166"/>
                </a:lnTo>
                <a:lnTo>
                  <a:pt x="1832477" y="111293"/>
                </a:lnTo>
                <a:lnTo>
                  <a:pt x="1833148" y="112392"/>
                </a:lnTo>
                <a:lnTo>
                  <a:pt x="1833855" y="113465"/>
                </a:lnTo>
                <a:lnTo>
                  <a:pt x="1834598" y="114510"/>
                </a:lnTo>
                <a:lnTo>
                  <a:pt x="1835378" y="115528"/>
                </a:lnTo>
                <a:lnTo>
                  <a:pt x="1836194" y="116519"/>
                </a:lnTo>
                <a:lnTo>
                  <a:pt x="1837046" y="117483"/>
                </a:lnTo>
                <a:lnTo>
                  <a:pt x="1837924" y="118413"/>
                </a:lnTo>
                <a:lnTo>
                  <a:pt x="1838816" y="119303"/>
                </a:lnTo>
                <a:lnTo>
                  <a:pt x="1839723" y="120154"/>
                </a:lnTo>
                <a:lnTo>
                  <a:pt x="1840644" y="120965"/>
                </a:lnTo>
                <a:lnTo>
                  <a:pt x="1841581" y="121737"/>
                </a:lnTo>
                <a:lnTo>
                  <a:pt x="1842532" y="122469"/>
                </a:lnTo>
                <a:lnTo>
                  <a:pt x="1843497" y="123161"/>
                </a:lnTo>
                <a:lnTo>
                  <a:pt x="1844477" y="123814"/>
                </a:lnTo>
                <a:lnTo>
                  <a:pt x="1845472" y="124427"/>
                </a:lnTo>
                <a:lnTo>
                  <a:pt x="1846482" y="125001"/>
                </a:lnTo>
                <a:lnTo>
                  <a:pt x="1847506" y="125535"/>
                </a:lnTo>
                <a:lnTo>
                  <a:pt x="1848545" y="126030"/>
                </a:lnTo>
                <a:lnTo>
                  <a:pt x="1849599" y="126485"/>
                </a:lnTo>
                <a:lnTo>
                  <a:pt x="1850667" y="126901"/>
                </a:lnTo>
                <a:lnTo>
                  <a:pt x="1851750" y="127277"/>
                </a:lnTo>
                <a:lnTo>
                  <a:pt x="1852847" y="127613"/>
                </a:lnTo>
                <a:lnTo>
                  <a:pt x="1853959" y="127910"/>
                </a:lnTo>
                <a:lnTo>
                  <a:pt x="1855086" y="128167"/>
                </a:lnTo>
                <a:lnTo>
                  <a:pt x="1856228" y="128385"/>
                </a:lnTo>
                <a:lnTo>
                  <a:pt x="1857384" y="128563"/>
                </a:lnTo>
                <a:lnTo>
                  <a:pt x="1858555" y="128701"/>
                </a:lnTo>
                <a:lnTo>
                  <a:pt x="1859740" y="128800"/>
                </a:lnTo>
                <a:lnTo>
                  <a:pt x="1860940" y="128859"/>
                </a:lnTo>
                <a:lnTo>
                  <a:pt x="1862155" y="128879"/>
                </a:lnTo>
                <a:lnTo>
                  <a:pt x="1863273" y="128862"/>
                </a:lnTo>
                <a:lnTo>
                  <a:pt x="1864375" y="128810"/>
                </a:lnTo>
                <a:lnTo>
                  <a:pt x="1865462" y="128723"/>
                </a:lnTo>
                <a:lnTo>
                  <a:pt x="1866533" y="128601"/>
                </a:lnTo>
                <a:lnTo>
                  <a:pt x="1867588" y="128445"/>
                </a:lnTo>
                <a:lnTo>
                  <a:pt x="1868627" y="128254"/>
                </a:lnTo>
                <a:lnTo>
                  <a:pt x="1869650" y="128029"/>
                </a:lnTo>
                <a:lnTo>
                  <a:pt x="1870658" y="127768"/>
                </a:lnTo>
                <a:lnTo>
                  <a:pt x="1871650" y="127473"/>
                </a:lnTo>
                <a:lnTo>
                  <a:pt x="1872627" y="127143"/>
                </a:lnTo>
                <a:lnTo>
                  <a:pt x="1873587" y="126779"/>
                </a:lnTo>
                <a:lnTo>
                  <a:pt x="1874532" y="126379"/>
                </a:lnTo>
                <a:lnTo>
                  <a:pt x="1875461" y="125945"/>
                </a:lnTo>
                <a:lnTo>
                  <a:pt x="1876374" y="125477"/>
                </a:lnTo>
                <a:lnTo>
                  <a:pt x="1877272" y="124973"/>
                </a:lnTo>
                <a:lnTo>
                  <a:pt x="1878154" y="124435"/>
                </a:lnTo>
                <a:lnTo>
                  <a:pt x="1879020" y="123862"/>
                </a:lnTo>
                <a:lnTo>
                  <a:pt x="1879870" y="123255"/>
                </a:lnTo>
                <a:lnTo>
                  <a:pt x="1880705" y="122612"/>
                </a:lnTo>
                <a:lnTo>
                  <a:pt x="1881524" y="121935"/>
                </a:lnTo>
                <a:lnTo>
                  <a:pt x="1882327" y="121224"/>
                </a:lnTo>
                <a:lnTo>
                  <a:pt x="1883115" y="120477"/>
                </a:lnTo>
                <a:lnTo>
                  <a:pt x="1883886" y="119696"/>
                </a:lnTo>
                <a:lnTo>
                  <a:pt x="1884642" y="118880"/>
                </a:lnTo>
                <a:lnTo>
                  <a:pt x="1885378" y="118043"/>
                </a:lnTo>
                <a:lnTo>
                  <a:pt x="1886089" y="117198"/>
                </a:lnTo>
                <a:lnTo>
                  <a:pt x="1886776" y="116346"/>
                </a:lnTo>
                <a:lnTo>
                  <a:pt x="1887437" y="115486"/>
                </a:lnTo>
                <a:lnTo>
                  <a:pt x="1888074" y="114619"/>
                </a:lnTo>
                <a:lnTo>
                  <a:pt x="1888686" y="113744"/>
                </a:lnTo>
                <a:lnTo>
                  <a:pt x="1889274" y="112862"/>
                </a:lnTo>
                <a:lnTo>
                  <a:pt x="1889837" y="111972"/>
                </a:lnTo>
                <a:lnTo>
                  <a:pt x="1890375" y="111074"/>
                </a:lnTo>
                <a:lnTo>
                  <a:pt x="1890889" y="110169"/>
                </a:lnTo>
                <a:lnTo>
                  <a:pt x="1891378" y="109257"/>
                </a:lnTo>
                <a:lnTo>
                  <a:pt x="1891842" y="108336"/>
                </a:lnTo>
                <a:lnTo>
                  <a:pt x="1892281" y="107408"/>
                </a:lnTo>
                <a:lnTo>
                  <a:pt x="1892696" y="106473"/>
                </a:lnTo>
                <a:lnTo>
                  <a:pt x="1893086" y="105530"/>
                </a:lnTo>
                <a:lnTo>
                  <a:pt x="1893452" y="104580"/>
                </a:lnTo>
                <a:lnTo>
                  <a:pt x="1893792" y="103622"/>
                </a:lnTo>
                <a:lnTo>
                  <a:pt x="1894108" y="102656"/>
                </a:lnTo>
                <a:lnTo>
                  <a:pt x="1894400" y="101683"/>
                </a:lnTo>
                <a:lnTo>
                  <a:pt x="1894666" y="100702"/>
                </a:lnTo>
                <a:lnTo>
                  <a:pt x="1894908" y="99714"/>
                </a:lnTo>
                <a:lnTo>
                  <a:pt x="1895125" y="98718"/>
                </a:lnTo>
                <a:lnTo>
                  <a:pt x="1895318" y="97715"/>
                </a:lnTo>
                <a:lnTo>
                  <a:pt x="1895486" y="96704"/>
                </a:lnTo>
                <a:lnTo>
                  <a:pt x="1892731" y="94926"/>
                </a:lnTo>
                <a:lnTo>
                  <a:pt x="1892394" y="95804"/>
                </a:lnTo>
                <a:lnTo>
                  <a:pt x="1892051" y="96660"/>
                </a:lnTo>
                <a:lnTo>
                  <a:pt x="1891701" y="97495"/>
                </a:lnTo>
                <a:lnTo>
                  <a:pt x="1891344" y="98307"/>
                </a:lnTo>
                <a:lnTo>
                  <a:pt x="1890981" y="99098"/>
                </a:lnTo>
                <a:lnTo>
                  <a:pt x="1890611" y="99867"/>
                </a:lnTo>
                <a:lnTo>
                  <a:pt x="1890235" y="100615"/>
                </a:lnTo>
                <a:lnTo>
                  <a:pt x="1889852" y="101341"/>
                </a:lnTo>
                <a:lnTo>
                  <a:pt x="1889462" y="102044"/>
                </a:lnTo>
                <a:lnTo>
                  <a:pt x="1889066" y="102727"/>
                </a:lnTo>
                <a:lnTo>
                  <a:pt x="1888663" y="103387"/>
                </a:lnTo>
                <a:lnTo>
                  <a:pt x="1888253" y="104025"/>
                </a:lnTo>
                <a:lnTo>
                  <a:pt x="1887837" y="104642"/>
                </a:lnTo>
                <a:lnTo>
                  <a:pt x="1887414" y="105237"/>
                </a:lnTo>
                <a:lnTo>
                  <a:pt x="1886985" y="105811"/>
                </a:lnTo>
                <a:lnTo>
                  <a:pt x="1886548" y="106362"/>
                </a:lnTo>
                <a:lnTo>
                  <a:pt x="1886106" y="106892"/>
                </a:lnTo>
                <a:lnTo>
                  <a:pt x="1885656" y="107400"/>
                </a:lnTo>
                <a:lnTo>
                  <a:pt x="1885200" y="107887"/>
                </a:lnTo>
                <a:lnTo>
                  <a:pt x="1884737" y="108351"/>
                </a:lnTo>
                <a:lnTo>
                  <a:pt x="1884268" y="108794"/>
                </a:lnTo>
                <a:lnTo>
                  <a:pt x="1883792" y="109215"/>
                </a:lnTo>
                <a:lnTo>
                  <a:pt x="1883309" y="109614"/>
                </a:lnTo>
                <a:lnTo>
                  <a:pt x="1882820" y="109992"/>
                </a:lnTo>
                <a:lnTo>
                  <a:pt x="1882324" y="110351"/>
                </a:lnTo>
                <a:lnTo>
                  <a:pt x="1881821" y="110694"/>
                </a:lnTo>
                <a:lnTo>
                  <a:pt x="1881310" y="111023"/>
                </a:lnTo>
                <a:lnTo>
                  <a:pt x="1880792" y="111336"/>
                </a:lnTo>
                <a:lnTo>
                  <a:pt x="1880267" y="111634"/>
                </a:lnTo>
                <a:lnTo>
                  <a:pt x="1879734" y="111917"/>
                </a:lnTo>
                <a:lnTo>
                  <a:pt x="1879195" y="112184"/>
                </a:lnTo>
                <a:lnTo>
                  <a:pt x="1878648" y="112436"/>
                </a:lnTo>
                <a:lnTo>
                  <a:pt x="1878094" y="112673"/>
                </a:lnTo>
                <a:lnTo>
                  <a:pt x="1877532" y="112894"/>
                </a:lnTo>
                <a:lnTo>
                  <a:pt x="1876963" y="113101"/>
                </a:lnTo>
                <a:lnTo>
                  <a:pt x="1876387" y="113291"/>
                </a:lnTo>
                <a:lnTo>
                  <a:pt x="1875804" y="113467"/>
                </a:lnTo>
                <a:lnTo>
                  <a:pt x="1875214" y="113628"/>
                </a:lnTo>
                <a:lnTo>
                  <a:pt x="1874616" y="113773"/>
                </a:lnTo>
                <a:lnTo>
                  <a:pt x="1874011" y="113903"/>
                </a:lnTo>
                <a:lnTo>
                  <a:pt x="1873399" y="114017"/>
                </a:lnTo>
                <a:lnTo>
                  <a:pt x="1872779" y="114116"/>
                </a:lnTo>
                <a:lnTo>
                  <a:pt x="1872153" y="114200"/>
                </a:lnTo>
                <a:lnTo>
                  <a:pt x="1871519" y="114269"/>
                </a:lnTo>
                <a:lnTo>
                  <a:pt x="1870877" y="114323"/>
                </a:lnTo>
                <a:lnTo>
                  <a:pt x="1870229" y="114361"/>
                </a:lnTo>
                <a:lnTo>
                  <a:pt x="1869573" y="114384"/>
                </a:lnTo>
                <a:lnTo>
                  <a:pt x="1868910" y="114391"/>
                </a:lnTo>
                <a:lnTo>
                  <a:pt x="1867916" y="114374"/>
                </a:lnTo>
                <a:lnTo>
                  <a:pt x="1866932" y="114320"/>
                </a:lnTo>
                <a:lnTo>
                  <a:pt x="1865959" y="114231"/>
                </a:lnTo>
                <a:lnTo>
                  <a:pt x="1864997" y="114106"/>
                </a:lnTo>
                <a:lnTo>
                  <a:pt x="1864046" y="113945"/>
                </a:lnTo>
                <a:lnTo>
                  <a:pt x="1863105" y="113749"/>
                </a:lnTo>
                <a:lnTo>
                  <a:pt x="1862175" y="113516"/>
                </a:lnTo>
                <a:lnTo>
                  <a:pt x="1861256" y="113249"/>
                </a:lnTo>
                <a:lnTo>
                  <a:pt x="1860348" y="112945"/>
                </a:lnTo>
                <a:lnTo>
                  <a:pt x="1859451" y="112606"/>
                </a:lnTo>
                <a:lnTo>
                  <a:pt x="1858565" y="112231"/>
                </a:lnTo>
                <a:lnTo>
                  <a:pt x="1857689" y="111820"/>
                </a:lnTo>
                <a:lnTo>
                  <a:pt x="1856824" y="111374"/>
                </a:lnTo>
                <a:lnTo>
                  <a:pt x="1855970" y="110892"/>
                </a:lnTo>
                <a:lnTo>
                  <a:pt x="1855126" y="110374"/>
                </a:lnTo>
                <a:lnTo>
                  <a:pt x="1854294" y="109820"/>
                </a:lnTo>
                <a:lnTo>
                  <a:pt x="1853472" y="109231"/>
                </a:lnTo>
                <a:lnTo>
                  <a:pt x="1852661" y="108606"/>
                </a:lnTo>
                <a:lnTo>
                  <a:pt x="1851861" y="107945"/>
                </a:lnTo>
                <a:lnTo>
                  <a:pt x="1851072" y="107249"/>
                </a:lnTo>
                <a:lnTo>
                  <a:pt x="1850294" y="106517"/>
                </a:lnTo>
                <a:lnTo>
                  <a:pt x="1849526" y="105749"/>
                </a:lnTo>
                <a:lnTo>
                  <a:pt x="1848769" y="104945"/>
                </a:lnTo>
                <a:lnTo>
                  <a:pt x="1848023" y="104106"/>
                </a:lnTo>
                <a:lnTo>
                  <a:pt x="1847298" y="103235"/>
                </a:lnTo>
                <a:lnTo>
                  <a:pt x="1846604" y="102337"/>
                </a:lnTo>
                <a:lnTo>
                  <a:pt x="1845941" y="101412"/>
                </a:lnTo>
                <a:lnTo>
                  <a:pt x="1845309" y="100460"/>
                </a:lnTo>
                <a:lnTo>
                  <a:pt x="1844709" y="99481"/>
                </a:lnTo>
                <a:lnTo>
                  <a:pt x="1844140" y="98474"/>
                </a:lnTo>
                <a:lnTo>
                  <a:pt x="1843602" y="97441"/>
                </a:lnTo>
                <a:lnTo>
                  <a:pt x="1843095" y="96380"/>
                </a:lnTo>
                <a:lnTo>
                  <a:pt x="1842619" y="95293"/>
                </a:lnTo>
                <a:lnTo>
                  <a:pt x="1842175" y="94178"/>
                </a:lnTo>
                <a:lnTo>
                  <a:pt x="1841761" y="93036"/>
                </a:lnTo>
                <a:lnTo>
                  <a:pt x="1841379" y="91867"/>
                </a:lnTo>
                <a:lnTo>
                  <a:pt x="1841028" y="90671"/>
                </a:lnTo>
                <a:lnTo>
                  <a:pt x="1840708" y="89448"/>
                </a:lnTo>
                <a:lnTo>
                  <a:pt x="1840419" y="88198"/>
                </a:lnTo>
                <a:lnTo>
                  <a:pt x="1840162" y="86921"/>
                </a:lnTo>
                <a:lnTo>
                  <a:pt x="1839935" y="85617"/>
                </a:lnTo>
                <a:lnTo>
                  <a:pt x="1839740" y="84285"/>
                </a:lnTo>
                <a:lnTo>
                  <a:pt x="1839576" y="82927"/>
                </a:lnTo>
                <a:lnTo>
                  <a:pt x="1839443" y="81541"/>
                </a:lnTo>
                <a:lnTo>
                  <a:pt x="1839342" y="80128"/>
                </a:lnTo>
                <a:lnTo>
                  <a:pt x="1839271" y="78688"/>
                </a:lnTo>
                <a:lnTo>
                  <a:pt x="1839232" y="77222"/>
                </a:lnTo>
                <a:lnTo>
                  <a:pt x="1839224" y="75728"/>
                </a:lnTo>
                <a:lnTo>
                  <a:pt x="1895486" y="75728"/>
                </a:lnTo>
                <a:lnTo>
                  <a:pt x="1895471" y="74482"/>
                </a:lnTo>
                <a:lnTo>
                  <a:pt x="1895425" y="73258"/>
                </a:lnTo>
                <a:lnTo>
                  <a:pt x="1895348" y="72055"/>
                </a:lnTo>
                <a:lnTo>
                  <a:pt x="1895242" y="70874"/>
                </a:lnTo>
                <a:close/>
                <a:moveTo>
                  <a:pt x="1839841" y="66508"/>
                </a:moveTo>
                <a:lnTo>
                  <a:pt x="1840015" y="65742"/>
                </a:lnTo>
                <a:lnTo>
                  <a:pt x="1840206" y="64992"/>
                </a:lnTo>
                <a:lnTo>
                  <a:pt x="1840414" y="64257"/>
                </a:lnTo>
                <a:lnTo>
                  <a:pt x="1840638" y="63538"/>
                </a:lnTo>
                <a:lnTo>
                  <a:pt x="1840879" y="62834"/>
                </a:lnTo>
                <a:lnTo>
                  <a:pt x="1841137" y="62146"/>
                </a:lnTo>
                <a:lnTo>
                  <a:pt x="1841412" y="61473"/>
                </a:lnTo>
                <a:lnTo>
                  <a:pt x="1841704" y="60816"/>
                </a:lnTo>
                <a:lnTo>
                  <a:pt x="1842013" y="60175"/>
                </a:lnTo>
                <a:lnTo>
                  <a:pt x="1842338" y="59549"/>
                </a:lnTo>
                <a:lnTo>
                  <a:pt x="1842680" y="58939"/>
                </a:lnTo>
                <a:lnTo>
                  <a:pt x="1843039" y="58344"/>
                </a:lnTo>
                <a:lnTo>
                  <a:pt x="1843415" y="57765"/>
                </a:lnTo>
                <a:lnTo>
                  <a:pt x="1843808" y="57202"/>
                </a:lnTo>
                <a:lnTo>
                  <a:pt x="1844217" y="56654"/>
                </a:lnTo>
                <a:lnTo>
                  <a:pt x="1844643" y="56121"/>
                </a:lnTo>
                <a:lnTo>
                  <a:pt x="1845086" y="55605"/>
                </a:lnTo>
                <a:lnTo>
                  <a:pt x="1845546" y="55104"/>
                </a:lnTo>
                <a:lnTo>
                  <a:pt x="1846023" y="54618"/>
                </a:lnTo>
                <a:lnTo>
                  <a:pt x="1846511" y="54150"/>
                </a:lnTo>
                <a:lnTo>
                  <a:pt x="1847004" y="53702"/>
                </a:lnTo>
                <a:lnTo>
                  <a:pt x="1847503" y="53274"/>
                </a:lnTo>
                <a:lnTo>
                  <a:pt x="1848007" y="52866"/>
                </a:lnTo>
                <a:lnTo>
                  <a:pt x="1848516" y="52478"/>
                </a:lnTo>
                <a:lnTo>
                  <a:pt x="1849031" y="52110"/>
                </a:lnTo>
                <a:lnTo>
                  <a:pt x="1849551" y="51762"/>
                </a:lnTo>
                <a:lnTo>
                  <a:pt x="1850077" y="51433"/>
                </a:lnTo>
                <a:lnTo>
                  <a:pt x="1850608" y="51125"/>
                </a:lnTo>
                <a:lnTo>
                  <a:pt x="1851145" y="50836"/>
                </a:lnTo>
                <a:lnTo>
                  <a:pt x="1851686" y="50567"/>
                </a:lnTo>
                <a:lnTo>
                  <a:pt x="1852234" y="50318"/>
                </a:lnTo>
                <a:lnTo>
                  <a:pt x="1852786" y="50090"/>
                </a:lnTo>
                <a:lnTo>
                  <a:pt x="1853344" y="49881"/>
                </a:lnTo>
                <a:lnTo>
                  <a:pt x="1853908" y="49691"/>
                </a:lnTo>
                <a:lnTo>
                  <a:pt x="1854477" y="49522"/>
                </a:lnTo>
                <a:lnTo>
                  <a:pt x="1855051" y="49373"/>
                </a:lnTo>
                <a:lnTo>
                  <a:pt x="1855631" y="49244"/>
                </a:lnTo>
                <a:lnTo>
                  <a:pt x="1856216" y="49134"/>
                </a:lnTo>
                <a:lnTo>
                  <a:pt x="1856806" y="49044"/>
                </a:lnTo>
                <a:lnTo>
                  <a:pt x="1857402" y="48975"/>
                </a:lnTo>
                <a:lnTo>
                  <a:pt x="1858003" y="48925"/>
                </a:lnTo>
                <a:lnTo>
                  <a:pt x="1858610" y="48895"/>
                </a:lnTo>
                <a:lnTo>
                  <a:pt x="1859222" y="48885"/>
                </a:lnTo>
                <a:lnTo>
                  <a:pt x="1859621" y="48890"/>
                </a:lnTo>
                <a:lnTo>
                  <a:pt x="1860019" y="48905"/>
                </a:lnTo>
                <a:lnTo>
                  <a:pt x="1860416" y="48930"/>
                </a:lnTo>
                <a:lnTo>
                  <a:pt x="1860811" y="48964"/>
                </a:lnTo>
                <a:lnTo>
                  <a:pt x="1861205" y="49009"/>
                </a:lnTo>
                <a:lnTo>
                  <a:pt x="1861597" y="49063"/>
                </a:lnTo>
                <a:lnTo>
                  <a:pt x="1861988" y="49127"/>
                </a:lnTo>
                <a:lnTo>
                  <a:pt x="1862377" y="49201"/>
                </a:lnTo>
                <a:lnTo>
                  <a:pt x="1862766" y="49285"/>
                </a:lnTo>
                <a:lnTo>
                  <a:pt x="1863152" y="49379"/>
                </a:lnTo>
                <a:lnTo>
                  <a:pt x="1863538" y="49483"/>
                </a:lnTo>
                <a:lnTo>
                  <a:pt x="1863922" y="49596"/>
                </a:lnTo>
                <a:lnTo>
                  <a:pt x="1864304" y="49720"/>
                </a:lnTo>
                <a:lnTo>
                  <a:pt x="1864685" y="49853"/>
                </a:lnTo>
                <a:lnTo>
                  <a:pt x="1865065" y="49996"/>
                </a:lnTo>
                <a:lnTo>
                  <a:pt x="1865444" y="50149"/>
                </a:lnTo>
                <a:lnTo>
                  <a:pt x="1865821" y="50312"/>
                </a:lnTo>
                <a:lnTo>
                  <a:pt x="1866196" y="50485"/>
                </a:lnTo>
                <a:lnTo>
                  <a:pt x="1866571" y="50668"/>
                </a:lnTo>
                <a:lnTo>
                  <a:pt x="1866944" y="50860"/>
                </a:lnTo>
                <a:lnTo>
                  <a:pt x="1867315" y="51063"/>
                </a:lnTo>
                <a:lnTo>
                  <a:pt x="1867685" y="51275"/>
                </a:lnTo>
                <a:lnTo>
                  <a:pt x="1868054" y="51497"/>
                </a:lnTo>
                <a:lnTo>
                  <a:pt x="1868421" y="51729"/>
                </a:lnTo>
                <a:lnTo>
                  <a:pt x="1868784" y="51970"/>
                </a:lnTo>
                <a:lnTo>
                  <a:pt x="1869139" y="52218"/>
                </a:lnTo>
                <a:lnTo>
                  <a:pt x="1869487" y="52474"/>
                </a:lnTo>
                <a:lnTo>
                  <a:pt x="1869827" y="52737"/>
                </a:lnTo>
                <a:lnTo>
                  <a:pt x="1870160" y="53007"/>
                </a:lnTo>
                <a:lnTo>
                  <a:pt x="1870485" y="53285"/>
                </a:lnTo>
                <a:lnTo>
                  <a:pt x="1870803" y="53570"/>
                </a:lnTo>
                <a:lnTo>
                  <a:pt x="1871112" y="53863"/>
                </a:lnTo>
                <a:lnTo>
                  <a:pt x="1871415" y="54163"/>
                </a:lnTo>
                <a:lnTo>
                  <a:pt x="1871710" y="54470"/>
                </a:lnTo>
                <a:lnTo>
                  <a:pt x="1871997" y="54785"/>
                </a:lnTo>
                <a:lnTo>
                  <a:pt x="1872277" y="55107"/>
                </a:lnTo>
                <a:lnTo>
                  <a:pt x="1872549" y="55437"/>
                </a:lnTo>
                <a:lnTo>
                  <a:pt x="1872813" y="55774"/>
                </a:lnTo>
                <a:lnTo>
                  <a:pt x="1873070" y="56118"/>
                </a:lnTo>
                <a:lnTo>
                  <a:pt x="1873320" y="56470"/>
                </a:lnTo>
                <a:lnTo>
                  <a:pt x="1873562" y="56829"/>
                </a:lnTo>
                <a:lnTo>
                  <a:pt x="1873796" y="57196"/>
                </a:lnTo>
                <a:lnTo>
                  <a:pt x="1874023" y="57570"/>
                </a:lnTo>
                <a:lnTo>
                  <a:pt x="1874242" y="57951"/>
                </a:lnTo>
                <a:lnTo>
                  <a:pt x="1874454" y="58340"/>
                </a:lnTo>
                <a:lnTo>
                  <a:pt x="1874658" y="58736"/>
                </a:lnTo>
                <a:lnTo>
                  <a:pt x="1874854" y="59140"/>
                </a:lnTo>
                <a:lnTo>
                  <a:pt x="1875043" y="59551"/>
                </a:lnTo>
                <a:lnTo>
                  <a:pt x="1875160" y="59826"/>
                </a:lnTo>
                <a:lnTo>
                  <a:pt x="1875273" y="60116"/>
                </a:lnTo>
                <a:lnTo>
                  <a:pt x="1875383" y="60423"/>
                </a:lnTo>
                <a:lnTo>
                  <a:pt x="1875490" y="60746"/>
                </a:lnTo>
                <a:lnTo>
                  <a:pt x="1875593" y="61085"/>
                </a:lnTo>
                <a:lnTo>
                  <a:pt x="1875693" y="61440"/>
                </a:lnTo>
                <a:lnTo>
                  <a:pt x="1875789" y="61811"/>
                </a:lnTo>
                <a:lnTo>
                  <a:pt x="1875882" y="62198"/>
                </a:lnTo>
                <a:lnTo>
                  <a:pt x="1875972" y="62601"/>
                </a:lnTo>
                <a:lnTo>
                  <a:pt x="1876058" y="63020"/>
                </a:lnTo>
                <a:lnTo>
                  <a:pt x="1876141" y="63455"/>
                </a:lnTo>
                <a:lnTo>
                  <a:pt x="1876221" y="63906"/>
                </a:lnTo>
                <a:lnTo>
                  <a:pt x="1876297" y="64374"/>
                </a:lnTo>
                <a:lnTo>
                  <a:pt x="1876369" y="64857"/>
                </a:lnTo>
                <a:lnTo>
                  <a:pt x="1876439" y="65356"/>
                </a:lnTo>
                <a:lnTo>
                  <a:pt x="1876505" y="65872"/>
                </a:lnTo>
                <a:lnTo>
                  <a:pt x="1876567" y="66403"/>
                </a:lnTo>
                <a:lnTo>
                  <a:pt x="1876626" y="66951"/>
                </a:lnTo>
                <a:lnTo>
                  <a:pt x="1876682" y="67514"/>
                </a:lnTo>
                <a:lnTo>
                  <a:pt x="1876734" y="68094"/>
                </a:lnTo>
                <a:lnTo>
                  <a:pt x="1876783" y="68689"/>
                </a:lnTo>
                <a:lnTo>
                  <a:pt x="1876829" y="69301"/>
                </a:lnTo>
                <a:lnTo>
                  <a:pt x="1876871" y="69929"/>
                </a:lnTo>
                <a:lnTo>
                  <a:pt x="1876910" y="70572"/>
                </a:lnTo>
                <a:lnTo>
                  <a:pt x="1839224" y="70572"/>
                </a:lnTo>
                <a:lnTo>
                  <a:pt x="1839313" y="69728"/>
                </a:lnTo>
                <a:lnTo>
                  <a:pt x="1839420" y="68900"/>
                </a:lnTo>
                <a:lnTo>
                  <a:pt x="1839544" y="68087"/>
                </a:lnTo>
                <a:lnTo>
                  <a:pt x="1839684" y="67290"/>
                </a:lnTo>
                <a:lnTo>
                  <a:pt x="1839841" y="66508"/>
                </a:lnTo>
                <a:close/>
                <a:moveTo>
                  <a:pt x="1125132" y="48343"/>
                </a:moveTo>
                <a:lnTo>
                  <a:pt x="1125732" y="48385"/>
                </a:lnTo>
                <a:lnTo>
                  <a:pt x="1126313" y="48435"/>
                </a:lnTo>
                <a:lnTo>
                  <a:pt x="1126875" y="48493"/>
                </a:lnTo>
                <a:lnTo>
                  <a:pt x="1127419" y="48559"/>
                </a:lnTo>
                <a:lnTo>
                  <a:pt x="1127943" y="48633"/>
                </a:lnTo>
                <a:lnTo>
                  <a:pt x="1128448" y="48714"/>
                </a:lnTo>
                <a:lnTo>
                  <a:pt x="1128934" y="48804"/>
                </a:lnTo>
                <a:lnTo>
                  <a:pt x="1129402" y="48901"/>
                </a:lnTo>
                <a:lnTo>
                  <a:pt x="1129850" y="49006"/>
                </a:lnTo>
                <a:lnTo>
                  <a:pt x="1130280" y="49119"/>
                </a:lnTo>
                <a:lnTo>
                  <a:pt x="1130690" y="49240"/>
                </a:lnTo>
                <a:lnTo>
                  <a:pt x="1131081" y="49368"/>
                </a:lnTo>
                <a:lnTo>
                  <a:pt x="1131454" y="49505"/>
                </a:lnTo>
                <a:lnTo>
                  <a:pt x="1131807" y="49649"/>
                </a:lnTo>
                <a:lnTo>
                  <a:pt x="1132142" y="49801"/>
                </a:lnTo>
                <a:lnTo>
                  <a:pt x="1132457" y="49962"/>
                </a:lnTo>
                <a:lnTo>
                  <a:pt x="1132754" y="50129"/>
                </a:lnTo>
                <a:lnTo>
                  <a:pt x="1133031" y="50305"/>
                </a:lnTo>
                <a:lnTo>
                  <a:pt x="1133290" y="50489"/>
                </a:lnTo>
                <a:lnTo>
                  <a:pt x="1133529" y="50680"/>
                </a:lnTo>
                <a:lnTo>
                  <a:pt x="1133750" y="50880"/>
                </a:lnTo>
                <a:lnTo>
                  <a:pt x="1133957" y="51090"/>
                </a:lnTo>
                <a:lnTo>
                  <a:pt x="1134154" y="51317"/>
                </a:lnTo>
                <a:lnTo>
                  <a:pt x="1134344" y="51558"/>
                </a:lnTo>
                <a:lnTo>
                  <a:pt x="1134524" y="51816"/>
                </a:lnTo>
                <a:lnTo>
                  <a:pt x="1134695" y="52089"/>
                </a:lnTo>
                <a:lnTo>
                  <a:pt x="1134858" y="52377"/>
                </a:lnTo>
                <a:lnTo>
                  <a:pt x="1135012" y="52682"/>
                </a:lnTo>
                <a:lnTo>
                  <a:pt x="1135157" y="53001"/>
                </a:lnTo>
                <a:lnTo>
                  <a:pt x="1135294" y="53336"/>
                </a:lnTo>
                <a:lnTo>
                  <a:pt x="1135421" y="53687"/>
                </a:lnTo>
                <a:lnTo>
                  <a:pt x="1135540" y="54054"/>
                </a:lnTo>
                <a:lnTo>
                  <a:pt x="1135650" y="54435"/>
                </a:lnTo>
                <a:lnTo>
                  <a:pt x="1135751" y="54833"/>
                </a:lnTo>
                <a:lnTo>
                  <a:pt x="1135843" y="55246"/>
                </a:lnTo>
                <a:lnTo>
                  <a:pt x="1135927" y="55674"/>
                </a:lnTo>
                <a:lnTo>
                  <a:pt x="1136002" y="56119"/>
                </a:lnTo>
                <a:lnTo>
                  <a:pt x="1136068" y="56578"/>
                </a:lnTo>
                <a:lnTo>
                  <a:pt x="1136125" y="57054"/>
                </a:lnTo>
                <a:lnTo>
                  <a:pt x="1136173" y="57544"/>
                </a:lnTo>
                <a:lnTo>
                  <a:pt x="1136213" y="58051"/>
                </a:lnTo>
                <a:lnTo>
                  <a:pt x="1136243" y="58573"/>
                </a:lnTo>
                <a:lnTo>
                  <a:pt x="1136265" y="59110"/>
                </a:lnTo>
                <a:lnTo>
                  <a:pt x="1136279" y="59663"/>
                </a:lnTo>
                <a:lnTo>
                  <a:pt x="1136283" y="60232"/>
                </a:lnTo>
                <a:lnTo>
                  <a:pt x="1136283" y="106245"/>
                </a:lnTo>
                <a:lnTo>
                  <a:pt x="1135731" y="106799"/>
                </a:lnTo>
                <a:lnTo>
                  <a:pt x="1135185" y="107337"/>
                </a:lnTo>
                <a:lnTo>
                  <a:pt x="1134645" y="107861"/>
                </a:lnTo>
                <a:lnTo>
                  <a:pt x="1134112" y="108369"/>
                </a:lnTo>
                <a:lnTo>
                  <a:pt x="1133585" y="108863"/>
                </a:lnTo>
                <a:lnTo>
                  <a:pt x="1133064" y="109341"/>
                </a:lnTo>
                <a:lnTo>
                  <a:pt x="1132549" y="109805"/>
                </a:lnTo>
                <a:lnTo>
                  <a:pt x="1132041" y="110253"/>
                </a:lnTo>
                <a:lnTo>
                  <a:pt x="1131540" y="110686"/>
                </a:lnTo>
                <a:lnTo>
                  <a:pt x="1131044" y="111104"/>
                </a:lnTo>
                <a:lnTo>
                  <a:pt x="1130555" y="111507"/>
                </a:lnTo>
                <a:lnTo>
                  <a:pt x="1130072" y="111895"/>
                </a:lnTo>
                <a:lnTo>
                  <a:pt x="1129596" y="112268"/>
                </a:lnTo>
                <a:lnTo>
                  <a:pt x="1129126" y="112626"/>
                </a:lnTo>
                <a:lnTo>
                  <a:pt x="1128662" y="112968"/>
                </a:lnTo>
                <a:lnTo>
                  <a:pt x="1128205" y="113296"/>
                </a:lnTo>
                <a:lnTo>
                  <a:pt x="1127753" y="113609"/>
                </a:lnTo>
                <a:lnTo>
                  <a:pt x="1127309" y="113906"/>
                </a:lnTo>
                <a:lnTo>
                  <a:pt x="1126870" y="114189"/>
                </a:lnTo>
                <a:lnTo>
                  <a:pt x="1126438" y="114456"/>
                </a:lnTo>
                <a:lnTo>
                  <a:pt x="1126012" y="114708"/>
                </a:lnTo>
                <a:lnTo>
                  <a:pt x="1125593" y="114945"/>
                </a:lnTo>
                <a:lnTo>
                  <a:pt x="1125180" y="115168"/>
                </a:lnTo>
                <a:lnTo>
                  <a:pt x="1124773" y="115375"/>
                </a:lnTo>
                <a:lnTo>
                  <a:pt x="1124371" y="115570"/>
                </a:lnTo>
                <a:lnTo>
                  <a:pt x="1123973" y="115757"/>
                </a:lnTo>
                <a:lnTo>
                  <a:pt x="1123578" y="115936"/>
                </a:lnTo>
                <a:lnTo>
                  <a:pt x="1123186" y="116106"/>
                </a:lnTo>
                <a:lnTo>
                  <a:pt x="1122799" y="116268"/>
                </a:lnTo>
                <a:lnTo>
                  <a:pt x="1122415" y="116422"/>
                </a:lnTo>
                <a:lnTo>
                  <a:pt x="1122034" y="116568"/>
                </a:lnTo>
                <a:lnTo>
                  <a:pt x="1121657" y="116705"/>
                </a:lnTo>
                <a:lnTo>
                  <a:pt x="1121283" y="116834"/>
                </a:lnTo>
                <a:lnTo>
                  <a:pt x="1120913" y="116954"/>
                </a:lnTo>
                <a:lnTo>
                  <a:pt x="1120547" y="117066"/>
                </a:lnTo>
                <a:lnTo>
                  <a:pt x="1120184" y="117170"/>
                </a:lnTo>
                <a:lnTo>
                  <a:pt x="1119825" y="117266"/>
                </a:lnTo>
                <a:lnTo>
                  <a:pt x="1119469" y="117353"/>
                </a:lnTo>
                <a:lnTo>
                  <a:pt x="1119117" y="117432"/>
                </a:lnTo>
                <a:lnTo>
                  <a:pt x="1118768" y="117503"/>
                </a:lnTo>
                <a:lnTo>
                  <a:pt x="1118423" y="117565"/>
                </a:lnTo>
                <a:lnTo>
                  <a:pt x="1118082" y="117619"/>
                </a:lnTo>
                <a:lnTo>
                  <a:pt x="1117744" y="117665"/>
                </a:lnTo>
                <a:lnTo>
                  <a:pt x="1117409" y="117702"/>
                </a:lnTo>
                <a:lnTo>
                  <a:pt x="1117078" y="117731"/>
                </a:lnTo>
                <a:lnTo>
                  <a:pt x="1116751" y="117752"/>
                </a:lnTo>
                <a:lnTo>
                  <a:pt x="1116427" y="117765"/>
                </a:lnTo>
                <a:lnTo>
                  <a:pt x="1116107" y="117769"/>
                </a:lnTo>
                <a:lnTo>
                  <a:pt x="1115643" y="117763"/>
                </a:lnTo>
                <a:lnTo>
                  <a:pt x="1115185" y="117744"/>
                </a:lnTo>
                <a:lnTo>
                  <a:pt x="1114733" y="117713"/>
                </a:lnTo>
                <a:lnTo>
                  <a:pt x="1114286" y="117670"/>
                </a:lnTo>
                <a:lnTo>
                  <a:pt x="1113845" y="117615"/>
                </a:lnTo>
                <a:lnTo>
                  <a:pt x="1113410" y="117547"/>
                </a:lnTo>
                <a:lnTo>
                  <a:pt x="1112980" y="117467"/>
                </a:lnTo>
                <a:lnTo>
                  <a:pt x="1112556" y="117375"/>
                </a:lnTo>
                <a:lnTo>
                  <a:pt x="1112138" y="117270"/>
                </a:lnTo>
                <a:lnTo>
                  <a:pt x="1111726" y="117153"/>
                </a:lnTo>
                <a:lnTo>
                  <a:pt x="1111319" y="117024"/>
                </a:lnTo>
                <a:lnTo>
                  <a:pt x="1110918" y="116882"/>
                </a:lnTo>
                <a:lnTo>
                  <a:pt x="1110523" y="116728"/>
                </a:lnTo>
                <a:lnTo>
                  <a:pt x="1110133" y="116562"/>
                </a:lnTo>
                <a:lnTo>
                  <a:pt x="1109750" y="116383"/>
                </a:lnTo>
                <a:lnTo>
                  <a:pt x="1109371" y="116192"/>
                </a:lnTo>
                <a:lnTo>
                  <a:pt x="1108999" y="115989"/>
                </a:lnTo>
                <a:lnTo>
                  <a:pt x="1108632" y="115774"/>
                </a:lnTo>
                <a:lnTo>
                  <a:pt x="1108271" y="115546"/>
                </a:lnTo>
                <a:lnTo>
                  <a:pt x="1107916" y="115306"/>
                </a:lnTo>
                <a:lnTo>
                  <a:pt x="1107566" y="115053"/>
                </a:lnTo>
                <a:lnTo>
                  <a:pt x="1107223" y="114788"/>
                </a:lnTo>
                <a:lnTo>
                  <a:pt x="1106884" y="114511"/>
                </a:lnTo>
                <a:lnTo>
                  <a:pt x="1106552" y="114222"/>
                </a:lnTo>
                <a:lnTo>
                  <a:pt x="1106229" y="113913"/>
                </a:lnTo>
                <a:lnTo>
                  <a:pt x="1105920" y="113577"/>
                </a:lnTo>
                <a:lnTo>
                  <a:pt x="1105625" y="113213"/>
                </a:lnTo>
                <a:lnTo>
                  <a:pt x="1105343" y="112823"/>
                </a:lnTo>
                <a:lnTo>
                  <a:pt x="1105076" y="112405"/>
                </a:lnTo>
                <a:lnTo>
                  <a:pt x="1104822" y="111961"/>
                </a:lnTo>
                <a:lnTo>
                  <a:pt x="1104581" y="111489"/>
                </a:lnTo>
                <a:lnTo>
                  <a:pt x="1104355" y="110990"/>
                </a:lnTo>
                <a:lnTo>
                  <a:pt x="1104142" y="110465"/>
                </a:lnTo>
                <a:lnTo>
                  <a:pt x="1103943" y="109912"/>
                </a:lnTo>
                <a:lnTo>
                  <a:pt x="1103757" y="109332"/>
                </a:lnTo>
                <a:lnTo>
                  <a:pt x="1103585" y="108724"/>
                </a:lnTo>
                <a:lnTo>
                  <a:pt x="1103428" y="108090"/>
                </a:lnTo>
                <a:lnTo>
                  <a:pt x="1103283" y="107429"/>
                </a:lnTo>
                <a:lnTo>
                  <a:pt x="1103153" y="106741"/>
                </a:lnTo>
                <a:lnTo>
                  <a:pt x="1103036" y="106025"/>
                </a:lnTo>
                <a:lnTo>
                  <a:pt x="1102933" y="105282"/>
                </a:lnTo>
                <a:lnTo>
                  <a:pt x="1102844" y="104513"/>
                </a:lnTo>
                <a:lnTo>
                  <a:pt x="1102768" y="103716"/>
                </a:lnTo>
                <a:lnTo>
                  <a:pt x="1102707" y="102892"/>
                </a:lnTo>
                <a:lnTo>
                  <a:pt x="1102658" y="102041"/>
                </a:lnTo>
                <a:lnTo>
                  <a:pt x="1102624" y="101163"/>
                </a:lnTo>
                <a:lnTo>
                  <a:pt x="1102604" y="100258"/>
                </a:lnTo>
                <a:lnTo>
                  <a:pt x="1102597" y="99326"/>
                </a:lnTo>
                <a:lnTo>
                  <a:pt x="1102597" y="44974"/>
                </a:lnTo>
                <a:lnTo>
                  <a:pt x="1074065" y="44974"/>
                </a:lnTo>
                <a:lnTo>
                  <a:pt x="1074065" y="48263"/>
                </a:lnTo>
                <a:lnTo>
                  <a:pt x="1074592" y="48258"/>
                </a:lnTo>
                <a:lnTo>
                  <a:pt x="1075105" y="48257"/>
                </a:lnTo>
                <a:lnTo>
                  <a:pt x="1075604" y="48261"/>
                </a:lnTo>
                <a:lnTo>
                  <a:pt x="1076089" y="48269"/>
                </a:lnTo>
                <a:lnTo>
                  <a:pt x="1076560" y="48282"/>
                </a:lnTo>
                <a:lnTo>
                  <a:pt x="1077018" y="48299"/>
                </a:lnTo>
                <a:lnTo>
                  <a:pt x="1077462" y="48321"/>
                </a:lnTo>
                <a:lnTo>
                  <a:pt x="1077892" y="48347"/>
                </a:lnTo>
                <a:lnTo>
                  <a:pt x="1078309" y="48378"/>
                </a:lnTo>
                <a:lnTo>
                  <a:pt x="1078712" y="48413"/>
                </a:lnTo>
                <a:lnTo>
                  <a:pt x="1079101" y="48452"/>
                </a:lnTo>
                <a:lnTo>
                  <a:pt x="1079476" y="48496"/>
                </a:lnTo>
                <a:lnTo>
                  <a:pt x="1079838" y="48545"/>
                </a:lnTo>
                <a:lnTo>
                  <a:pt x="1080186" y="48598"/>
                </a:lnTo>
                <a:lnTo>
                  <a:pt x="1080520" y="48655"/>
                </a:lnTo>
                <a:lnTo>
                  <a:pt x="1080840" y="48717"/>
                </a:lnTo>
                <a:lnTo>
                  <a:pt x="1081147" y="48784"/>
                </a:lnTo>
                <a:lnTo>
                  <a:pt x="1081440" y="48855"/>
                </a:lnTo>
                <a:lnTo>
                  <a:pt x="1081719" y="48930"/>
                </a:lnTo>
                <a:lnTo>
                  <a:pt x="1081985" y="49010"/>
                </a:lnTo>
                <a:lnTo>
                  <a:pt x="1082236" y="49094"/>
                </a:lnTo>
                <a:lnTo>
                  <a:pt x="1082474" y="49183"/>
                </a:lnTo>
                <a:lnTo>
                  <a:pt x="1082699" y="49276"/>
                </a:lnTo>
                <a:lnTo>
                  <a:pt x="1082909" y="49374"/>
                </a:lnTo>
                <a:lnTo>
                  <a:pt x="1083111" y="49476"/>
                </a:lnTo>
                <a:lnTo>
                  <a:pt x="1083308" y="49581"/>
                </a:lnTo>
                <a:lnTo>
                  <a:pt x="1083502" y="49690"/>
                </a:lnTo>
                <a:lnTo>
                  <a:pt x="1083691" y="49802"/>
                </a:lnTo>
                <a:lnTo>
                  <a:pt x="1083876" y="49918"/>
                </a:lnTo>
                <a:lnTo>
                  <a:pt x="1084056" y="50038"/>
                </a:lnTo>
                <a:lnTo>
                  <a:pt x="1084233" y="50161"/>
                </a:lnTo>
                <a:lnTo>
                  <a:pt x="1084405" y="50288"/>
                </a:lnTo>
                <a:lnTo>
                  <a:pt x="1084574" y="50418"/>
                </a:lnTo>
                <a:lnTo>
                  <a:pt x="1084738" y="50551"/>
                </a:lnTo>
                <a:lnTo>
                  <a:pt x="1084898" y="50689"/>
                </a:lnTo>
                <a:lnTo>
                  <a:pt x="1085054" y="50830"/>
                </a:lnTo>
                <a:lnTo>
                  <a:pt x="1085205" y="50974"/>
                </a:lnTo>
                <a:lnTo>
                  <a:pt x="1085353" y="51122"/>
                </a:lnTo>
                <a:lnTo>
                  <a:pt x="1085496" y="51273"/>
                </a:lnTo>
                <a:lnTo>
                  <a:pt x="1085635" y="51428"/>
                </a:lnTo>
                <a:lnTo>
                  <a:pt x="1085770" y="51587"/>
                </a:lnTo>
                <a:lnTo>
                  <a:pt x="1085901" y="51749"/>
                </a:lnTo>
                <a:lnTo>
                  <a:pt x="1086027" y="51915"/>
                </a:lnTo>
                <a:lnTo>
                  <a:pt x="1086150" y="52084"/>
                </a:lnTo>
                <a:lnTo>
                  <a:pt x="1086268" y="52256"/>
                </a:lnTo>
                <a:lnTo>
                  <a:pt x="1086382" y="52433"/>
                </a:lnTo>
                <a:lnTo>
                  <a:pt x="1086492" y="52613"/>
                </a:lnTo>
                <a:lnTo>
                  <a:pt x="1086598" y="52796"/>
                </a:lnTo>
                <a:lnTo>
                  <a:pt x="1086699" y="52987"/>
                </a:lnTo>
                <a:lnTo>
                  <a:pt x="1086797" y="53191"/>
                </a:lnTo>
                <a:lnTo>
                  <a:pt x="1086890" y="53407"/>
                </a:lnTo>
                <a:lnTo>
                  <a:pt x="1086978" y="53635"/>
                </a:lnTo>
                <a:lnTo>
                  <a:pt x="1087062" y="53876"/>
                </a:lnTo>
                <a:lnTo>
                  <a:pt x="1087142" y="54129"/>
                </a:lnTo>
                <a:lnTo>
                  <a:pt x="1087218" y="54395"/>
                </a:lnTo>
                <a:lnTo>
                  <a:pt x="1087289" y="54672"/>
                </a:lnTo>
                <a:lnTo>
                  <a:pt x="1087356" y="54963"/>
                </a:lnTo>
                <a:lnTo>
                  <a:pt x="1087419" y="55265"/>
                </a:lnTo>
                <a:lnTo>
                  <a:pt x="1087477" y="55580"/>
                </a:lnTo>
                <a:lnTo>
                  <a:pt x="1087531" y="55907"/>
                </a:lnTo>
                <a:lnTo>
                  <a:pt x="1087581" y="56246"/>
                </a:lnTo>
                <a:lnTo>
                  <a:pt x="1087626" y="56598"/>
                </a:lnTo>
                <a:lnTo>
                  <a:pt x="1087667" y="56962"/>
                </a:lnTo>
                <a:lnTo>
                  <a:pt x="1087704" y="57339"/>
                </a:lnTo>
                <a:lnTo>
                  <a:pt x="1087736" y="57728"/>
                </a:lnTo>
                <a:lnTo>
                  <a:pt x="1087764" y="58129"/>
                </a:lnTo>
                <a:lnTo>
                  <a:pt x="1087788" y="58543"/>
                </a:lnTo>
                <a:lnTo>
                  <a:pt x="1087808" y="58968"/>
                </a:lnTo>
                <a:lnTo>
                  <a:pt x="1087823" y="59407"/>
                </a:lnTo>
                <a:lnTo>
                  <a:pt x="1087834" y="59857"/>
                </a:lnTo>
                <a:lnTo>
                  <a:pt x="1087840" y="60320"/>
                </a:lnTo>
                <a:lnTo>
                  <a:pt x="1087842" y="60795"/>
                </a:lnTo>
                <a:lnTo>
                  <a:pt x="1087842" y="97148"/>
                </a:lnTo>
                <a:lnTo>
                  <a:pt x="1087846" y="98087"/>
                </a:lnTo>
                <a:lnTo>
                  <a:pt x="1087856" y="99009"/>
                </a:lnTo>
                <a:lnTo>
                  <a:pt x="1087873" y="99912"/>
                </a:lnTo>
                <a:lnTo>
                  <a:pt x="1087897" y="100797"/>
                </a:lnTo>
                <a:lnTo>
                  <a:pt x="1087927" y="101665"/>
                </a:lnTo>
                <a:lnTo>
                  <a:pt x="1087964" y="102514"/>
                </a:lnTo>
                <a:lnTo>
                  <a:pt x="1088009" y="103346"/>
                </a:lnTo>
                <a:lnTo>
                  <a:pt x="1088059" y="104160"/>
                </a:lnTo>
                <a:lnTo>
                  <a:pt x="1088117" y="104956"/>
                </a:lnTo>
                <a:lnTo>
                  <a:pt x="1088182" y="105734"/>
                </a:lnTo>
                <a:lnTo>
                  <a:pt x="1088253" y="106494"/>
                </a:lnTo>
                <a:lnTo>
                  <a:pt x="1088331" y="107236"/>
                </a:lnTo>
                <a:lnTo>
                  <a:pt x="1088416" y="107961"/>
                </a:lnTo>
                <a:lnTo>
                  <a:pt x="1088508" y="108667"/>
                </a:lnTo>
                <a:lnTo>
                  <a:pt x="1088606" y="109356"/>
                </a:lnTo>
                <a:lnTo>
                  <a:pt x="1088711" y="110026"/>
                </a:lnTo>
                <a:lnTo>
                  <a:pt x="1088823" y="110679"/>
                </a:lnTo>
                <a:lnTo>
                  <a:pt x="1088942" y="111314"/>
                </a:lnTo>
                <a:lnTo>
                  <a:pt x="1089068" y="111931"/>
                </a:lnTo>
                <a:lnTo>
                  <a:pt x="1089200" y="112530"/>
                </a:lnTo>
                <a:lnTo>
                  <a:pt x="1089339" y="113111"/>
                </a:lnTo>
                <a:lnTo>
                  <a:pt x="1089485" y="113674"/>
                </a:lnTo>
                <a:lnTo>
                  <a:pt x="1089638" y="114219"/>
                </a:lnTo>
                <a:lnTo>
                  <a:pt x="1089798" y="114747"/>
                </a:lnTo>
                <a:lnTo>
                  <a:pt x="1089966" y="115261"/>
                </a:lnTo>
                <a:lnTo>
                  <a:pt x="1090145" y="115768"/>
                </a:lnTo>
                <a:lnTo>
                  <a:pt x="1090334" y="116267"/>
                </a:lnTo>
                <a:lnTo>
                  <a:pt x="1090535" y="116758"/>
                </a:lnTo>
                <a:lnTo>
                  <a:pt x="1090745" y="117241"/>
                </a:lnTo>
                <a:lnTo>
                  <a:pt x="1090967" y="117716"/>
                </a:lnTo>
                <a:lnTo>
                  <a:pt x="1091199" y="118183"/>
                </a:lnTo>
                <a:lnTo>
                  <a:pt x="1091442" y="118643"/>
                </a:lnTo>
                <a:lnTo>
                  <a:pt x="1091695" y="119094"/>
                </a:lnTo>
                <a:lnTo>
                  <a:pt x="1091960" y="119538"/>
                </a:lnTo>
                <a:lnTo>
                  <a:pt x="1092234" y="119974"/>
                </a:lnTo>
                <a:lnTo>
                  <a:pt x="1092520" y="120402"/>
                </a:lnTo>
                <a:lnTo>
                  <a:pt x="1092816" y="120822"/>
                </a:lnTo>
                <a:lnTo>
                  <a:pt x="1093122" y="121234"/>
                </a:lnTo>
                <a:lnTo>
                  <a:pt x="1093440" y="121639"/>
                </a:lnTo>
                <a:lnTo>
                  <a:pt x="1093768" y="122035"/>
                </a:lnTo>
                <a:lnTo>
                  <a:pt x="1094106" y="122424"/>
                </a:lnTo>
                <a:lnTo>
                  <a:pt x="1094456" y="122805"/>
                </a:lnTo>
                <a:lnTo>
                  <a:pt x="1094816" y="123178"/>
                </a:lnTo>
                <a:lnTo>
                  <a:pt x="1095186" y="123543"/>
                </a:lnTo>
                <a:lnTo>
                  <a:pt x="1095567" y="123900"/>
                </a:lnTo>
                <a:lnTo>
                  <a:pt x="1095959" y="124249"/>
                </a:lnTo>
                <a:lnTo>
                  <a:pt x="1096362" y="124590"/>
                </a:lnTo>
                <a:lnTo>
                  <a:pt x="1096775" y="124924"/>
                </a:lnTo>
                <a:lnTo>
                  <a:pt x="1097197" y="125247"/>
                </a:lnTo>
                <a:lnTo>
                  <a:pt x="1097625" y="125556"/>
                </a:lnTo>
                <a:lnTo>
                  <a:pt x="1098059" y="125851"/>
                </a:lnTo>
                <a:lnTo>
                  <a:pt x="1098499" y="126132"/>
                </a:lnTo>
                <a:lnTo>
                  <a:pt x="1098946" y="126400"/>
                </a:lnTo>
                <a:lnTo>
                  <a:pt x="1099400" y="126654"/>
                </a:lnTo>
                <a:lnTo>
                  <a:pt x="1099859" y="126895"/>
                </a:lnTo>
                <a:lnTo>
                  <a:pt x="1100325" y="127121"/>
                </a:lnTo>
                <a:lnTo>
                  <a:pt x="1100797" y="127334"/>
                </a:lnTo>
                <a:lnTo>
                  <a:pt x="1101276" y="127533"/>
                </a:lnTo>
                <a:lnTo>
                  <a:pt x="1101761" y="127719"/>
                </a:lnTo>
                <a:lnTo>
                  <a:pt x="1102252" y="127890"/>
                </a:lnTo>
                <a:lnTo>
                  <a:pt x="1102750" y="128048"/>
                </a:lnTo>
                <a:lnTo>
                  <a:pt x="1103254" y="128193"/>
                </a:lnTo>
                <a:lnTo>
                  <a:pt x="1103764" y="128323"/>
                </a:lnTo>
                <a:lnTo>
                  <a:pt x="1104280" y="128440"/>
                </a:lnTo>
                <a:lnTo>
                  <a:pt x="1104803" y="128543"/>
                </a:lnTo>
                <a:lnTo>
                  <a:pt x="1105333" y="128632"/>
                </a:lnTo>
                <a:lnTo>
                  <a:pt x="1105868" y="128708"/>
                </a:lnTo>
                <a:lnTo>
                  <a:pt x="1106410" y="128769"/>
                </a:lnTo>
                <a:lnTo>
                  <a:pt x="1106958" y="128817"/>
                </a:lnTo>
                <a:lnTo>
                  <a:pt x="1107513" y="128852"/>
                </a:lnTo>
                <a:lnTo>
                  <a:pt x="1108073" y="128872"/>
                </a:lnTo>
                <a:lnTo>
                  <a:pt x="1108641" y="128879"/>
                </a:lnTo>
                <a:lnTo>
                  <a:pt x="1109151" y="128874"/>
                </a:lnTo>
                <a:lnTo>
                  <a:pt x="1109658" y="128859"/>
                </a:lnTo>
                <a:lnTo>
                  <a:pt x="1110164" y="128833"/>
                </a:lnTo>
                <a:lnTo>
                  <a:pt x="1110668" y="128798"/>
                </a:lnTo>
                <a:lnTo>
                  <a:pt x="1111169" y="128752"/>
                </a:lnTo>
                <a:lnTo>
                  <a:pt x="1111668" y="128696"/>
                </a:lnTo>
                <a:lnTo>
                  <a:pt x="1112165" y="128630"/>
                </a:lnTo>
                <a:lnTo>
                  <a:pt x="1112660" y="128553"/>
                </a:lnTo>
                <a:lnTo>
                  <a:pt x="1113153" y="128467"/>
                </a:lnTo>
                <a:lnTo>
                  <a:pt x="1113643" y="128370"/>
                </a:lnTo>
                <a:lnTo>
                  <a:pt x="1114132" y="128263"/>
                </a:lnTo>
                <a:lnTo>
                  <a:pt x="1114618" y="128146"/>
                </a:lnTo>
                <a:lnTo>
                  <a:pt x="1115102" y="128019"/>
                </a:lnTo>
                <a:lnTo>
                  <a:pt x="1115584" y="127881"/>
                </a:lnTo>
                <a:lnTo>
                  <a:pt x="1116064" y="127733"/>
                </a:lnTo>
                <a:lnTo>
                  <a:pt x="1116541" y="127576"/>
                </a:lnTo>
                <a:lnTo>
                  <a:pt x="1117017" y="127408"/>
                </a:lnTo>
                <a:lnTo>
                  <a:pt x="1117490" y="127229"/>
                </a:lnTo>
                <a:lnTo>
                  <a:pt x="1117961" y="127041"/>
                </a:lnTo>
                <a:lnTo>
                  <a:pt x="1118430" y="126842"/>
                </a:lnTo>
                <a:lnTo>
                  <a:pt x="1118897" y="126634"/>
                </a:lnTo>
                <a:lnTo>
                  <a:pt x="1119361" y="126415"/>
                </a:lnTo>
                <a:lnTo>
                  <a:pt x="1119824" y="126185"/>
                </a:lnTo>
                <a:lnTo>
                  <a:pt x="1120284" y="125946"/>
                </a:lnTo>
                <a:lnTo>
                  <a:pt x="1120752" y="125687"/>
                </a:lnTo>
                <a:lnTo>
                  <a:pt x="1121237" y="125399"/>
                </a:lnTo>
                <a:lnTo>
                  <a:pt x="1121740" y="125081"/>
                </a:lnTo>
                <a:lnTo>
                  <a:pt x="1122259" y="124734"/>
                </a:lnTo>
                <a:lnTo>
                  <a:pt x="1122796" y="124357"/>
                </a:lnTo>
                <a:lnTo>
                  <a:pt x="1123351" y="123952"/>
                </a:lnTo>
                <a:lnTo>
                  <a:pt x="1123922" y="123517"/>
                </a:lnTo>
                <a:lnTo>
                  <a:pt x="1124511" y="123052"/>
                </a:lnTo>
                <a:lnTo>
                  <a:pt x="1125117" y="122559"/>
                </a:lnTo>
                <a:lnTo>
                  <a:pt x="1125741" y="122036"/>
                </a:lnTo>
                <a:lnTo>
                  <a:pt x="1126381" y="121484"/>
                </a:lnTo>
                <a:lnTo>
                  <a:pt x="1127039" y="120902"/>
                </a:lnTo>
                <a:lnTo>
                  <a:pt x="1127715" y="120291"/>
                </a:lnTo>
                <a:lnTo>
                  <a:pt x="1128407" y="119651"/>
                </a:lnTo>
                <a:lnTo>
                  <a:pt x="1129117" y="118981"/>
                </a:lnTo>
                <a:lnTo>
                  <a:pt x="1129844" y="118282"/>
                </a:lnTo>
                <a:lnTo>
                  <a:pt x="1130588" y="117554"/>
                </a:lnTo>
                <a:lnTo>
                  <a:pt x="1131350" y="116797"/>
                </a:lnTo>
                <a:lnTo>
                  <a:pt x="1132129" y="116010"/>
                </a:lnTo>
                <a:lnTo>
                  <a:pt x="1132925" y="115194"/>
                </a:lnTo>
                <a:lnTo>
                  <a:pt x="1133739" y="114348"/>
                </a:lnTo>
                <a:lnTo>
                  <a:pt x="1134570" y="113474"/>
                </a:lnTo>
                <a:lnTo>
                  <a:pt x="1135418" y="112569"/>
                </a:lnTo>
                <a:lnTo>
                  <a:pt x="1136283" y="111636"/>
                </a:lnTo>
                <a:lnTo>
                  <a:pt x="1136283" y="128879"/>
                </a:lnTo>
                <a:lnTo>
                  <a:pt x="1140283" y="128879"/>
                </a:lnTo>
                <a:lnTo>
                  <a:pt x="1164636" y="118835"/>
                </a:lnTo>
                <a:lnTo>
                  <a:pt x="1163392" y="115725"/>
                </a:lnTo>
                <a:lnTo>
                  <a:pt x="1163104" y="115848"/>
                </a:lnTo>
                <a:lnTo>
                  <a:pt x="1162819" y="115966"/>
                </a:lnTo>
                <a:lnTo>
                  <a:pt x="1162537" y="116079"/>
                </a:lnTo>
                <a:lnTo>
                  <a:pt x="1162256" y="116186"/>
                </a:lnTo>
                <a:lnTo>
                  <a:pt x="1161979" y="116289"/>
                </a:lnTo>
                <a:lnTo>
                  <a:pt x="1161703" y="116386"/>
                </a:lnTo>
                <a:lnTo>
                  <a:pt x="1161431" y="116477"/>
                </a:lnTo>
                <a:lnTo>
                  <a:pt x="1161160" y="116564"/>
                </a:lnTo>
                <a:lnTo>
                  <a:pt x="1160892" y="116645"/>
                </a:lnTo>
                <a:lnTo>
                  <a:pt x="1160627" y="116721"/>
                </a:lnTo>
                <a:lnTo>
                  <a:pt x="1160364" y="116792"/>
                </a:lnTo>
                <a:lnTo>
                  <a:pt x="1160103" y="116858"/>
                </a:lnTo>
                <a:lnTo>
                  <a:pt x="1159845" y="116918"/>
                </a:lnTo>
                <a:lnTo>
                  <a:pt x="1159590" y="116973"/>
                </a:lnTo>
                <a:lnTo>
                  <a:pt x="1159337" y="117023"/>
                </a:lnTo>
                <a:lnTo>
                  <a:pt x="1159086" y="117068"/>
                </a:lnTo>
                <a:lnTo>
                  <a:pt x="1158838" y="117107"/>
                </a:lnTo>
                <a:lnTo>
                  <a:pt x="1158592" y="117141"/>
                </a:lnTo>
                <a:lnTo>
                  <a:pt x="1158349" y="117170"/>
                </a:lnTo>
                <a:lnTo>
                  <a:pt x="1158109" y="117194"/>
                </a:lnTo>
                <a:lnTo>
                  <a:pt x="1157870" y="117212"/>
                </a:lnTo>
                <a:lnTo>
                  <a:pt x="1157634" y="117225"/>
                </a:lnTo>
                <a:lnTo>
                  <a:pt x="1157401" y="117233"/>
                </a:lnTo>
                <a:lnTo>
                  <a:pt x="1157170" y="117236"/>
                </a:lnTo>
                <a:lnTo>
                  <a:pt x="1157008" y="117233"/>
                </a:lnTo>
                <a:lnTo>
                  <a:pt x="1156848" y="117227"/>
                </a:lnTo>
                <a:lnTo>
                  <a:pt x="1156689" y="117216"/>
                </a:lnTo>
                <a:lnTo>
                  <a:pt x="1156532" y="117201"/>
                </a:lnTo>
                <a:lnTo>
                  <a:pt x="1156377" y="117182"/>
                </a:lnTo>
                <a:lnTo>
                  <a:pt x="1156223" y="117158"/>
                </a:lnTo>
                <a:lnTo>
                  <a:pt x="1156071" y="117130"/>
                </a:lnTo>
                <a:lnTo>
                  <a:pt x="1155921" y="117097"/>
                </a:lnTo>
                <a:lnTo>
                  <a:pt x="1155773" y="117061"/>
                </a:lnTo>
                <a:lnTo>
                  <a:pt x="1155626" y="117020"/>
                </a:lnTo>
                <a:lnTo>
                  <a:pt x="1155481" y="116974"/>
                </a:lnTo>
                <a:lnTo>
                  <a:pt x="1155337" y="116925"/>
                </a:lnTo>
                <a:lnTo>
                  <a:pt x="1155195" y="116871"/>
                </a:lnTo>
                <a:lnTo>
                  <a:pt x="1155055" y="116812"/>
                </a:lnTo>
                <a:lnTo>
                  <a:pt x="1154917" y="116750"/>
                </a:lnTo>
                <a:lnTo>
                  <a:pt x="1154780" y="116683"/>
                </a:lnTo>
                <a:lnTo>
                  <a:pt x="1154645" y="116611"/>
                </a:lnTo>
                <a:lnTo>
                  <a:pt x="1154512" y="116536"/>
                </a:lnTo>
                <a:lnTo>
                  <a:pt x="1154381" y="116456"/>
                </a:lnTo>
                <a:lnTo>
                  <a:pt x="1154251" y="116371"/>
                </a:lnTo>
                <a:lnTo>
                  <a:pt x="1154123" y="116283"/>
                </a:lnTo>
                <a:lnTo>
                  <a:pt x="1153996" y="116190"/>
                </a:lnTo>
                <a:lnTo>
                  <a:pt x="1153871" y="116093"/>
                </a:lnTo>
                <a:lnTo>
                  <a:pt x="1153748" y="115991"/>
                </a:lnTo>
                <a:lnTo>
                  <a:pt x="1153628" y="115884"/>
                </a:lnTo>
                <a:lnTo>
                  <a:pt x="1153509" y="115771"/>
                </a:lnTo>
                <a:lnTo>
                  <a:pt x="1153394" y="115650"/>
                </a:lnTo>
                <a:lnTo>
                  <a:pt x="1153282" y="115523"/>
                </a:lnTo>
                <a:lnTo>
                  <a:pt x="1153172" y="115390"/>
                </a:lnTo>
                <a:lnTo>
                  <a:pt x="1153065" y="115250"/>
                </a:lnTo>
                <a:lnTo>
                  <a:pt x="1152961" y="115103"/>
                </a:lnTo>
                <a:lnTo>
                  <a:pt x="1152860" y="114949"/>
                </a:lnTo>
                <a:lnTo>
                  <a:pt x="1152761" y="114789"/>
                </a:lnTo>
                <a:lnTo>
                  <a:pt x="1152665" y="114623"/>
                </a:lnTo>
                <a:lnTo>
                  <a:pt x="1152572" y="114449"/>
                </a:lnTo>
                <a:lnTo>
                  <a:pt x="1152482" y="114269"/>
                </a:lnTo>
                <a:lnTo>
                  <a:pt x="1152394" y="114083"/>
                </a:lnTo>
                <a:lnTo>
                  <a:pt x="1152310" y="113889"/>
                </a:lnTo>
                <a:lnTo>
                  <a:pt x="1152228" y="113689"/>
                </a:lnTo>
                <a:lnTo>
                  <a:pt x="1152148" y="113483"/>
                </a:lnTo>
                <a:lnTo>
                  <a:pt x="1152072" y="113270"/>
                </a:lnTo>
                <a:lnTo>
                  <a:pt x="1151999" y="113050"/>
                </a:lnTo>
                <a:lnTo>
                  <a:pt x="1151928" y="112823"/>
                </a:lnTo>
                <a:lnTo>
                  <a:pt x="1151860" y="112590"/>
                </a:lnTo>
                <a:lnTo>
                  <a:pt x="1151794" y="112351"/>
                </a:lnTo>
                <a:lnTo>
                  <a:pt x="1151732" y="112104"/>
                </a:lnTo>
                <a:lnTo>
                  <a:pt x="1151672" y="111851"/>
                </a:lnTo>
                <a:lnTo>
                  <a:pt x="1151615" y="111592"/>
                </a:lnTo>
                <a:lnTo>
                  <a:pt x="1151561" y="111310"/>
                </a:lnTo>
                <a:lnTo>
                  <a:pt x="1151509" y="110989"/>
                </a:lnTo>
                <a:lnTo>
                  <a:pt x="1151459" y="110631"/>
                </a:lnTo>
                <a:lnTo>
                  <a:pt x="1151412" y="110235"/>
                </a:lnTo>
                <a:lnTo>
                  <a:pt x="1151366" y="109800"/>
                </a:lnTo>
                <a:lnTo>
                  <a:pt x="1151324" y="109328"/>
                </a:lnTo>
                <a:lnTo>
                  <a:pt x="1151283" y="108817"/>
                </a:lnTo>
                <a:lnTo>
                  <a:pt x="1151245" y="108268"/>
                </a:lnTo>
                <a:lnTo>
                  <a:pt x="1151209" y="107681"/>
                </a:lnTo>
                <a:lnTo>
                  <a:pt x="1151175" y="107056"/>
                </a:lnTo>
                <a:lnTo>
                  <a:pt x="1151144" y="106393"/>
                </a:lnTo>
                <a:lnTo>
                  <a:pt x="1151115" y="105692"/>
                </a:lnTo>
                <a:lnTo>
                  <a:pt x="1151089" y="104953"/>
                </a:lnTo>
                <a:lnTo>
                  <a:pt x="1151064" y="104175"/>
                </a:lnTo>
                <a:lnTo>
                  <a:pt x="1151042" y="103360"/>
                </a:lnTo>
                <a:lnTo>
                  <a:pt x="1151023" y="102506"/>
                </a:lnTo>
                <a:lnTo>
                  <a:pt x="1151005" y="101614"/>
                </a:lnTo>
                <a:lnTo>
                  <a:pt x="1150990" y="100684"/>
                </a:lnTo>
                <a:lnTo>
                  <a:pt x="1150978" y="99716"/>
                </a:lnTo>
                <a:lnTo>
                  <a:pt x="1150967" y="98710"/>
                </a:lnTo>
                <a:lnTo>
                  <a:pt x="1150959" y="97666"/>
                </a:lnTo>
                <a:lnTo>
                  <a:pt x="1150953" y="96583"/>
                </a:lnTo>
                <a:lnTo>
                  <a:pt x="1150950" y="95463"/>
                </a:lnTo>
                <a:lnTo>
                  <a:pt x="1150949" y="94304"/>
                </a:lnTo>
                <a:lnTo>
                  <a:pt x="1150949" y="44974"/>
                </a:lnTo>
                <a:lnTo>
                  <a:pt x="1123217" y="44974"/>
                </a:lnTo>
                <a:lnTo>
                  <a:pt x="1123217" y="48263"/>
                </a:lnTo>
                <a:lnTo>
                  <a:pt x="1123874" y="48282"/>
                </a:lnTo>
                <a:lnTo>
                  <a:pt x="1124513" y="48308"/>
                </a:lnTo>
                <a:lnTo>
                  <a:pt x="1125132" y="4834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Attenuation">
            <a:extLst xmlns:a="http://schemas.openxmlformats.org/drawingml/2006/main">
              <a:ext uri="{FF2B5EF4-FFF2-40B4-BE49-F238E27FC236}">
                <a16:creationId xmlns:a16="http://schemas.microsoft.com/office/drawing/2014/main" id="{4DE77842-C3E1-42DC-ABAC-C4ECFAE7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07" y="6145461"/>
            <a:ext cx="853868" cy="128879"/>
          </a:xfrm>
          <a:custGeom xmlns:a="http://schemas.openxmlformats.org/drawingml/2006/main">
            <a:pathLst>
              <a:path w="853868" h="128879">
                <a:moveTo>
                  <a:pt x="81860" y="86038"/>
                </a:moveTo>
                <a:lnTo>
                  <a:pt x="35197" y="86038"/>
                </a:lnTo>
                <a:lnTo>
                  <a:pt x="27020" y="105059"/>
                </a:lnTo>
                <a:cubicBezTo>
                  <a:pt x="25006" y="109740"/>
                  <a:pt x="23998" y="113236"/>
                  <a:pt x="23998" y="115547"/>
                </a:cubicBezTo>
                <a:cubicBezTo>
                  <a:pt x="23998" y="117384"/>
                  <a:pt x="24872" y="118998"/>
                  <a:pt x="26620" y="120391"/>
                </a:cubicBezTo>
                <a:cubicBezTo>
                  <a:pt x="28368" y="121783"/>
                  <a:pt x="32146" y="122687"/>
                  <a:pt x="37953" y="123102"/>
                </a:cubicBezTo>
                <a:lnTo>
                  <a:pt x="37953" y="126390"/>
                </a:lnTo>
                <a:lnTo>
                  <a:pt x="0" y="126390"/>
                </a:lnTo>
                <a:lnTo>
                  <a:pt x="0" y="123102"/>
                </a:lnTo>
                <a:cubicBezTo>
                  <a:pt x="5037" y="122213"/>
                  <a:pt x="8296" y="121058"/>
                  <a:pt x="9777" y="119638"/>
                </a:cubicBezTo>
                <a:cubicBezTo>
                  <a:pt x="12799" y="116796"/>
                  <a:pt x="16147" y="111023"/>
                  <a:pt x="19821" y="102320"/>
                </a:cubicBezTo>
                <a:lnTo>
                  <a:pt x="62218" y="3200"/>
                </a:lnTo>
                <a:lnTo>
                  <a:pt x="65328" y="3200"/>
                </a:lnTo>
                <a:lnTo>
                  <a:pt x="107281" y="103384"/>
                </a:lnTo>
                <a:cubicBezTo>
                  <a:pt x="110658" y="111437"/>
                  <a:pt x="113725" y="116663"/>
                  <a:pt x="116480" y="119060"/>
                </a:cubicBezTo>
                <a:cubicBezTo>
                  <a:pt x="119235" y="121458"/>
                  <a:pt x="123072" y="122806"/>
                  <a:pt x="127990" y="123102"/>
                </a:cubicBezTo>
                <a:lnTo>
                  <a:pt x="127990" y="126390"/>
                </a:lnTo>
                <a:lnTo>
                  <a:pt x="80438" y="126390"/>
                </a:lnTo>
                <a:lnTo>
                  <a:pt x="80438" y="123102"/>
                </a:lnTo>
                <a:cubicBezTo>
                  <a:pt x="85238" y="122865"/>
                  <a:pt x="88482" y="122065"/>
                  <a:pt x="90171" y="120702"/>
                </a:cubicBezTo>
                <a:cubicBezTo>
                  <a:pt x="91860" y="119339"/>
                  <a:pt x="92704" y="117680"/>
                  <a:pt x="92704" y="115725"/>
                </a:cubicBezTo>
                <a:cubicBezTo>
                  <a:pt x="92704" y="113117"/>
                  <a:pt x="91519" y="108999"/>
                  <a:pt x="89149" y="103370"/>
                </a:cubicBezTo>
                <a:lnTo>
                  <a:pt x="81860" y="86038"/>
                </a:lnTo>
                <a:moveTo>
                  <a:pt x="79372" y="79461"/>
                </a:moveTo>
                <a:lnTo>
                  <a:pt x="58929" y="30823"/>
                </a:lnTo>
                <a:lnTo>
                  <a:pt x="37953" y="79461"/>
                </a:lnTo>
                <a:lnTo>
                  <a:pt x="79372" y="79461"/>
                </a:lnTo>
                <a:close/>
                <a:moveTo>
                  <a:pt x="156605" y="18132"/>
                </a:moveTo>
                <a:lnTo>
                  <a:pt x="156605" y="44974"/>
                </a:lnTo>
                <a:lnTo>
                  <a:pt x="175625" y="44974"/>
                </a:lnTo>
                <a:lnTo>
                  <a:pt x="175625" y="51196"/>
                </a:lnTo>
                <a:lnTo>
                  <a:pt x="156605" y="51196"/>
                </a:lnTo>
                <a:lnTo>
                  <a:pt x="156605" y="103920"/>
                </a:lnTo>
                <a:cubicBezTo>
                  <a:pt x="156605" y="109188"/>
                  <a:pt x="157360" y="112740"/>
                  <a:pt x="158871" y="114575"/>
                </a:cubicBezTo>
                <a:cubicBezTo>
                  <a:pt x="160382" y="116408"/>
                  <a:pt x="162323" y="117324"/>
                  <a:pt x="164693" y="117324"/>
                </a:cubicBezTo>
                <a:cubicBezTo>
                  <a:pt x="166648" y="117324"/>
                  <a:pt x="168545" y="116717"/>
                  <a:pt x="170381" y="115502"/>
                </a:cubicBezTo>
                <a:cubicBezTo>
                  <a:pt x="172218" y="114288"/>
                  <a:pt x="173640" y="112495"/>
                  <a:pt x="174648" y="110125"/>
                </a:cubicBezTo>
                <a:lnTo>
                  <a:pt x="178114" y="110125"/>
                </a:lnTo>
                <a:cubicBezTo>
                  <a:pt x="176040" y="115949"/>
                  <a:pt x="173107" y="120353"/>
                  <a:pt x="169315" y="123338"/>
                </a:cubicBezTo>
                <a:cubicBezTo>
                  <a:pt x="165523" y="126321"/>
                  <a:pt x="161612" y="127813"/>
                  <a:pt x="157582" y="127813"/>
                </a:cubicBezTo>
                <a:cubicBezTo>
                  <a:pt x="154857" y="127813"/>
                  <a:pt x="152190" y="127056"/>
                  <a:pt x="149583" y="125543"/>
                </a:cubicBezTo>
                <a:cubicBezTo>
                  <a:pt x="146976" y="124030"/>
                  <a:pt x="145050" y="121866"/>
                  <a:pt x="143806" y="119049"/>
                </a:cubicBezTo>
                <a:cubicBezTo>
                  <a:pt x="142561" y="116231"/>
                  <a:pt x="141939" y="111885"/>
                  <a:pt x="141939" y="106011"/>
                </a:cubicBezTo>
                <a:lnTo>
                  <a:pt x="141939" y="51196"/>
                </a:lnTo>
                <a:lnTo>
                  <a:pt x="129051" y="51196"/>
                </a:lnTo>
                <a:lnTo>
                  <a:pt x="129051" y="48263"/>
                </a:lnTo>
                <a:cubicBezTo>
                  <a:pt x="132310" y="46956"/>
                  <a:pt x="135643" y="44742"/>
                  <a:pt x="139050" y="41622"/>
                </a:cubicBezTo>
                <a:cubicBezTo>
                  <a:pt x="142458" y="38502"/>
                  <a:pt x="145494" y="34802"/>
                  <a:pt x="148161" y="30523"/>
                </a:cubicBezTo>
                <a:cubicBezTo>
                  <a:pt x="149524" y="28265"/>
                  <a:pt x="151420" y="24135"/>
                  <a:pt x="153849" y="18132"/>
                </a:cubicBezTo>
                <a:lnTo>
                  <a:pt x="156605" y="18132"/>
                </a:lnTo>
                <a:close/>
                <a:moveTo>
                  <a:pt x="207209" y="18132"/>
                </a:moveTo>
                <a:lnTo>
                  <a:pt x="207209" y="44974"/>
                </a:lnTo>
                <a:lnTo>
                  <a:pt x="226230" y="44974"/>
                </a:lnTo>
                <a:lnTo>
                  <a:pt x="226230" y="51196"/>
                </a:lnTo>
                <a:lnTo>
                  <a:pt x="207209" y="51196"/>
                </a:lnTo>
                <a:lnTo>
                  <a:pt x="207209" y="103920"/>
                </a:lnTo>
                <a:cubicBezTo>
                  <a:pt x="207209" y="109188"/>
                  <a:pt x="207965" y="112740"/>
                  <a:pt x="209476" y="114575"/>
                </a:cubicBezTo>
                <a:cubicBezTo>
                  <a:pt x="210987" y="116408"/>
                  <a:pt x="212927" y="117324"/>
                  <a:pt x="215297" y="117324"/>
                </a:cubicBezTo>
                <a:cubicBezTo>
                  <a:pt x="217253" y="117324"/>
                  <a:pt x="219149" y="116717"/>
                  <a:pt x="220986" y="115502"/>
                </a:cubicBezTo>
                <a:cubicBezTo>
                  <a:pt x="222823" y="114288"/>
                  <a:pt x="224245" y="112495"/>
                  <a:pt x="225252" y="110125"/>
                </a:cubicBezTo>
                <a:lnTo>
                  <a:pt x="228719" y="110125"/>
                </a:lnTo>
                <a:cubicBezTo>
                  <a:pt x="226645" y="115949"/>
                  <a:pt x="223712" y="120353"/>
                  <a:pt x="219919" y="123338"/>
                </a:cubicBezTo>
                <a:cubicBezTo>
                  <a:pt x="216127" y="126321"/>
                  <a:pt x="212216" y="127813"/>
                  <a:pt x="208187" y="127813"/>
                </a:cubicBezTo>
                <a:cubicBezTo>
                  <a:pt x="205461" y="127813"/>
                  <a:pt x="202795" y="127056"/>
                  <a:pt x="200188" y="125543"/>
                </a:cubicBezTo>
                <a:cubicBezTo>
                  <a:pt x="197580" y="124030"/>
                  <a:pt x="195655" y="121866"/>
                  <a:pt x="194410" y="119049"/>
                </a:cubicBezTo>
                <a:cubicBezTo>
                  <a:pt x="193166" y="116231"/>
                  <a:pt x="192544" y="111885"/>
                  <a:pt x="192544" y="106011"/>
                </a:cubicBezTo>
                <a:lnTo>
                  <a:pt x="192544" y="51196"/>
                </a:lnTo>
                <a:lnTo>
                  <a:pt x="179656" y="51196"/>
                </a:lnTo>
                <a:lnTo>
                  <a:pt x="179656" y="48263"/>
                </a:lnTo>
                <a:cubicBezTo>
                  <a:pt x="182915" y="46956"/>
                  <a:pt x="186248" y="44742"/>
                  <a:pt x="189655" y="41622"/>
                </a:cubicBezTo>
                <a:cubicBezTo>
                  <a:pt x="193062" y="38502"/>
                  <a:pt x="196099" y="34802"/>
                  <a:pt x="198765" y="30523"/>
                </a:cubicBezTo>
                <a:cubicBezTo>
                  <a:pt x="200128" y="28265"/>
                  <a:pt x="202024" y="24135"/>
                  <a:pt x="204454" y="18132"/>
                </a:cubicBezTo>
                <a:lnTo>
                  <a:pt x="207209" y="18132"/>
                </a:lnTo>
                <a:close/>
                <a:moveTo>
                  <a:pt x="247131" y="75728"/>
                </a:moveTo>
                <a:cubicBezTo>
                  <a:pt x="247071" y="87788"/>
                  <a:pt x="250004" y="97247"/>
                  <a:pt x="255930" y="104106"/>
                </a:cubicBezTo>
                <a:cubicBezTo>
                  <a:pt x="261855" y="110963"/>
                  <a:pt x="268818" y="114391"/>
                  <a:pt x="276817" y="114391"/>
                </a:cubicBezTo>
                <a:cubicBezTo>
                  <a:pt x="282150" y="114391"/>
                  <a:pt x="286787" y="112925"/>
                  <a:pt x="290727" y="109992"/>
                </a:cubicBezTo>
                <a:cubicBezTo>
                  <a:pt x="294668" y="107059"/>
                  <a:pt x="297971" y="102037"/>
                  <a:pt x="300638" y="94926"/>
                </a:cubicBezTo>
                <a:lnTo>
                  <a:pt x="303393" y="96704"/>
                </a:lnTo>
                <a:cubicBezTo>
                  <a:pt x="302149" y="104822"/>
                  <a:pt x="298534" y="112214"/>
                  <a:pt x="292549" y="118880"/>
                </a:cubicBezTo>
                <a:cubicBezTo>
                  <a:pt x="286565" y="125546"/>
                  <a:pt x="279069" y="128879"/>
                  <a:pt x="270062" y="128879"/>
                </a:cubicBezTo>
                <a:cubicBezTo>
                  <a:pt x="260285" y="128879"/>
                  <a:pt x="251915" y="125080"/>
                  <a:pt x="244953" y="117483"/>
                </a:cubicBezTo>
                <a:cubicBezTo>
                  <a:pt x="237990" y="109883"/>
                  <a:pt x="234509" y="99667"/>
                  <a:pt x="234509" y="86835"/>
                </a:cubicBezTo>
                <a:cubicBezTo>
                  <a:pt x="234509" y="72940"/>
                  <a:pt x="238079" y="62105"/>
                  <a:pt x="245220" y="54329"/>
                </a:cubicBezTo>
                <a:cubicBezTo>
                  <a:pt x="252360" y="46552"/>
                  <a:pt x="261322" y="42663"/>
                  <a:pt x="272106" y="42663"/>
                </a:cubicBezTo>
                <a:cubicBezTo>
                  <a:pt x="281232" y="42663"/>
                  <a:pt x="288727" y="45663"/>
                  <a:pt x="294594" y="51663"/>
                </a:cubicBezTo>
                <a:cubicBezTo>
                  <a:pt x="300460" y="57660"/>
                  <a:pt x="303393" y="65682"/>
                  <a:pt x="303393" y="75728"/>
                </a:cubicBezTo>
                <a:lnTo>
                  <a:pt x="247131" y="75728"/>
                </a:lnTo>
                <a:moveTo>
                  <a:pt x="247131" y="70572"/>
                </a:moveTo>
                <a:lnTo>
                  <a:pt x="284817" y="70572"/>
                </a:lnTo>
                <a:cubicBezTo>
                  <a:pt x="284520" y="65358"/>
                  <a:pt x="283898" y="61684"/>
                  <a:pt x="282950" y="59551"/>
                </a:cubicBezTo>
                <a:cubicBezTo>
                  <a:pt x="281469" y="56233"/>
                  <a:pt x="279261" y="53626"/>
                  <a:pt x="276328" y="51729"/>
                </a:cubicBezTo>
                <a:cubicBezTo>
                  <a:pt x="273395" y="49833"/>
                  <a:pt x="270329" y="48885"/>
                  <a:pt x="267129" y="48885"/>
                </a:cubicBezTo>
                <a:cubicBezTo>
                  <a:pt x="262211" y="48885"/>
                  <a:pt x="257811" y="50796"/>
                  <a:pt x="253930" y="54618"/>
                </a:cubicBezTo>
                <a:cubicBezTo>
                  <a:pt x="250049" y="58440"/>
                  <a:pt x="247782" y="63758"/>
                  <a:pt x="247131" y="70572"/>
                </a:cubicBezTo>
                <a:close/>
                <a:moveTo>
                  <a:pt x="338542" y="59907"/>
                </a:moveTo>
                <a:cubicBezTo>
                  <a:pt x="348082" y="48411"/>
                  <a:pt x="357178" y="42663"/>
                  <a:pt x="365829" y="42663"/>
                </a:cubicBezTo>
                <a:cubicBezTo>
                  <a:pt x="370273" y="42663"/>
                  <a:pt x="374095" y="43773"/>
                  <a:pt x="377295" y="45991"/>
                </a:cubicBezTo>
                <a:cubicBezTo>
                  <a:pt x="380495" y="48207"/>
                  <a:pt x="383043" y="51858"/>
                  <a:pt x="384939" y="56943"/>
                </a:cubicBezTo>
                <a:cubicBezTo>
                  <a:pt x="386242" y="60489"/>
                  <a:pt x="386894" y="65928"/>
                  <a:pt x="386894" y="73261"/>
                </a:cubicBezTo>
                <a:lnTo>
                  <a:pt x="386894" y="107936"/>
                </a:lnTo>
                <a:cubicBezTo>
                  <a:pt x="386894" y="113080"/>
                  <a:pt x="387309" y="116569"/>
                  <a:pt x="388138" y="118402"/>
                </a:cubicBezTo>
                <a:cubicBezTo>
                  <a:pt x="388790" y="119880"/>
                  <a:pt x="389842" y="121033"/>
                  <a:pt x="391294" y="121860"/>
                </a:cubicBezTo>
                <a:cubicBezTo>
                  <a:pt x="392746" y="122688"/>
                  <a:pt x="395427" y="123102"/>
                  <a:pt x="399338" y="123102"/>
                </a:cubicBezTo>
                <a:lnTo>
                  <a:pt x="399338" y="126390"/>
                </a:lnTo>
                <a:lnTo>
                  <a:pt x="359074" y="126390"/>
                </a:lnTo>
                <a:lnTo>
                  <a:pt x="359074" y="123102"/>
                </a:lnTo>
                <a:lnTo>
                  <a:pt x="360763" y="123102"/>
                </a:lnTo>
                <a:cubicBezTo>
                  <a:pt x="364555" y="123102"/>
                  <a:pt x="367207" y="122527"/>
                  <a:pt x="368718" y="121377"/>
                </a:cubicBezTo>
                <a:cubicBezTo>
                  <a:pt x="370229" y="120227"/>
                  <a:pt x="371280" y="118533"/>
                  <a:pt x="371873" y="116294"/>
                </a:cubicBezTo>
                <a:cubicBezTo>
                  <a:pt x="372110" y="115409"/>
                  <a:pt x="372229" y="112638"/>
                  <a:pt x="372229" y="107981"/>
                </a:cubicBezTo>
                <a:lnTo>
                  <a:pt x="372229" y="74819"/>
                </a:lnTo>
                <a:cubicBezTo>
                  <a:pt x="372229" y="67451"/>
                  <a:pt x="371266" y="62102"/>
                  <a:pt x="369340" y="58771"/>
                </a:cubicBezTo>
                <a:cubicBezTo>
                  <a:pt x="367414" y="55439"/>
                  <a:pt x="364170" y="53774"/>
                  <a:pt x="359607" y="53774"/>
                </a:cubicBezTo>
                <a:cubicBezTo>
                  <a:pt x="352556" y="53774"/>
                  <a:pt x="345534" y="57606"/>
                  <a:pt x="338542" y="65270"/>
                </a:cubicBezTo>
                <a:lnTo>
                  <a:pt x="338542" y="107981"/>
                </a:lnTo>
                <a:cubicBezTo>
                  <a:pt x="338542" y="113464"/>
                  <a:pt x="338868" y="116853"/>
                  <a:pt x="339520" y="118149"/>
                </a:cubicBezTo>
                <a:cubicBezTo>
                  <a:pt x="340349" y="119859"/>
                  <a:pt x="341490" y="121111"/>
                  <a:pt x="342942" y="121907"/>
                </a:cubicBezTo>
                <a:cubicBezTo>
                  <a:pt x="344394" y="122704"/>
                  <a:pt x="347342" y="123102"/>
                  <a:pt x="351786" y="123102"/>
                </a:cubicBezTo>
                <a:lnTo>
                  <a:pt x="351786" y="126390"/>
                </a:lnTo>
                <a:lnTo>
                  <a:pt x="311522" y="126390"/>
                </a:lnTo>
                <a:lnTo>
                  <a:pt x="311522" y="123102"/>
                </a:lnTo>
                <a:lnTo>
                  <a:pt x="313300" y="123102"/>
                </a:lnTo>
                <a:cubicBezTo>
                  <a:pt x="317448" y="123102"/>
                  <a:pt x="320247" y="122053"/>
                  <a:pt x="321699" y="119955"/>
                </a:cubicBezTo>
                <a:cubicBezTo>
                  <a:pt x="323151" y="117855"/>
                  <a:pt x="323877" y="113849"/>
                  <a:pt x="323877" y="107936"/>
                </a:cubicBezTo>
                <a:lnTo>
                  <a:pt x="323877" y="77783"/>
                </a:lnTo>
                <a:cubicBezTo>
                  <a:pt x="323877" y="68028"/>
                  <a:pt x="323654" y="62087"/>
                  <a:pt x="323210" y="59959"/>
                </a:cubicBezTo>
                <a:cubicBezTo>
                  <a:pt x="322766" y="57830"/>
                  <a:pt x="322084" y="56381"/>
                  <a:pt x="321166" y="55612"/>
                </a:cubicBezTo>
                <a:cubicBezTo>
                  <a:pt x="320247" y="54844"/>
                  <a:pt x="319018" y="54460"/>
                  <a:pt x="317477" y="54460"/>
                </a:cubicBezTo>
                <a:cubicBezTo>
                  <a:pt x="315818" y="54460"/>
                  <a:pt x="313833" y="54903"/>
                  <a:pt x="311522" y="55790"/>
                </a:cubicBezTo>
                <a:lnTo>
                  <a:pt x="310189" y="52596"/>
                </a:lnTo>
                <a:lnTo>
                  <a:pt x="334720" y="42663"/>
                </a:lnTo>
                <a:lnTo>
                  <a:pt x="338542" y="42663"/>
                </a:lnTo>
                <a:lnTo>
                  <a:pt x="338542" y="59907"/>
                </a:lnTo>
                <a:close/>
                <a:moveTo>
                  <a:pt x="474104" y="44974"/>
                </a:moveTo>
                <a:lnTo>
                  <a:pt x="474104" y="94304"/>
                </a:lnTo>
                <a:cubicBezTo>
                  <a:pt x="474104" y="103726"/>
                  <a:pt x="474326" y="109488"/>
                  <a:pt x="474770" y="111592"/>
                </a:cubicBezTo>
                <a:cubicBezTo>
                  <a:pt x="475215" y="113695"/>
                  <a:pt x="475926" y="115162"/>
                  <a:pt x="476904" y="115991"/>
                </a:cubicBezTo>
                <a:cubicBezTo>
                  <a:pt x="477881" y="116821"/>
                  <a:pt x="479022" y="117236"/>
                  <a:pt x="480326" y="117236"/>
                </a:cubicBezTo>
                <a:cubicBezTo>
                  <a:pt x="482163" y="117236"/>
                  <a:pt x="484236" y="116732"/>
                  <a:pt x="486547" y="115725"/>
                </a:cubicBezTo>
                <a:lnTo>
                  <a:pt x="487792" y="118835"/>
                </a:lnTo>
                <a:lnTo>
                  <a:pt x="463438" y="128879"/>
                </a:lnTo>
                <a:lnTo>
                  <a:pt x="459438" y="128879"/>
                </a:lnTo>
                <a:lnTo>
                  <a:pt x="459438" y="111636"/>
                </a:lnTo>
                <a:cubicBezTo>
                  <a:pt x="452446" y="119221"/>
                  <a:pt x="447113" y="123991"/>
                  <a:pt x="443440" y="125946"/>
                </a:cubicBezTo>
                <a:cubicBezTo>
                  <a:pt x="439766" y="127901"/>
                  <a:pt x="435885" y="128879"/>
                  <a:pt x="431796" y="128879"/>
                </a:cubicBezTo>
                <a:cubicBezTo>
                  <a:pt x="427233" y="128879"/>
                  <a:pt x="423278" y="127561"/>
                  <a:pt x="419930" y="124924"/>
                </a:cubicBezTo>
                <a:cubicBezTo>
                  <a:pt x="416582" y="122287"/>
                  <a:pt x="414257" y="118895"/>
                  <a:pt x="412953" y="114747"/>
                </a:cubicBezTo>
                <a:cubicBezTo>
                  <a:pt x="411649" y="110599"/>
                  <a:pt x="410998" y="104733"/>
                  <a:pt x="410998" y="97148"/>
                </a:cubicBezTo>
                <a:lnTo>
                  <a:pt x="410998" y="60795"/>
                </a:lnTo>
                <a:cubicBezTo>
                  <a:pt x="410998" y="56944"/>
                  <a:pt x="410583" y="54277"/>
                  <a:pt x="409753" y="52796"/>
                </a:cubicBezTo>
                <a:cubicBezTo>
                  <a:pt x="408924" y="51315"/>
                  <a:pt x="407694" y="50174"/>
                  <a:pt x="406065" y="49374"/>
                </a:cubicBezTo>
                <a:cubicBezTo>
                  <a:pt x="404435" y="48574"/>
                  <a:pt x="401487" y="48204"/>
                  <a:pt x="397221" y="48263"/>
                </a:cubicBezTo>
                <a:lnTo>
                  <a:pt x="397221" y="44974"/>
                </a:lnTo>
                <a:lnTo>
                  <a:pt x="425752" y="44974"/>
                </a:lnTo>
                <a:lnTo>
                  <a:pt x="425752" y="99326"/>
                </a:lnTo>
                <a:cubicBezTo>
                  <a:pt x="425752" y="106892"/>
                  <a:pt x="427070" y="111857"/>
                  <a:pt x="429707" y="114222"/>
                </a:cubicBezTo>
                <a:cubicBezTo>
                  <a:pt x="432344" y="116587"/>
                  <a:pt x="435529" y="117769"/>
                  <a:pt x="439262" y="117769"/>
                </a:cubicBezTo>
                <a:cubicBezTo>
                  <a:pt x="441810" y="117769"/>
                  <a:pt x="444699" y="116971"/>
                  <a:pt x="447928" y="115375"/>
                </a:cubicBezTo>
                <a:cubicBezTo>
                  <a:pt x="451157" y="113778"/>
                  <a:pt x="454994" y="110735"/>
                  <a:pt x="459438" y="106245"/>
                </a:cubicBezTo>
                <a:lnTo>
                  <a:pt x="459438" y="60232"/>
                </a:lnTo>
                <a:cubicBezTo>
                  <a:pt x="459438" y="55621"/>
                  <a:pt x="458594" y="52503"/>
                  <a:pt x="456905" y="50880"/>
                </a:cubicBezTo>
                <a:cubicBezTo>
                  <a:pt x="455216" y="49254"/>
                  <a:pt x="451706" y="48382"/>
                  <a:pt x="446373" y="48263"/>
                </a:cubicBezTo>
                <a:lnTo>
                  <a:pt x="446373" y="44974"/>
                </a:lnTo>
                <a:lnTo>
                  <a:pt x="474104" y="44974"/>
                </a:lnTo>
                <a:close/>
                <a:moveTo>
                  <a:pt x="536782" y="114658"/>
                </a:moveTo>
                <a:cubicBezTo>
                  <a:pt x="528427" y="121117"/>
                  <a:pt x="523183" y="124850"/>
                  <a:pt x="521050" y="125857"/>
                </a:cubicBezTo>
                <a:cubicBezTo>
                  <a:pt x="517850" y="127398"/>
                  <a:pt x="514443" y="128168"/>
                  <a:pt x="510829" y="128168"/>
                </a:cubicBezTo>
                <a:cubicBezTo>
                  <a:pt x="505199" y="128168"/>
                  <a:pt x="500563" y="126242"/>
                  <a:pt x="496919" y="122391"/>
                </a:cubicBezTo>
                <a:cubicBezTo>
                  <a:pt x="493274" y="118539"/>
                  <a:pt x="491452" y="113473"/>
                  <a:pt x="491452" y="107192"/>
                </a:cubicBezTo>
                <a:cubicBezTo>
                  <a:pt x="491452" y="103222"/>
                  <a:pt x="492341" y="99785"/>
                  <a:pt x="494119" y="96882"/>
                </a:cubicBezTo>
                <a:cubicBezTo>
                  <a:pt x="496548" y="92852"/>
                  <a:pt x="500770" y="89060"/>
                  <a:pt x="506784" y="85505"/>
                </a:cubicBezTo>
                <a:cubicBezTo>
                  <a:pt x="512799" y="81949"/>
                  <a:pt x="522798" y="77624"/>
                  <a:pt x="536782" y="72528"/>
                </a:cubicBezTo>
                <a:lnTo>
                  <a:pt x="536782" y="69328"/>
                </a:lnTo>
                <a:cubicBezTo>
                  <a:pt x="536782" y="61210"/>
                  <a:pt x="535493" y="55640"/>
                  <a:pt x="532916" y="52618"/>
                </a:cubicBezTo>
                <a:cubicBezTo>
                  <a:pt x="530338" y="49596"/>
                  <a:pt x="526590" y="48085"/>
                  <a:pt x="521672" y="48085"/>
                </a:cubicBezTo>
                <a:cubicBezTo>
                  <a:pt x="517939" y="48085"/>
                  <a:pt x="514976" y="49089"/>
                  <a:pt x="512784" y="51096"/>
                </a:cubicBezTo>
                <a:cubicBezTo>
                  <a:pt x="510532" y="53103"/>
                  <a:pt x="509406" y="55406"/>
                  <a:pt x="509406" y="58004"/>
                </a:cubicBezTo>
                <a:lnTo>
                  <a:pt x="509584" y="63140"/>
                </a:lnTo>
                <a:cubicBezTo>
                  <a:pt x="509584" y="65854"/>
                  <a:pt x="508888" y="67950"/>
                  <a:pt x="507495" y="69425"/>
                </a:cubicBezTo>
                <a:cubicBezTo>
                  <a:pt x="506103" y="70901"/>
                  <a:pt x="504281" y="71639"/>
                  <a:pt x="502029" y="71639"/>
                </a:cubicBezTo>
                <a:cubicBezTo>
                  <a:pt x="499837" y="71639"/>
                  <a:pt x="498044" y="70872"/>
                  <a:pt x="496652" y="69336"/>
                </a:cubicBezTo>
                <a:cubicBezTo>
                  <a:pt x="495259" y="67800"/>
                  <a:pt x="494563" y="65702"/>
                  <a:pt x="494563" y="63042"/>
                </a:cubicBezTo>
                <a:cubicBezTo>
                  <a:pt x="494563" y="57963"/>
                  <a:pt x="497170" y="53297"/>
                  <a:pt x="502385" y="49044"/>
                </a:cubicBezTo>
                <a:cubicBezTo>
                  <a:pt x="507599" y="44790"/>
                  <a:pt x="514917" y="42663"/>
                  <a:pt x="524339" y="42663"/>
                </a:cubicBezTo>
                <a:cubicBezTo>
                  <a:pt x="531568" y="42663"/>
                  <a:pt x="537493" y="43876"/>
                  <a:pt x="542115" y="46302"/>
                </a:cubicBezTo>
                <a:cubicBezTo>
                  <a:pt x="545611" y="48137"/>
                  <a:pt x="548189" y="51008"/>
                  <a:pt x="549848" y="54915"/>
                </a:cubicBezTo>
                <a:cubicBezTo>
                  <a:pt x="550914" y="57460"/>
                  <a:pt x="551448" y="62668"/>
                  <a:pt x="551448" y="70539"/>
                </a:cubicBezTo>
                <a:lnTo>
                  <a:pt x="551448" y="98148"/>
                </a:lnTo>
                <a:cubicBezTo>
                  <a:pt x="551448" y="105901"/>
                  <a:pt x="551596" y="110651"/>
                  <a:pt x="551892" y="112397"/>
                </a:cubicBezTo>
                <a:cubicBezTo>
                  <a:pt x="552188" y="114143"/>
                  <a:pt x="552677" y="115313"/>
                  <a:pt x="553359" y="115905"/>
                </a:cubicBezTo>
                <a:cubicBezTo>
                  <a:pt x="554040" y="116496"/>
                  <a:pt x="554825" y="116791"/>
                  <a:pt x="555714" y="116791"/>
                </a:cubicBezTo>
                <a:cubicBezTo>
                  <a:pt x="556662" y="116791"/>
                  <a:pt x="557492" y="116584"/>
                  <a:pt x="558203" y="116169"/>
                </a:cubicBezTo>
                <a:cubicBezTo>
                  <a:pt x="559447" y="115399"/>
                  <a:pt x="561847" y="113236"/>
                  <a:pt x="565402" y="109681"/>
                </a:cubicBezTo>
                <a:lnTo>
                  <a:pt x="565402" y="114658"/>
                </a:lnTo>
                <a:cubicBezTo>
                  <a:pt x="558766" y="123546"/>
                  <a:pt x="552425" y="127990"/>
                  <a:pt x="546381" y="127990"/>
                </a:cubicBezTo>
                <a:cubicBezTo>
                  <a:pt x="543478" y="127990"/>
                  <a:pt x="541167" y="126983"/>
                  <a:pt x="539449" y="124968"/>
                </a:cubicBezTo>
                <a:cubicBezTo>
                  <a:pt x="537730" y="122954"/>
                  <a:pt x="536841" y="119517"/>
                  <a:pt x="536782" y="114658"/>
                </a:cubicBezTo>
                <a:moveTo>
                  <a:pt x="536782" y="108831"/>
                </a:moveTo>
                <a:lnTo>
                  <a:pt x="536782" y="77950"/>
                </a:lnTo>
                <a:cubicBezTo>
                  <a:pt x="527835" y="81488"/>
                  <a:pt x="522057" y="83996"/>
                  <a:pt x="519450" y="85471"/>
                </a:cubicBezTo>
                <a:cubicBezTo>
                  <a:pt x="514769" y="88067"/>
                  <a:pt x="511421" y="90781"/>
                  <a:pt x="509406" y="93612"/>
                </a:cubicBezTo>
                <a:cubicBezTo>
                  <a:pt x="507392" y="96444"/>
                  <a:pt x="506384" y="99541"/>
                  <a:pt x="506384" y="102903"/>
                </a:cubicBezTo>
                <a:cubicBezTo>
                  <a:pt x="506384" y="107151"/>
                  <a:pt x="507658" y="110676"/>
                  <a:pt x="510206" y="113478"/>
                </a:cubicBezTo>
                <a:cubicBezTo>
                  <a:pt x="512754" y="116279"/>
                  <a:pt x="515687" y="117680"/>
                  <a:pt x="519006" y="117680"/>
                </a:cubicBezTo>
                <a:cubicBezTo>
                  <a:pt x="523509" y="117680"/>
                  <a:pt x="529435" y="114730"/>
                  <a:pt x="536782" y="108831"/>
                </a:cubicBezTo>
                <a:close/>
                <a:moveTo>
                  <a:pt x="595662" y="18132"/>
                </a:moveTo>
                <a:lnTo>
                  <a:pt x="595662" y="44974"/>
                </a:lnTo>
                <a:lnTo>
                  <a:pt x="614683" y="44974"/>
                </a:lnTo>
                <a:lnTo>
                  <a:pt x="614683" y="51196"/>
                </a:lnTo>
                <a:lnTo>
                  <a:pt x="595662" y="51196"/>
                </a:lnTo>
                <a:lnTo>
                  <a:pt x="595662" y="103920"/>
                </a:lnTo>
                <a:cubicBezTo>
                  <a:pt x="595662" y="109188"/>
                  <a:pt x="596418" y="112740"/>
                  <a:pt x="597929" y="114575"/>
                </a:cubicBezTo>
                <a:cubicBezTo>
                  <a:pt x="599440" y="116408"/>
                  <a:pt x="601380" y="117324"/>
                  <a:pt x="603751" y="117324"/>
                </a:cubicBezTo>
                <a:cubicBezTo>
                  <a:pt x="605706" y="117324"/>
                  <a:pt x="607602" y="116717"/>
                  <a:pt x="609439" y="115502"/>
                </a:cubicBezTo>
                <a:cubicBezTo>
                  <a:pt x="611276" y="114288"/>
                  <a:pt x="612698" y="112495"/>
                  <a:pt x="613705" y="110125"/>
                </a:cubicBezTo>
                <a:lnTo>
                  <a:pt x="617172" y="110125"/>
                </a:lnTo>
                <a:cubicBezTo>
                  <a:pt x="615098" y="115949"/>
                  <a:pt x="612165" y="120353"/>
                  <a:pt x="608373" y="123338"/>
                </a:cubicBezTo>
                <a:cubicBezTo>
                  <a:pt x="604580" y="126321"/>
                  <a:pt x="600669" y="127813"/>
                  <a:pt x="596640" y="127813"/>
                </a:cubicBezTo>
                <a:cubicBezTo>
                  <a:pt x="593914" y="127813"/>
                  <a:pt x="591248" y="127056"/>
                  <a:pt x="588641" y="125543"/>
                </a:cubicBezTo>
                <a:cubicBezTo>
                  <a:pt x="586033" y="124030"/>
                  <a:pt x="584108" y="121866"/>
                  <a:pt x="582863" y="119049"/>
                </a:cubicBezTo>
                <a:cubicBezTo>
                  <a:pt x="581619" y="116231"/>
                  <a:pt x="580997" y="111885"/>
                  <a:pt x="580997" y="106011"/>
                </a:cubicBezTo>
                <a:lnTo>
                  <a:pt x="580997" y="51196"/>
                </a:lnTo>
                <a:lnTo>
                  <a:pt x="568109" y="51196"/>
                </a:lnTo>
                <a:lnTo>
                  <a:pt x="568109" y="48263"/>
                </a:lnTo>
                <a:cubicBezTo>
                  <a:pt x="571368" y="46956"/>
                  <a:pt x="574701" y="44742"/>
                  <a:pt x="578108" y="41622"/>
                </a:cubicBezTo>
                <a:cubicBezTo>
                  <a:pt x="581515" y="38502"/>
                  <a:pt x="584552" y="34802"/>
                  <a:pt x="587219" y="30523"/>
                </a:cubicBezTo>
                <a:cubicBezTo>
                  <a:pt x="588581" y="28265"/>
                  <a:pt x="590478" y="24135"/>
                  <a:pt x="592907" y="18132"/>
                </a:cubicBezTo>
                <a:lnTo>
                  <a:pt x="595662" y="18132"/>
                </a:lnTo>
                <a:close/>
                <a:moveTo>
                  <a:pt x="645882" y="0"/>
                </a:moveTo>
                <a:cubicBezTo>
                  <a:pt x="648371" y="0"/>
                  <a:pt x="650489" y="879"/>
                  <a:pt x="652237" y="2636"/>
                </a:cubicBezTo>
                <a:cubicBezTo>
                  <a:pt x="653985" y="4391"/>
                  <a:pt x="654859" y="6520"/>
                  <a:pt x="654859" y="9022"/>
                </a:cubicBezTo>
                <a:cubicBezTo>
                  <a:pt x="654859" y="11523"/>
                  <a:pt x="653985" y="13667"/>
                  <a:pt x="652237" y="15454"/>
                </a:cubicBezTo>
                <a:cubicBezTo>
                  <a:pt x="650489" y="17239"/>
                  <a:pt x="648371" y="18132"/>
                  <a:pt x="645882" y="18132"/>
                </a:cubicBezTo>
                <a:cubicBezTo>
                  <a:pt x="643393" y="18132"/>
                  <a:pt x="641260" y="17239"/>
                  <a:pt x="639483" y="15454"/>
                </a:cubicBezTo>
                <a:cubicBezTo>
                  <a:pt x="637705" y="13667"/>
                  <a:pt x="636816" y="11523"/>
                  <a:pt x="636816" y="9022"/>
                </a:cubicBezTo>
                <a:cubicBezTo>
                  <a:pt x="636816" y="6520"/>
                  <a:pt x="637690" y="4391"/>
                  <a:pt x="639438" y="2636"/>
                </a:cubicBezTo>
                <a:cubicBezTo>
                  <a:pt x="641186" y="879"/>
                  <a:pt x="643334" y="0"/>
                  <a:pt x="645882" y="0"/>
                </a:cubicBezTo>
                <a:moveTo>
                  <a:pt x="653259" y="42663"/>
                </a:moveTo>
                <a:lnTo>
                  <a:pt x="653259" y="107936"/>
                </a:lnTo>
                <a:cubicBezTo>
                  <a:pt x="653259" y="113021"/>
                  <a:pt x="653630" y="116406"/>
                  <a:pt x="654370" y="118091"/>
                </a:cubicBezTo>
                <a:cubicBezTo>
                  <a:pt x="655111" y="119776"/>
                  <a:pt x="656207" y="121033"/>
                  <a:pt x="657659" y="121860"/>
                </a:cubicBezTo>
                <a:cubicBezTo>
                  <a:pt x="659111" y="122688"/>
                  <a:pt x="661762" y="123102"/>
                  <a:pt x="665614" y="123102"/>
                </a:cubicBezTo>
                <a:lnTo>
                  <a:pt x="665614" y="126390"/>
                </a:lnTo>
                <a:lnTo>
                  <a:pt x="626061" y="126390"/>
                </a:lnTo>
                <a:lnTo>
                  <a:pt x="626061" y="123102"/>
                </a:lnTo>
                <a:cubicBezTo>
                  <a:pt x="630031" y="123102"/>
                  <a:pt x="632698" y="122718"/>
                  <a:pt x="634061" y="121949"/>
                </a:cubicBezTo>
                <a:cubicBezTo>
                  <a:pt x="635424" y="121181"/>
                  <a:pt x="636505" y="119909"/>
                  <a:pt x="637305" y="118136"/>
                </a:cubicBezTo>
                <a:cubicBezTo>
                  <a:pt x="638105" y="116362"/>
                  <a:pt x="638505" y="112962"/>
                  <a:pt x="638505" y="107936"/>
                </a:cubicBezTo>
                <a:lnTo>
                  <a:pt x="638505" y="76630"/>
                </a:lnTo>
                <a:cubicBezTo>
                  <a:pt x="638505" y="67820"/>
                  <a:pt x="638238" y="62115"/>
                  <a:pt x="637705" y="59515"/>
                </a:cubicBezTo>
                <a:cubicBezTo>
                  <a:pt x="637290" y="57623"/>
                  <a:pt x="636638" y="56307"/>
                  <a:pt x="635750" y="55568"/>
                </a:cubicBezTo>
                <a:cubicBezTo>
                  <a:pt x="634861" y="54829"/>
                  <a:pt x="633646" y="54460"/>
                  <a:pt x="632105" y="54460"/>
                </a:cubicBezTo>
                <a:cubicBezTo>
                  <a:pt x="630446" y="54460"/>
                  <a:pt x="628432" y="54903"/>
                  <a:pt x="626061" y="55790"/>
                </a:cubicBezTo>
                <a:lnTo>
                  <a:pt x="624817" y="52596"/>
                </a:lnTo>
                <a:lnTo>
                  <a:pt x="649349" y="42663"/>
                </a:lnTo>
                <a:lnTo>
                  <a:pt x="653259" y="42663"/>
                </a:lnTo>
                <a:close/>
                <a:moveTo>
                  <a:pt x="715596" y="42663"/>
                </a:moveTo>
                <a:cubicBezTo>
                  <a:pt x="727921" y="42663"/>
                  <a:pt x="737817" y="47340"/>
                  <a:pt x="745283" y="56693"/>
                </a:cubicBezTo>
                <a:cubicBezTo>
                  <a:pt x="751623" y="64683"/>
                  <a:pt x="754793" y="73858"/>
                  <a:pt x="754793" y="84219"/>
                </a:cubicBezTo>
                <a:cubicBezTo>
                  <a:pt x="754793" y="91500"/>
                  <a:pt x="753045" y="98869"/>
                  <a:pt x="749549" y="106328"/>
                </a:cubicBezTo>
                <a:cubicBezTo>
                  <a:pt x="746053" y="113785"/>
                  <a:pt x="741239" y="119408"/>
                  <a:pt x="735106" y="123196"/>
                </a:cubicBezTo>
                <a:cubicBezTo>
                  <a:pt x="728973" y="126985"/>
                  <a:pt x="722144" y="128879"/>
                  <a:pt x="714619" y="128879"/>
                </a:cubicBezTo>
                <a:cubicBezTo>
                  <a:pt x="702353" y="128879"/>
                  <a:pt x="692606" y="123995"/>
                  <a:pt x="685376" y="114228"/>
                </a:cubicBezTo>
                <a:cubicBezTo>
                  <a:pt x="679273" y="106000"/>
                  <a:pt x="676222" y="96767"/>
                  <a:pt x="676222" y="86527"/>
                </a:cubicBezTo>
                <a:cubicBezTo>
                  <a:pt x="676222" y="79068"/>
                  <a:pt x="678073" y="71654"/>
                  <a:pt x="681777" y="64284"/>
                </a:cubicBezTo>
                <a:cubicBezTo>
                  <a:pt x="685480" y="56914"/>
                  <a:pt x="690354" y="51468"/>
                  <a:pt x="696398" y="47946"/>
                </a:cubicBezTo>
                <a:cubicBezTo>
                  <a:pt x="702442" y="44424"/>
                  <a:pt x="708841" y="42663"/>
                  <a:pt x="715596" y="42663"/>
                </a:cubicBezTo>
                <a:moveTo>
                  <a:pt x="712841" y="48530"/>
                </a:moveTo>
                <a:cubicBezTo>
                  <a:pt x="709701" y="48530"/>
                  <a:pt x="706545" y="49462"/>
                  <a:pt x="703375" y="51327"/>
                </a:cubicBezTo>
                <a:cubicBezTo>
                  <a:pt x="700205" y="53191"/>
                  <a:pt x="697642" y="56461"/>
                  <a:pt x="695687" y="61137"/>
                </a:cubicBezTo>
                <a:cubicBezTo>
                  <a:pt x="693731" y="65813"/>
                  <a:pt x="692754" y="71820"/>
                  <a:pt x="692754" y="79158"/>
                </a:cubicBezTo>
                <a:cubicBezTo>
                  <a:pt x="692754" y="90994"/>
                  <a:pt x="695109" y="101203"/>
                  <a:pt x="699820" y="109786"/>
                </a:cubicBezTo>
                <a:cubicBezTo>
                  <a:pt x="704531" y="118367"/>
                  <a:pt x="710737" y="122657"/>
                  <a:pt x="718441" y="122657"/>
                </a:cubicBezTo>
                <a:cubicBezTo>
                  <a:pt x="724188" y="122657"/>
                  <a:pt x="728929" y="120290"/>
                  <a:pt x="732662" y="115555"/>
                </a:cubicBezTo>
                <a:cubicBezTo>
                  <a:pt x="736395" y="110820"/>
                  <a:pt x="738261" y="102683"/>
                  <a:pt x="738261" y="91143"/>
                </a:cubicBezTo>
                <a:cubicBezTo>
                  <a:pt x="738261" y="76702"/>
                  <a:pt x="735150" y="65338"/>
                  <a:pt x="728929" y="57051"/>
                </a:cubicBezTo>
                <a:cubicBezTo>
                  <a:pt x="724722" y="51370"/>
                  <a:pt x="719359" y="48530"/>
                  <a:pt x="712841" y="48530"/>
                </a:cubicBezTo>
                <a:close/>
                <a:moveTo>
                  <a:pt x="793073" y="59907"/>
                </a:moveTo>
                <a:cubicBezTo>
                  <a:pt x="802613" y="48411"/>
                  <a:pt x="811708" y="42663"/>
                  <a:pt x="820359" y="42663"/>
                </a:cubicBezTo>
                <a:cubicBezTo>
                  <a:pt x="824803" y="42663"/>
                  <a:pt x="828625" y="43773"/>
                  <a:pt x="831825" y="45991"/>
                </a:cubicBezTo>
                <a:cubicBezTo>
                  <a:pt x="835025" y="48207"/>
                  <a:pt x="837573" y="51858"/>
                  <a:pt x="839469" y="56943"/>
                </a:cubicBezTo>
                <a:cubicBezTo>
                  <a:pt x="840773" y="60489"/>
                  <a:pt x="841424" y="65928"/>
                  <a:pt x="841424" y="73261"/>
                </a:cubicBezTo>
                <a:lnTo>
                  <a:pt x="841424" y="107936"/>
                </a:lnTo>
                <a:cubicBezTo>
                  <a:pt x="841424" y="113080"/>
                  <a:pt x="841839" y="116569"/>
                  <a:pt x="842669" y="118402"/>
                </a:cubicBezTo>
                <a:cubicBezTo>
                  <a:pt x="843321" y="119880"/>
                  <a:pt x="844372" y="121033"/>
                  <a:pt x="845824" y="121860"/>
                </a:cubicBezTo>
                <a:cubicBezTo>
                  <a:pt x="847276" y="122688"/>
                  <a:pt x="849957" y="123102"/>
                  <a:pt x="853868" y="123102"/>
                </a:cubicBezTo>
                <a:lnTo>
                  <a:pt x="853868" y="126390"/>
                </a:lnTo>
                <a:lnTo>
                  <a:pt x="813604" y="126390"/>
                </a:lnTo>
                <a:lnTo>
                  <a:pt x="813604" y="123102"/>
                </a:lnTo>
                <a:lnTo>
                  <a:pt x="815293" y="123102"/>
                </a:lnTo>
                <a:cubicBezTo>
                  <a:pt x="819085" y="123102"/>
                  <a:pt x="821737" y="122527"/>
                  <a:pt x="823248" y="121377"/>
                </a:cubicBezTo>
                <a:cubicBezTo>
                  <a:pt x="824759" y="120227"/>
                  <a:pt x="825811" y="118533"/>
                  <a:pt x="826403" y="116294"/>
                </a:cubicBezTo>
                <a:cubicBezTo>
                  <a:pt x="826640" y="115409"/>
                  <a:pt x="826759" y="112638"/>
                  <a:pt x="826759" y="107981"/>
                </a:cubicBezTo>
                <a:lnTo>
                  <a:pt x="826759" y="74819"/>
                </a:lnTo>
                <a:cubicBezTo>
                  <a:pt x="826759" y="67451"/>
                  <a:pt x="825796" y="62102"/>
                  <a:pt x="823870" y="58771"/>
                </a:cubicBezTo>
                <a:cubicBezTo>
                  <a:pt x="821944" y="55439"/>
                  <a:pt x="818700" y="53774"/>
                  <a:pt x="814138" y="53774"/>
                </a:cubicBezTo>
                <a:cubicBezTo>
                  <a:pt x="807086" y="53774"/>
                  <a:pt x="800065" y="57606"/>
                  <a:pt x="793073" y="65270"/>
                </a:cubicBezTo>
                <a:lnTo>
                  <a:pt x="793073" y="107981"/>
                </a:lnTo>
                <a:cubicBezTo>
                  <a:pt x="793073" y="113464"/>
                  <a:pt x="793398" y="116853"/>
                  <a:pt x="794050" y="118149"/>
                </a:cubicBezTo>
                <a:cubicBezTo>
                  <a:pt x="794880" y="119859"/>
                  <a:pt x="796020" y="121111"/>
                  <a:pt x="797472" y="121907"/>
                </a:cubicBezTo>
                <a:cubicBezTo>
                  <a:pt x="798924" y="122704"/>
                  <a:pt x="801872" y="123102"/>
                  <a:pt x="806316" y="123102"/>
                </a:cubicBezTo>
                <a:lnTo>
                  <a:pt x="806316" y="126390"/>
                </a:lnTo>
                <a:lnTo>
                  <a:pt x="766052" y="126390"/>
                </a:lnTo>
                <a:lnTo>
                  <a:pt x="766052" y="123102"/>
                </a:lnTo>
                <a:lnTo>
                  <a:pt x="767830" y="123102"/>
                </a:lnTo>
                <a:cubicBezTo>
                  <a:pt x="771978" y="123102"/>
                  <a:pt x="774778" y="122053"/>
                  <a:pt x="776229" y="119955"/>
                </a:cubicBezTo>
                <a:cubicBezTo>
                  <a:pt x="777681" y="117855"/>
                  <a:pt x="778407" y="113849"/>
                  <a:pt x="778407" y="107936"/>
                </a:cubicBezTo>
                <a:lnTo>
                  <a:pt x="778407" y="77783"/>
                </a:lnTo>
                <a:cubicBezTo>
                  <a:pt x="778407" y="68028"/>
                  <a:pt x="778185" y="62087"/>
                  <a:pt x="777740" y="59959"/>
                </a:cubicBezTo>
                <a:cubicBezTo>
                  <a:pt x="777296" y="57830"/>
                  <a:pt x="776614" y="56381"/>
                  <a:pt x="775696" y="55612"/>
                </a:cubicBezTo>
                <a:cubicBezTo>
                  <a:pt x="774778" y="54844"/>
                  <a:pt x="773548" y="54460"/>
                  <a:pt x="772007" y="54460"/>
                </a:cubicBezTo>
                <a:cubicBezTo>
                  <a:pt x="770348" y="54460"/>
                  <a:pt x="768363" y="54903"/>
                  <a:pt x="766052" y="55790"/>
                </a:cubicBezTo>
                <a:lnTo>
                  <a:pt x="764719" y="52596"/>
                </a:lnTo>
                <a:lnTo>
                  <a:pt x="789251" y="42663"/>
                </a:lnTo>
                <a:lnTo>
                  <a:pt x="793073" y="42663"/>
                </a:lnTo>
                <a:lnTo>
                  <a:pt x="793073" y="5990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Feature">
            <a:extLst xmlns:a="http://schemas.openxmlformats.org/drawingml/2006/main">
              <a:ext uri="{FF2B5EF4-FFF2-40B4-BE49-F238E27FC236}">
                <a16:creationId xmlns:a16="http://schemas.microsoft.com/office/drawing/2014/main" id="{831FA02E-30FC-4282-AD12-CF574AD7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51" y="6370604"/>
            <a:ext cx="530880" cy="123437"/>
          </a:xfrm>
          <a:custGeom xmlns:a="http://schemas.openxmlformats.org/drawingml/2006/main">
            <a:pathLst>
              <a:path w="530880" h="123437">
                <a:moveTo>
                  <a:pt x="34427" y="6600"/>
                </a:moveTo>
                <a:lnTo>
                  <a:pt x="34427" y="54048"/>
                </a:lnTo>
                <a:lnTo>
                  <a:pt x="56456" y="54048"/>
                </a:lnTo>
                <a:cubicBezTo>
                  <a:pt x="61510" y="54048"/>
                  <a:pt x="65212" y="52933"/>
                  <a:pt x="67560" y="50704"/>
                </a:cubicBezTo>
                <a:cubicBezTo>
                  <a:pt x="69909" y="48474"/>
                  <a:pt x="71470" y="44059"/>
                  <a:pt x="72243" y="37459"/>
                </a:cubicBezTo>
                <a:lnTo>
                  <a:pt x="75543" y="37459"/>
                </a:lnTo>
                <a:lnTo>
                  <a:pt x="75543" y="78486"/>
                </a:lnTo>
                <a:lnTo>
                  <a:pt x="72243" y="78486"/>
                </a:lnTo>
                <a:cubicBezTo>
                  <a:pt x="72183" y="73765"/>
                  <a:pt x="71574" y="70298"/>
                  <a:pt x="70414" y="68087"/>
                </a:cubicBezTo>
                <a:cubicBezTo>
                  <a:pt x="69255" y="65874"/>
                  <a:pt x="67650" y="64215"/>
                  <a:pt x="65598" y="63109"/>
                </a:cubicBezTo>
                <a:cubicBezTo>
                  <a:pt x="63547" y="62004"/>
                  <a:pt x="60500" y="61451"/>
                  <a:pt x="56456" y="61451"/>
                </a:cubicBezTo>
                <a:lnTo>
                  <a:pt x="34427" y="61451"/>
                </a:lnTo>
                <a:lnTo>
                  <a:pt x="34427" y="99507"/>
                </a:lnTo>
                <a:cubicBezTo>
                  <a:pt x="34427" y="105640"/>
                  <a:pt x="34813" y="109690"/>
                  <a:pt x="35586" y="111656"/>
                </a:cubicBezTo>
                <a:cubicBezTo>
                  <a:pt x="36181" y="113144"/>
                  <a:pt x="37430" y="114424"/>
                  <a:pt x="39332" y="115497"/>
                </a:cubicBezTo>
                <a:cubicBezTo>
                  <a:pt x="41948" y="116925"/>
                  <a:pt x="44684" y="117640"/>
                  <a:pt x="47538" y="117640"/>
                </a:cubicBezTo>
                <a:lnTo>
                  <a:pt x="51908" y="117640"/>
                </a:lnTo>
                <a:lnTo>
                  <a:pt x="51908" y="120940"/>
                </a:lnTo>
                <a:lnTo>
                  <a:pt x="0" y="120940"/>
                </a:lnTo>
                <a:lnTo>
                  <a:pt x="0" y="117640"/>
                </a:lnTo>
                <a:lnTo>
                  <a:pt x="4281" y="117640"/>
                </a:lnTo>
                <a:cubicBezTo>
                  <a:pt x="9276" y="117640"/>
                  <a:pt x="12903" y="116183"/>
                  <a:pt x="15162" y="113270"/>
                </a:cubicBezTo>
                <a:cubicBezTo>
                  <a:pt x="16589" y="111367"/>
                  <a:pt x="17303" y="106789"/>
                  <a:pt x="17303" y="99535"/>
                </a:cubicBezTo>
                <a:lnTo>
                  <a:pt x="17303" y="21405"/>
                </a:lnTo>
                <a:cubicBezTo>
                  <a:pt x="17303" y="15281"/>
                  <a:pt x="16916" y="11238"/>
                  <a:pt x="16143" y="9276"/>
                </a:cubicBezTo>
                <a:cubicBezTo>
                  <a:pt x="15549" y="7789"/>
                  <a:pt x="14330" y="6511"/>
                  <a:pt x="12486" y="5441"/>
                </a:cubicBezTo>
                <a:cubicBezTo>
                  <a:pt x="9930" y="4013"/>
                  <a:pt x="7195" y="3300"/>
                  <a:pt x="4281" y="3300"/>
                </a:cubicBezTo>
                <a:lnTo>
                  <a:pt x="0" y="3300"/>
                </a:lnTo>
                <a:lnTo>
                  <a:pt x="0" y="0"/>
                </a:lnTo>
                <a:lnTo>
                  <a:pt x="89991" y="0"/>
                </a:lnTo>
                <a:lnTo>
                  <a:pt x="91151" y="26578"/>
                </a:lnTo>
                <a:lnTo>
                  <a:pt x="88029" y="26578"/>
                </a:lnTo>
                <a:cubicBezTo>
                  <a:pt x="86483" y="20930"/>
                  <a:pt x="84685" y="16782"/>
                  <a:pt x="82633" y="14136"/>
                </a:cubicBezTo>
                <a:cubicBezTo>
                  <a:pt x="80582" y="11490"/>
                  <a:pt x="78055" y="9573"/>
                  <a:pt x="75052" y="8384"/>
                </a:cubicBezTo>
                <a:cubicBezTo>
                  <a:pt x="72050" y="7195"/>
                  <a:pt x="67397" y="6600"/>
                  <a:pt x="61094" y="6600"/>
                </a:cubicBezTo>
                <a:lnTo>
                  <a:pt x="34427" y="6600"/>
                </a:lnTo>
                <a:close/>
                <a:moveTo>
                  <a:pt x="113857" y="70102"/>
                </a:moveTo>
                <a:cubicBezTo>
                  <a:pt x="113797" y="82204"/>
                  <a:pt x="116741" y="91696"/>
                  <a:pt x="122687" y="98579"/>
                </a:cubicBezTo>
                <a:cubicBezTo>
                  <a:pt x="128632" y="105459"/>
                  <a:pt x="135619" y="108899"/>
                  <a:pt x="143646" y="108899"/>
                </a:cubicBezTo>
                <a:cubicBezTo>
                  <a:pt x="148997" y="108899"/>
                  <a:pt x="153650" y="107428"/>
                  <a:pt x="157604" y="104485"/>
                </a:cubicBezTo>
                <a:cubicBezTo>
                  <a:pt x="161558" y="101541"/>
                  <a:pt x="164873" y="96502"/>
                  <a:pt x="167548" y="89367"/>
                </a:cubicBezTo>
                <a:lnTo>
                  <a:pt x="170313" y="91151"/>
                </a:lnTo>
                <a:cubicBezTo>
                  <a:pt x="169065" y="99297"/>
                  <a:pt x="165438" y="106714"/>
                  <a:pt x="159432" y="113403"/>
                </a:cubicBezTo>
                <a:cubicBezTo>
                  <a:pt x="153427" y="120093"/>
                  <a:pt x="145905" y="123437"/>
                  <a:pt x="136868" y="123437"/>
                </a:cubicBezTo>
                <a:cubicBezTo>
                  <a:pt x="127057" y="123437"/>
                  <a:pt x="118658" y="119625"/>
                  <a:pt x="111672" y="112001"/>
                </a:cubicBezTo>
                <a:cubicBezTo>
                  <a:pt x="104685" y="104376"/>
                  <a:pt x="101192" y="94125"/>
                  <a:pt x="101192" y="81248"/>
                </a:cubicBezTo>
                <a:cubicBezTo>
                  <a:pt x="101192" y="67305"/>
                  <a:pt x="104775" y="56432"/>
                  <a:pt x="111939" y="48630"/>
                </a:cubicBezTo>
                <a:cubicBezTo>
                  <a:pt x="119104" y="40826"/>
                  <a:pt x="128097" y="36924"/>
                  <a:pt x="138919" y="36924"/>
                </a:cubicBezTo>
                <a:cubicBezTo>
                  <a:pt x="148076" y="36924"/>
                  <a:pt x="155597" y="39934"/>
                  <a:pt x="161484" y="45954"/>
                </a:cubicBezTo>
                <a:cubicBezTo>
                  <a:pt x="167370" y="51973"/>
                  <a:pt x="170313" y="60022"/>
                  <a:pt x="170313" y="70102"/>
                </a:cubicBezTo>
                <a:lnTo>
                  <a:pt x="113857" y="70102"/>
                </a:lnTo>
                <a:moveTo>
                  <a:pt x="113857" y="64929"/>
                </a:moveTo>
                <a:lnTo>
                  <a:pt x="151673" y="64929"/>
                </a:lnTo>
                <a:cubicBezTo>
                  <a:pt x="151376" y="59697"/>
                  <a:pt x="150751" y="56010"/>
                  <a:pt x="149800" y="53870"/>
                </a:cubicBezTo>
                <a:cubicBezTo>
                  <a:pt x="148313" y="50540"/>
                  <a:pt x="146099" y="47924"/>
                  <a:pt x="143155" y="46021"/>
                </a:cubicBezTo>
                <a:cubicBezTo>
                  <a:pt x="140212" y="44119"/>
                  <a:pt x="137135" y="43167"/>
                  <a:pt x="133924" y="43167"/>
                </a:cubicBezTo>
                <a:cubicBezTo>
                  <a:pt x="128989" y="43167"/>
                  <a:pt x="124574" y="45085"/>
                  <a:pt x="120680" y="48920"/>
                </a:cubicBezTo>
                <a:cubicBezTo>
                  <a:pt x="116785" y="52755"/>
                  <a:pt x="114511" y="58092"/>
                  <a:pt x="113857" y="64929"/>
                </a:cubicBezTo>
                <a:close/>
                <a:moveTo>
                  <a:pt x="227511" y="109167"/>
                </a:moveTo>
                <a:cubicBezTo>
                  <a:pt x="219127" y="115648"/>
                  <a:pt x="213865" y="119394"/>
                  <a:pt x="211725" y="120405"/>
                </a:cubicBezTo>
                <a:cubicBezTo>
                  <a:pt x="208514" y="121951"/>
                  <a:pt x="205095" y="122724"/>
                  <a:pt x="201468" y="122724"/>
                </a:cubicBezTo>
                <a:cubicBezTo>
                  <a:pt x="195819" y="122724"/>
                  <a:pt x="191167" y="120791"/>
                  <a:pt x="187510" y="116926"/>
                </a:cubicBezTo>
                <a:cubicBezTo>
                  <a:pt x="183853" y="113062"/>
                  <a:pt x="182025" y="107978"/>
                  <a:pt x="182025" y="101675"/>
                </a:cubicBezTo>
                <a:cubicBezTo>
                  <a:pt x="182025" y="97691"/>
                  <a:pt x="182917" y="94243"/>
                  <a:pt x="184701" y="91329"/>
                </a:cubicBezTo>
                <a:cubicBezTo>
                  <a:pt x="187138" y="87286"/>
                  <a:pt x="191375" y="83481"/>
                  <a:pt x="197410" y="79913"/>
                </a:cubicBezTo>
                <a:cubicBezTo>
                  <a:pt x="203445" y="76346"/>
                  <a:pt x="213479" y="72005"/>
                  <a:pt x="227511" y="66892"/>
                </a:cubicBezTo>
                <a:lnTo>
                  <a:pt x="227511" y="63681"/>
                </a:lnTo>
                <a:cubicBezTo>
                  <a:pt x="227511" y="55535"/>
                  <a:pt x="226218" y="49946"/>
                  <a:pt x="223631" y="46913"/>
                </a:cubicBezTo>
                <a:cubicBezTo>
                  <a:pt x="221045" y="43881"/>
                  <a:pt x="217284" y="42365"/>
                  <a:pt x="212349" y="42365"/>
                </a:cubicBezTo>
                <a:cubicBezTo>
                  <a:pt x="208603" y="42365"/>
                  <a:pt x="205630" y="43372"/>
                  <a:pt x="203430" y="45386"/>
                </a:cubicBezTo>
                <a:cubicBezTo>
                  <a:pt x="201171" y="47400"/>
                  <a:pt x="200041" y="49711"/>
                  <a:pt x="200041" y="52318"/>
                </a:cubicBezTo>
                <a:lnTo>
                  <a:pt x="200219" y="57471"/>
                </a:lnTo>
                <a:cubicBezTo>
                  <a:pt x="200219" y="60195"/>
                  <a:pt x="199521" y="62297"/>
                  <a:pt x="198123" y="63778"/>
                </a:cubicBezTo>
                <a:cubicBezTo>
                  <a:pt x="196726" y="65259"/>
                  <a:pt x="194898" y="66000"/>
                  <a:pt x="192638" y="66000"/>
                </a:cubicBezTo>
                <a:cubicBezTo>
                  <a:pt x="190438" y="66000"/>
                  <a:pt x="188640" y="65229"/>
                  <a:pt x="187242" y="63689"/>
                </a:cubicBezTo>
                <a:cubicBezTo>
                  <a:pt x="185845" y="62147"/>
                  <a:pt x="185146" y="60042"/>
                  <a:pt x="185146" y="57373"/>
                </a:cubicBezTo>
                <a:cubicBezTo>
                  <a:pt x="185146" y="52277"/>
                  <a:pt x="187763" y="47594"/>
                  <a:pt x="192995" y="43326"/>
                </a:cubicBezTo>
                <a:cubicBezTo>
                  <a:pt x="198227" y="39058"/>
                  <a:pt x="205571" y="36924"/>
                  <a:pt x="215025" y="36924"/>
                </a:cubicBezTo>
                <a:cubicBezTo>
                  <a:pt x="222279" y="36924"/>
                  <a:pt x="228225" y="38141"/>
                  <a:pt x="232862" y="40575"/>
                </a:cubicBezTo>
                <a:cubicBezTo>
                  <a:pt x="236371" y="42417"/>
                  <a:pt x="238957" y="45298"/>
                  <a:pt x="240622" y="49218"/>
                </a:cubicBezTo>
                <a:cubicBezTo>
                  <a:pt x="241692" y="51771"/>
                  <a:pt x="242227" y="56997"/>
                  <a:pt x="242227" y="64896"/>
                </a:cubicBezTo>
                <a:lnTo>
                  <a:pt x="242227" y="92600"/>
                </a:lnTo>
                <a:cubicBezTo>
                  <a:pt x="242227" y="100380"/>
                  <a:pt x="242376" y="105146"/>
                  <a:pt x="242673" y="106898"/>
                </a:cubicBezTo>
                <a:cubicBezTo>
                  <a:pt x="242970" y="108650"/>
                  <a:pt x="243461" y="109824"/>
                  <a:pt x="244145" y="110418"/>
                </a:cubicBezTo>
                <a:cubicBezTo>
                  <a:pt x="244829" y="111011"/>
                  <a:pt x="245616" y="111307"/>
                  <a:pt x="246508" y="111307"/>
                </a:cubicBezTo>
                <a:cubicBezTo>
                  <a:pt x="247460" y="111307"/>
                  <a:pt x="248292" y="111099"/>
                  <a:pt x="249006" y="110683"/>
                </a:cubicBezTo>
                <a:cubicBezTo>
                  <a:pt x="250254" y="109910"/>
                  <a:pt x="252662" y="107740"/>
                  <a:pt x="256230" y="104172"/>
                </a:cubicBezTo>
                <a:lnTo>
                  <a:pt x="256230" y="109167"/>
                </a:lnTo>
                <a:cubicBezTo>
                  <a:pt x="249570" y="118086"/>
                  <a:pt x="243208" y="122545"/>
                  <a:pt x="237143" y="122545"/>
                </a:cubicBezTo>
                <a:cubicBezTo>
                  <a:pt x="234230" y="122545"/>
                  <a:pt x="231911" y="121534"/>
                  <a:pt x="230187" y="119513"/>
                </a:cubicBezTo>
                <a:cubicBezTo>
                  <a:pt x="228462" y="117491"/>
                  <a:pt x="227571" y="114043"/>
                  <a:pt x="227511" y="109167"/>
                </a:cubicBezTo>
                <a:moveTo>
                  <a:pt x="227511" y="103320"/>
                </a:moveTo>
                <a:lnTo>
                  <a:pt x="227511" y="72332"/>
                </a:lnTo>
                <a:cubicBezTo>
                  <a:pt x="218533" y="75883"/>
                  <a:pt x="212736" y="78399"/>
                  <a:pt x="210119" y="79880"/>
                </a:cubicBezTo>
                <a:cubicBezTo>
                  <a:pt x="205422" y="82485"/>
                  <a:pt x="202063" y="85208"/>
                  <a:pt x="200041" y="88049"/>
                </a:cubicBezTo>
                <a:cubicBezTo>
                  <a:pt x="198019" y="90890"/>
                  <a:pt x="197009" y="93997"/>
                  <a:pt x="197009" y="97372"/>
                </a:cubicBezTo>
                <a:cubicBezTo>
                  <a:pt x="197009" y="101634"/>
                  <a:pt x="198287" y="105171"/>
                  <a:pt x="200844" y="107982"/>
                </a:cubicBezTo>
                <a:cubicBezTo>
                  <a:pt x="203400" y="110794"/>
                  <a:pt x="206344" y="112199"/>
                  <a:pt x="209673" y="112199"/>
                </a:cubicBezTo>
                <a:cubicBezTo>
                  <a:pt x="214192" y="112199"/>
                  <a:pt x="220138" y="109239"/>
                  <a:pt x="227511" y="103320"/>
                </a:cubicBezTo>
                <a:close/>
                <a:moveTo>
                  <a:pt x="286777" y="12308"/>
                </a:moveTo>
                <a:lnTo>
                  <a:pt x="286777" y="39243"/>
                </a:lnTo>
                <a:lnTo>
                  <a:pt x="305864" y="39243"/>
                </a:lnTo>
                <a:lnTo>
                  <a:pt x="305864" y="45486"/>
                </a:lnTo>
                <a:lnTo>
                  <a:pt x="286777" y="45486"/>
                </a:lnTo>
                <a:lnTo>
                  <a:pt x="286777" y="98392"/>
                </a:lnTo>
                <a:cubicBezTo>
                  <a:pt x="286777" y="103678"/>
                  <a:pt x="287536" y="107242"/>
                  <a:pt x="289052" y="109083"/>
                </a:cubicBezTo>
                <a:cubicBezTo>
                  <a:pt x="290568" y="110923"/>
                  <a:pt x="292515" y="111843"/>
                  <a:pt x="294894" y="111843"/>
                </a:cubicBezTo>
                <a:cubicBezTo>
                  <a:pt x="296856" y="111843"/>
                  <a:pt x="298758" y="111233"/>
                  <a:pt x="300602" y="110014"/>
                </a:cubicBezTo>
                <a:cubicBezTo>
                  <a:pt x="302445" y="108795"/>
                  <a:pt x="303872" y="106997"/>
                  <a:pt x="304883" y="104618"/>
                </a:cubicBezTo>
                <a:lnTo>
                  <a:pt x="308361" y="104618"/>
                </a:lnTo>
                <a:cubicBezTo>
                  <a:pt x="306280" y="110462"/>
                  <a:pt x="303337" y="114882"/>
                  <a:pt x="299531" y="117877"/>
                </a:cubicBezTo>
                <a:cubicBezTo>
                  <a:pt x="295726" y="120870"/>
                  <a:pt x="291802" y="122367"/>
                  <a:pt x="287758" y="122367"/>
                </a:cubicBezTo>
                <a:cubicBezTo>
                  <a:pt x="285023" y="122367"/>
                  <a:pt x="282348" y="121608"/>
                  <a:pt x="279731" y="120090"/>
                </a:cubicBezTo>
                <a:cubicBezTo>
                  <a:pt x="277115" y="118572"/>
                  <a:pt x="275183" y="116400"/>
                  <a:pt x="273934" y="113573"/>
                </a:cubicBezTo>
                <a:cubicBezTo>
                  <a:pt x="272686" y="110745"/>
                  <a:pt x="272061" y="106384"/>
                  <a:pt x="272061" y="100491"/>
                </a:cubicBezTo>
                <a:lnTo>
                  <a:pt x="272061" y="45486"/>
                </a:lnTo>
                <a:lnTo>
                  <a:pt x="259129" y="45486"/>
                </a:lnTo>
                <a:lnTo>
                  <a:pt x="259129" y="42543"/>
                </a:lnTo>
                <a:cubicBezTo>
                  <a:pt x="262399" y="41231"/>
                  <a:pt x="265744" y="39010"/>
                  <a:pt x="269163" y="35879"/>
                </a:cubicBezTo>
                <a:cubicBezTo>
                  <a:pt x="272582" y="32748"/>
                  <a:pt x="275629" y="29036"/>
                  <a:pt x="278304" y="24742"/>
                </a:cubicBezTo>
                <a:cubicBezTo>
                  <a:pt x="279672" y="22476"/>
                  <a:pt x="281575" y="18332"/>
                  <a:pt x="284013" y="12308"/>
                </a:cubicBezTo>
                <a:lnTo>
                  <a:pt x="286777" y="12308"/>
                </a:lnTo>
                <a:close/>
                <a:moveTo>
                  <a:pt x="384903" y="39243"/>
                </a:moveTo>
                <a:lnTo>
                  <a:pt x="384903" y="88743"/>
                </a:lnTo>
                <a:cubicBezTo>
                  <a:pt x="384903" y="98197"/>
                  <a:pt x="385126" y="103979"/>
                  <a:pt x="385572" y="106090"/>
                </a:cubicBezTo>
                <a:cubicBezTo>
                  <a:pt x="386018" y="108201"/>
                  <a:pt x="386731" y="109672"/>
                  <a:pt x="387713" y="110505"/>
                </a:cubicBezTo>
                <a:cubicBezTo>
                  <a:pt x="388694" y="111337"/>
                  <a:pt x="389838" y="111753"/>
                  <a:pt x="391146" y="111753"/>
                </a:cubicBezTo>
                <a:cubicBezTo>
                  <a:pt x="392990" y="111753"/>
                  <a:pt x="395071" y="111248"/>
                  <a:pt x="397389" y="110237"/>
                </a:cubicBezTo>
                <a:lnTo>
                  <a:pt x="398638" y="113359"/>
                </a:lnTo>
                <a:lnTo>
                  <a:pt x="374200" y="123437"/>
                </a:lnTo>
                <a:lnTo>
                  <a:pt x="370187" y="123437"/>
                </a:lnTo>
                <a:lnTo>
                  <a:pt x="370187" y="106135"/>
                </a:lnTo>
                <a:cubicBezTo>
                  <a:pt x="363171" y="113745"/>
                  <a:pt x="357819" y="118532"/>
                  <a:pt x="354133" y="120494"/>
                </a:cubicBezTo>
                <a:cubicBezTo>
                  <a:pt x="350446" y="122456"/>
                  <a:pt x="346552" y="123437"/>
                  <a:pt x="342449" y="123437"/>
                </a:cubicBezTo>
                <a:cubicBezTo>
                  <a:pt x="337871" y="123437"/>
                  <a:pt x="333902" y="122114"/>
                  <a:pt x="330543" y="119468"/>
                </a:cubicBezTo>
                <a:cubicBezTo>
                  <a:pt x="327183" y="116822"/>
                  <a:pt x="324849" y="113418"/>
                  <a:pt x="323541" y="109256"/>
                </a:cubicBezTo>
                <a:cubicBezTo>
                  <a:pt x="322233" y="105094"/>
                  <a:pt x="321579" y="99208"/>
                  <a:pt x="321579" y="91597"/>
                </a:cubicBezTo>
                <a:lnTo>
                  <a:pt x="321579" y="55119"/>
                </a:lnTo>
                <a:cubicBezTo>
                  <a:pt x="321579" y="51254"/>
                  <a:pt x="321163" y="48578"/>
                  <a:pt x="320330" y="47092"/>
                </a:cubicBezTo>
                <a:cubicBezTo>
                  <a:pt x="319498" y="45605"/>
                  <a:pt x="318264" y="44461"/>
                  <a:pt x="316629" y="43658"/>
                </a:cubicBezTo>
                <a:cubicBezTo>
                  <a:pt x="314994" y="42855"/>
                  <a:pt x="312036" y="42484"/>
                  <a:pt x="307755" y="42543"/>
                </a:cubicBezTo>
                <a:lnTo>
                  <a:pt x="307755" y="39243"/>
                </a:lnTo>
                <a:lnTo>
                  <a:pt x="336384" y="39243"/>
                </a:lnTo>
                <a:lnTo>
                  <a:pt x="336384" y="93782"/>
                </a:lnTo>
                <a:cubicBezTo>
                  <a:pt x="336384" y="101374"/>
                  <a:pt x="337707" y="106357"/>
                  <a:pt x="340353" y="108729"/>
                </a:cubicBezTo>
                <a:cubicBezTo>
                  <a:pt x="342999" y="111102"/>
                  <a:pt x="346195" y="112289"/>
                  <a:pt x="349941" y="112289"/>
                </a:cubicBezTo>
                <a:cubicBezTo>
                  <a:pt x="352498" y="112289"/>
                  <a:pt x="355396" y="111488"/>
                  <a:pt x="358637" y="109886"/>
                </a:cubicBezTo>
                <a:cubicBezTo>
                  <a:pt x="361878" y="108284"/>
                  <a:pt x="365727" y="105231"/>
                  <a:pt x="370187" y="100725"/>
                </a:cubicBezTo>
                <a:lnTo>
                  <a:pt x="370187" y="54553"/>
                </a:lnTo>
                <a:cubicBezTo>
                  <a:pt x="370187" y="49926"/>
                  <a:pt x="369340" y="46798"/>
                  <a:pt x="367645" y="45168"/>
                </a:cubicBezTo>
                <a:cubicBezTo>
                  <a:pt x="365950" y="43537"/>
                  <a:pt x="362428" y="42662"/>
                  <a:pt x="357076" y="42543"/>
                </a:cubicBezTo>
                <a:lnTo>
                  <a:pt x="357076" y="39243"/>
                </a:lnTo>
                <a:lnTo>
                  <a:pt x="384903" y="39243"/>
                </a:lnTo>
                <a:close/>
                <a:moveTo>
                  <a:pt x="425046" y="36924"/>
                </a:moveTo>
                <a:lnTo>
                  <a:pt x="425046" y="55297"/>
                </a:lnTo>
                <a:cubicBezTo>
                  <a:pt x="431884" y="43048"/>
                  <a:pt x="438900" y="36924"/>
                  <a:pt x="446094" y="36924"/>
                </a:cubicBezTo>
                <a:cubicBezTo>
                  <a:pt x="449365" y="36924"/>
                  <a:pt x="452070" y="37920"/>
                  <a:pt x="454211" y="39912"/>
                </a:cubicBezTo>
                <a:cubicBezTo>
                  <a:pt x="456351" y="41904"/>
                  <a:pt x="457421" y="44208"/>
                  <a:pt x="457421" y="46824"/>
                </a:cubicBezTo>
                <a:cubicBezTo>
                  <a:pt x="457421" y="49143"/>
                  <a:pt x="456648" y="51105"/>
                  <a:pt x="455102" y="52711"/>
                </a:cubicBezTo>
                <a:cubicBezTo>
                  <a:pt x="453557" y="54316"/>
                  <a:pt x="451713" y="55119"/>
                  <a:pt x="449573" y="55119"/>
                </a:cubicBezTo>
                <a:cubicBezTo>
                  <a:pt x="447492" y="55119"/>
                  <a:pt x="445158" y="54093"/>
                  <a:pt x="442571" y="52042"/>
                </a:cubicBezTo>
                <a:cubicBezTo>
                  <a:pt x="439985" y="49990"/>
                  <a:pt x="438067" y="48965"/>
                  <a:pt x="436819" y="48965"/>
                </a:cubicBezTo>
                <a:cubicBezTo>
                  <a:pt x="435749" y="48965"/>
                  <a:pt x="434589" y="49557"/>
                  <a:pt x="433340" y="50743"/>
                </a:cubicBezTo>
                <a:cubicBezTo>
                  <a:pt x="430665" y="53175"/>
                  <a:pt x="427900" y="57178"/>
                  <a:pt x="425046" y="62753"/>
                </a:cubicBezTo>
                <a:lnTo>
                  <a:pt x="425046" y="101806"/>
                </a:lnTo>
                <a:cubicBezTo>
                  <a:pt x="425046" y="106312"/>
                  <a:pt x="425611" y="109722"/>
                  <a:pt x="426740" y="112035"/>
                </a:cubicBezTo>
                <a:cubicBezTo>
                  <a:pt x="427513" y="113637"/>
                  <a:pt x="428881" y="114972"/>
                  <a:pt x="430843" y="116040"/>
                </a:cubicBezTo>
                <a:cubicBezTo>
                  <a:pt x="432805" y="117107"/>
                  <a:pt x="435630" y="117640"/>
                  <a:pt x="439316" y="117640"/>
                </a:cubicBezTo>
                <a:lnTo>
                  <a:pt x="439316" y="120940"/>
                </a:lnTo>
                <a:lnTo>
                  <a:pt x="397487" y="120940"/>
                </a:lnTo>
                <a:lnTo>
                  <a:pt x="397487" y="117640"/>
                </a:lnTo>
                <a:cubicBezTo>
                  <a:pt x="401649" y="117640"/>
                  <a:pt x="404741" y="116988"/>
                  <a:pt x="406762" y="115683"/>
                </a:cubicBezTo>
                <a:cubicBezTo>
                  <a:pt x="408249" y="114734"/>
                  <a:pt x="409289" y="113220"/>
                  <a:pt x="409884" y="111143"/>
                </a:cubicBezTo>
                <a:cubicBezTo>
                  <a:pt x="410181" y="110134"/>
                  <a:pt x="410330" y="107257"/>
                  <a:pt x="410330" y="102511"/>
                </a:cubicBezTo>
                <a:lnTo>
                  <a:pt x="410330" y="70919"/>
                </a:lnTo>
                <a:cubicBezTo>
                  <a:pt x="410330" y="61426"/>
                  <a:pt x="410137" y="55775"/>
                  <a:pt x="409750" y="53968"/>
                </a:cubicBezTo>
                <a:cubicBezTo>
                  <a:pt x="409364" y="52158"/>
                  <a:pt x="408650" y="50838"/>
                  <a:pt x="407610" y="50007"/>
                </a:cubicBezTo>
                <a:cubicBezTo>
                  <a:pt x="406569" y="49176"/>
                  <a:pt x="405276" y="48761"/>
                  <a:pt x="403730" y="48761"/>
                </a:cubicBezTo>
                <a:cubicBezTo>
                  <a:pt x="401887" y="48761"/>
                  <a:pt x="399805" y="49206"/>
                  <a:pt x="397487" y="50096"/>
                </a:cubicBezTo>
                <a:lnTo>
                  <a:pt x="396595" y="46891"/>
                </a:lnTo>
                <a:lnTo>
                  <a:pt x="421300" y="36924"/>
                </a:lnTo>
                <a:lnTo>
                  <a:pt x="425046" y="36924"/>
                </a:lnTo>
                <a:close/>
                <a:moveTo>
                  <a:pt x="474423" y="70102"/>
                </a:moveTo>
                <a:cubicBezTo>
                  <a:pt x="474364" y="82204"/>
                  <a:pt x="477307" y="91696"/>
                  <a:pt x="483253" y="98579"/>
                </a:cubicBezTo>
                <a:cubicBezTo>
                  <a:pt x="489199" y="105459"/>
                  <a:pt x="496186" y="108899"/>
                  <a:pt x="504213" y="108899"/>
                </a:cubicBezTo>
                <a:cubicBezTo>
                  <a:pt x="509564" y="108899"/>
                  <a:pt x="514217" y="107428"/>
                  <a:pt x="518171" y="104485"/>
                </a:cubicBezTo>
                <a:cubicBezTo>
                  <a:pt x="522125" y="101541"/>
                  <a:pt x="525439" y="96502"/>
                  <a:pt x="528115" y="89367"/>
                </a:cubicBezTo>
                <a:lnTo>
                  <a:pt x="530880" y="91151"/>
                </a:lnTo>
                <a:cubicBezTo>
                  <a:pt x="529631" y="99297"/>
                  <a:pt x="526004" y="106714"/>
                  <a:pt x="519999" y="113403"/>
                </a:cubicBezTo>
                <a:cubicBezTo>
                  <a:pt x="513994" y="120093"/>
                  <a:pt x="506472" y="123437"/>
                  <a:pt x="497434" y="123437"/>
                </a:cubicBezTo>
                <a:cubicBezTo>
                  <a:pt x="487623" y="123437"/>
                  <a:pt x="479225" y="119625"/>
                  <a:pt x="472238" y="112001"/>
                </a:cubicBezTo>
                <a:cubicBezTo>
                  <a:pt x="465252" y="104376"/>
                  <a:pt x="461759" y="94125"/>
                  <a:pt x="461759" y="81248"/>
                </a:cubicBezTo>
                <a:cubicBezTo>
                  <a:pt x="461759" y="67305"/>
                  <a:pt x="465341" y="56432"/>
                  <a:pt x="472506" y="48630"/>
                </a:cubicBezTo>
                <a:cubicBezTo>
                  <a:pt x="479671" y="40826"/>
                  <a:pt x="488664" y="36924"/>
                  <a:pt x="499486" y="36924"/>
                </a:cubicBezTo>
                <a:cubicBezTo>
                  <a:pt x="508642" y="36924"/>
                  <a:pt x="516164" y="39934"/>
                  <a:pt x="522050" y="45954"/>
                </a:cubicBezTo>
                <a:cubicBezTo>
                  <a:pt x="527937" y="51973"/>
                  <a:pt x="530880" y="60022"/>
                  <a:pt x="530880" y="70102"/>
                </a:cubicBezTo>
                <a:lnTo>
                  <a:pt x="474423" y="70102"/>
                </a:lnTo>
                <a:moveTo>
                  <a:pt x="474423" y="64929"/>
                </a:moveTo>
                <a:lnTo>
                  <a:pt x="512239" y="64929"/>
                </a:lnTo>
                <a:cubicBezTo>
                  <a:pt x="511942" y="59697"/>
                  <a:pt x="511318" y="56010"/>
                  <a:pt x="510367" y="53870"/>
                </a:cubicBezTo>
                <a:cubicBezTo>
                  <a:pt x="508880" y="50540"/>
                  <a:pt x="506665" y="47924"/>
                  <a:pt x="503722" y="46021"/>
                </a:cubicBezTo>
                <a:cubicBezTo>
                  <a:pt x="500779" y="44119"/>
                  <a:pt x="497702" y="43167"/>
                  <a:pt x="494491" y="43167"/>
                </a:cubicBezTo>
                <a:cubicBezTo>
                  <a:pt x="489556" y="43167"/>
                  <a:pt x="485141" y="45085"/>
                  <a:pt x="481246" y="48920"/>
                </a:cubicBezTo>
                <a:cubicBezTo>
                  <a:pt x="477352" y="52755"/>
                  <a:pt x="475078" y="58092"/>
                  <a:pt x="474423" y="64929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6149fa9994c63"/>
          <a:stretch xmlns:a="http://schemas.openxmlformats.org/drawingml/2006/main"/>
        </p:blipFill>
        <p:spPr>
          <a:xfrm xmlns:a="http://schemas.openxmlformats.org/drawingml/2006/main">
            <a:off x="310423" y="5564052"/>
            <a:ext cx="879025" cy="462998"/>
          </a:xfrm>
          <a:prstGeom xmlns:a="http://schemas.openxmlformats.org/drawingml/2006/main" prst="rect">
            <a:avLst/>
          </a:prstGeom>
        </p:spPr>
      </p:pic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FFC20-0061-4E82-8A70-7EAC01E3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423" y="5755046"/>
            <a:ext cx="377923" cy="104615"/>
          </a:xfrm>
          <a:custGeom xmlns:a="http://schemas.openxmlformats.org/drawingml/2006/main">
            <a:pathLst>
              <a:path w="377923" h="104615">
                <a:moveTo>
                  <a:pt x="0" y="39231"/>
                </a:moveTo>
                <a:lnTo>
                  <a:pt x="0" y="65385"/>
                </a:lnTo>
                <a:lnTo>
                  <a:pt x="273308" y="65385"/>
                </a:lnTo>
                <a:lnTo>
                  <a:pt x="273308" y="104615"/>
                </a:lnTo>
                <a:lnTo>
                  <a:pt x="377923" y="52308"/>
                </a:lnTo>
                <a:lnTo>
                  <a:pt x="273308" y="0"/>
                </a:lnTo>
                <a:lnTo>
                  <a:pt x="273308" y="39231"/>
                </a:lnTo>
                <a:lnTo>
                  <a:pt x="0" y="392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E10FF-D4C7-4485-B685-F2A35E87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387" y="5545041"/>
            <a:ext cx="107435" cy="563348"/>
          </a:xfrm>
          <a:custGeom xmlns:a="http://schemas.openxmlformats.org/drawingml/2006/main">
            <a:pathLst>
              <a:path w="107435" h="563348">
                <a:moveTo>
                  <a:pt x="0" y="563348"/>
                </a:moveTo>
                <a:lnTo>
                  <a:pt x="0" y="0"/>
                </a:lnTo>
                <a:lnTo>
                  <a:pt x="107435" y="0"/>
                </a:lnTo>
                <a:lnTo>
                  <a:pt x="107435" y="563348"/>
                </a:lnTo>
                <a:lnTo>
                  <a:pt x="0" y="563348"/>
                </a:lnTo>
                <a:close/>
              </a:path>
            </a:pathLst>
          </a:custGeom>
          <a:solidFill xmlns:a="http://schemas.openxmlformats.org/drawingml/2006/main">
            <a:srgbClr val="F4B1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8EC5C-B6D0-46C5-90DF-050B0C56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884" y="5422118"/>
            <a:ext cx="122923" cy="686272"/>
          </a:xfrm>
          <a:custGeom xmlns:a="http://schemas.openxmlformats.org/drawingml/2006/main">
            <a:pathLst>
              <a:path w="122923" h="686272">
                <a:moveTo>
                  <a:pt x="0" y="122923"/>
                </a:moveTo>
                <a:lnTo>
                  <a:pt x="122923" y="0"/>
                </a:lnTo>
                <a:lnTo>
                  <a:pt x="122923" y="563348"/>
                </a:lnTo>
                <a:lnTo>
                  <a:pt x="0" y="686272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C68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FD19C-E028-4EF4-B699-B1102D80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387" y="5422118"/>
            <a:ext cx="230421" cy="122923"/>
          </a:xfrm>
          <a:custGeom xmlns:a="http://schemas.openxmlformats.org/drawingml/2006/main">
            <a:pathLst>
              <a:path w="230421" h="122923">
                <a:moveTo>
                  <a:pt x="0" y="122923"/>
                </a:moveTo>
                <a:lnTo>
                  <a:pt x="122923" y="0"/>
                </a:lnTo>
                <a:lnTo>
                  <a:pt x="230421" y="0"/>
                </a:lnTo>
                <a:lnTo>
                  <a:pt x="107498" y="122923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F6C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B2695-1ADD-40E1-B76A-D04C18C1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387" y="5422118"/>
            <a:ext cx="230421" cy="686272"/>
          </a:xfrm>
          <a:custGeom xmlns:a="http://schemas.openxmlformats.org/drawingml/2006/main">
            <a:pathLst>
              <a:path w="230421" h="686272" fill="none">
                <a:moveTo>
                  <a:pt x="0" y="122923"/>
                </a:moveTo>
                <a:lnTo>
                  <a:pt x="122923" y="0"/>
                </a:lnTo>
                <a:lnTo>
                  <a:pt x="230421" y="0"/>
                </a:lnTo>
                <a:lnTo>
                  <a:pt x="230421" y="563348"/>
                </a:lnTo>
                <a:lnTo>
                  <a:pt x="107498" y="686272"/>
                </a:lnTo>
                <a:lnTo>
                  <a:pt x="0" y="686272"/>
                </a:lnTo>
                <a:lnTo>
                  <a:pt x="0" y="122923"/>
                </a:lnTo>
                <a:close/>
                <a:moveTo>
                  <a:pt x="0" y="122923"/>
                </a:moveTo>
                <a:lnTo>
                  <a:pt x="107498" y="122923"/>
                </a:lnTo>
                <a:lnTo>
                  <a:pt x="230421" y="0"/>
                </a:lnTo>
                <a:moveTo>
                  <a:pt x="107498" y="122923"/>
                </a:moveTo>
                <a:lnTo>
                  <a:pt x="107498" y="686272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C45B27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68615-1072-4BF4-BFA9-5347F9F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79" y="5603589"/>
            <a:ext cx="107435" cy="459031"/>
          </a:xfrm>
          <a:custGeom xmlns:a="http://schemas.openxmlformats.org/drawingml/2006/main">
            <a:pathLst>
              <a:path w="107435" h="459031">
                <a:moveTo>
                  <a:pt x="0" y="459031"/>
                </a:moveTo>
                <a:lnTo>
                  <a:pt x="0" y="0"/>
                </a:lnTo>
                <a:lnTo>
                  <a:pt x="107435" y="0"/>
                </a:lnTo>
                <a:lnTo>
                  <a:pt x="107435" y="459031"/>
                </a:lnTo>
                <a:lnTo>
                  <a:pt x="0" y="459031"/>
                </a:lnTo>
                <a:close/>
              </a:path>
            </a:pathLst>
          </a:custGeom>
          <a:solidFill xmlns:a="http://schemas.openxmlformats.org/drawingml/2006/main">
            <a:srgbClr val="C6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F03C5-DF6C-4DCA-81A8-7EC6FC44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310" y="5480431"/>
            <a:ext cx="123190" cy="582190"/>
          </a:xfrm>
          <a:custGeom xmlns:a="http://schemas.openxmlformats.org/drawingml/2006/main">
            <a:pathLst>
              <a:path w="123190" h="582190">
                <a:moveTo>
                  <a:pt x="0" y="123190"/>
                </a:moveTo>
                <a:lnTo>
                  <a:pt x="123190" y="0"/>
                </a:lnTo>
                <a:lnTo>
                  <a:pt x="123190" y="459000"/>
                </a:lnTo>
                <a:lnTo>
                  <a:pt x="0" y="582190"/>
                </a:lnTo>
                <a:lnTo>
                  <a:pt x="0" y="123190"/>
                </a:lnTo>
                <a:close/>
              </a:path>
            </a:pathLst>
          </a:custGeom>
          <a:solidFill xmlns:a="http://schemas.openxmlformats.org/drawingml/2006/main">
            <a:srgbClr val="9DB3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76B32-0311-431A-B5B3-682D27C4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79" y="5480431"/>
            <a:ext cx="230421" cy="123190"/>
          </a:xfrm>
          <a:custGeom xmlns:a="http://schemas.openxmlformats.org/drawingml/2006/main">
            <a:pathLst>
              <a:path w="230421" h="123190">
                <a:moveTo>
                  <a:pt x="0" y="123190"/>
                </a:moveTo>
                <a:lnTo>
                  <a:pt x="122923" y="0"/>
                </a:lnTo>
                <a:lnTo>
                  <a:pt x="230421" y="0"/>
                </a:lnTo>
                <a:lnTo>
                  <a:pt x="107231" y="123190"/>
                </a:lnTo>
                <a:lnTo>
                  <a:pt x="0" y="123190"/>
                </a:lnTo>
                <a:close/>
              </a:path>
            </a:pathLst>
          </a:custGeom>
          <a:solidFill xmlns:a="http://schemas.openxmlformats.org/drawingml/2006/main">
            <a:srgbClr val="D1E7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53908-07D2-4A28-9803-289E06E1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79" y="5480431"/>
            <a:ext cx="230421" cy="582190"/>
          </a:xfrm>
          <a:custGeom xmlns:a="http://schemas.openxmlformats.org/drawingml/2006/main">
            <a:pathLst>
              <a:path w="230421" h="582190" fill="none">
                <a:moveTo>
                  <a:pt x="0" y="123190"/>
                </a:moveTo>
                <a:lnTo>
                  <a:pt x="122923" y="0"/>
                </a:lnTo>
                <a:lnTo>
                  <a:pt x="230421" y="0"/>
                </a:lnTo>
                <a:lnTo>
                  <a:pt x="230421" y="459000"/>
                </a:lnTo>
                <a:lnTo>
                  <a:pt x="107231" y="582190"/>
                </a:lnTo>
                <a:lnTo>
                  <a:pt x="0" y="582190"/>
                </a:lnTo>
                <a:lnTo>
                  <a:pt x="0" y="123190"/>
                </a:lnTo>
                <a:close/>
                <a:moveTo>
                  <a:pt x="0" y="123190"/>
                </a:moveTo>
                <a:lnTo>
                  <a:pt x="107231" y="123190"/>
                </a:lnTo>
                <a:lnTo>
                  <a:pt x="230421" y="0"/>
                </a:lnTo>
                <a:moveTo>
                  <a:pt x="107231" y="123190"/>
                </a:moveTo>
                <a:lnTo>
                  <a:pt x="107231" y="582190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54823B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CDD41-FE95-46CC-A206-8113113A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753" y="5586231"/>
            <a:ext cx="107445" cy="491815"/>
          </a:xfrm>
          <a:custGeom xmlns:a="http://schemas.openxmlformats.org/drawingml/2006/main">
            <a:pathLst>
              <a:path w="107445" h="491815">
                <a:moveTo>
                  <a:pt x="0" y="491815"/>
                </a:moveTo>
                <a:lnTo>
                  <a:pt x="0" y="0"/>
                </a:lnTo>
                <a:lnTo>
                  <a:pt x="107445" y="0"/>
                </a:lnTo>
                <a:lnTo>
                  <a:pt x="107445" y="491815"/>
                </a:lnTo>
                <a:lnTo>
                  <a:pt x="0" y="491815"/>
                </a:lnTo>
                <a:close/>
              </a:path>
            </a:pathLst>
          </a:custGeom>
          <a:solidFill xmlns:a="http://schemas.openxmlformats.org/drawingml/2006/main">
            <a:srgbClr val="F4B1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64BF9-2A26-4D1F-8F4F-F4153EB2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251" y="5463177"/>
            <a:ext cx="122923" cy="614869"/>
          </a:xfrm>
          <a:custGeom xmlns:a="http://schemas.openxmlformats.org/drawingml/2006/main">
            <a:pathLst>
              <a:path w="122923" h="614869">
                <a:moveTo>
                  <a:pt x="0" y="123177"/>
                </a:moveTo>
                <a:lnTo>
                  <a:pt x="122923" y="0"/>
                </a:lnTo>
                <a:lnTo>
                  <a:pt x="122923" y="491946"/>
                </a:lnTo>
                <a:lnTo>
                  <a:pt x="0" y="614869"/>
                </a:lnTo>
                <a:lnTo>
                  <a:pt x="0" y="123177"/>
                </a:lnTo>
                <a:close/>
              </a:path>
            </a:pathLst>
          </a:custGeom>
          <a:solidFill xmlns:a="http://schemas.openxmlformats.org/drawingml/2006/main">
            <a:srgbClr val="C68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1ABCC-DA7C-40ED-AFBB-D6EF6A9E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753" y="5463177"/>
            <a:ext cx="230421" cy="123177"/>
          </a:xfrm>
          <a:custGeom xmlns:a="http://schemas.openxmlformats.org/drawingml/2006/main">
            <a:pathLst>
              <a:path w="230421" h="123177">
                <a:moveTo>
                  <a:pt x="0" y="123177"/>
                </a:moveTo>
                <a:lnTo>
                  <a:pt x="122923" y="0"/>
                </a:lnTo>
                <a:lnTo>
                  <a:pt x="230421" y="0"/>
                </a:lnTo>
                <a:lnTo>
                  <a:pt x="107498" y="123177"/>
                </a:lnTo>
                <a:lnTo>
                  <a:pt x="0" y="123177"/>
                </a:lnTo>
                <a:close/>
              </a:path>
            </a:pathLst>
          </a:custGeom>
          <a:solidFill xmlns:a="http://schemas.openxmlformats.org/drawingml/2006/main">
            <a:srgbClr val="F6C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A2EEA-4589-4D98-83C7-3613F641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753" y="5463177"/>
            <a:ext cx="230421" cy="614869"/>
          </a:xfrm>
          <a:custGeom xmlns:a="http://schemas.openxmlformats.org/drawingml/2006/main">
            <a:pathLst>
              <a:path w="230421" h="614869" fill="none">
                <a:moveTo>
                  <a:pt x="0" y="123177"/>
                </a:moveTo>
                <a:lnTo>
                  <a:pt x="122923" y="0"/>
                </a:lnTo>
                <a:lnTo>
                  <a:pt x="230421" y="0"/>
                </a:lnTo>
                <a:lnTo>
                  <a:pt x="230421" y="491946"/>
                </a:lnTo>
                <a:lnTo>
                  <a:pt x="107498" y="614869"/>
                </a:lnTo>
                <a:lnTo>
                  <a:pt x="0" y="614869"/>
                </a:lnTo>
                <a:lnTo>
                  <a:pt x="0" y="123177"/>
                </a:lnTo>
                <a:close/>
                <a:moveTo>
                  <a:pt x="0" y="123177"/>
                </a:moveTo>
                <a:lnTo>
                  <a:pt x="107498" y="123177"/>
                </a:lnTo>
                <a:lnTo>
                  <a:pt x="230421" y="0"/>
                </a:lnTo>
                <a:moveTo>
                  <a:pt x="107498" y="123177"/>
                </a:moveTo>
                <a:lnTo>
                  <a:pt x="107498" y="614869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C45B27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6BD1A-1D93-4AB2-88B3-FC5409EC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92" y="5638591"/>
            <a:ext cx="107435" cy="398396"/>
          </a:xfrm>
          <a:custGeom xmlns:a="http://schemas.openxmlformats.org/drawingml/2006/main">
            <a:pathLst>
              <a:path w="107435" h="398396">
                <a:moveTo>
                  <a:pt x="0" y="398396"/>
                </a:moveTo>
                <a:lnTo>
                  <a:pt x="0" y="0"/>
                </a:lnTo>
                <a:lnTo>
                  <a:pt x="107435" y="0"/>
                </a:lnTo>
                <a:lnTo>
                  <a:pt x="107435" y="398396"/>
                </a:lnTo>
                <a:lnTo>
                  <a:pt x="0" y="398396"/>
                </a:lnTo>
                <a:close/>
              </a:path>
            </a:pathLst>
          </a:custGeom>
          <a:solidFill xmlns:a="http://schemas.openxmlformats.org/drawingml/2006/main">
            <a:srgbClr val="C6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1B897-84CD-4B58-BE78-D5BECEBD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676" y="5515739"/>
            <a:ext cx="122923" cy="521249"/>
          </a:xfrm>
          <a:custGeom xmlns:a="http://schemas.openxmlformats.org/drawingml/2006/main">
            <a:pathLst>
              <a:path w="122923" h="521249">
                <a:moveTo>
                  <a:pt x="0" y="122923"/>
                </a:moveTo>
                <a:lnTo>
                  <a:pt x="122923" y="0"/>
                </a:lnTo>
                <a:lnTo>
                  <a:pt x="122923" y="398326"/>
                </a:lnTo>
                <a:lnTo>
                  <a:pt x="0" y="521249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9DB3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5AA74-3E81-4791-A132-A8D88E2E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92" y="5515739"/>
            <a:ext cx="230407" cy="122923"/>
          </a:xfrm>
          <a:custGeom xmlns:a="http://schemas.openxmlformats.org/drawingml/2006/main">
            <a:pathLst>
              <a:path w="230407" h="122923">
                <a:moveTo>
                  <a:pt x="0" y="122923"/>
                </a:moveTo>
                <a:lnTo>
                  <a:pt x="123177" y="0"/>
                </a:lnTo>
                <a:lnTo>
                  <a:pt x="230407" y="0"/>
                </a:lnTo>
                <a:lnTo>
                  <a:pt x="107484" y="122923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D1E7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196B5-9C87-49C9-B564-9CB27A2F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92" y="5515739"/>
            <a:ext cx="230407" cy="521249"/>
          </a:xfrm>
          <a:custGeom xmlns:a="http://schemas.openxmlformats.org/drawingml/2006/main">
            <a:pathLst>
              <a:path w="230407" h="521249" fill="none">
                <a:moveTo>
                  <a:pt x="0" y="122923"/>
                </a:moveTo>
                <a:lnTo>
                  <a:pt x="123177" y="0"/>
                </a:lnTo>
                <a:lnTo>
                  <a:pt x="230407" y="0"/>
                </a:lnTo>
                <a:lnTo>
                  <a:pt x="230407" y="398326"/>
                </a:lnTo>
                <a:lnTo>
                  <a:pt x="107484" y="521249"/>
                </a:lnTo>
                <a:lnTo>
                  <a:pt x="0" y="521249"/>
                </a:lnTo>
                <a:lnTo>
                  <a:pt x="0" y="122923"/>
                </a:lnTo>
                <a:close/>
                <a:moveTo>
                  <a:pt x="0" y="122923"/>
                </a:moveTo>
                <a:lnTo>
                  <a:pt x="107484" y="122923"/>
                </a:lnTo>
                <a:lnTo>
                  <a:pt x="230407" y="0"/>
                </a:lnTo>
                <a:moveTo>
                  <a:pt x="107484" y="122923"/>
                </a:moveTo>
                <a:lnTo>
                  <a:pt x="107484" y="521249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54823B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87F53-1A32-4DC7-9489-82C97540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840" y="5567392"/>
            <a:ext cx="107435" cy="491826"/>
          </a:xfrm>
          <a:custGeom xmlns:a="http://schemas.openxmlformats.org/drawingml/2006/main">
            <a:pathLst>
              <a:path w="107435" h="491826">
                <a:moveTo>
                  <a:pt x="0" y="491826"/>
                </a:moveTo>
                <a:lnTo>
                  <a:pt x="0" y="0"/>
                </a:lnTo>
                <a:lnTo>
                  <a:pt x="107435" y="0"/>
                </a:lnTo>
                <a:lnTo>
                  <a:pt x="107435" y="491826"/>
                </a:lnTo>
                <a:lnTo>
                  <a:pt x="0" y="491826"/>
                </a:lnTo>
                <a:close/>
              </a:path>
            </a:pathLst>
          </a:custGeom>
          <a:solidFill xmlns:a="http://schemas.openxmlformats.org/drawingml/2006/main">
            <a:srgbClr val="F4B1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462AE-2BA7-4778-84DE-124E92F6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333" y="5444349"/>
            <a:ext cx="122923" cy="614869"/>
          </a:xfrm>
          <a:custGeom xmlns:a="http://schemas.openxmlformats.org/drawingml/2006/main">
            <a:pathLst>
              <a:path w="122923" h="614869">
                <a:moveTo>
                  <a:pt x="0" y="122923"/>
                </a:moveTo>
                <a:lnTo>
                  <a:pt x="122923" y="0"/>
                </a:lnTo>
                <a:lnTo>
                  <a:pt x="122923" y="491692"/>
                </a:lnTo>
                <a:lnTo>
                  <a:pt x="0" y="614869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C68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15E7F-5EFE-4C07-9EB1-7CD1E95A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840" y="5444349"/>
            <a:ext cx="230415" cy="122923"/>
          </a:xfrm>
          <a:custGeom xmlns:a="http://schemas.openxmlformats.org/drawingml/2006/main">
            <a:pathLst>
              <a:path w="230415" h="122923">
                <a:moveTo>
                  <a:pt x="0" y="122923"/>
                </a:moveTo>
                <a:lnTo>
                  <a:pt x="123185" y="0"/>
                </a:lnTo>
                <a:lnTo>
                  <a:pt x="230415" y="0"/>
                </a:lnTo>
                <a:lnTo>
                  <a:pt x="107492" y="122923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F6C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CDD32-28B9-436E-B453-10DDFEB3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840" y="5444349"/>
            <a:ext cx="230415" cy="614869"/>
          </a:xfrm>
          <a:custGeom xmlns:a="http://schemas.openxmlformats.org/drawingml/2006/main">
            <a:pathLst>
              <a:path w="230415" h="614869" fill="none">
                <a:moveTo>
                  <a:pt x="0" y="122923"/>
                </a:moveTo>
                <a:lnTo>
                  <a:pt x="123185" y="0"/>
                </a:lnTo>
                <a:lnTo>
                  <a:pt x="230415" y="0"/>
                </a:lnTo>
                <a:lnTo>
                  <a:pt x="230415" y="491692"/>
                </a:lnTo>
                <a:lnTo>
                  <a:pt x="107492" y="614869"/>
                </a:lnTo>
                <a:lnTo>
                  <a:pt x="0" y="614869"/>
                </a:lnTo>
                <a:lnTo>
                  <a:pt x="0" y="122923"/>
                </a:lnTo>
                <a:close/>
                <a:moveTo>
                  <a:pt x="0" y="122923"/>
                </a:moveTo>
                <a:lnTo>
                  <a:pt x="107492" y="122923"/>
                </a:lnTo>
                <a:lnTo>
                  <a:pt x="230415" y="0"/>
                </a:lnTo>
                <a:moveTo>
                  <a:pt x="107492" y="122923"/>
                </a:moveTo>
                <a:lnTo>
                  <a:pt x="107492" y="614869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C45B27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FE557-F951-402F-B8BA-ACDBA7BC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533" y="5619763"/>
            <a:ext cx="107435" cy="398396"/>
          </a:xfrm>
          <a:custGeom xmlns:a="http://schemas.openxmlformats.org/drawingml/2006/main">
            <a:pathLst>
              <a:path w="107435" h="398396">
                <a:moveTo>
                  <a:pt x="0" y="398396"/>
                </a:moveTo>
                <a:lnTo>
                  <a:pt x="0" y="0"/>
                </a:lnTo>
                <a:lnTo>
                  <a:pt x="107435" y="0"/>
                </a:lnTo>
                <a:lnTo>
                  <a:pt x="107435" y="398396"/>
                </a:lnTo>
                <a:lnTo>
                  <a:pt x="0" y="398396"/>
                </a:lnTo>
                <a:close/>
              </a:path>
            </a:pathLst>
          </a:custGeom>
          <a:solidFill xmlns:a="http://schemas.openxmlformats.org/drawingml/2006/main">
            <a:srgbClr val="C6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0AD41-E52D-4D90-8A44-3ECD8F1E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025" y="5496657"/>
            <a:ext cx="122923" cy="521502"/>
          </a:xfrm>
          <a:custGeom xmlns:a="http://schemas.openxmlformats.org/drawingml/2006/main">
            <a:pathLst>
              <a:path w="122923" h="521502">
                <a:moveTo>
                  <a:pt x="0" y="122923"/>
                </a:moveTo>
                <a:lnTo>
                  <a:pt x="122923" y="0"/>
                </a:lnTo>
                <a:lnTo>
                  <a:pt x="122923" y="398313"/>
                </a:lnTo>
                <a:lnTo>
                  <a:pt x="0" y="521502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9DB3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F0320-2F56-4365-8BDE-5835840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533" y="5496657"/>
            <a:ext cx="230415" cy="122923"/>
          </a:xfrm>
          <a:custGeom xmlns:a="http://schemas.openxmlformats.org/drawingml/2006/main">
            <a:pathLst>
              <a:path w="230415" h="122923">
                <a:moveTo>
                  <a:pt x="0" y="122923"/>
                </a:moveTo>
                <a:lnTo>
                  <a:pt x="122923" y="0"/>
                </a:lnTo>
                <a:lnTo>
                  <a:pt x="230415" y="0"/>
                </a:lnTo>
                <a:lnTo>
                  <a:pt x="107492" y="122923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D1E7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0DEFB-7AD6-41CB-9943-071C4DFE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533" y="5496657"/>
            <a:ext cx="230415" cy="521502"/>
          </a:xfrm>
          <a:custGeom xmlns:a="http://schemas.openxmlformats.org/drawingml/2006/main">
            <a:pathLst>
              <a:path w="230415" h="521502" fill="none">
                <a:moveTo>
                  <a:pt x="0" y="122923"/>
                </a:moveTo>
                <a:lnTo>
                  <a:pt x="122923" y="0"/>
                </a:lnTo>
                <a:lnTo>
                  <a:pt x="230415" y="0"/>
                </a:lnTo>
                <a:lnTo>
                  <a:pt x="230415" y="398313"/>
                </a:lnTo>
                <a:lnTo>
                  <a:pt x="107492" y="521502"/>
                </a:lnTo>
                <a:lnTo>
                  <a:pt x="0" y="521502"/>
                </a:lnTo>
                <a:lnTo>
                  <a:pt x="0" y="122923"/>
                </a:lnTo>
                <a:close/>
                <a:moveTo>
                  <a:pt x="0" y="122923"/>
                </a:moveTo>
                <a:lnTo>
                  <a:pt x="107492" y="122923"/>
                </a:lnTo>
                <a:lnTo>
                  <a:pt x="230415" y="0"/>
                </a:lnTo>
                <a:moveTo>
                  <a:pt x="107492" y="122923"/>
                </a:moveTo>
                <a:lnTo>
                  <a:pt x="107492" y="521502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54823B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3EDD9-6A62-47BF-9C5A-5F93DAF3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3" y="5562161"/>
            <a:ext cx="107445" cy="491826"/>
          </a:xfrm>
          <a:custGeom xmlns:a="http://schemas.openxmlformats.org/drawingml/2006/main">
            <a:pathLst>
              <a:path w="107445" h="491826">
                <a:moveTo>
                  <a:pt x="0" y="491826"/>
                </a:moveTo>
                <a:lnTo>
                  <a:pt x="0" y="0"/>
                </a:lnTo>
                <a:lnTo>
                  <a:pt x="107445" y="0"/>
                </a:lnTo>
                <a:lnTo>
                  <a:pt x="107445" y="491826"/>
                </a:lnTo>
                <a:lnTo>
                  <a:pt x="0" y="491826"/>
                </a:lnTo>
                <a:close/>
              </a:path>
            </a:pathLst>
          </a:custGeom>
          <a:solidFill xmlns:a="http://schemas.openxmlformats.org/drawingml/2006/main">
            <a:srgbClr val="F4B1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52D4D-4A34-4706-8ACE-0C30F40F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56" y="5439118"/>
            <a:ext cx="122923" cy="614869"/>
          </a:xfrm>
          <a:custGeom xmlns:a="http://schemas.openxmlformats.org/drawingml/2006/main">
            <a:pathLst>
              <a:path w="122923" h="614869">
                <a:moveTo>
                  <a:pt x="0" y="122923"/>
                </a:moveTo>
                <a:lnTo>
                  <a:pt x="122923" y="0"/>
                </a:lnTo>
                <a:lnTo>
                  <a:pt x="122923" y="491692"/>
                </a:lnTo>
                <a:lnTo>
                  <a:pt x="0" y="614869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C68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14B87-776F-4980-8B65-43EBF0B2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3" y="5439118"/>
            <a:ext cx="230415" cy="122923"/>
          </a:xfrm>
          <a:custGeom xmlns:a="http://schemas.openxmlformats.org/drawingml/2006/main">
            <a:pathLst>
              <a:path w="230415" h="122923">
                <a:moveTo>
                  <a:pt x="0" y="122923"/>
                </a:moveTo>
                <a:lnTo>
                  <a:pt x="123185" y="0"/>
                </a:lnTo>
                <a:lnTo>
                  <a:pt x="230415" y="0"/>
                </a:lnTo>
                <a:lnTo>
                  <a:pt x="107492" y="122923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F6C09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C2420-A5E4-4FAF-84F8-F688F50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3" y="5439118"/>
            <a:ext cx="230415" cy="614869"/>
          </a:xfrm>
          <a:custGeom xmlns:a="http://schemas.openxmlformats.org/drawingml/2006/main">
            <a:pathLst>
              <a:path w="230415" h="614869" fill="none">
                <a:moveTo>
                  <a:pt x="0" y="122923"/>
                </a:moveTo>
                <a:lnTo>
                  <a:pt x="123185" y="0"/>
                </a:lnTo>
                <a:lnTo>
                  <a:pt x="230415" y="0"/>
                </a:lnTo>
                <a:lnTo>
                  <a:pt x="230415" y="491692"/>
                </a:lnTo>
                <a:lnTo>
                  <a:pt x="107492" y="614869"/>
                </a:lnTo>
                <a:lnTo>
                  <a:pt x="0" y="614869"/>
                </a:lnTo>
                <a:lnTo>
                  <a:pt x="0" y="122923"/>
                </a:lnTo>
                <a:close/>
                <a:moveTo>
                  <a:pt x="0" y="122923"/>
                </a:moveTo>
                <a:lnTo>
                  <a:pt x="107492" y="122923"/>
                </a:lnTo>
                <a:lnTo>
                  <a:pt x="230415" y="0"/>
                </a:lnTo>
                <a:moveTo>
                  <a:pt x="107492" y="122923"/>
                </a:moveTo>
                <a:lnTo>
                  <a:pt x="107492" y="614869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C45B27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37F3A-9807-4461-9A59-620E4247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656" y="5614265"/>
            <a:ext cx="107445" cy="398396"/>
          </a:xfrm>
          <a:custGeom xmlns:a="http://schemas.openxmlformats.org/drawingml/2006/main">
            <a:pathLst>
              <a:path w="107445" h="398396">
                <a:moveTo>
                  <a:pt x="0" y="398396"/>
                </a:moveTo>
                <a:lnTo>
                  <a:pt x="0" y="0"/>
                </a:lnTo>
                <a:lnTo>
                  <a:pt x="107445" y="0"/>
                </a:lnTo>
                <a:lnTo>
                  <a:pt x="107445" y="398396"/>
                </a:lnTo>
                <a:lnTo>
                  <a:pt x="0" y="398396"/>
                </a:lnTo>
                <a:close/>
              </a:path>
            </a:pathLst>
          </a:custGeom>
          <a:solidFill xmlns:a="http://schemas.openxmlformats.org/drawingml/2006/main">
            <a:srgbClr val="C6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D01BC-22B5-4237-A8E1-2BC34FC5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86" y="5491426"/>
            <a:ext cx="123185" cy="521236"/>
          </a:xfrm>
          <a:custGeom xmlns:a="http://schemas.openxmlformats.org/drawingml/2006/main">
            <a:pathLst>
              <a:path w="123185" h="521236">
                <a:moveTo>
                  <a:pt x="0" y="122923"/>
                </a:moveTo>
                <a:lnTo>
                  <a:pt x="123185" y="0"/>
                </a:lnTo>
                <a:lnTo>
                  <a:pt x="123185" y="398313"/>
                </a:lnTo>
                <a:lnTo>
                  <a:pt x="0" y="521236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9DB39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9FE25-F760-4825-9453-0C8FDB20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656" y="5491426"/>
            <a:ext cx="230415" cy="122923"/>
          </a:xfrm>
          <a:custGeom xmlns:a="http://schemas.openxmlformats.org/drawingml/2006/main">
            <a:pathLst>
              <a:path w="230415" h="122923">
                <a:moveTo>
                  <a:pt x="0" y="122923"/>
                </a:moveTo>
                <a:lnTo>
                  <a:pt x="122923" y="0"/>
                </a:lnTo>
                <a:lnTo>
                  <a:pt x="230415" y="0"/>
                </a:lnTo>
                <a:lnTo>
                  <a:pt x="107231" y="122923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D1E7C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A93A9-E8A8-4FB0-8D6F-9547E118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656" y="5491426"/>
            <a:ext cx="230415" cy="521236"/>
          </a:xfrm>
          <a:custGeom xmlns:a="http://schemas.openxmlformats.org/drawingml/2006/main">
            <a:pathLst>
              <a:path w="230415" h="521236" fill="none">
                <a:moveTo>
                  <a:pt x="0" y="122923"/>
                </a:moveTo>
                <a:lnTo>
                  <a:pt x="122923" y="0"/>
                </a:lnTo>
                <a:lnTo>
                  <a:pt x="230415" y="0"/>
                </a:lnTo>
                <a:lnTo>
                  <a:pt x="230415" y="398313"/>
                </a:lnTo>
                <a:lnTo>
                  <a:pt x="107231" y="521236"/>
                </a:lnTo>
                <a:lnTo>
                  <a:pt x="0" y="521236"/>
                </a:lnTo>
                <a:lnTo>
                  <a:pt x="0" y="122923"/>
                </a:lnTo>
                <a:close/>
                <a:moveTo>
                  <a:pt x="0" y="122923"/>
                </a:moveTo>
                <a:lnTo>
                  <a:pt x="107231" y="122923"/>
                </a:lnTo>
                <a:lnTo>
                  <a:pt x="230415" y="0"/>
                </a:lnTo>
                <a:moveTo>
                  <a:pt x="107231" y="122923"/>
                </a:moveTo>
                <a:lnTo>
                  <a:pt x="107231" y="521236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54823B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6AC3D-376F-47BB-BDC7-7C0390B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609" y="5612929"/>
            <a:ext cx="107435" cy="396864"/>
          </a:xfrm>
          <a:custGeom xmlns:a="http://schemas.openxmlformats.org/drawingml/2006/main">
            <a:pathLst>
              <a:path w="107435" h="396864">
                <a:moveTo>
                  <a:pt x="0" y="396864"/>
                </a:moveTo>
                <a:lnTo>
                  <a:pt x="0" y="0"/>
                </a:lnTo>
                <a:lnTo>
                  <a:pt x="107435" y="0"/>
                </a:lnTo>
                <a:lnTo>
                  <a:pt x="107435" y="396864"/>
                </a:lnTo>
                <a:lnTo>
                  <a:pt x="0" y="396864"/>
                </a:lnTo>
                <a:close/>
              </a:path>
            </a:pathLst>
          </a:custGeom>
          <a:solidFill xmlns:a="http://schemas.openxmlformats.org/drawingml/2006/main">
            <a:srgbClr val="CFC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B2DD7-3F6F-4CF6-A83B-44A9969C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102" y="5489852"/>
            <a:ext cx="122923" cy="519941"/>
          </a:xfrm>
          <a:custGeom xmlns:a="http://schemas.openxmlformats.org/drawingml/2006/main">
            <a:pathLst>
              <a:path w="122923" h="519941">
                <a:moveTo>
                  <a:pt x="0" y="122923"/>
                </a:moveTo>
                <a:lnTo>
                  <a:pt x="122923" y="0"/>
                </a:lnTo>
                <a:lnTo>
                  <a:pt x="122923" y="396751"/>
                </a:lnTo>
                <a:lnTo>
                  <a:pt x="0" y="519941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A7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A6BF55-F982-4200-912E-A209A11A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609" y="5489852"/>
            <a:ext cx="230415" cy="122923"/>
          </a:xfrm>
          <a:custGeom xmlns:a="http://schemas.openxmlformats.org/drawingml/2006/main">
            <a:pathLst>
              <a:path w="230415" h="122923">
                <a:moveTo>
                  <a:pt x="0" y="122923"/>
                </a:moveTo>
                <a:lnTo>
                  <a:pt x="123185" y="0"/>
                </a:lnTo>
                <a:lnTo>
                  <a:pt x="230415" y="0"/>
                </a:lnTo>
                <a:lnTo>
                  <a:pt x="107492" y="122923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D8D7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56690-0033-42DB-ADC1-AD0CC17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609" y="5489852"/>
            <a:ext cx="230415" cy="519941"/>
          </a:xfrm>
          <a:custGeom xmlns:a="http://schemas.openxmlformats.org/drawingml/2006/main">
            <a:pathLst>
              <a:path w="230415" h="519941" fill="none">
                <a:moveTo>
                  <a:pt x="0" y="122923"/>
                </a:moveTo>
                <a:lnTo>
                  <a:pt x="123185" y="0"/>
                </a:lnTo>
                <a:lnTo>
                  <a:pt x="230415" y="0"/>
                </a:lnTo>
                <a:lnTo>
                  <a:pt x="230415" y="396751"/>
                </a:lnTo>
                <a:lnTo>
                  <a:pt x="107492" y="519941"/>
                </a:lnTo>
                <a:lnTo>
                  <a:pt x="0" y="519941"/>
                </a:lnTo>
                <a:lnTo>
                  <a:pt x="0" y="122923"/>
                </a:lnTo>
                <a:close/>
                <a:moveTo>
                  <a:pt x="0" y="122923"/>
                </a:moveTo>
                <a:lnTo>
                  <a:pt x="107492" y="122923"/>
                </a:lnTo>
                <a:lnTo>
                  <a:pt x="230415" y="0"/>
                </a:lnTo>
                <a:moveTo>
                  <a:pt x="107492" y="122923"/>
                </a:moveTo>
                <a:lnTo>
                  <a:pt x="107492" y="519941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3B3938"/>
            </a:solidFill>
            <a:miter/>
          </a:ln>
        </p:spPr>
      </p:sp>
      <p:sp>
        <p:nvSpPr>
          <p:cNvPr id="95" name="Text AttenuationFeatureEncoder">
            <a:extLst xmlns:a="http://schemas.openxmlformats.org/drawingml/2006/main">
              <a:ext uri="{FF2B5EF4-FFF2-40B4-BE49-F238E27FC236}">
                <a16:creationId xmlns:a16="http://schemas.microsoft.com/office/drawing/2014/main" id="{FA837A4A-4CEE-450E-8377-2B0D391E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383" y="6201172"/>
            <a:ext cx="2113837" cy="128879"/>
          </a:xfrm>
          <a:custGeom xmlns:a="http://schemas.openxmlformats.org/drawingml/2006/main">
            <a:pathLst>
              <a:path w="2113837" h="128879">
                <a:moveTo>
                  <a:pt x="81860" y="86038"/>
                </a:moveTo>
                <a:lnTo>
                  <a:pt x="35197" y="86038"/>
                </a:lnTo>
                <a:lnTo>
                  <a:pt x="27020" y="105059"/>
                </a:lnTo>
                <a:cubicBezTo>
                  <a:pt x="25006" y="109740"/>
                  <a:pt x="23998" y="113236"/>
                  <a:pt x="23998" y="115547"/>
                </a:cubicBezTo>
                <a:cubicBezTo>
                  <a:pt x="23998" y="117384"/>
                  <a:pt x="24872" y="118998"/>
                  <a:pt x="26620" y="120391"/>
                </a:cubicBezTo>
                <a:cubicBezTo>
                  <a:pt x="28368" y="121783"/>
                  <a:pt x="32146" y="122687"/>
                  <a:pt x="37953" y="123102"/>
                </a:cubicBezTo>
                <a:lnTo>
                  <a:pt x="37953" y="126390"/>
                </a:lnTo>
                <a:lnTo>
                  <a:pt x="0" y="126390"/>
                </a:lnTo>
                <a:lnTo>
                  <a:pt x="0" y="123102"/>
                </a:lnTo>
                <a:cubicBezTo>
                  <a:pt x="5037" y="122213"/>
                  <a:pt x="8296" y="121058"/>
                  <a:pt x="9777" y="119638"/>
                </a:cubicBezTo>
                <a:cubicBezTo>
                  <a:pt x="12799" y="116796"/>
                  <a:pt x="16147" y="111023"/>
                  <a:pt x="19821" y="102320"/>
                </a:cubicBezTo>
                <a:lnTo>
                  <a:pt x="62218" y="3200"/>
                </a:lnTo>
                <a:lnTo>
                  <a:pt x="65328" y="3200"/>
                </a:lnTo>
                <a:lnTo>
                  <a:pt x="107281" y="103384"/>
                </a:lnTo>
                <a:cubicBezTo>
                  <a:pt x="110658" y="111437"/>
                  <a:pt x="113725" y="116663"/>
                  <a:pt x="116480" y="119060"/>
                </a:cubicBezTo>
                <a:cubicBezTo>
                  <a:pt x="119235" y="121458"/>
                  <a:pt x="123072" y="122806"/>
                  <a:pt x="127990" y="123102"/>
                </a:cubicBezTo>
                <a:lnTo>
                  <a:pt x="127990" y="126390"/>
                </a:lnTo>
                <a:lnTo>
                  <a:pt x="80438" y="126390"/>
                </a:lnTo>
                <a:lnTo>
                  <a:pt x="80438" y="123102"/>
                </a:lnTo>
                <a:cubicBezTo>
                  <a:pt x="85238" y="122865"/>
                  <a:pt x="88482" y="122065"/>
                  <a:pt x="90171" y="120702"/>
                </a:cubicBezTo>
                <a:cubicBezTo>
                  <a:pt x="91860" y="119339"/>
                  <a:pt x="92704" y="117680"/>
                  <a:pt x="92704" y="115725"/>
                </a:cubicBezTo>
                <a:cubicBezTo>
                  <a:pt x="92704" y="113117"/>
                  <a:pt x="91519" y="108999"/>
                  <a:pt x="89149" y="103370"/>
                </a:cubicBezTo>
                <a:lnTo>
                  <a:pt x="81860" y="86038"/>
                </a:lnTo>
                <a:moveTo>
                  <a:pt x="79372" y="79461"/>
                </a:moveTo>
                <a:lnTo>
                  <a:pt x="58929" y="30823"/>
                </a:lnTo>
                <a:lnTo>
                  <a:pt x="37953" y="79461"/>
                </a:lnTo>
                <a:lnTo>
                  <a:pt x="79372" y="79461"/>
                </a:lnTo>
                <a:close/>
                <a:moveTo>
                  <a:pt x="156605" y="18132"/>
                </a:moveTo>
                <a:lnTo>
                  <a:pt x="156605" y="44974"/>
                </a:lnTo>
                <a:lnTo>
                  <a:pt x="175626" y="44974"/>
                </a:lnTo>
                <a:lnTo>
                  <a:pt x="175626" y="51196"/>
                </a:lnTo>
                <a:lnTo>
                  <a:pt x="156605" y="51196"/>
                </a:lnTo>
                <a:lnTo>
                  <a:pt x="156605" y="103920"/>
                </a:lnTo>
                <a:cubicBezTo>
                  <a:pt x="156605" y="109188"/>
                  <a:pt x="157360" y="112740"/>
                  <a:pt x="158871" y="114575"/>
                </a:cubicBezTo>
                <a:cubicBezTo>
                  <a:pt x="160382" y="116408"/>
                  <a:pt x="162323" y="117324"/>
                  <a:pt x="164693" y="117324"/>
                </a:cubicBezTo>
                <a:cubicBezTo>
                  <a:pt x="166649" y="117324"/>
                  <a:pt x="168545" y="116717"/>
                  <a:pt x="170382" y="115502"/>
                </a:cubicBezTo>
                <a:cubicBezTo>
                  <a:pt x="172218" y="114288"/>
                  <a:pt x="173641" y="112495"/>
                  <a:pt x="174648" y="110125"/>
                </a:cubicBezTo>
                <a:lnTo>
                  <a:pt x="178114" y="110125"/>
                </a:lnTo>
                <a:cubicBezTo>
                  <a:pt x="176040" y="115949"/>
                  <a:pt x="173107" y="120353"/>
                  <a:pt x="169315" y="123338"/>
                </a:cubicBezTo>
                <a:cubicBezTo>
                  <a:pt x="165523" y="126321"/>
                  <a:pt x="161612" y="127813"/>
                  <a:pt x="157583" y="127813"/>
                </a:cubicBezTo>
                <a:cubicBezTo>
                  <a:pt x="154857" y="127813"/>
                  <a:pt x="152190" y="127056"/>
                  <a:pt x="149583" y="125543"/>
                </a:cubicBezTo>
                <a:cubicBezTo>
                  <a:pt x="146976" y="124030"/>
                  <a:pt x="145050" y="121866"/>
                  <a:pt x="143806" y="119049"/>
                </a:cubicBezTo>
                <a:cubicBezTo>
                  <a:pt x="142561" y="116231"/>
                  <a:pt x="141939" y="111885"/>
                  <a:pt x="141939" y="106011"/>
                </a:cubicBezTo>
                <a:lnTo>
                  <a:pt x="141939" y="51196"/>
                </a:lnTo>
                <a:lnTo>
                  <a:pt x="129051" y="51196"/>
                </a:lnTo>
                <a:lnTo>
                  <a:pt x="129051" y="48263"/>
                </a:lnTo>
                <a:cubicBezTo>
                  <a:pt x="132310" y="46956"/>
                  <a:pt x="135643" y="44742"/>
                  <a:pt x="139051" y="41622"/>
                </a:cubicBezTo>
                <a:cubicBezTo>
                  <a:pt x="142458" y="38502"/>
                  <a:pt x="145495" y="34802"/>
                  <a:pt x="148161" y="30523"/>
                </a:cubicBezTo>
                <a:cubicBezTo>
                  <a:pt x="149524" y="28265"/>
                  <a:pt x="151420" y="24135"/>
                  <a:pt x="153849" y="18132"/>
                </a:cubicBezTo>
                <a:lnTo>
                  <a:pt x="156605" y="18132"/>
                </a:lnTo>
                <a:close/>
                <a:moveTo>
                  <a:pt x="207209" y="18132"/>
                </a:moveTo>
                <a:lnTo>
                  <a:pt x="207209" y="44974"/>
                </a:lnTo>
                <a:lnTo>
                  <a:pt x="226230" y="44974"/>
                </a:lnTo>
                <a:lnTo>
                  <a:pt x="226230" y="51196"/>
                </a:lnTo>
                <a:lnTo>
                  <a:pt x="207209" y="51196"/>
                </a:lnTo>
                <a:lnTo>
                  <a:pt x="207209" y="103920"/>
                </a:lnTo>
                <a:cubicBezTo>
                  <a:pt x="207209" y="109188"/>
                  <a:pt x="207965" y="112740"/>
                  <a:pt x="209476" y="114575"/>
                </a:cubicBezTo>
                <a:cubicBezTo>
                  <a:pt x="210987" y="116408"/>
                  <a:pt x="212927" y="117324"/>
                  <a:pt x="215298" y="117324"/>
                </a:cubicBezTo>
                <a:cubicBezTo>
                  <a:pt x="217253" y="117324"/>
                  <a:pt x="219149" y="116717"/>
                  <a:pt x="220986" y="115502"/>
                </a:cubicBezTo>
                <a:cubicBezTo>
                  <a:pt x="222823" y="114288"/>
                  <a:pt x="224245" y="112495"/>
                  <a:pt x="225252" y="110125"/>
                </a:cubicBezTo>
                <a:lnTo>
                  <a:pt x="228719" y="110125"/>
                </a:lnTo>
                <a:cubicBezTo>
                  <a:pt x="226645" y="115949"/>
                  <a:pt x="223712" y="120353"/>
                  <a:pt x="219920" y="123338"/>
                </a:cubicBezTo>
                <a:cubicBezTo>
                  <a:pt x="216127" y="126321"/>
                  <a:pt x="212216" y="127813"/>
                  <a:pt x="208187" y="127813"/>
                </a:cubicBezTo>
                <a:cubicBezTo>
                  <a:pt x="205461" y="127813"/>
                  <a:pt x="202795" y="127056"/>
                  <a:pt x="200188" y="125543"/>
                </a:cubicBezTo>
                <a:cubicBezTo>
                  <a:pt x="197580" y="124030"/>
                  <a:pt x="195655" y="121866"/>
                  <a:pt x="194410" y="119049"/>
                </a:cubicBezTo>
                <a:cubicBezTo>
                  <a:pt x="193166" y="116231"/>
                  <a:pt x="192544" y="111885"/>
                  <a:pt x="192544" y="106011"/>
                </a:cubicBezTo>
                <a:lnTo>
                  <a:pt x="192544" y="51196"/>
                </a:lnTo>
                <a:lnTo>
                  <a:pt x="179656" y="51196"/>
                </a:lnTo>
                <a:lnTo>
                  <a:pt x="179656" y="48263"/>
                </a:lnTo>
                <a:cubicBezTo>
                  <a:pt x="182915" y="46956"/>
                  <a:pt x="186248" y="44742"/>
                  <a:pt x="189655" y="41622"/>
                </a:cubicBezTo>
                <a:cubicBezTo>
                  <a:pt x="193062" y="38502"/>
                  <a:pt x="196099" y="34802"/>
                  <a:pt x="198766" y="30523"/>
                </a:cubicBezTo>
                <a:cubicBezTo>
                  <a:pt x="200128" y="28265"/>
                  <a:pt x="202025" y="24135"/>
                  <a:pt x="204454" y="18132"/>
                </a:cubicBezTo>
                <a:lnTo>
                  <a:pt x="207209" y="18132"/>
                </a:lnTo>
                <a:close/>
                <a:moveTo>
                  <a:pt x="247131" y="75728"/>
                </a:moveTo>
                <a:cubicBezTo>
                  <a:pt x="247072" y="87788"/>
                  <a:pt x="250005" y="97247"/>
                  <a:pt x="255930" y="104106"/>
                </a:cubicBezTo>
                <a:cubicBezTo>
                  <a:pt x="261856" y="110963"/>
                  <a:pt x="268818" y="114391"/>
                  <a:pt x="276818" y="114391"/>
                </a:cubicBezTo>
                <a:cubicBezTo>
                  <a:pt x="282151" y="114391"/>
                  <a:pt x="286787" y="112925"/>
                  <a:pt x="290728" y="109992"/>
                </a:cubicBezTo>
                <a:cubicBezTo>
                  <a:pt x="294668" y="107059"/>
                  <a:pt x="297972" y="102037"/>
                  <a:pt x="300638" y="94926"/>
                </a:cubicBezTo>
                <a:lnTo>
                  <a:pt x="303394" y="96704"/>
                </a:lnTo>
                <a:cubicBezTo>
                  <a:pt x="302149" y="104822"/>
                  <a:pt x="298535" y="112214"/>
                  <a:pt x="292550" y="118880"/>
                </a:cubicBezTo>
                <a:cubicBezTo>
                  <a:pt x="286565" y="125546"/>
                  <a:pt x="279069" y="128879"/>
                  <a:pt x="270063" y="128879"/>
                </a:cubicBezTo>
                <a:cubicBezTo>
                  <a:pt x="260286" y="128879"/>
                  <a:pt x="251916" y="125080"/>
                  <a:pt x="244954" y="117483"/>
                </a:cubicBezTo>
                <a:cubicBezTo>
                  <a:pt x="237991" y="109883"/>
                  <a:pt x="234510" y="99667"/>
                  <a:pt x="234510" y="86835"/>
                </a:cubicBezTo>
                <a:cubicBezTo>
                  <a:pt x="234510" y="72940"/>
                  <a:pt x="238080" y="62105"/>
                  <a:pt x="245220" y="54329"/>
                </a:cubicBezTo>
                <a:cubicBezTo>
                  <a:pt x="252360" y="46552"/>
                  <a:pt x="261323" y="42663"/>
                  <a:pt x="272107" y="42663"/>
                </a:cubicBezTo>
                <a:cubicBezTo>
                  <a:pt x="281232" y="42663"/>
                  <a:pt x="288728" y="45663"/>
                  <a:pt x="294594" y="51663"/>
                </a:cubicBezTo>
                <a:cubicBezTo>
                  <a:pt x="300460" y="57660"/>
                  <a:pt x="303394" y="65682"/>
                  <a:pt x="303394" y="75728"/>
                </a:cubicBezTo>
                <a:lnTo>
                  <a:pt x="247131" y="75728"/>
                </a:lnTo>
                <a:moveTo>
                  <a:pt x="247131" y="70572"/>
                </a:moveTo>
                <a:lnTo>
                  <a:pt x="284817" y="70572"/>
                </a:lnTo>
                <a:cubicBezTo>
                  <a:pt x="284521" y="65358"/>
                  <a:pt x="283899" y="61684"/>
                  <a:pt x="282951" y="59551"/>
                </a:cubicBezTo>
                <a:cubicBezTo>
                  <a:pt x="281469" y="56233"/>
                  <a:pt x="279262" y="53626"/>
                  <a:pt x="276329" y="51729"/>
                </a:cubicBezTo>
                <a:cubicBezTo>
                  <a:pt x="273396" y="49833"/>
                  <a:pt x="270329" y="48885"/>
                  <a:pt x="267130" y="48885"/>
                </a:cubicBezTo>
                <a:cubicBezTo>
                  <a:pt x="262212" y="48885"/>
                  <a:pt x="257812" y="50796"/>
                  <a:pt x="253931" y="54618"/>
                </a:cubicBezTo>
                <a:cubicBezTo>
                  <a:pt x="250049" y="58440"/>
                  <a:pt x="247783" y="63758"/>
                  <a:pt x="247131" y="70572"/>
                </a:cubicBezTo>
                <a:close/>
                <a:moveTo>
                  <a:pt x="338542" y="59907"/>
                </a:moveTo>
                <a:cubicBezTo>
                  <a:pt x="348082" y="48411"/>
                  <a:pt x="357178" y="42663"/>
                  <a:pt x="365829" y="42663"/>
                </a:cubicBezTo>
                <a:cubicBezTo>
                  <a:pt x="370273" y="42663"/>
                  <a:pt x="374095" y="43773"/>
                  <a:pt x="377295" y="45991"/>
                </a:cubicBezTo>
                <a:cubicBezTo>
                  <a:pt x="380495" y="48207"/>
                  <a:pt x="383043" y="51858"/>
                  <a:pt x="384939" y="56943"/>
                </a:cubicBezTo>
                <a:cubicBezTo>
                  <a:pt x="386243" y="60489"/>
                  <a:pt x="386894" y="65928"/>
                  <a:pt x="386894" y="73261"/>
                </a:cubicBezTo>
                <a:lnTo>
                  <a:pt x="386894" y="107936"/>
                </a:lnTo>
                <a:cubicBezTo>
                  <a:pt x="386894" y="113080"/>
                  <a:pt x="387309" y="116569"/>
                  <a:pt x="388139" y="118402"/>
                </a:cubicBezTo>
                <a:cubicBezTo>
                  <a:pt x="388790" y="119880"/>
                  <a:pt x="389842" y="121033"/>
                  <a:pt x="391294" y="121860"/>
                </a:cubicBezTo>
                <a:cubicBezTo>
                  <a:pt x="392746" y="122688"/>
                  <a:pt x="395427" y="123102"/>
                  <a:pt x="399338" y="123102"/>
                </a:cubicBezTo>
                <a:lnTo>
                  <a:pt x="399338" y="126390"/>
                </a:lnTo>
                <a:lnTo>
                  <a:pt x="359074" y="126390"/>
                </a:lnTo>
                <a:lnTo>
                  <a:pt x="359074" y="123102"/>
                </a:lnTo>
                <a:lnTo>
                  <a:pt x="360763" y="123102"/>
                </a:lnTo>
                <a:cubicBezTo>
                  <a:pt x="364555" y="123102"/>
                  <a:pt x="367207" y="122527"/>
                  <a:pt x="368718" y="121377"/>
                </a:cubicBezTo>
                <a:cubicBezTo>
                  <a:pt x="370229" y="120227"/>
                  <a:pt x="371281" y="118533"/>
                  <a:pt x="371873" y="116294"/>
                </a:cubicBezTo>
                <a:cubicBezTo>
                  <a:pt x="372110" y="115409"/>
                  <a:pt x="372229" y="112638"/>
                  <a:pt x="372229" y="107981"/>
                </a:cubicBezTo>
                <a:lnTo>
                  <a:pt x="372229" y="74819"/>
                </a:lnTo>
                <a:cubicBezTo>
                  <a:pt x="372229" y="67451"/>
                  <a:pt x="371266" y="62102"/>
                  <a:pt x="369340" y="58771"/>
                </a:cubicBezTo>
                <a:cubicBezTo>
                  <a:pt x="367414" y="55439"/>
                  <a:pt x="364170" y="53774"/>
                  <a:pt x="359607" y="53774"/>
                </a:cubicBezTo>
                <a:cubicBezTo>
                  <a:pt x="352556" y="53774"/>
                  <a:pt x="345534" y="57606"/>
                  <a:pt x="338542" y="65270"/>
                </a:cubicBezTo>
                <a:lnTo>
                  <a:pt x="338542" y="107981"/>
                </a:lnTo>
                <a:cubicBezTo>
                  <a:pt x="338542" y="113464"/>
                  <a:pt x="338868" y="116853"/>
                  <a:pt x="339520" y="118149"/>
                </a:cubicBezTo>
                <a:cubicBezTo>
                  <a:pt x="340350" y="119859"/>
                  <a:pt x="341490" y="121111"/>
                  <a:pt x="342942" y="121907"/>
                </a:cubicBezTo>
                <a:cubicBezTo>
                  <a:pt x="344394" y="122704"/>
                  <a:pt x="347342" y="123102"/>
                  <a:pt x="351786" y="123102"/>
                </a:cubicBezTo>
                <a:lnTo>
                  <a:pt x="351786" y="126390"/>
                </a:lnTo>
                <a:lnTo>
                  <a:pt x="311522" y="126390"/>
                </a:lnTo>
                <a:lnTo>
                  <a:pt x="311522" y="123102"/>
                </a:lnTo>
                <a:lnTo>
                  <a:pt x="313300" y="123102"/>
                </a:lnTo>
                <a:cubicBezTo>
                  <a:pt x="317448" y="123102"/>
                  <a:pt x="320247" y="122053"/>
                  <a:pt x="321699" y="119955"/>
                </a:cubicBezTo>
                <a:cubicBezTo>
                  <a:pt x="323151" y="117855"/>
                  <a:pt x="323877" y="113849"/>
                  <a:pt x="323877" y="107936"/>
                </a:cubicBezTo>
                <a:lnTo>
                  <a:pt x="323877" y="77783"/>
                </a:lnTo>
                <a:cubicBezTo>
                  <a:pt x="323877" y="68028"/>
                  <a:pt x="323655" y="62087"/>
                  <a:pt x="323210" y="59959"/>
                </a:cubicBezTo>
                <a:cubicBezTo>
                  <a:pt x="322766" y="57830"/>
                  <a:pt x="322084" y="56381"/>
                  <a:pt x="321166" y="55612"/>
                </a:cubicBezTo>
                <a:cubicBezTo>
                  <a:pt x="320247" y="54844"/>
                  <a:pt x="319018" y="54460"/>
                  <a:pt x="317477" y="54460"/>
                </a:cubicBezTo>
                <a:cubicBezTo>
                  <a:pt x="315818" y="54460"/>
                  <a:pt x="313833" y="54903"/>
                  <a:pt x="311522" y="55790"/>
                </a:cubicBezTo>
                <a:lnTo>
                  <a:pt x="310189" y="52596"/>
                </a:lnTo>
                <a:lnTo>
                  <a:pt x="334720" y="42663"/>
                </a:lnTo>
                <a:lnTo>
                  <a:pt x="338542" y="42663"/>
                </a:lnTo>
                <a:lnTo>
                  <a:pt x="338542" y="59907"/>
                </a:lnTo>
                <a:close/>
                <a:moveTo>
                  <a:pt x="474105" y="44974"/>
                </a:moveTo>
                <a:lnTo>
                  <a:pt x="474105" y="94304"/>
                </a:lnTo>
                <a:cubicBezTo>
                  <a:pt x="474105" y="103726"/>
                  <a:pt x="474327" y="109488"/>
                  <a:pt x="474771" y="111592"/>
                </a:cubicBezTo>
                <a:cubicBezTo>
                  <a:pt x="475216" y="113695"/>
                  <a:pt x="475927" y="115162"/>
                  <a:pt x="476904" y="115991"/>
                </a:cubicBezTo>
                <a:cubicBezTo>
                  <a:pt x="477882" y="116821"/>
                  <a:pt x="479023" y="117236"/>
                  <a:pt x="480326" y="117236"/>
                </a:cubicBezTo>
                <a:cubicBezTo>
                  <a:pt x="482163" y="117236"/>
                  <a:pt x="484237" y="116732"/>
                  <a:pt x="486548" y="115725"/>
                </a:cubicBezTo>
                <a:lnTo>
                  <a:pt x="487792" y="118835"/>
                </a:lnTo>
                <a:lnTo>
                  <a:pt x="463439" y="128879"/>
                </a:lnTo>
                <a:lnTo>
                  <a:pt x="459439" y="128879"/>
                </a:lnTo>
                <a:lnTo>
                  <a:pt x="459439" y="111636"/>
                </a:lnTo>
                <a:cubicBezTo>
                  <a:pt x="452447" y="119221"/>
                  <a:pt x="447114" y="123991"/>
                  <a:pt x="443440" y="125946"/>
                </a:cubicBezTo>
                <a:cubicBezTo>
                  <a:pt x="439766" y="127901"/>
                  <a:pt x="435885" y="128879"/>
                  <a:pt x="431797" y="128879"/>
                </a:cubicBezTo>
                <a:cubicBezTo>
                  <a:pt x="427234" y="128879"/>
                  <a:pt x="423279" y="127561"/>
                  <a:pt x="419931" y="124924"/>
                </a:cubicBezTo>
                <a:cubicBezTo>
                  <a:pt x="416583" y="122287"/>
                  <a:pt x="414257" y="118895"/>
                  <a:pt x="412954" y="114747"/>
                </a:cubicBezTo>
                <a:cubicBezTo>
                  <a:pt x="411650" y="110599"/>
                  <a:pt x="410998" y="104733"/>
                  <a:pt x="410998" y="97148"/>
                </a:cubicBezTo>
                <a:lnTo>
                  <a:pt x="410998" y="60795"/>
                </a:lnTo>
                <a:cubicBezTo>
                  <a:pt x="410998" y="56944"/>
                  <a:pt x="410583" y="54277"/>
                  <a:pt x="409754" y="52796"/>
                </a:cubicBezTo>
                <a:cubicBezTo>
                  <a:pt x="408924" y="51315"/>
                  <a:pt x="407695" y="50174"/>
                  <a:pt x="406065" y="49374"/>
                </a:cubicBezTo>
                <a:cubicBezTo>
                  <a:pt x="404436" y="48574"/>
                  <a:pt x="401488" y="48204"/>
                  <a:pt x="397221" y="48263"/>
                </a:cubicBezTo>
                <a:lnTo>
                  <a:pt x="397221" y="44974"/>
                </a:lnTo>
                <a:lnTo>
                  <a:pt x="425753" y="44974"/>
                </a:lnTo>
                <a:lnTo>
                  <a:pt x="425753" y="99326"/>
                </a:lnTo>
                <a:cubicBezTo>
                  <a:pt x="425753" y="106892"/>
                  <a:pt x="427071" y="111857"/>
                  <a:pt x="429708" y="114222"/>
                </a:cubicBezTo>
                <a:cubicBezTo>
                  <a:pt x="432345" y="116587"/>
                  <a:pt x="435530" y="117769"/>
                  <a:pt x="439263" y="117769"/>
                </a:cubicBezTo>
                <a:cubicBezTo>
                  <a:pt x="441811" y="117769"/>
                  <a:pt x="444699" y="116971"/>
                  <a:pt x="447929" y="115375"/>
                </a:cubicBezTo>
                <a:cubicBezTo>
                  <a:pt x="451158" y="113778"/>
                  <a:pt x="454995" y="110735"/>
                  <a:pt x="459439" y="106245"/>
                </a:cubicBezTo>
                <a:lnTo>
                  <a:pt x="459439" y="60232"/>
                </a:lnTo>
                <a:cubicBezTo>
                  <a:pt x="459439" y="55621"/>
                  <a:pt x="458595" y="52503"/>
                  <a:pt x="456906" y="50880"/>
                </a:cubicBezTo>
                <a:cubicBezTo>
                  <a:pt x="455217" y="49254"/>
                  <a:pt x="451706" y="48382"/>
                  <a:pt x="446373" y="48263"/>
                </a:cubicBezTo>
                <a:lnTo>
                  <a:pt x="446373" y="44974"/>
                </a:lnTo>
                <a:lnTo>
                  <a:pt x="474105" y="44974"/>
                </a:lnTo>
                <a:close/>
                <a:moveTo>
                  <a:pt x="536783" y="114658"/>
                </a:moveTo>
                <a:cubicBezTo>
                  <a:pt x="528428" y="121117"/>
                  <a:pt x="523184" y="124850"/>
                  <a:pt x="521051" y="125857"/>
                </a:cubicBezTo>
                <a:cubicBezTo>
                  <a:pt x="517851" y="127398"/>
                  <a:pt x="514444" y="128168"/>
                  <a:pt x="510829" y="128168"/>
                </a:cubicBezTo>
                <a:cubicBezTo>
                  <a:pt x="505200" y="128168"/>
                  <a:pt x="500564" y="126242"/>
                  <a:pt x="496919" y="122391"/>
                </a:cubicBezTo>
                <a:cubicBezTo>
                  <a:pt x="493275" y="118539"/>
                  <a:pt x="491453" y="113473"/>
                  <a:pt x="491453" y="107192"/>
                </a:cubicBezTo>
                <a:cubicBezTo>
                  <a:pt x="491453" y="103222"/>
                  <a:pt x="492342" y="99785"/>
                  <a:pt x="494120" y="96882"/>
                </a:cubicBezTo>
                <a:cubicBezTo>
                  <a:pt x="496549" y="92852"/>
                  <a:pt x="500771" y="89060"/>
                  <a:pt x="506785" y="85505"/>
                </a:cubicBezTo>
                <a:cubicBezTo>
                  <a:pt x="512800" y="81949"/>
                  <a:pt x="522799" y="77624"/>
                  <a:pt x="536783" y="72528"/>
                </a:cubicBezTo>
                <a:lnTo>
                  <a:pt x="536783" y="69328"/>
                </a:lnTo>
                <a:cubicBezTo>
                  <a:pt x="536783" y="61210"/>
                  <a:pt x="535494" y="55640"/>
                  <a:pt x="532917" y="52618"/>
                </a:cubicBezTo>
                <a:cubicBezTo>
                  <a:pt x="530339" y="49596"/>
                  <a:pt x="526591" y="48085"/>
                  <a:pt x="521673" y="48085"/>
                </a:cubicBezTo>
                <a:cubicBezTo>
                  <a:pt x="517940" y="48085"/>
                  <a:pt x="514977" y="49089"/>
                  <a:pt x="512785" y="51096"/>
                </a:cubicBezTo>
                <a:cubicBezTo>
                  <a:pt x="510533" y="53103"/>
                  <a:pt x="509407" y="55406"/>
                  <a:pt x="509407" y="58004"/>
                </a:cubicBezTo>
                <a:lnTo>
                  <a:pt x="509585" y="63140"/>
                </a:lnTo>
                <a:cubicBezTo>
                  <a:pt x="509585" y="65854"/>
                  <a:pt x="508889" y="67950"/>
                  <a:pt x="507496" y="69425"/>
                </a:cubicBezTo>
                <a:cubicBezTo>
                  <a:pt x="506104" y="70901"/>
                  <a:pt x="504282" y="71639"/>
                  <a:pt x="502030" y="71639"/>
                </a:cubicBezTo>
                <a:cubicBezTo>
                  <a:pt x="499838" y="71639"/>
                  <a:pt x="498045" y="70872"/>
                  <a:pt x="496653" y="69336"/>
                </a:cubicBezTo>
                <a:cubicBezTo>
                  <a:pt x="495260" y="67800"/>
                  <a:pt x="494564" y="65702"/>
                  <a:pt x="494564" y="63042"/>
                </a:cubicBezTo>
                <a:cubicBezTo>
                  <a:pt x="494564" y="57963"/>
                  <a:pt x="497171" y="53297"/>
                  <a:pt x="502386" y="49044"/>
                </a:cubicBezTo>
                <a:cubicBezTo>
                  <a:pt x="507600" y="44790"/>
                  <a:pt x="514918" y="42663"/>
                  <a:pt x="524340" y="42663"/>
                </a:cubicBezTo>
                <a:cubicBezTo>
                  <a:pt x="531569" y="42663"/>
                  <a:pt x="537494" y="43876"/>
                  <a:pt x="542116" y="46302"/>
                </a:cubicBezTo>
                <a:cubicBezTo>
                  <a:pt x="545612" y="48137"/>
                  <a:pt x="548190" y="51008"/>
                  <a:pt x="549849" y="54915"/>
                </a:cubicBezTo>
                <a:cubicBezTo>
                  <a:pt x="550915" y="57460"/>
                  <a:pt x="551449" y="62668"/>
                  <a:pt x="551449" y="70539"/>
                </a:cubicBezTo>
                <a:lnTo>
                  <a:pt x="551449" y="98148"/>
                </a:lnTo>
                <a:cubicBezTo>
                  <a:pt x="551449" y="105901"/>
                  <a:pt x="551597" y="110651"/>
                  <a:pt x="551893" y="112397"/>
                </a:cubicBezTo>
                <a:cubicBezTo>
                  <a:pt x="552189" y="114143"/>
                  <a:pt x="552678" y="115313"/>
                  <a:pt x="553360" y="115905"/>
                </a:cubicBezTo>
                <a:cubicBezTo>
                  <a:pt x="554041" y="116496"/>
                  <a:pt x="554826" y="116791"/>
                  <a:pt x="555715" y="116791"/>
                </a:cubicBezTo>
                <a:cubicBezTo>
                  <a:pt x="556663" y="116791"/>
                  <a:pt x="557493" y="116584"/>
                  <a:pt x="558204" y="116169"/>
                </a:cubicBezTo>
                <a:cubicBezTo>
                  <a:pt x="559448" y="115399"/>
                  <a:pt x="561848" y="113236"/>
                  <a:pt x="565403" y="109681"/>
                </a:cubicBezTo>
                <a:lnTo>
                  <a:pt x="565403" y="114658"/>
                </a:lnTo>
                <a:cubicBezTo>
                  <a:pt x="558767" y="123546"/>
                  <a:pt x="552426" y="127990"/>
                  <a:pt x="546382" y="127990"/>
                </a:cubicBezTo>
                <a:cubicBezTo>
                  <a:pt x="543479" y="127990"/>
                  <a:pt x="541168" y="126983"/>
                  <a:pt x="539449" y="124968"/>
                </a:cubicBezTo>
                <a:cubicBezTo>
                  <a:pt x="537731" y="122954"/>
                  <a:pt x="536842" y="119517"/>
                  <a:pt x="536783" y="114658"/>
                </a:cubicBezTo>
                <a:moveTo>
                  <a:pt x="536783" y="108831"/>
                </a:moveTo>
                <a:lnTo>
                  <a:pt x="536783" y="77950"/>
                </a:lnTo>
                <a:cubicBezTo>
                  <a:pt x="527836" y="81488"/>
                  <a:pt x="522058" y="83996"/>
                  <a:pt x="519451" y="85471"/>
                </a:cubicBezTo>
                <a:cubicBezTo>
                  <a:pt x="514770" y="88067"/>
                  <a:pt x="511422" y="90781"/>
                  <a:pt x="509407" y="93612"/>
                </a:cubicBezTo>
                <a:cubicBezTo>
                  <a:pt x="507393" y="96444"/>
                  <a:pt x="506385" y="99541"/>
                  <a:pt x="506385" y="102903"/>
                </a:cubicBezTo>
                <a:cubicBezTo>
                  <a:pt x="506385" y="107151"/>
                  <a:pt x="507659" y="110676"/>
                  <a:pt x="510207" y="113478"/>
                </a:cubicBezTo>
                <a:cubicBezTo>
                  <a:pt x="512755" y="116279"/>
                  <a:pt x="515688" y="117680"/>
                  <a:pt x="519007" y="117680"/>
                </a:cubicBezTo>
                <a:cubicBezTo>
                  <a:pt x="523510" y="117680"/>
                  <a:pt x="529435" y="114730"/>
                  <a:pt x="536783" y="108831"/>
                </a:cubicBezTo>
                <a:close/>
                <a:moveTo>
                  <a:pt x="595663" y="18132"/>
                </a:moveTo>
                <a:lnTo>
                  <a:pt x="595663" y="44974"/>
                </a:lnTo>
                <a:lnTo>
                  <a:pt x="614684" y="44974"/>
                </a:lnTo>
                <a:lnTo>
                  <a:pt x="614684" y="51196"/>
                </a:lnTo>
                <a:lnTo>
                  <a:pt x="595663" y="51196"/>
                </a:lnTo>
                <a:lnTo>
                  <a:pt x="595663" y="103920"/>
                </a:lnTo>
                <a:cubicBezTo>
                  <a:pt x="595663" y="109188"/>
                  <a:pt x="596419" y="112740"/>
                  <a:pt x="597930" y="114575"/>
                </a:cubicBezTo>
                <a:cubicBezTo>
                  <a:pt x="599441" y="116408"/>
                  <a:pt x="601382" y="117324"/>
                  <a:pt x="603752" y="117324"/>
                </a:cubicBezTo>
                <a:cubicBezTo>
                  <a:pt x="605707" y="117324"/>
                  <a:pt x="607603" y="116717"/>
                  <a:pt x="609440" y="115502"/>
                </a:cubicBezTo>
                <a:cubicBezTo>
                  <a:pt x="611277" y="114288"/>
                  <a:pt x="612699" y="112495"/>
                  <a:pt x="613707" y="110125"/>
                </a:cubicBezTo>
                <a:lnTo>
                  <a:pt x="617173" y="110125"/>
                </a:lnTo>
                <a:cubicBezTo>
                  <a:pt x="615099" y="115949"/>
                  <a:pt x="612166" y="120353"/>
                  <a:pt x="608374" y="123338"/>
                </a:cubicBezTo>
                <a:cubicBezTo>
                  <a:pt x="604581" y="126321"/>
                  <a:pt x="600670" y="127813"/>
                  <a:pt x="596641" y="127813"/>
                </a:cubicBezTo>
                <a:cubicBezTo>
                  <a:pt x="593915" y="127813"/>
                  <a:pt x="591249" y="127056"/>
                  <a:pt x="588642" y="125543"/>
                </a:cubicBezTo>
                <a:cubicBezTo>
                  <a:pt x="586035" y="124030"/>
                  <a:pt x="584109" y="121866"/>
                  <a:pt x="582864" y="119049"/>
                </a:cubicBezTo>
                <a:cubicBezTo>
                  <a:pt x="581620" y="116231"/>
                  <a:pt x="580998" y="111885"/>
                  <a:pt x="580998" y="106011"/>
                </a:cubicBezTo>
                <a:lnTo>
                  <a:pt x="580998" y="51196"/>
                </a:lnTo>
                <a:lnTo>
                  <a:pt x="568110" y="51196"/>
                </a:lnTo>
                <a:lnTo>
                  <a:pt x="568110" y="48263"/>
                </a:lnTo>
                <a:cubicBezTo>
                  <a:pt x="571369" y="46956"/>
                  <a:pt x="574702" y="44742"/>
                  <a:pt x="578109" y="41622"/>
                </a:cubicBezTo>
                <a:cubicBezTo>
                  <a:pt x="581516" y="38502"/>
                  <a:pt x="584553" y="34802"/>
                  <a:pt x="587220" y="30523"/>
                </a:cubicBezTo>
                <a:cubicBezTo>
                  <a:pt x="588582" y="28265"/>
                  <a:pt x="590479" y="24135"/>
                  <a:pt x="592908" y="18132"/>
                </a:cubicBezTo>
                <a:lnTo>
                  <a:pt x="595663" y="18132"/>
                </a:lnTo>
                <a:close/>
                <a:moveTo>
                  <a:pt x="645883" y="0"/>
                </a:moveTo>
                <a:cubicBezTo>
                  <a:pt x="648372" y="0"/>
                  <a:pt x="650490" y="879"/>
                  <a:pt x="652238" y="2636"/>
                </a:cubicBezTo>
                <a:cubicBezTo>
                  <a:pt x="653986" y="4391"/>
                  <a:pt x="654860" y="6520"/>
                  <a:pt x="654860" y="9022"/>
                </a:cubicBezTo>
                <a:cubicBezTo>
                  <a:pt x="654860" y="11523"/>
                  <a:pt x="653986" y="13667"/>
                  <a:pt x="652238" y="15454"/>
                </a:cubicBezTo>
                <a:cubicBezTo>
                  <a:pt x="650490" y="17239"/>
                  <a:pt x="648372" y="18132"/>
                  <a:pt x="645883" y="18132"/>
                </a:cubicBezTo>
                <a:cubicBezTo>
                  <a:pt x="643395" y="18132"/>
                  <a:pt x="641261" y="17239"/>
                  <a:pt x="639484" y="15454"/>
                </a:cubicBezTo>
                <a:cubicBezTo>
                  <a:pt x="637706" y="13667"/>
                  <a:pt x="636817" y="11523"/>
                  <a:pt x="636817" y="9022"/>
                </a:cubicBezTo>
                <a:cubicBezTo>
                  <a:pt x="636817" y="6520"/>
                  <a:pt x="637691" y="4391"/>
                  <a:pt x="639439" y="2636"/>
                </a:cubicBezTo>
                <a:cubicBezTo>
                  <a:pt x="641187" y="879"/>
                  <a:pt x="643335" y="0"/>
                  <a:pt x="645883" y="0"/>
                </a:cubicBezTo>
                <a:moveTo>
                  <a:pt x="653260" y="42663"/>
                </a:moveTo>
                <a:lnTo>
                  <a:pt x="653260" y="107936"/>
                </a:lnTo>
                <a:cubicBezTo>
                  <a:pt x="653260" y="113021"/>
                  <a:pt x="653631" y="116406"/>
                  <a:pt x="654371" y="118091"/>
                </a:cubicBezTo>
                <a:cubicBezTo>
                  <a:pt x="655112" y="119776"/>
                  <a:pt x="656208" y="121033"/>
                  <a:pt x="657660" y="121860"/>
                </a:cubicBezTo>
                <a:cubicBezTo>
                  <a:pt x="659112" y="122688"/>
                  <a:pt x="661764" y="123102"/>
                  <a:pt x="665615" y="123102"/>
                </a:cubicBezTo>
                <a:lnTo>
                  <a:pt x="665615" y="126390"/>
                </a:lnTo>
                <a:lnTo>
                  <a:pt x="626063" y="126390"/>
                </a:lnTo>
                <a:lnTo>
                  <a:pt x="626063" y="123102"/>
                </a:lnTo>
                <a:cubicBezTo>
                  <a:pt x="630033" y="123102"/>
                  <a:pt x="632699" y="122718"/>
                  <a:pt x="634062" y="121949"/>
                </a:cubicBezTo>
                <a:cubicBezTo>
                  <a:pt x="635425" y="121181"/>
                  <a:pt x="636506" y="119909"/>
                  <a:pt x="637306" y="118136"/>
                </a:cubicBezTo>
                <a:cubicBezTo>
                  <a:pt x="638106" y="116362"/>
                  <a:pt x="638506" y="112962"/>
                  <a:pt x="638506" y="107936"/>
                </a:cubicBezTo>
                <a:lnTo>
                  <a:pt x="638506" y="76630"/>
                </a:lnTo>
                <a:cubicBezTo>
                  <a:pt x="638506" y="67820"/>
                  <a:pt x="638239" y="62115"/>
                  <a:pt x="637706" y="59515"/>
                </a:cubicBezTo>
                <a:cubicBezTo>
                  <a:pt x="637291" y="57623"/>
                  <a:pt x="636639" y="56307"/>
                  <a:pt x="635751" y="55568"/>
                </a:cubicBezTo>
                <a:cubicBezTo>
                  <a:pt x="634862" y="54829"/>
                  <a:pt x="633647" y="54460"/>
                  <a:pt x="632107" y="54460"/>
                </a:cubicBezTo>
                <a:cubicBezTo>
                  <a:pt x="630447" y="54460"/>
                  <a:pt x="628433" y="54903"/>
                  <a:pt x="626063" y="55790"/>
                </a:cubicBezTo>
                <a:lnTo>
                  <a:pt x="624818" y="52596"/>
                </a:lnTo>
                <a:lnTo>
                  <a:pt x="649350" y="42663"/>
                </a:lnTo>
                <a:lnTo>
                  <a:pt x="653260" y="42663"/>
                </a:lnTo>
                <a:close/>
                <a:moveTo>
                  <a:pt x="715598" y="42663"/>
                </a:moveTo>
                <a:cubicBezTo>
                  <a:pt x="727923" y="42663"/>
                  <a:pt x="737818" y="47340"/>
                  <a:pt x="745284" y="56693"/>
                </a:cubicBezTo>
                <a:cubicBezTo>
                  <a:pt x="751625" y="64683"/>
                  <a:pt x="754795" y="73858"/>
                  <a:pt x="754795" y="84219"/>
                </a:cubicBezTo>
                <a:cubicBezTo>
                  <a:pt x="754795" y="91500"/>
                  <a:pt x="753047" y="98869"/>
                  <a:pt x="749551" y="106328"/>
                </a:cubicBezTo>
                <a:cubicBezTo>
                  <a:pt x="746055" y="113785"/>
                  <a:pt x="741240" y="119408"/>
                  <a:pt x="735107" y="123196"/>
                </a:cubicBezTo>
                <a:cubicBezTo>
                  <a:pt x="728975" y="126985"/>
                  <a:pt x="722145" y="128879"/>
                  <a:pt x="714620" y="128879"/>
                </a:cubicBezTo>
                <a:cubicBezTo>
                  <a:pt x="702354" y="128879"/>
                  <a:pt x="692607" y="123995"/>
                  <a:pt x="685378" y="114228"/>
                </a:cubicBezTo>
                <a:cubicBezTo>
                  <a:pt x="679275" y="106000"/>
                  <a:pt x="676223" y="96767"/>
                  <a:pt x="676223" y="86527"/>
                </a:cubicBezTo>
                <a:cubicBezTo>
                  <a:pt x="676223" y="79068"/>
                  <a:pt x="678075" y="71654"/>
                  <a:pt x="681778" y="64284"/>
                </a:cubicBezTo>
                <a:cubicBezTo>
                  <a:pt x="685482" y="56914"/>
                  <a:pt x="690355" y="51468"/>
                  <a:pt x="696399" y="47946"/>
                </a:cubicBezTo>
                <a:cubicBezTo>
                  <a:pt x="702443" y="44424"/>
                  <a:pt x="708843" y="42663"/>
                  <a:pt x="715598" y="42663"/>
                </a:cubicBezTo>
                <a:moveTo>
                  <a:pt x="712842" y="48530"/>
                </a:moveTo>
                <a:cubicBezTo>
                  <a:pt x="709702" y="48530"/>
                  <a:pt x="706547" y="49462"/>
                  <a:pt x="703377" y="51327"/>
                </a:cubicBezTo>
                <a:cubicBezTo>
                  <a:pt x="700206" y="53191"/>
                  <a:pt x="697644" y="56461"/>
                  <a:pt x="695688" y="61137"/>
                </a:cubicBezTo>
                <a:cubicBezTo>
                  <a:pt x="693733" y="65813"/>
                  <a:pt x="692755" y="71820"/>
                  <a:pt x="692755" y="79158"/>
                </a:cubicBezTo>
                <a:cubicBezTo>
                  <a:pt x="692755" y="90994"/>
                  <a:pt x="695110" y="101203"/>
                  <a:pt x="699821" y="109786"/>
                </a:cubicBezTo>
                <a:cubicBezTo>
                  <a:pt x="704532" y="118367"/>
                  <a:pt x="710739" y="122657"/>
                  <a:pt x="718442" y="122657"/>
                </a:cubicBezTo>
                <a:cubicBezTo>
                  <a:pt x="724190" y="122657"/>
                  <a:pt x="728930" y="120290"/>
                  <a:pt x="732663" y="115555"/>
                </a:cubicBezTo>
                <a:cubicBezTo>
                  <a:pt x="736396" y="110820"/>
                  <a:pt x="738263" y="102683"/>
                  <a:pt x="738263" y="91143"/>
                </a:cubicBezTo>
                <a:cubicBezTo>
                  <a:pt x="738263" y="76702"/>
                  <a:pt x="735152" y="65338"/>
                  <a:pt x="728930" y="57051"/>
                </a:cubicBezTo>
                <a:cubicBezTo>
                  <a:pt x="724723" y="51370"/>
                  <a:pt x="719360" y="48530"/>
                  <a:pt x="712842" y="48530"/>
                </a:cubicBezTo>
                <a:close/>
                <a:moveTo>
                  <a:pt x="793074" y="59907"/>
                </a:moveTo>
                <a:cubicBezTo>
                  <a:pt x="802614" y="48411"/>
                  <a:pt x="811709" y="42663"/>
                  <a:pt x="820360" y="42663"/>
                </a:cubicBezTo>
                <a:cubicBezTo>
                  <a:pt x="824804" y="42663"/>
                  <a:pt x="828626" y="43773"/>
                  <a:pt x="831826" y="45991"/>
                </a:cubicBezTo>
                <a:cubicBezTo>
                  <a:pt x="835026" y="48207"/>
                  <a:pt x="837574" y="51858"/>
                  <a:pt x="839470" y="56943"/>
                </a:cubicBezTo>
                <a:cubicBezTo>
                  <a:pt x="840774" y="60489"/>
                  <a:pt x="841425" y="65928"/>
                  <a:pt x="841425" y="73261"/>
                </a:cubicBezTo>
                <a:lnTo>
                  <a:pt x="841425" y="107936"/>
                </a:lnTo>
                <a:cubicBezTo>
                  <a:pt x="841425" y="113080"/>
                  <a:pt x="841840" y="116569"/>
                  <a:pt x="842670" y="118402"/>
                </a:cubicBezTo>
                <a:cubicBezTo>
                  <a:pt x="843322" y="119880"/>
                  <a:pt x="844373" y="121033"/>
                  <a:pt x="845825" y="121860"/>
                </a:cubicBezTo>
                <a:cubicBezTo>
                  <a:pt x="847277" y="122688"/>
                  <a:pt x="849958" y="123102"/>
                  <a:pt x="853869" y="123102"/>
                </a:cubicBezTo>
                <a:lnTo>
                  <a:pt x="853869" y="126390"/>
                </a:lnTo>
                <a:lnTo>
                  <a:pt x="813605" y="126390"/>
                </a:lnTo>
                <a:lnTo>
                  <a:pt x="813605" y="123102"/>
                </a:lnTo>
                <a:lnTo>
                  <a:pt x="815294" y="123102"/>
                </a:lnTo>
                <a:cubicBezTo>
                  <a:pt x="819086" y="123102"/>
                  <a:pt x="821738" y="122527"/>
                  <a:pt x="823249" y="121377"/>
                </a:cubicBezTo>
                <a:cubicBezTo>
                  <a:pt x="824760" y="120227"/>
                  <a:pt x="825812" y="118533"/>
                  <a:pt x="826404" y="116294"/>
                </a:cubicBezTo>
                <a:cubicBezTo>
                  <a:pt x="826641" y="115409"/>
                  <a:pt x="826760" y="112638"/>
                  <a:pt x="826760" y="107981"/>
                </a:cubicBezTo>
                <a:lnTo>
                  <a:pt x="826760" y="74819"/>
                </a:lnTo>
                <a:cubicBezTo>
                  <a:pt x="826760" y="67451"/>
                  <a:pt x="825797" y="62102"/>
                  <a:pt x="823871" y="58771"/>
                </a:cubicBezTo>
                <a:cubicBezTo>
                  <a:pt x="821945" y="55439"/>
                  <a:pt x="818701" y="53774"/>
                  <a:pt x="814139" y="53774"/>
                </a:cubicBezTo>
                <a:cubicBezTo>
                  <a:pt x="807087" y="53774"/>
                  <a:pt x="800066" y="57606"/>
                  <a:pt x="793074" y="65270"/>
                </a:cubicBezTo>
                <a:lnTo>
                  <a:pt x="793074" y="107981"/>
                </a:lnTo>
                <a:cubicBezTo>
                  <a:pt x="793074" y="113464"/>
                  <a:pt x="793399" y="116853"/>
                  <a:pt x="794051" y="118149"/>
                </a:cubicBezTo>
                <a:cubicBezTo>
                  <a:pt x="794881" y="119859"/>
                  <a:pt x="796021" y="121111"/>
                  <a:pt x="797473" y="121907"/>
                </a:cubicBezTo>
                <a:cubicBezTo>
                  <a:pt x="798925" y="122704"/>
                  <a:pt x="801873" y="123102"/>
                  <a:pt x="806317" y="123102"/>
                </a:cubicBezTo>
                <a:lnTo>
                  <a:pt x="806317" y="126390"/>
                </a:lnTo>
                <a:lnTo>
                  <a:pt x="766053" y="126390"/>
                </a:lnTo>
                <a:lnTo>
                  <a:pt x="766053" y="123102"/>
                </a:lnTo>
                <a:lnTo>
                  <a:pt x="767831" y="123102"/>
                </a:lnTo>
                <a:cubicBezTo>
                  <a:pt x="771979" y="123102"/>
                  <a:pt x="774779" y="122053"/>
                  <a:pt x="776230" y="119955"/>
                </a:cubicBezTo>
                <a:cubicBezTo>
                  <a:pt x="777682" y="117855"/>
                  <a:pt x="778408" y="113849"/>
                  <a:pt x="778408" y="107936"/>
                </a:cubicBezTo>
                <a:lnTo>
                  <a:pt x="778408" y="77783"/>
                </a:lnTo>
                <a:cubicBezTo>
                  <a:pt x="778408" y="68028"/>
                  <a:pt x="778186" y="62087"/>
                  <a:pt x="777741" y="59959"/>
                </a:cubicBezTo>
                <a:cubicBezTo>
                  <a:pt x="777297" y="57830"/>
                  <a:pt x="776616" y="56381"/>
                  <a:pt x="775697" y="55612"/>
                </a:cubicBezTo>
                <a:cubicBezTo>
                  <a:pt x="774779" y="54844"/>
                  <a:pt x="773549" y="54460"/>
                  <a:pt x="772008" y="54460"/>
                </a:cubicBezTo>
                <a:cubicBezTo>
                  <a:pt x="770349" y="54460"/>
                  <a:pt x="768364" y="54903"/>
                  <a:pt x="766053" y="55790"/>
                </a:cubicBezTo>
                <a:lnTo>
                  <a:pt x="764720" y="52596"/>
                </a:lnTo>
                <a:lnTo>
                  <a:pt x="789252" y="42663"/>
                </a:lnTo>
                <a:lnTo>
                  <a:pt x="793074" y="42663"/>
                </a:lnTo>
                <a:lnTo>
                  <a:pt x="793074" y="59907"/>
                </a:lnTo>
                <a:close/>
                <a:moveTo>
                  <a:pt x="951435" y="12444"/>
                </a:moveTo>
                <a:lnTo>
                  <a:pt x="951435" y="59729"/>
                </a:lnTo>
                <a:lnTo>
                  <a:pt x="973388" y="59729"/>
                </a:lnTo>
                <a:cubicBezTo>
                  <a:pt x="978425" y="59729"/>
                  <a:pt x="982114" y="58618"/>
                  <a:pt x="984454" y="56396"/>
                </a:cubicBezTo>
                <a:cubicBezTo>
                  <a:pt x="986795" y="54174"/>
                  <a:pt x="988350" y="49774"/>
                  <a:pt x="989121" y="43197"/>
                </a:cubicBezTo>
                <a:lnTo>
                  <a:pt x="992409" y="43197"/>
                </a:lnTo>
                <a:lnTo>
                  <a:pt x="992409" y="84083"/>
                </a:lnTo>
                <a:lnTo>
                  <a:pt x="989121" y="84083"/>
                </a:lnTo>
                <a:cubicBezTo>
                  <a:pt x="989061" y="79377"/>
                  <a:pt x="988454" y="75923"/>
                  <a:pt x="987298" y="73719"/>
                </a:cubicBezTo>
                <a:cubicBezTo>
                  <a:pt x="986143" y="71514"/>
                  <a:pt x="984543" y="69860"/>
                  <a:pt x="982499" y="68759"/>
                </a:cubicBezTo>
                <a:cubicBezTo>
                  <a:pt x="980455" y="67657"/>
                  <a:pt x="977418" y="67106"/>
                  <a:pt x="973388" y="67106"/>
                </a:cubicBezTo>
                <a:lnTo>
                  <a:pt x="951435" y="67106"/>
                </a:lnTo>
                <a:lnTo>
                  <a:pt x="951435" y="105031"/>
                </a:lnTo>
                <a:cubicBezTo>
                  <a:pt x="951435" y="111143"/>
                  <a:pt x="951820" y="115179"/>
                  <a:pt x="952590" y="117138"/>
                </a:cubicBezTo>
                <a:cubicBezTo>
                  <a:pt x="953183" y="118622"/>
                  <a:pt x="954427" y="119897"/>
                  <a:pt x="956323" y="120966"/>
                </a:cubicBezTo>
                <a:cubicBezTo>
                  <a:pt x="958930" y="122390"/>
                  <a:pt x="961656" y="123102"/>
                  <a:pt x="964500" y="123102"/>
                </a:cubicBezTo>
                <a:lnTo>
                  <a:pt x="968855" y="123102"/>
                </a:lnTo>
                <a:lnTo>
                  <a:pt x="968855" y="126390"/>
                </a:lnTo>
                <a:lnTo>
                  <a:pt x="917126" y="126390"/>
                </a:lnTo>
                <a:lnTo>
                  <a:pt x="917126" y="123102"/>
                </a:lnTo>
                <a:lnTo>
                  <a:pt x="921392" y="123102"/>
                </a:lnTo>
                <a:cubicBezTo>
                  <a:pt x="926370" y="123102"/>
                  <a:pt x="929984" y="121650"/>
                  <a:pt x="932236" y="118747"/>
                </a:cubicBezTo>
                <a:cubicBezTo>
                  <a:pt x="933658" y="116850"/>
                  <a:pt x="934369" y="112288"/>
                  <a:pt x="934369" y="105059"/>
                </a:cubicBezTo>
                <a:lnTo>
                  <a:pt x="934369" y="27198"/>
                </a:lnTo>
                <a:cubicBezTo>
                  <a:pt x="934369" y="21095"/>
                  <a:pt x="933984" y="17065"/>
                  <a:pt x="933214" y="15110"/>
                </a:cubicBezTo>
                <a:cubicBezTo>
                  <a:pt x="932621" y="13629"/>
                  <a:pt x="931406" y="12355"/>
                  <a:pt x="929570" y="11288"/>
                </a:cubicBezTo>
                <a:cubicBezTo>
                  <a:pt x="927022" y="9866"/>
                  <a:pt x="924296" y="9155"/>
                  <a:pt x="921392" y="9155"/>
                </a:cubicBezTo>
                <a:lnTo>
                  <a:pt x="917126" y="9155"/>
                </a:lnTo>
                <a:lnTo>
                  <a:pt x="917126" y="5866"/>
                </a:lnTo>
                <a:lnTo>
                  <a:pt x="1006808" y="5866"/>
                </a:lnTo>
                <a:lnTo>
                  <a:pt x="1007964" y="32353"/>
                </a:lnTo>
                <a:lnTo>
                  <a:pt x="1004853" y="32353"/>
                </a:lnTo>
                <a:cubicBezTo>
                  <a:pt x="1003312" y="26724"/>
                  <a:pt x="1001520" y="22591"/>
                  <a:pt x="999475" y="19954"/>
                </a:cubicBezTo>
                <a:cubicBezTo>
                  <a:pt x="997431" y="17317"/>
                  <a:pt x="994913" y="15406"/>
                  <a:pt x="991920" y="14221"/>
                </a:cubicBezTo>
                <a:cubicBezTo>
                  <a:pt x="988928" y="13036"/>
                  <a:pt x="984291" y="12444"/>
                  <a:pt x="978010" y="12444"/>
                </a:cubicBezTo>
                <a:lnTo>
                  <a:pt x="951435" y="12444"/>
                </a:lnTo>
                <a:close/>
                <a:moveTo>
                  <a:pt x="1030774" y="75728"/>
                </a:moveTo>
                <a:cubicBezTo>
                  <a:pt x="1030714" y="87788"/>
                  <a:pt x="1033648" y="97247"/>
                  <a:pt x="1039573" y="104106"/>
                </a:cubicBezTo>
                <a:cubicBezTo>
                  <a:pt x="1045498" y="110963"/>
                  <a:pt x="1052461" y="114391"/>
                  <a:pt x="1060460" y="114391"/>
                </a:cubicBezTo>
                <a:cubicBezTo>
                  <a:pt x="1065793" y="114391"/>
                  <a:pt x="1070430" y="112925"/>
                  <a:pt x="1074370" y="109992"/>
                </a:cubicBezTo>
                <a:cubicBezTo>
                  <a:pt x="1078311" y="107059"/>
                  <a:pt x="1081614" y="102037"/>
                  <a:pt x="1084281" y="94926"/>
                </a:cubicBezTo>
                <a:lnTo>
                  <a:pt x="1087036" y="96704"/>
                </a:lnTo>
                <a:cubicBezTo>
                  <a:pt x="1085792" y="104822"/>
                  <a:pt x="1082177" y="112214"/>
                  <a:pt x="1076192" y="118880"/>
                </a:cubicBezTo>
                <a:cubicBezTo>
                  <a:pt x="1070208" y="125546"/>
                  <a:pt x="1062712" y="128879"/>
                  <a:pt x="1053705" y="128879"/>
                </a:cubicBezTo>
                <a:cubicBezTo>
                  <a:pt x="1043928" y="128879"/>
                  <a:pt x="1035559" y="125080"/>
                  <a:pt x="1028596" y="117483"/>
                </a:cubicBezTo>
                <a:cubicBezTo>
                  <a:pt x="1021634" y="109883"/>
                  <a:pt x="1018152" y="99667"/>
                  <a:pt x="1018152" y="86835"/>
                </a:cubicBezTo>
                <a:cubicBezTo>
                  <a:pt x="1018152" y="72940"/>
                  <a:pt x="1021723" y="62105"/>
                  <a:pt x="1028863" y="54329"/>
                </a:cubicBezTo>
                <a:cubicBezTo>
                  <a:pt x="1036003" y="46552"/>
                  <a:pt x="1044965" y="42663"/>
                  <a:pt x="1055750" y="42663"/>
                </a:cubicBezTo>
                <a:cubicBezTo>
                  <a:pt x="1064875" y="42663"/>
                  <a:pt x="1072371" y="45663"/>
                  <a:pt x="1078237" y="51663"/>
                </a:cubicBezTo>
                <a:cubicBezTo>
                  <a:pt x="1084103" y="57660"/>
                  <a:pt x="1087036" y="65682"/>
                  <a:pt x="1087036" y="75728"/>
                </a:cubicBezTo>
                <a:lnTo>
                  <a:pt x="1030774" y="75728"/>
                </a:lnTo>
                <a:moveTo>
                  <a:pt x="1030774" y="70572"/>
                </a:moveTo>
                <a:lnTo>
                  <a:pt x="1068460" y="70572"/>
                </a:lnTo>
                <a:cubicBezTo>
                  <a:pt x="1068163" y="65358"/>
                  <a:pt x="1067541" y="61684"/>
                  <a:pt x="1066593" y="59551"/>
                </a:cubicBezTo>
                <a:cubicBezTo>
                  <a:pt x="1065112" y="56233"/>
                  <a:pt x="1062905" y="53626"/>
                  <a:pt x="1059971" y="51729"/>
                </a:cubicBezTo>
                <a:cubicBezTo>
                  <a:pt x="1057038" y="49833"/>
                  <a:pt x="1053972" y="48885"/>
                  <a:pt x="1050772" y="48885"/>
                </a:cubicBezTo>
                <a:cubicBezTo>
                  <a:pt x="1045854" y="48885"/>
                  <a:pt x="1041454" y="50796"/>
                  <a:pt x="1037573" y="54618"/>
                </a:cubicBezTo>
                <a:cubicBezTo>
                  <a:pt x="1033692" y="58440"/>
                  <a:pt x="1031425" y="63758"/>
                  <a:pt x="1030774" y="70572"/>
                </a:cubicBezTo>
                <a:close/>
                <a:moveTo>
                  <a:pt x="1144584" y="114658"/>
                </a:moveTo>
                <a:cubicBezTo>
                  <a:pt x="1136229" y="121117"/>
                  <a:pt x="1130985" y="124850"/>
                  <a:pt x="1128851" y="125857"/>
                </a:cubicBezTo>
                <a:cubicBezTo>
                  <a:pt x="1125652" y="127398"/>
                  <a:pt x="1122244" y="128168"/>
                  <a:pt x="1118630" y="128168"/>
                </a:cubicBezTo>
                <a:cubicBezTo>
                  <a:pt x="1113001" y="128168"/>
                  <a:pt x="1108364" y="126242"/>
                  <a:pt x="1104720" y="122391"/>
                </a:cubicBezTo>
                <a:cubicBezTo>
                  <a:pt x="1101076" y="118539"/>
                  <a:pt x="1099254" y="113473"/>
                  <a:pt x="1099254" y="107192"/>
                </a:cubicBezTo>
                <a:cubicBezTo>
                  <a:pt x="1099254" y="103222"/>
                  <a:pt x="1100142" y="99785"/>
                  <a:pt x="1101920" y="96882"/>
                </a:cubicBezTo>
                <a:cubicBezTo>
                  <a:pt x="1104350" y="92852"/>
                  <a:pt x="1108571" y="89060"/>
                  <a:pt x="1114586" y="85505"/>
                </a:cubicBezTo>
                <a:cubicBezTo>
                  <a:pt x="1120600" y="81949"/>
                  <a:pt x="1130599" y="77624"/>
                  <a:pt x="1144584" y="72528"/>
                </a:cubicBezTo>
                <a:lnTo>
                  <a:pt x="1144584" y="69328"/>
                </a:lnTo>
                <a:cubicBezTo>
                  <a:pt x="1144584" y="61210"/>
                  <a:pt x="1143295" y="55640"/>
                  <a:pt x="1140717" y="52618"/>
                </a:cubicBezTo>
                <a:cubicBezTo>
                  <a:pt x="1138140" y="49596"/>
                  <a:pt x="1134392" y="48085"/>
                  <a:pt x="1129474" y="48085"/>
                </a:cubicBezTo>
                <a:cubicBezTo>
                  <a:pt x="1125741" y="48085"/>
                  <a:pt x="1122778" y="49089"/>
                  <a:pt x="1120585" y="51096"/>
                </a:cubicBezTo>
                <a:cubicBezTo>
                  <a:pt x="1118334" y="53103"/>
                  <a:pt x="1117208" y="55406"/>
                  <a:pt x="1117208" y="58004"/>
                </a:cubicBezTo>
                <a:lnTo>
                  <a:pt x="1117386" y="63140"/>
                </a:lnTo>
                <a:cubicBezTo>
                  <a:pt x="1117386" y="65854"/>
                  <a:pt x="1116689" y="67950"/>
                  <a:pt x="1115297" y="69425"/>
                </a:cubicBezTo>
                <a:cubicBezTo>
                  <a:pt x="1113904" y="70901"/>
                  <a:pt x="1112082" y="71639"/>
                  <a:pt x="1109831" y="71639"/>
                </a:cubicBezTo>
                <a:cubicBezTo>
                  <a:pt x="1107638" y="71639"/>
                  <a:pt x="1105846" y="70872"/>
                  <a:pt x="1104453" y="69336"/>
                </a:cubicBezTo>
                <a:cubicBezTo>
                  <a:pt x="1103061" y="67800"/>
                  <a:pt x="1102365" y="65702"/>
                  <a:pt x="1102365" y="63042"/>
                </a:cubicBezTo>
                <a:cubicBezTo>
                  <a:pt x="1102365" y="57963"/>
                  <a:pt x="1104972" y="53297"/>
                  <a:pt x="1110186" y="49044"/>
                </a:cubicBezTo>
                <a:cubicBezTo>
                  <a:pt x="1115401" y="44790"/>
                  <a:pt x="1122719" y="42663"/>
                  <a:pt x="1132140" y="42663"/>
                </a:cubicBezTo>
                <a:cubicBezTo>
                  <a:pt x="1139369" y="42663"/>
                  <a:pt x="1145295" y="43876"/>
                  <a:pt x="1149916" y="46302"/>
                </a:cubicBezTo>
                <a:cubicBezTo>
                  <a:pt x="1153413" y="48137"/>
                  <a:pt x="1155990" y="51008"/>
                  <a:pt x="1157649" y="54915"/>
                </a:cubicBezTo>
                <a:cubicBezTo>
                  <a:pt x="1158716" y="57460"/>
                  <a:pt x="1159249" y="62668"/>
                  <a:pt x="1159249" y="70539"/>
                </a:cubicBezTo>
                <a:lnTo>
                  <a:pt x="1159249" y="98148"/>
                </a:lnTo>
                <a:cubicBezTo>
                  <a:pt x="1159249" y="105901"/>
                  <a:pt x="1159397" y="110651"/>
                  <a:pt x="1159694" y="112397"/>
                </a:cubicBezTo>
                <a:cubicBezTo>
                  <a:pt x="1159990" y="114143"/>
                  <a:pt x="1160479" y="115313"/>
                  <a:pt x="1161160" y="115905"/>
                </a:cubicBezTo>
                <a:cubicBezTo>
                  <a:pt x="1161842" y="116496"/>
                  <a:pt x="1162627" y="116791"/>
                  <a:pt x="1163515" y="116791"/>
                </a:cubicBezTo>
                <a:cubicBezTo>
                  <a:pt x="1164464" y="116791"/>
                  <a:pt x="1165293" y="116584"/>
                  <a:pt x="1166004" y="116169"/>
                </a:cubicBezTo>
                <a:cubicBezTo>
                  <a:pt x="1167249" y="115399"/>
                  <a:pt x="1169648" y="113236"/>
                  <a:pt x="1173204" y="109681"/>
                </a:cubicBezTo>
                <a:lnTo>
                  <a:pt x="1173204" y="114658"/>
                </a:lnTo>
                <a:cubicBezTo>
                  <a:pt x="1166567" y="123546"/>
                  <a:pt x="1160227" y="127990"/>
                  <a:pt x="1154183" y="127990"/>
                </a:cubicBezTo>
                <a:cubicBezTo>
                  <a:pt x="1151279" y="127990"/>
                  <a:pt x="1148968" y="126983"/>
                  <a:pt x="1147250" y="124968"/>
                </a:cubicBezTo>
                <a:cubicBezTo>
                  <a:pt x="1145532" y="122954"/>
                  <a:pt x="1144643" y="119517"/>
                  <a:pt x="1144584" y="114658"/>
                </a:cubicBezTo>
                <a:moveTo>
                  <a:pt x="1144584" y="108831"/>
                </a:moveTo>
                <a:lnTo>
                  <a:pt x="1144584" y="77950"/>
                </a:lnTo>
                <a:cubicBezTo>
                  <a:pt x="1135636" y="81488"/>
                  <a:pt x="1129859" y="83996"/>
                  <a:pt x="1127252" y="85471"/>
                </a:cubicBezTo>
                <a:cubicBezTo>
                  <a:pt x="1122570" y="88067"/>
                  <a:pt x="1119223" y="90781"/>
                  <a:pt x="1117208" y="93612"/>
                </a:cubicBezTo>
                <a:cubicBezTo>
                  <a:pt x="1115193" y="96444"/>
                  <a:pt x="1114186" y="99541"/>
                  <a:pt x="1114186" y="102903"/>
                </a:cubicBezTo>
                <a:cubicBezTo>
                  <a:pt x="1114186" y="107151"/>
                  <a:pt x="1115460" y="110676"/>
                  <a:pt x="1118008" y="113478"/>
                </a:cubicBezTo>
                <a:cubicBezTo>
                  <a:pt x="1120556" y="116279"/>
                  <a:pt x="1123489" y="117680"/>
                  <a:pt x="1126807" y="117680"/>
                </a:cubicBezTo>
                <a:cubicBezTo>
                  <a:pt x="1131310" y="117680"/>
                  <a:pt x="1137236" y="114730"/>
                  <a:pt x="1144584" y="108831"/>
                </a:cubicBezTo>
                <a:close/>
                <a:moveTo>
                  <a:pt x="1203464" y="18132"/>
                </a:moveTo>
                <a:lnTo>
                  <a:pt x="1203464" y="44974"/>
                </a:lnTo>
                <a:lnTo>
                  <a:pt x="1222484" y="44974"/>
                </a:lnTo>
                <a:lnTo>
                  <a:pt x="1222484" y="51196"/>
                </a:lnTo>
                <a:lnTo>
                  <a:pt x="1203464" y="51196"/>
                </a:lnTo>
                <a:lnTo>
                  <a:pt x="1203464" y="103920"/>
                </a:lnTo>
                <a:cubicBezTo>
                  <a:pt x="1203464" y="109188"/>
                  <a:pt x="1204219" y="112740"/>
                  <a:pt x="1205730" y="114575"/>
                </a:cubicBezTo>
                <a:cubicBezTo>
                  <a:pt x="1207241" y="116408"/>
                  <a:pt x="1209182" y="117324"/>
                  <a:pt x="1211552" y="117324"/>
                </a:cubicBezTo>
                <a:cubicBezTo>
                  <a:pt x="1213507" y="117324"/>
                  <a:pt x="1215404" y="116717"/>
                  <a:pt x="1217240" y="115502"/>
                </a:cubicBezTo>
                <a:cubicBezTo>
                  <a:pt x="1219077" y="114288"/>
                  <a:pt x="1220499" y="112495"/>
                  <a:pt x="1221507" y="110125"/>
                </a:cubicBezTo>
                <a:lnTo>
                  <a:pt x="1224973" y="110125"/>
                </a:lnTo>
                <a:cubicBezTo>
                  <a:pt x="1222899" y="115949"/>
                  <a:pt x="1219966" y="120353"/>
                  <a:pt x="1216174" y="123338"/>
                </a:cubicBezTo>
                <a:cubicBezTo>
                  <a:pt x="1212382" y="126321"/>
                  <a:pt x="1208471" y="127813"/>
                  <a:pt x="1204441" y="127813"/>
                </a:cubicBezTo>
                <a:cubicBezTo>
                  <a:pt x="1201716" y="127813"/>
                  <a:pt x="1199049" y="127056"/>
                  <a:pt x="1196442" y="125543"/>
                </a:cubicBezTo>
                <a:cubicBezTo>
                  <a:pt x="1193835" y="124030"/>
                  <a:pt x="1191909" y="121866"/>
                  <a:pt x="1190665" y="119049"/>
                </a:cubicBezTo>
                <a:cubicBezTo>
                  <a:pt x="1189420" y="116231"/>
                  <a:pt x="1188798" y="111885"/>
                  <a:pt x="1188798" y="106011"/>
                </a:cubicBezTo>
                <a:lnTo>
                  <a:pt x="1188798" y="51196"/>
                </a:lnTo>
                <a:lnTo>
                  <a:pt x="1175910" y="51196"/>
                </a:lnTo>
                <a:lnTo>
                  <a:pt x="1175910" y="48263"/>
                </a:lnTo>
                <a:cubicBezTo>
                  <a:pt x="1179169" y="46956"/>
                  <a:pt x="1182502" y="44742"/>
                  <a:pt x="1185909" y="41622"/>
                </a:cubicBezTo>
                <a:cubicBezTo>
                  <a:pt x="1189317" y="38502"/>
                  <a:pt x="1192353" y="34802"/>
                  <a:pt x="1195020" y="30523"/>
                </a:cubicBezTo>
                <a:cubicBezTo>
                  <a:pt x="1196383" y="28265"/>
                  <a:pt x="1198279" y="24135"/>
                  <a:pt x="1200708" y="18132"/>
                </a:cubicBezTo>
                <a:lnTo>
                  <a:pt x="1203464" y="18132"/>
                </a:lnTo>
                <a:close/>
                <a:moveTo>
                  <a:pt x="1301798" y="44974"/>
                </a:moveTo>
                <a:lnTo>
                  <a:pt x="1301798" y="94304"/>
                </a:lnTo>
                <a:cubicBezTo>
                  <a:pt x="1301798" y="103726"/>
                  <a:pt x="1302021" y="109488"/>
                  <a:pt x="1302465" y="111592"/>
                </a:cubicBezTo>
                <a:cubicBezTo>
                  <a:pt x="1302909" y="113695"/>
                  <a:pt x="1303620" y="115162"/>
                  <a:pt x="1304598" y="115991"/>
                </a:cubicBezTo>
                <a:cubicBezTo>
                  <a:pt x="1305576" y="116821"/>
                  <a:pt x="1306716" y="117236"/>
                  <a:pt x="1308020" y="117236"/>
                </a:cubicBezTo>
                <a:cubicBezTo>
                  <a:pt x="1309857" y="117236"/>
                  <a:pt x="1311931" y="116732"/>
                  <a:pt x="1314242" y="115725"/>
                </a:cubicBezTo>
                <a:lnTo>
                  <a:pt x="1315486" y="118835"/>
                </a:lnTo>
                <a:lnTo>
                  <a:pt x="1291132" y="128879"/>
                </a:lnTo>
                <a:lnTo>
                  <a:pt x="1287133" y="128879"/>
                </a:lnTo>
                <a:lnTo>
                  <a:pt x="1287133" y="111636"/>
                </a:lnTo>
                <a:cubicBezTo>
                  <a:pt x="1280141" y="119221"/>
                  <a:pt x="1274808" y="123991"/>
                  <a:pt x="1271134" y="125946"/>
                </a:cubicBezTo>
                <a:cubicBezTo>
                  <a:pt x="1267460" y="127901"/>
                  <a:pt x="1263579" y="128879"/>
                  <a:pt x="1259490" y="128879"/>
                </a:cubicBezTo>
                <a:cubicBezTo>
                  <a:pt x="1254928" y="128879"/>
                  <a:pt x="1250973" y="127561"/>
                  <a:pt x="1247625" y="124924"/>
                </a:cubicBezTo>
                <a:cubicBezTo>
                  <a:pt x="1244277" y="122287"/>
                  <a:pt x="1241951" y="118895"/>
                  <a:pt x="1240647" y="114747"/>
                </a:cubicBezTo>
                <a:cubicBezTo>
                  <a:pt x="1239344" y="110599"/>
                  <a:pt x="1238692" y="104733"/>
                  <a:pt x="1238692" y="97148"/>
                </a:cubicBezTo>
                <a:lnTo>
                  <a:pt x="1238692" y="60795"/>
                </a:lnTo>
                <a:cubicBezTo>
                  <a:pt x="1238692" y="56944"/>
                  <a:pt x="1238277" y="54277"/>
                  <a:pt x="1237448" y="52796"/>
                </a:cubicBezTo>
                <a:cubicBezTo>
                  <a:pt x="1236618" y="51315"/>
                  <a:pt x="1235388" y="50174"/>
                  <a:pt x="1233759" y="49374"/>
                </a:cubicBezTo>
                <a:cubicBezTo>
                  <a:pt x="1232129" y="48574"/>
                  <a:pt x="1229182" y="48204"/>
                  <a:pt x="1224915" y="48263"/>
                </a:cubicBezTo>
                <a:lnTo>
                  <a:pt x="1224915" y="44974"/>
                </a:lnTo>
                <a:lnTo>
                  <a:pt x="1253446" y="44974"/>
                </a:lnTo>
                <a:lnTo>
                  <a:pt x="1253446" y="99326"/>
                </a:lnTo>
                <a:cubicBezTo>
                  <a:pt x="1253446" y="106892"/>
                  <a:pt x="1254765" y="111857"/>
                  <a:pt x="1257402" y="114222"/>
                </a:cubicBezTo>
                <a:cubicBezTo>
                  <a:pt x="1260038" y="116587"/>
                  <a:pt x="1263223" y="117769"/>
                  <a:pt x="1266956" y="117769"/>
                </a:cubicBezTo>
                <a:cubicBezTo>
                  <a:pt x="1269504" y="117769"/>
                  <a:pt x="1272393" y="116971"/>
                  <a:pt x="1275623" y="115375"/>
                </a:cubicBezTo>
                <a:cubicBezTo>
                  <a:pt x="1278852" y="113778"/>
                  <a:pt x="1282689" y="110735"/>
                  <a:pt x="1287133" y="106245"/>
                </a:cubicBezTo>
                <a:lnTo>
                  <a:pt x="1287133" y="60232"/>
                </a:lnTo>
                <a:cubicBezTo>
                  <a:pt x="1287133" y="55621"/>
                  <a:pt x="1286288" y="52503"/>
                  <a:pt x="1284600" y="50880"/>
                </a:cubicBezTo>
                <a:cubicBezTo>
                  <a:pt x="1282911" y="49254"/>
                  <a:pt x="1279400" y="48382"/>
                  <a:pt x="1274067" y="48263"/>
                </a:cubicBezTo>
                <a:lnTo>
                  <a:pt x="1274067" y="44974"/>
                </a:lnTo>
                <a:lnTo>
                  <a:pt x="1301798" y="44974"/>
                </a:lnTo>
                <a:close/>
                <a:moveTo>
                  <a:pt x="1341803" y="42663"/>
                </a:moveTo>
                <a:lnTo>
                  <a:pt x="1341803" y="60973"/>
                </a:lnTo>
                <a:cubicBezTo>
                  <a:pt x="1348617" y="48767"/>
                  <a:pt x="1355609" y="42663"/>
                  <a:pt x="1362779" y="42663"/>
                </a:cubicBezTo>
                <a:cubicBezTo>
                  <a:pt x="1366038" y="42663"/>
                  <a:pt x="1368734" y="43656"/>
                  <a:pt x="1370867" y="45641"/>
                </a:cubicBezTo>
                <a:cubicBezTo>
                  <a:pt x="1373000" y="47626"/>
                  <a:pt x="1374067" y="49922"/>
                  <a:pt x="1374067" y="52529"/>
                </a:cubicBezTo>
                <a:cubicBezTo>
                  <a:pt x="1374067" y="54840"/>
                  <a:pt x="1373297" y="56796"/>
                  <a:pt x="1371756" y="58396"/>
                </a:cubicBezTo>
                <a:cubicBezTo>
                  <a:pt x="1370215" y="59995"/>
                  <a:pt x="1368378" y="60795"/>
                  <a:pt x="1366245" y="60795"/>
                </a:cubicBezTo>
                <a:cubicBezTo>
                  <a:pt x="1364171" y="60795"/>
                  <a:pt x="1361846" y="59773"/>
                  <a:pt x="1359268" y="57729"/>
                </a:cubicBezTo>
                <a:cubicBezTo>
                  <a:pt x="1356690" y="55685"/>
                  <a:pt x="1354780" y="54663"/>
                  <a:pt x="1353535" y="54663"/>
                </a:cubicBezTo>
                <a:cubicBezTo>
                  <a:pt x="1352469" y="54663"/>
                  <a:pt x="1351313" y="55253"/>
                  <a:pt x="1350069" y="56435"/>
                </a:cubicBezTo>
                <a:cubicBezTo>
                  <a:pt x="1347402" y="58859"/>
                  <a:pt x="1344647" y="62848"/>
                  <a:pt x="1341803" y="68403"/>
                </a:cubicBezTo>
                <a:lnTo>
                  <a:pt x="1341803" y="107322"/>
                </a:lnTo>
                <a:cubicBezTo>
                  <a:pt x="1341803" y="111813"/>
                  <a:pt x="1342366" y="115211"/>
                  <a:pt x="1343491" y="117516"/>
                </a:cubicBezTo>
                <a:cubicBezTo>
                  <a:pt x="1344262" y="119112"/>
                  <a:pt x="1345625" y="120443"/>
                  <a:pt x="1347580" y="121508"/>
                </a:cubicBezTo>
                <a:cubicBezTo>
                  <a:pt x="1349535" y="122570"/>
                  <a:pt x="1352350" y="123102"/>
                  <a:pt x="1356024" y="123102"/>
                </a:cubicBezTo>
                <a:lnTo>
                  <a:pt x="1356024" y="126390"/>
                </a:lnTo>
                <a:lnTo>
                  <a:pt x="1314338" y="126390"/>
                </a:lnTo>
                <a:lnTo>
                  <a:pt x="1314338" y="123102"/>
                </a:lnTo>
                <a:cubicBezTo>
                  <a:pt x="1318486" y="123102"/>
                  <a:pt x="1321567" y="122452"/>
                  <a:pt x="1323582" y="121152"/>
                </a:cubicBezTo>
                <a:cubicBezTo>
                  <a:pt x="1325063" y="120206"/>
                  <a:pt x="1326100" y="118698"/>
                  <a:pt x="1326693" y="116627"/>
                </a:cubicBezTo>
                <a:cubicBezTo>
                  <a:pt x="1326989" y="115622"/>
                  <a:pt x="1327137" y="112754"/>
                  <a:pt x="1327137" y="108025"/>
                </a:cubicBezTo>
                <a:lnTo>
                  <a:pt x="1327137" y="76541"/>
                </a:lnTo>
                <a:cubicBezTo>
                  <a:pt x="1327137" y="67081"/>
                  <a:pt x="1326945" y="61450"/>
                  <a:pt x="1326559" y="59648"/>
                </a:cubicBezTo>
                <a:cubicBezTo>
                  <a:pt x="1326174" y="57845"/>
                  <a:pt x="1325463" y="56529"/>
                  <a:pt x="1324426" y="55701"/>
                </a:cubicBezTo>
                <a:cubicBezTo>
                  <a:pt x="1323389" y="54874"/>
                  <a:pt x="1322100" y="54460"/>
                  <a:pt x="1320560" y="54460"/>
                </a:cubicBezTo>
                <a:cubicBezTo>
                  <a:pt x="1318723" y="54460"/>
                  <a:pt x="1316649" y="54903"/>
                  <a:pt x="1314338" y="55790"/>
                </a:cubicBezTo>
                <a:lnTo>
                  <a:pt x="1313449" y="52596"/>
                </a:lnTo>
                <a:lnTo>
                  <a:pt x="1338070" y="42663"/>
                </a:lnTo>
                <a:lnTo>
                  <a:pt x="1341803" y="42663"/>
                </a:lnTo>
                <a:close/>
                <a:moveTo>
                  <a:pt x="1391375" y="75728"/>
                </a:moveTo>
                <a:cubicBezTo>
                  <a:pt x="1391316" y="87788"/>
                  <a:pt x="1394249" y="97247"/>
                  <a:pt x="1400175" y="104106"/>
                </a:cubicBezTo>
                <a:cubicBezTo>
                  <a:pt x="1406100" y="110963"/>
                  <a:pt x="1413063" y="114391"/>
                  <a:pt x="1421062" y="114391"/>
                </a:cubicBezTo>
                <a:cubicBezTo>
                  <a:pt x="1426395" y="114391"/>
                  <a:pt x="1431032" y="112925"/>
                  <a:pt x="1434972" y="109992"/>
                </a:cubicBezTo>
                <a:cubicBezTo>
                  <a:pt x="1438912" y="107059"/>
                  <a:pt x="1442216" y="102037"/>
                  <a:pt x="1444882" y="94926"/>
                </a:cubicBezTo>
                <a:lnTo>
                  <a:pt x="1447638" y="96704"/>
                </a:lnTo>
                <a:cubicBezTo>
                  <a:pt x="1446393" y="104822"/>
                  <a:pt x="1442779" y="112214"/>
                  <a:pt x="1436794" y="118880"/>
                </a:cubicBezTo>
                <a:cubicBezTo>
                  <a:pt x="1430809" y="125546"/>
                  <a:pt x="1423314" y="128879"/>
                  <a:pt x="1414307" y="128879"/>
                </a:cubicBezTo>
                <a:cubicBezTo>
                  <a:pt x="1404530" y="128879"/>
                  <a:pt x="1396160" y="125080"/>
                  <a:pt x="1389198" y="117483"/>
                </a:cubicBezTo>
                <a:cubicBezTo>
                  <a:pt x="1382235" y="109883"/>
                  <a:pt x="1378754" y="99667"/>
                  <a:pt x="1378754" y="86835"/>
                </a:cubicBezTo>
                <a:cubicBezTo>
                  <a:pt x="1378754" y="72940"/>
                  <a:pt x="1382324" y="62105"/>
                  <a:pt x="1389464" y="54329"/>
                </a:cubicBezTo>
                <a:cubicBezTo>
                  <a:pt x="1396605" y="46552"/>
                  <a:pt x="1405567" y="42663"/>
                  <a:pt x="1416351" y="42663"/>
                </a:cubicBezTo>
                <a:cubicBezTo>
                  <a:pt x="1425476" y="42663"/>
                  <a:pt x="1432972" y="45663"/>
                  <a:pt x="1438838" y="51663"/>
                </a:cubicBezTo>
                <a:cubicBezTo>
                  <a:pt x="1444705" y="57660"/>
                  <a:pt x="1447638" y="65682"/>
                  <a:pt x="1447638" y="75728"/>
                </a:cubicBezTo>
                <a:lnTo>
                  <a:pt x="1391375" y="75728"/>
                </a:lnTo>
                <a:moveTo>
                  <a:pt x="1391375" y="70572"/>
                </a:moveTo>
                <a:lnTo>
                  <a:pt x="1429061" y="70572"/>
                </a:lnTo>
                <a:cubicBezTo>
                  <a:pt x="1428765" y="65358"/>
                  <a:pt x="1428143" y="61684"/>
                  <a:pt x="1427195" y="59551"/>
                </a:cubicBezTo>
                <a:cubicBezTo>
                  <a:pt x="1425713" y="56233"/>
                  <a:pt x="1423506" y="53626"/>
                  <a:pt x="1420573" y="51729"/>
                </a:cubicBezTo>
                <a:cubicBezTo>
                  <a:pt x="1417640" y="49833"/>
                  <a:pt x="1414574" y="48885"/>
                  <a:pt x="1411374" y="48885"/>
                </a:cubicBezTo>
                <a:cubicBezTo>
                  <a:pt x="1406456" y="48885"/>
                  <a:pt x="1402056" y="50796"/>
                  <a:pt x="1398175" y="54618"/>
                </a:cubicBezTo>
                <a:cubicBezTo>
                  <a:pt x="1394294" y="58440"/>
                  <a:pt x="1392027" y="63758"/>
                  <a:pt x="1391375" y="70572"/>
                </a:cubicBezTo>
                <a:close/>
                <a:moveTo>
                  <a:pt x="1547655" y="12444"/>
                </a:moveTo>
                <a:lnTo>
                  <a:pt x="1547655" y="60084"/>
                </a:lnTo>
                <a:lnTo>
                  <a:pt x="1574142" y="60084"/>
                </a:lnTo>
                <a:cubicBezTo>
                  <a:pt x="1581016" y="60084"/>
                  <a:pt x="1585608" y="59042"/>
                  <a:pt x="1587919" y="56957"/>
                </a:cubicBezTo>
                <a:cubicBezTo>
                  <a:pt x="1591000" y="54218"/>
                  <a:pt x="1592718" y="49394"/>
                  <a:pt x="1593074" y="42486"/>
                </a:cubicBezTo>
                <a:lnTo>
                  <a:pt x="1596363" y="42486"/>
                </a:lnTo>
                <a:lnTo>
                  <a:pt x="1596363" y="84438"/>
                </a:lnTo>
                <a:lnTo>
                  <a:pt x="1593074" y="84438"/>
                </a:lnTo>
                <a:cubicBezTo>
                  <a:pt x="1592244" y="78629"/>
                  <a:pt x="1591415" y="74904"/>
                  <a:pt x="1590585" y="73261"/>
                </a:cubicBezTo>
                <a:cubicBezTo>
                  <a:pt x="1589519" y="71208"/>
                  <a:pt x="1587771" y="69595"/>
                  <a:pt x="1585341" y="68423"/>
                </a:cubicBezTo>
                <a:cubicBezTo>
                  <a:pt x="1582912" y="67249"/>
                  <a:pt x="1579179" y="66662"/>
                  <a:pt x="1574142" y="66662"/>
                </a:cubicBezTo>
                <a:lnTo>
                  <a:pt x="1547655" y="66662"/>
                </a:lnTo>
                <a:lnTo>
                  <a:pt x="1547655" y="106325"/>
                </a:lnTo>
                <a:cubicBezTo>
                  <a:pt x="1547655" y="111649"/>
                  <a:pt x="1547892" y="114888"/>
                  <a:pt x="1548366" y="116041"/>
                </a:cubicBezTo>
                <a:cubicBezTo>
                  <a:pt x="1548840" y="117195"/>
                  <a:pt x="1549670" y="118112"/>
                  <a:pt x="1550855" y="118794"/>
                </a:cubicBezTo>
                <a:cubicBezTo>
                  <a:pt x="1552040" y="119473"/>
                  <a:pt x="1554292" y="119813"/>
                  <a:pt x="1557610" y="119813"/>
                </a:cubicBezTo>
                <a:lnTo>
                  <a:pt x="1578053" y="119813"/>
                </a:lnTo>
                <a:cubicBezTo>
                  <a:pt x="1584867" y="119813"/>
                  <a:pt x="1589815" y="119339"/>
                  <a:pt x="1592896" y="118391"/>
                </a:cubicBezTo>
                <a:cubicBezTo>
                  <a:pt x="1595977" y="117443"/>
                  <a:pt x="1598940" y="115576"/>
                  <a:pt x="1601784" y="112792"/>
                </a:cubicBezTo>
                <a:cubicBezTo>
                  <a:pt x="1605458" y="109118"/>
                  <a:pt x="1609221" y="103577"/>
                  <a:pt x="1613072" y="96171"/>
                </a:cubicBezTo>
                <a:lnTo>
                  <a:pt x="1616628" y="96171"/>
                </a:lnTo>
                <a:lnTo>
                  <a:pt x="1606229" y="126390"/>
                </a:lnTo>
                <a:lnTo>
                  <a:pt x="1513347" y="126390"/>
                </a:lnTo>
                <a:lnTo>
                  <a:pt x="1513347" y="123102"/>
                </a:lnTo>
                <a:lnTo>
                  <a:pt x="1517613" y="123102"/>
                </a:lnTo>
                <a:cubicBezTo>
                  <a:pt x="1520457" y="123102"/>
                  <a:pt x="1523153" y="122420"/>
                  <a:pt x="1525701" y="121058"/>
                </a:cubicBezTo>
                <a:cubicBezTo>
                  <a:pt x="1527597" y="120109"/>
                  <a:pt x="1528886" y="118687"/>
                  <a:pt x="1529568" y="116791"/>
                </a:cubicBezTo>
                <a:cubicBezTo>
                  <a:pt x="1530249" y="114895"/>
                  <a:pt x="1530590" y="111014"/>
                  <a:pt x="1530590" y="105148"/>
                </a:cubicBezTo>
                <a:lnTo>
                  <a:pt x="1530590" y="26842"/>
                </a:lnTo>
                <a:cubicBezTo>
                  <a:pt x="1530590" y="19199"/>
                  <a:pt x="1529820" y="14488"/>
                  <a:pt x="1528279" y="12710"/>
                </a:cubicBezTo>
                <a:cubicBezTo>
                  <a:pt x="1526146" y="10340"/>
                  <a:pt x="1522590" y="9155"/>
                  <a:pt x="1517613" y="9155"/>
                </a:cubicBezTo>
                <a:lnTo>
                  <a:pt x="1513347" y="9155"/>
                </a:lnTo>
                <a:lnTo>
                  <a:pt x="1513347" y="5866"/>
                </a:lnTo>
                <a:lnTo>
                  <a:pt x="1606229" y="5866"/>
                </a:lnTo>
                <a:lnTo>
                  <a:pt x="1607562" y="32175"/>
                </a:lnTo>
                <a:lnTo>
                  <a:pt x="1604095" y="32175"/>
                </a:lnTo>
                <a:cubicBezTo>
                  <a:pt x="1602851" y="25863"/>
                  <a:pt x="1601473" y="21527"/>
                  <a:pt x="1599962" y="19168"/>
                </a:cubicBezTo>
                <a:cubicBezTo>
                  <a:pt x="1598451" y="16809"/>
                  <a:pt x="1596215" y="15010"/>
                  <a:pt x="1593252" y="13771"/>
                </a:cubicBezTo>
                <a:cubicBezTo>
                  <a:pt x="1590882" y="12886"/>
                  <a:pt x="1586704" y="12444"/>
                  <a:pt x="1580719" y="12444"/>
                </a:cubicBezTo>
                <a:lnTo>
                  <a:pt x="1547655" y="12444"/>
                </a:lnTo>
                <a:close/>
                <a:moveTo>
                  <a:pt x="1648797" y="59907"/>
                </a:moveTo>
                <a:cubicBezTo>
                  <a:pt x="1658337" y="48411"/>
                  <a:pt x="1667433" y="42663"/>
                  <a:pt x="1676084" y="42663"/>
                </a:cubicBezTo>
                <a:cubicBezTo>
                  <a:pt x="1680528" y="42663"/>
                  <a:pt x="1684350" y="43773"/>
                  <a:pt x="1687550" y="45991"/>
                </a:cubicBezTo>
                <a:cubicBezTo>
                  <a:pt x="1690749" y="48207"/>
                  <a:pt x="1693297" y="51858"/>
                  <a:pt x="1695194" y="56943"/>
                </a:cubicBezTo>
                <a:cubicBezTo>
                  <a:pt x="1696497" y="60489"/>
                  <a:pt x="1697149" y="65928"/>
                  <a:pt x="1697149" y="73261"/>
                </a:cubicBezTo>
                <a:lnTo>
                  <a:pt x="1697149" y="107936"/>
                </a:lnTo>
                <a:cubicBezTo>
                  <a:pt x="1697149" y="113080"/>
                  <a:pt x="1697564" y="116569"/>
                  <a:pt x="1698393" y="118402"/>
                </a:cubicBezTo>
                <a:cubicBezTo>
                  <a:pt x="1699045" y="119880"/>
                  <a:pt x="1700097" y="121033"/>
                  <a:pt x="1701549" y="121860"/>
                </a:cubicBezTo>
                <a:cubicBezTo>
                  <a:pt x="1703000" y="122688"/>
                  <a:pt x="1705682" y="123102"/>
                  <a:pt x="1709592" y="123102"/>
                </a:cubicBezTo>
                <a:lnTo>
                  <a:pt x="1709592" y="126390"/>
                </a:lnTo>
                <a:lnTo>
                  <a:pt x="1669329" y="126390"/>
                </a:lnTo>
                <a:lnTo>
                  <a:pt x="1669329" y="123102"/>
                </a:lnTo>
                <a:lnTo>
                  <a:pt x="1671018" y="123102"/>
                </a:lnTo>
                <a:cubicBezTo>
                  <a:pt x="1674810" y="123102"/>
                  <a:pt x="1677462" y="122527"/>
                  <a:pt x="1678973" y="121377"/>
                </a:cubicBezTo>
                <a:cubicBezTo>
                  <a:pt x="1680484" y="120227"/>
                  <a:pt x="1681535" y="118533"/>
                  <a:pt x="1682128" y="116294"/>
                </a:cubicBezTo>
                <a:cubicBezTo>
                  <a:pt x="1682365" y="115409"/>
                  <a:pt x="1682483" y="112638"/>
                  <a:pt x="1682483" y="107981"/>
                </a:cubicBezTo>
                <a:lnTo>
                  <a:pt x="1682483" y="74819"/>
                </a:lnTo>
                <a:cubicBezTo>
                  <a:pt x="1682483" y="67451"/>
                  <a:pt x="1681520" y="62102"/>
                  <a:pt x="1679595" y="58771"/>
                </a:cubicBezTo>
                <a:cubicBezTo>
                  <a:pt x="1677669" y="55439"/>
                  <a:pt x="1674425" y="53774"/>
                  <a:pt x="1669862" y="53774"/>
                </a:cubicBezTo>
                <a:cubicBezTo>
                  <a:pt x="1662811" y="53774"/>
                  <a:pt x="1655789" y="57606"/>
                  <a:pt x="1648797" y="65270"/>
                </a:cubicBezTo>
                <a:lnTo>
                  <a:pt x="1648797" y="107981"/>
                </a:lnTo>
                <a:cubicBezTo>
                  <a:pt x="1648797" y="113464"/>
                  <a:pt x="1649123" y="116853"/>
                  <a:pt x="1649775" y="118149"/>
                </a:cubicBezTo>
                <a:cubicBezTo>
                  <a:pt x="1650604" y="119859"/>
                  <a:pt x="1651745" y="121111"/>
                  <a:pt x="1653197" y="121907"/>
                </a:cubicBezTo>
                <a:cubicBezTo>
                  <a:pt x="1654648" y="122704"/>
                  <a:pt x="1657596" y="123102"/>
                  <a:pt x="1662040" y="123102"/>
                </a:cubicBezTo>
                <a:lnTo>
                  <a:pt x="1662040" y="126390"/>
                </a:lnTo>
                <a:lnTo>
                  <a:pt x="1621777" y="126390"/>
                </a:lnTo>
                <a:lnTo>
                  <a:pt x="1621777" y="123102"/>
                </a:lnTo>
                <a:lnTo>
                  <a:pt x="1623554" y="123102"/>
                </a:lnTo>
                <a:cubicBezTo>
                  <a:pt x="1627702" y="123102"/>
                  <a:pt x="1630502" y="122053"/>
                  <a:pt x="1631954" y="119955"/>
                </a:cubicBezTo>
                <a:cubicBezTo>
                  <a:pt x="1633406" y="117855"/>
                  <a:pt x="1634131" y="113849"/>
                  <a:pt x="1634131" y="107936"/>
                </a:cubicBezTo>
                <a:lnTo>
                  <a:pt x="1634131" y="77783"/>
                </a:lnTo>
                <a:cubicBezTo>
                  <a:pt x="1634131" y="68028"/>
                  <a:pt x="1633909" y="62087"/>
                  <a:pt x="1633465" y="59959"/>
                </a:cubicBezTo>
                <a:cubicBezTo>
                  <a:pt x="1633020" y="57830"/>
                  <a:pt x="1632339" y="56381"/>
                  <a:pt x="1631421" y="55612"/>
                </a:cubicBezTo>
                <a:cubicBezTo>
                  <a:pt x="1630502" y="54844"/>
                  <a:pt x="1629273" y="54460"/>
                  <a:pt x="1627732" y="54460"/>
                </a:cubicBezTo>
                <a:cubicBezTo>
                  <a:pt x="1626073" y="54460"/>
                  <a:pt x="1624088" y="54903"/>
                  <a:pt x="1621777" y="55790"/>
                </a:cubicBezTo>
                <a:lnTo>
                  <a:pt x="1620444" y="52596"/>
                </a:lnTo>
                <a:lnTo>
                  <a:pt x="1644975" y="42663"/>
                </a:lnTo>
                <a:lnTo>
                  <a:pt x="1648797" y="42663"/>
                </a:lnTo>
                <a:lnTo>
                  <a:pt x="1648797" y="59907"/>
                </a:lnTo>
                <a:close/>
                <a:moveTo>
                  <a:pt x="1782136" y="95459"/>
                </a:moveTo>
                <a:cubicBezTo>
                  <a:pt x="1779943" y="106185"/>
                  <a:pt x="1775647" y="114436"/>
                  <a:pt x="1769248" y="120213"/>
                </a:cubicBezTo>
                <a:cubicBezTo>
                  <a:pt x="1762848" y="125991"/>
                  <a:pt x="1755767" y="128879"/>
                  <a:pt x="1748005" y="128879"/>
                </a:cubicBezTo>
                <a:cubicBezTo>
                  <a:pt x="1738761" y="128879"/>
                  <a:pt x="1730703" y="125003"/>
                  <a:pt x="1723829" y="117249"/>
                </a:cubicBezTo>
                <a:cubicBezTo>
                  <a:pt x="1716955" y="109495"/>
                  <a:pt x="1713519" y="99017"/>
                  <a:pt x="1713519" y="85816"/>
                </a:cubicBezTo>
                <a:cubicBezTo>
                  <a:pt x="1713519" y="73030"/>
                  <a:pt x="1717326" y="62642"/>
                  <a:pt x="1724940" y="54651"/>
                </a:cubicBezTo>
                <a:cubicBezTo>
                  <a:pt x="1732554" y="46659"/>
                  <a:pt x="1741694" y="42663"/>
                  <a:pt x="1752360" y="42663"/>
                </a:cubicBezTo>
                <a:cubicBezTo>
                  <a:pt x="1760360" y="42663"/>
                  <a:pt x="1766937" y="44775"/>
                  <a:pt x="1772092" y="48999"/>
                </a:cubicBezTo>
                <a:cubicBezTo>
                  <a:pt x="1777247" y="53221"/>
                  <a:pt x="1779825" y="57606"/>
                  <a:pt x="1779825" y="62154"/>
                </a:cubicBezTo>
                <a:cubicBezTo>
                  <a:pt x="1779825" y="64398"/>
                  <a:pt x="1779099" y="66214"/>
                  <a:pt x="1777647" y="67603"/>
                </a:cubicBezTo>
                <a:cubicBezTo>
                  <a:pt x="1776195" y="68990"/>
                  <a:pt x="1774166" y="69684"/>
                  <a:pt x="1771559" y="69684"/>
                </a:cubicBezTo>
                <a:cubicBezTo>
                  <a:pt x="1768063" y="69684"/>
                  <a:pt x="1765426" y="68558"/>
                  <a:pt x="1763648" y="66306"/>
                </a:cubicBezTo>
                <a:cubicBezTo>
                  <a:pt x="1762641" y="65062"/>
                  <a:pt x="1761974" y="62692"/>
                  <a:pt x="1761648" y="59196"/>
                </a:cubicBezTo>
                <a:cubicBezTo>
                  <a:pt x="1761322" y="55700"/>
                  <a:pt x="1760123" y="53033"/>
                  <a:pt x="1758049" y="51196"/>
                </a:cubicBezTo>
                <a:cubicBezTo>
                  <a:pt x="1755975" y="49418"/>
                  <a:pt x="1753101" y="48530"/>
                  <a:pt x="1749427" y="48530"/>
                </a:cubicBezTo>
                <a:cubicBezTo>
                  <a:pt x="1743502" y="48530"/>
                  <a:pt x="1738732" y="50722"/>
                  <a:pt x="1735117" y="55107"/>
                </a:cubicBezTo>
                <a:cubicBezTo>
                  <a:pt x="1730317" y="60914"/>
                  <a:pt x="1727918" y="68587"/>
                  <a:pt x="1727918" y="78127"/>
                </a:cubicBezTo>
                <a:cubicBezTo>
                  <a:pt x="1727918" y="87845"/>
                  <a:pt x="1730303" y="96422"/>
                  <a:pt x="1735073" y="103859"/>
                </a:cubicBezTo>
                <a:cubicBezTo>
                  <a:pt x="1739843" y="111295"/>
                  <a:pt x="1746287" y="115014"/>
                  <a:pt x="1754404" y="115014"/>
                </a:cubicBezTo>
                <a:cubicBezTo>
                  <a:pt x="1760211" y="115014"/>
                  <a:pt x="1765426" y="113029"/>
                  <a:pt x="1770048" y="109058"/>
                </a:cubicBezTo>
                <a:cubicBezTo>
                  <a:pt x="1773307" y="106333"/>
                  <a:pt x="1776477" y="101385"/>
                  <a:pt x="1779558" y="94215"/>
                </a:cubicBezTo>
                <a:lnTo>
                  <a:pt x="1782136" y="95459"/>
                </a:lnTo>
                <a:close/>
                <a:moveTo>
                  <a:pt x="1834174" y="42663"/>
                </a:moveTo>
                <a:cubicBezTo>
                  <a:pt x="1846499" y="42663"/>
                  <a:pt x="1856394" y="47340"/>
                  <a:pt x="1863860" y="56693"/>
                </a:cubicBezTo>
                <a:cubicBezTo>
                  <a:pt x="1870201" y="64683"/>
                  <a:pt x="1873371" y="73858"/>
                  <a:pt x="1873371" y="84219"/>
                </a:cubicBezTo>
                <a:cubicBezTo>
                  <a:pt x="1873371" y="91500"/>
                  <a:pt x="1871623" y="98869"/>
                  <a:pt x="1868127" y="106328"/>
                </a:cubicBezTo>
                <a:cubicBezTo>
                  <a:pt x="1864631" y="113785"/>
                  <a:pt x="1859816" y="119408"/>
                  <a:pt x="1853683" y="123196"/>
                </a:cubicBezTo>
                <a:cubicBezTo>
                  <a:pt x="1847550" y="126985"/>
                  <a:pt x="1840721" y="128879"/>
                  <a:pt x="1833196" y="128879"/>
                </a:cubicBezTo>
                <a:cubicBezTo>
                  <a:pt x="1820930" y="128879"/>
                  <a:pt x="1811183" y="123995"/>
                  <a:pt x="1803954" y="114228"/>
                </a:cubicBezTo>
                <a:cubicBezTo>
                  <a:pt x="1797850" y="106000"/>
                  <a:pt x="1794799" y="96767"/>
                  <a:pt x="1794799" y="86527"/>
                </a:cubicBezTo>
                <a:cubicBezTo>
                  <a:pt x="1794799" y="79068"/>
                  <a:pt x="1796651" y="71654"/>
                  <a:pt x="1800354" y="64284"/>
                </a:cubicBezTo>
                <a:cubicBezTo>
                  <a:pt x="1804057" y="56914"/>
                  <a:pt x="1808931" y="51468"/>
                  <a:pt x="1814975" y="47946"/>
                </a:cubicBezTo>
                <a:cubicBezTo>
                  <a:pt x="1821019" y="44424"/>
                  <a:pt x="1827419" y="42663"/>
                  <a:pt x="1834174" y="42663"/>
                </a:cubicBezTo>
                <a:moveTo>
                  <a:pt x="1831418" y="48530"/>
                </a:moveTo>
                <a:cubicBezTo>
                  <a:pt x="1828278" y="48530"/>
                  <a:pt x="1825122" y="49462"/>
                  <a:pt x="1821952" y="51327"/>
                </a:cubicBezTo>
                <a:cubicBezTo>
                  <a:pt x="1818782" y="53191"/>
                  <a:pt x="1816219" y="56461"/>
                  <a:pt x="1814264" y="61137"/>
                </a:cubicBezTo>
                <a:cubicBezTo>
                  <a:pt x="1812309" y="65813"/>
                  <a:pt x="1811331" y="71820"/>
                  <a:pt x="1811331" y="79158"/>
                </a:cubicBezTo>
                <a:cubicBezTo>
                  <a:pt x="1811331" y="90994"/>
                  <a:pt x="1813686" y="101203"/>
                  <a:pt x="1818397" y="109786"/>
                </a:cubicBezTo>
                <a:cubicBezTo>
                  <a:pt x="1823108" y="118367"/>
                  <a:pt x="1829315" y="122657"/>
                  <a:pt x="1837018" y="122657"/>
                </a:cubicBezTo>
                <a:cubicBezTo>
                  <a:pt x="1842766" y="122657"/>
                  <a:pt x="1847506" y="120290"/>
                  <a:pt x="1851239" y="115555"/>
                </a:cubicBezTo>
                <a:cubicBezTo>
                  <a:pt x="1854972" y="110820"/>
                  <a:pt x="1856839" y="102683"/>
                  <a:pt x="1856839" y="91143"/>
                </a:cubicBezTo>
                <a:cubicBezTo>
                  <a:pt x="1856839" y="76702"/>
                  <a:pt x="1853728" y="65338"/>
                  <a:pt x="1847506" y="57051"/>
                </a:cubicBezTo>
                <a:cubicBezTo>
                  <a:pt x="1843299" y="51370"/>
                  <a:pt x="1837936" y="48530"/>
                  <a:pt x="1831418" y="48530"/>
                </a:cubicBezTo>
                <a:close/>
                <a:moveTo>
                  <a:pt x="1942877" y="117236"/>
                </a:moveTo>
                <a:cubicBezTo>
                  <a:pt x="1938906" y="121383"/>
                  <a:pt x="1935025" y="124361"/>
                  <a:pt x="1931233" y="126168"/>
                </a:cubicBezTo>
                <a:cubicBezTo>
                  <a:pt x="1927441" y="127976"/>
                  <a:pt x="1923352" y="128879"/>
                  <a:pt x="1918967" y="128879"/>
                </a:cubicBezTo>
                <a:cubicBezTo>
                  <a:pt x="1910079" y="128879"/>
                  <a:pt x="1902317" y="125169"/>
                  <a:pt x="1895680" y="117749"/>
                </a:cubicBezTo>
                <a:cubicBezTo>
                  <a:pt x="1889044" y="110328"/>
                  <a:pt x="1885725" y="100791"/>
                  <a:pt x="1885725" y="89141"/>
                </a:cubicBezTo>
                <a:cubicBezTo>
                  <a:pt x="1885725" y="77491"/>
                  <a:pt x="1889399" y="66833"/>
                  <a:pt x="1896747" y="57165"/>
                </a:cubicBezTo>
                <a:cubicBezTo>
                  <a:pt x="1904094" y="47497"/>
                  <a:pt x="1913545" y="42663"/>
                  <a:pt x="1925100" y="42663"/>
                </a:cubicBezTo>
                <a:cubicBezTo>
                  <a:pt x="1932270" y="42663"/>
                  <a:pt x="1938195" y="44945"/>
                  <a:pt x="1942877" y="49507"/>
                </a:cubicBezTo>
                <a:lnTo>
                  <a:pt x="1942877" y="34453"/>
                </a:lnTo>
                <a:cubicBezTo>
                  <a:pt x="1942877" y="25111"/>
                  <a:pt x="1942654" y="19369"/>
                  <a:pt x="1942210" y="17226"/>
                </a:cubicBezTo>
                <a:cubicBezTo>
                  <a:pt x="1941766" y="15084"/>
                  <a:pt x="1941069" y="13627"/>
                  <a:pt x="1940121" y="12855"/>
                </a:cubicBezTo>
                <a:cubicBezTo>
                  <a:pt x="1939173" y="12081"/>
                  <a:pt x="1937988" y="11694"/>
                  <a:pt x="1936566" y="11694"/>
                </a:cubicBezTo>
                <a:cubicBezTo>
                  <a:pt x="1935025" y="11694"/>
                  <a:pt x="1932981" y="12169"/>
                  <a:pt x="1930433" y="13121"/>
                </a:cubicBezTo>
                <a:lnTo>
                  <a:pt x="1929278" y="9996"/>
                </a:lnTo>
                <a:lnTo>
                  <a:pt x="1953542" y="0"/>
                </a:lnTo>
                <a:lnTo>
                  <a:pt x="1957542" y="0"/>
                </a:lnTo>
                <a:lnTo>
                  <a:pt x="1957542" y="94126"/>
                </a:lnTo>
                <a:cubicBezTo>
                  <a:pt x="1957542" y="103666"/>
                  <a:pt x="1957764" y="109488"/>
                  <a:pt x="1958209" y="111592"/>
                </a:cubicBezTo>
                <a:cubicBezTo>
                  <a:pt x="1958653" y="113695"/>
                  <a:pt x="1959364" y="115162"/>
                  <a:pt x="1960342" y="115991"/>
                </a:cubicBezTo>
                <a:cubicBezTo>
                  <a:pt x="1961320" y="116821"/>
                  <a:pt x="1962460" y="117236"/>
                  <a:pt x="1963764" y="117236"/>
                </a:cubicBezTo>
                <a:cubicBezTo>
                  <a:pt x="1965364" y="117236"/>
                  <a:pt x="1967497" y="116732"/>
                  <a:pt x="1970163" y="115725"/>
                </a:cubicBezTo>
                <a:lnTo>
                  <a:pt x="1971141" y="118835"/>
                </a:lnTo>
                <a:lnTo>
                  <a:pt x="1946965" y="128879"/>
                </a:lnTo>
                <a:lnTo>
                  <a:pt x="1942877" y="128879"/>
                </a:lnTo>
                <a:lnTo>
                  <a:pt x="1942877" y="117236"/>
                </a:lnTo>
                <a:moveTo>
                  <a:pt x="1942877" y="111033"/>
                </a:moveTo>
                <a:lnTo>
                  <a:pt x="1942877" y="69186"/>
                </a:lnTo>
                <a:cubicBezTo>
                  <a:pt x="1942521" y="65166"/>
                  <a:pt x="1941454" y="61502"/>
                  <a:pt x="1939677" y="58193"/>
                </a:cubicBezTo>
                <a:cubicBezTo>
                  <a:pt x="1937899" y="54882"/>
                  <a:pt x="1935544" y="52385"/>
                  <a:pt x="1932611" y="50702"/>
                </a:cubicBezTo>
                <a:cubicBezTo>
                  <a:pt x="1929678" y="49017"/>
                  <a:pt x="1926818" y="48174"/>
                  <a:pt x="1924034" y="48174"/>
                </a:cubicBezTo>
                <a:cubicBezTo>
                  <a:pt x="1918819" y="48174"/>
                  <a:pt x="1914168" y="50509"/>
                  <a:pt x="1910079" y="55179"/>
                </a:cubicBezTo>
                <a:cubicBezTo>
                  <a:pt x="1904687" y="61325"/>
                  <a:pt x="1901991" y="70309"/>
                  <a:pt x="1901991" y="82130"/>
                </a:cubicBezTo>
                <a:cubicBezTo>
                  <a:pt x="1901991" y="94070"/>
                  <a:pt x="1904598" y="103217"/>
                  <a:pt x="1909812" y="109572"/>
                </a:cubicBezTo>
                <a:cubicBezTo>
                  <a:pt x="1915027" y="115926"/>
                  <a:pt x="1920834" y="119102"/>
                  <a:pt x="1927233" y="119102"/>
                </a:cubicBezTo>
                <a:cubicBezTo>
                  <a:pt x="1932625" y="119102"/>
                  <a:pt x="1937840" y="116413"/>
                  <a:pt x="1942877" y="111033"/>
                </a:cubicBezTo>
                <a:close/>
                <a:moveTo>
                  <a:pt x="1990073" y="75728"/>
                </a:moveTo>
                <a:cubicBezTo>
                  <a:pt x="1990013" y="87788"/>
                  <a:pt x="1992947" y="97247"/>
                  <a:pt x="1998872" y="104106"/>
                </a:cubicBezTo>
                <a:cubicBezTo>
                  <a:pt x="2004798" y="110963"/>
                  <a:pt x="2011760" y="114391"/>
                  <a:pt x="2019759" y="114391"/>
                </a:cubicBezTo>
                <a:cubicBezTo>
                  <a:pt x="2025092" y="114391"/>
                  <a:pt x="2029729" y="112925"/>
                  <a:pt x="2033669" y="109992"/>
                </a:cubicBezTo>
                <a:cubicBezTo>
                  <a:pt x="2037610" y="107059"/>
                  <a:pt x="2040913" y="102037"/>
                  <a:pt x="2043580" y="94926"/>
                </a:cubicBezTo>
                <a:lnTo>
                  <a:pt x="2046335" y="96704"/>
                </a:lnTo>
                <a:cubicBezTo>
                  <a:pt x="2045091" y="104822"/>
                  <a:pt x="2041476" y="112214"/>
                  <a:pt x="2035492" y="118880"/>
                </a:cubicBezTo>
                <a:cubicBezTo>
                  <a:pt x="2029507" y="125546"/>
                  <a:pt x="2022011" y="128879"/>
                  <a:pt x="2013004" y="128879"/>
                </a:cubicBezTo>
                <a:cubicBezTo>
                  <a:pt x="2003227" y="128879"/>
                  <a:pt x="1994858" y="125080"/>
                  <a:pt x="1987895" y="117483"/>
                </a:cubicBezTo>
                <a:cubicBezTo>
                  <a:pt x="1980933" y="109883"/>
                  <a:pt x="1977451" y="99667"/>
                  <a:pt x="1977451" y="86835"/>
                </a:cubicBezTo>
                <a:cubicBezTo>
                  <a:pt x="1977451" y="72940"/>
                  <a:pt x="1981022" y="62105"/>
                  <a:pt x="1988162" y="54329"/>
                </a:cubicBezTo>
                <a:cubicBezTo>
                  <a:pt x="1995302" y="46552"/>
                  <a:pt x="2004264" y="42663"/>
                  <a:pt x="2015049" y="42663"/>
                </a:cubicBezTo>
                <a:cubicBezTo>
                  <a:pt x="2024174" y="42663"/>
                  <a:pt x="2031670" y="45663"/>
                  <a:pt x="2037536" y="51663"/>
                </a:cubicBezTo>
                <a:cubicBezTo>
                  <a:pt x="2043402" y="57660"/>
                  <a:pt x="2046335" y="65682"/>
                  <a:pt x="2046335" y="75728"/>
                </a:cubicBezTo>
                <a:lnTo>
                  <a:pt x="1990073" y="75728"/>
                </a:lnTo>
                <a:moveTo>
                  <a:pt x="1990073" y="70572"/>
                </a:moveTo>
                <a:lnTo>
                  <a:pt x="2027759" y="70572"/>
                </a:lnTo>
                <a:cubicBezTo>
                  <a:pt x="2027462" y="65358"/>
                  <a:pt x="2026840" y="61684"/>
                  <a:pt x="2025892" y="59551"/>
                </a:cubicBezTo>
                <a:cubicBezTo>
                  <a:pt x="2024411" y="56233"/>
                  <a:pt x="2022204" y="53626"/>
                  <a:pt x="2019271" y="51729"/>
                </a:cubicBezTo>
                <a:cubicBezTo>
                  <a:pt x="2016337" y="49833"/>
                  <a:pt x="2013271" y="48885"/>
                  <a:pt x="2010071" y="48885"/>
                </a:cubicBezTo>
                <a:cubicBezTo>
                  <a:pt x="2005153" y="48885"/>
                  <a:pt x="2000753" y="50796"/>
                  <a:pt x="1996872" y="54618"/>
                </a:cubicBezTo>
                <a:cubicBezTo>
                  <a:pt x="1992991" y="58440"/>
                  <a:pt x="1990725" y="63758"/>
                  <a:pt x="1990073" y="70572"/>
                </a:cubicBezTo>
                <a:close/>
                <a:moveTo>
                  <a:pt x="2081573" y="42663"/>
                </a:moveTo>
                <a:lnTo>
                  <a:pt x="2081573" y="60973"/>
                </a:lnTo>
                <a:cubicBezTo>
                  <a:pt x="2088387" y="48767"/>
                  <a:pt x="2095379" y="42663"/>
                  <a:pt x="2102549" y="42663"/>
                </a:cubicBezTo>
                <a:cubicBezTo>
                  <a:pt x="2105808" y="42663"/>
                  <a:pt x="2108504" y="43656"/>
                  <a:pt x="2110637" y="45641"/>
                </a:cubicBezTo>
                <a:cubicBezTo>
                  <a:pt x="2112770" y="47626"/>
                  <a:pt x="2113837" y="49922"/>
                  <a:pt x="2113837" y="52529"/>
                </a:cubicBezTo>
                <a:cubicBezTo>
                  <a:pt x="2113837" y="54840"/>
                  <a:pt x="2113067" y="56796"/>
                  <a:pt x="2111526" y="58396"/>
                </a:cubicBezTo>
                <a:cubicBezTo>
                  <a:pt x="2109985" y="59995"/>
                  <a:pt x="2108148" y="60795"/>
                  <a:pt x="2106015" y="60795"/>
                </a:cubicBezTo>
                <a:cubicBezTo>
                  <a:pt x="2103941" y="60795"/>
                  <a:pt x="2101616" y="59773"/>
                  <a:pt x="2099038" y="57729"/>
                </a:cubicBezTo>
                <a:cubicBezTo>
                  <a:pt x="2096460" y="55685"/>
                  <a:pt x="2094549" y="54663"/>
                  <a:pt x="2093305" y="54663"/>
                </a:cubicBezTo>
                <a:cubicBezTo>
                  <a:pt x="2092238" y="54663"/>
                  <a:pt x="2091083" y="55253"/>
                  <a:pt x="2089839" y="56435"/>
                </a:cubicBezTo>
                <a:cubicBezTo>
                  <a:pt x="2087172" y="58859"/>
                  <a:pt x="2084417" y="62848"/>
                  <a:pt x="2081573" y="68403"/>
                </a:cubicBezTo>
                <a:lnTo>
                  <a:pt x="2081573" y="107322"/>
                </a:lnTo>
                <a:cubicBezTo>
                  <a:pt x="2081573" y="111813"/>
                  <a:pt x="2082136" y="115211"/>
                  <a:pt x="2083261" y="117516"/>
                </a:cubicBezTo>
                <a:cubicBezTo>
                  <a:pt x="2084032" y="119112"/>
                  <a:pt x="2085395" y="120443"/>
                  <a:pt x="2087350" y="121508"/>
                </a:cubicBezTo>
                <a:cubicBezTo>
                  <a:pt x="2089305" y="122570"/>
                  <a:pt x="2092120" y="123102"/>
                  <a:pt x="2095794" y="123102"/>
                </a:cubicBezTo>
                <a:lnTo>
                  <a:pt x="2095794" y="126390"/>
                </a:lnTo>
                <a:lnTo>
                  <a:pt x="2054108" y="126390"/>
                </a:lnTo>
                <a:lnTo>
                  <a:pt x="2054108" y="123102"/>
                </a:lnTo>
                <a:cubicBezTo>
                  <a:pt x="2058256" y="123102"/>
                  <a:pt x="2061337" y="122452"/>
                  <a:pt x="2063352" y="121152"/>
                </a:cubicBezTo>
                <a:cubicBezTo>
                  <a:pt x="2064833" y="120206"/>
                  <a:pt x="2065870" y="118698"/>
                  <a:pt x="2066463" y="116627"/>
                </a:cubicBezTo>
                <a:cubicBezTo>
                  <a:pt x="2066759" y="115622"/>
                  <a:pt x="2066907" y="112754"/>
                  <a:pt x="2066907" y="108025"/>
                </a:cubicBezTo>
                <a:lnTo>
                  <a:pt x="2066907" y="76541"/>
                </a:lnTo>
                <a:cubicBezTo>
                  <a:pt x="2066907" y="67081"/>
                  <a:pt x="2066714" y="61450"/>
                  <a:pt x="2066329" y="59648"/>
                </a:cubicBezTo>
                <a:cubicBezTo>
                  <a:pt x="2065944" y="57845"/>
                  <a:pt x="2065233" y="56529"/>
                  <a:pt x="2064196" y="55701"/>
                </a:cubicBezTo>
                <a:cubicBezTo>
                  <a:pt x="2063159" y="54874"/>
                  <a:pt x="2061870" y="54460"/>
                  <a:pt x="2060330" y="54460"/>
                </a:cubicBezTo>
                <a:cubicBezTo>
                  <a:pt x="2058493" y="54460"/>
                  <a:pt x="2056419" y="54903"/>
                  <a:pt x="2054108" y="55790"/>
                </a:cubicBezTo>
                <a:lnTo>
                  <a:pt x="2053219" y="52596"/>
                </a:lnTo>
                <a:lnTo>
                  <a:pt x="2077840" y="42663"/>
                </a:lnTo>
                <a:lnTo>
                  <a:pt x="2081573" y="4266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…">
            <a:extLst xmlns:a="http://schemas.openxmlformats.org/drawingml/2006/main">
              <a:ext uri="{FF2B5EF4-FFF2-40B4-BE49-F238E27FC236}">
                <a16:creationId xmlns:a16="http://schemas.microsoft.com/office/drawing/2014/main" id="{AE8330BC-DC5C-4197-A429-6C84412B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502" y="6661335"/>
            <a:ext cx="215975" cy="42737"/>
          </a:xfrm>
          <a:custGeom xmlns:a="http://schemas.openxmlformats.org/drawingml/2006/main">
            <a:pathLst>
              <a:path w="215975" h="42737">
                <a:moveTo>
                  <a:pt x="21114" y="0"/>
                </a:moveTo>
                <a:cubicBezTo>
                  <a:pt x="27050" y="0"/>
                  <a:pt x="32074" y="2084"/>
                  <a:pt x="36187" y="6252"/>
                </a:cubicBezTo>
                <a:cubicBezTo>
                  <a:pt x="40299" y="10418"/>
                  <a:pt x="42355" y="15435"/>
                  <a:pt x="42355" y="21305"/>
                </a:cubicBezTo>
                <a:cubicBezTo>
                  <a:pt x="42355" y="27174"/>
                  <a:pt x="40278" y="32172"/>
                  <a:pt x="36123" y="36298"/>
                </a:cubicBezTo>
                <a:cubicBezTo>
                  <a:pt x="31968" y="40421"/>
                  <a:pt x="26965" y="42483"/>
                  <a:pt x="21114" y="42483"/>
                </a:cubicBezTo>
                <a:cubicBezTo>
                  <a:pt x="15263" y="42483"/>
                  <a:pt x="10281" y="40421"/>
                  <a:pt x="6169" y="36298"/>
                </a:cubicBezTo>
                <a:cubicBezTo>
                  <a:pt x="2056" y="32172"/>
                  <a:pt x="0" y="27174"/>
                  <a:pt x="0" y="21305"/>
                </a:cubicBezTo>
                <a:cubicBezTo>
                  <a:pt x="0" y="15435"/>
                  <a:pt x="2056" y="10418"/>
                  <a:pt x="6169" y="6252"/>
                </a:cubicBezTo>
                <a:cubicBezTo>
                  <a:pt x="10281" y="2084"/>
                  <a:pt x="15263" y="0"/>
                  <a:pt x="21114" y="0"/>
                </a:cubicBezTo>
                <a:moveTo>
                  <a:pt x="107987" y="254"/>
                </a:moveTo>
                <a:cubicBezTo>
                  <a:pt x="113838" y="254"/>
                  <a:pt x="118820" y="2311"/>
                  <a:pt x="122933" y="6423"/>
                </a:cubicBezTo>
                <a:cubicBezTo>
                  <a:pt x="127045" y="10536"/>
                  <a:pt x="129101" y="15518"/>
                  <a:pt x="129101" y="21369"/>
                </a:cubicBezTo>
                <a:cubicBezTo>
                  <a:pt x="129101" y="27219"/>
                  <a:pt x="127045" y="32201"/>
                  <a:pt x="122933" y="36314"/>
                </a:cubicBezTo>
                <a:cubicBezTo>
                  <a:pt x="118820" y="40426"/>
                  <a:pt x="113838" y="42483"/>
                  <a:pt x="107987" y="42483"/>
                </a:cubicBezTo>
                <a:cubicBezTo>
                  <a:pt x="102136" y="42483"/>
                  <a:pt x="97155" y="40426"/>
                  <a:pt x="93042" y="36314"/>
                </a:cubicBezTo>
                <a:cubicBezTo>
                  <a:pt x="88929" y="32201"/>
                  <a:pt x="86873" y="27219"/>
                  <a:pt x="86873" y="21369"/>
                </a:cubicBezTo>
                <a:cubicBezTo>
                  <a:pt x="86873" y="15518"/>
                  <a:pt x="88929" y="10536"/>
                  <a:pt x="93042" y="6423"/>
                </a:cubicBezTo>
                <a:cubicBezTo>
                  <a:pt x="97155" y="2311"/>
                  <a:pt x="102136" y="254"/>
                  <a:pt x="107987" y="254"/>
                </a:cubicBezTo>
                <a:moveTo>
                  <a:pt x="194860" y="509"/>
                </a:moveTo>
                <a:cubicBezTo>
                  <a:pt x="200796" y="509"/>
                  <a:pt x="205799" y="2565"/>
                  <a:pt x="209869" y="6678"/>
                </a:cubicBezTo>
                <a:cubicBezTo>
                  <a:pt x="213939" y="10790"/>
                  <a:pt x="215975" y="15772"/>
                  <a:pt x="215975" y="21623"/>
                </a:cubicBezTo>
                <a:cubicBezTo>
                  <a:pt x="215975" y="27474"/>
                  <a:pt x="213918" y="32456"/>
                  <a:pt x="209806" y="36568"/>
                </a:cubicBezTo>
                <a:cubicBezTo>
                  <a:pt x="205693" y="40681"/>
                  <a:pt x="200711" y="42737"/>
                  <a:pt x="194860" y="42737"/>
                </a:cubicBezTo>
                <a:cubicBezTo>
                  <a:pt x="189010" y="42737"/>
                  <a:pt x="184028" y="40681"/>
                  <a:pt x="179915" y="36568"/>
                </a:cubicBezTo>
                <a:cubicBezTo>
                  <a:pt x="175803" y="32456"/>
                  <a:pt x="173746" y="27474"/>
                  <a:pt x="173746" y="21623"/>
                </a:cubicBezTo>
                <a:cubicBezTo>
                  <a:pt x="173746" y="15772"/>
                  <a:pt x="175803" y="10790"/>
                  <a:pt x="179915" y="6678"/>
                </a:cubicBezTo>
                <a:cubicBezTo>
                  <a:pt x="184028" y="2565"/>
                  <a:pt x="189010" y="509"/>
                  <a:pt x="194860" y="509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8E831-A26C-4B49-9551-50A2805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848" y="6808526"/>
            <a:ext cx="377659" cy="104615"/>
          </a:xfrm>
          <a:custGeom xmlns:a="http://schemas.openxmlformats.org/drawingml/2006/main">
            <a:pathLst>
              <a:path w="377659" h="104615">
                <a:moveTo>
                  <a:pt x="0" y="39231"/>
                </a:moveTo>
                <a:lnTo>
                  <a:pt x="0" y="65385"/>
                </a:lnTo>
                <a:lnTo>
                  <a:pt x="273043" y="65385"/>
                </a:lnTo>
                <a:lnTo>
                  <a:pt x="273043" y="104615"/>
                </a:lnTo>
                <a:lnTo>
                  <a:pt x="377659" y="52308"/>
                </a:lnTo>
                <a:lnTo>
                  <a:pt x="273043" y="0"/>
                </a:lnTo>
                <a:lnTo>
                  <a:pt x="273043" y="39231"/>
                </a:lnTo>
                <a:lnTo>
                  <a:pt x="0" y="392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A75310-DBC1-49C6-8F5D-B8FE7E21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002" y="5745372"/>
            <a:ext cx="234597" cy="104615"/>
          </a:xfrm>
          <a:custGeom xmlns:a="http://schemas.openxmlformats.org/drawingml/2006/main">
            <a:pathLst>
              <a:path w="234597" h="104615">
                <a:moveTo>
                  <a:pt x="0" y="39231"/>
                </a:moveTo>
                <a:lnTo>
                  <a:pt x="0" y="65385"/>
                </a:lnTo>
                <a:lnTo>
                  <a:pt x="129982" y="65385"/>
                </a:lnTo>
                <a:lnTo>
                  <a:pt x="129982" y="104615"/>
                </a:lnTo>
                <a:lnTo>
                  <a:pt x="234597" y="52308"/>
                </a:lnTo>
                <a:lnTo>
                  <a:pt x="129982" y="0"/>
                </a:lnTo>
                <a:lnTo>
                  <a:pt x="129982" y="39231"/>
                </a:lnTo>
                <a:lnTo>
                  <a:pt x="0" y="392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8DCD9-A9D9-49D9-BDA3-EB8AED74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522" y="5745372"/>
            <a:ext cx="234872" cy="104615"/>
          </a:xfrm>
          <a:custGeom xmlns:a="http://schemas.openxmlformats.org/drawingml/2006/main">
            <a:pathLst>
              <a:path w="234872" h="104615">
                <a:moveTo>
                  <a:pt x="0" y="39231"/>
                </a:moveTo>
                <a:lnTo>
                  <a:pt x="0" y="65385"/>
                </a:lnTo>
                <a:lnTo>
                  <a:pt x="130249" y="65385"/>
                </a:lnTo>
                <a:lnTo>
                  <a:pt x="130249" y="104615"/>
                </a:lnTo>
                <a:lnTo>
                  <a:pt x="234872" y="52308"/>
                </a:lnTo>
                <a:lnTo>
                  <a:pt x="130249" y="0"/>
                </a:lnTo>
                <a:lnTo>
                  <a:pt x="130249" y="39231"/>
                </a:lnTo>
                <a:lnTo>
                  <a:pt x="0" y="392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510B1-DAF3-478B-9FAB-7C0CD232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63" y="5741449"/>
            <a:ext cx="234600" cy="104615"/>
          </a:xfrm>
          <a:custGeom xmlns:a="http://schemas.openxmlformats.org/drawingml/2006/main">
            <a:pathLst>
              <a:path w="234600" h="104615">
                <a:moveTo>
                  <a:pt x="0" y="39231"/>
                </a:moveTo>
                <a:lnTo>
                  <a:pt x="0" y="65385"/>
                </a:lnTo>
                <a:lnTo>
                  <a:pt x="129985" y="65385"/>
                </a:lnTo>
                <a:lnTo>
                  <a:pt x="129985" y="104615"/>
                </a:lnTo>
                <a:lnTo>
                  <a:pt x="234600" y="52308"/>
                </a:lnTo>
                <a:lnTo>
                  <a:pt x="129985" y="0"/>
                </a:lnTo>
                <a:lnTo>
                  <a:pt x="129985" y="39231"/>
                </a:lnTo>
                <a:lnTo>
                  <a:pt x="0" y="392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9E608-6A09-4AC3-AFA7-B2FD0BCE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994" y="5737526"/>
            <a:ext cx="234861" cy="104615"/>
          </a:xfrm>
          <a:custGeom xmlns:a="http://schemas.openxmlformats.org/drawingml/2006/main">
            <a:pathLst>
              <a:path w="234861" h="104615">
                <a:moveTo>
                  <a:pt x="0" y="39231"/>
                </a:moveTo>
                <a:lnTo>
                  <a:pt x="0" y="65385"/>
                </a:lnTo>
                <a:lnTo>
                  <a:pt x="130246" y="65385"/>
                </a:lnTo>
                <a:lnTo>
                  <a:pt x="130246" y="104615"/>
                </a:lnTo>
                <a:lnTo>
                  <a:pt x="234861" y="52308"/>
                </a:lnTo>
                <a:lnTo>
                  <a:pt x="130246" y="0"/>
                </a:lnTo>
                <a:lnTo>
                  <a:pt x="130246" y="39231"/>
                </a:lnTo>
                <a:lnTo>
                  <a:pt x="0" y="392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E58F6-6168-4015-ABF7-BE183F21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594" y="4820581"/>
            <a:ext cx="156923" cy="225179"/>
          </a:xfrm>
          <a:custGeom xmlns:a="http://schemas.openxmlformats.org/drawingml/2006/main">
            <a:pathLst>
              <a:path w="156923" h="225179">
                <a:moveTo>
                  <a:pt x="104615" y="0"/>
                </a:moveTo>
                <a:lnTo>
                  <a:pt x="52308" y="0"/>
                </a:lnTo>
                <a:lnTo>
                  <a:pt x="52308" y="120563"/>
                </a:lnTo>
                <a:lnTo>
                  <a:pt x="0" y="120563"/>
                </a:lnTo>
                <a:lnTo>
                  <a:pt x="78462" y="225179"/>
                </a:lnTo>
                <a:lnTo>
                  <a:pt x="156923" y="120563"/>
                </a:lnTo>
                <a:lnTo>
                  <a:pt x="104615" y="120563"/>
                </a:lnTo>
                <a:lnTo>
                  <a:pt x="10461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BB3D6-C0FE-4725-9767-78543866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009" y="5480964"/>
            <a:ext cx="1857362" cy="1022615"/>
          </a:xfrm>
          <a:custGeom xmlns:a="http://schemas.openxmlformats.org/drawingml/2006/main">
            <a:pathLst>
              <a:path w="1857362" h="1022615">
                <a:moveTo>
                  <a:pt x="0" y="1022615"/>
                </a:moveTo>
                <a:lnTo>
                  <a:pt x="0" y="0"/>
                </a:lnTo>
                <a:lnTo>
                  <a:pt x="1857362" y="0"/>
                </a:lnTo>
                <a:lnTo>
                  <a:pt x="1857362" y="1022615"/>
                </a:lnTo>
                <a:lnTo>
                  <a:pt x="0" y="1022615"/>
                </a:lnTo>
                <a:close/>
              </a:path>
            </a:pathLst>
          </a:custGeom>
          <a:solidFill xmlns:a="http://schemas.openxmlformats.org/drawingml/2006/main">
            <a:srgbClr val="FDF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303D4-6F1E-44A5-A5E9-3ACEF7B8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009" y="5480964"/>
            <a:ext cx="1857362" cy="1022615"/>
          </a:xfrm>
          <a:custGeom xmlns:a="http://schemas.openxmlformats.org/drawingml/2006/main">
            <a:pathLst>
              <a:path w="1857362" h="1022615" fill="none">
                <a:moveTo>
                  <a:pt x="0" y="1022615"/>
                </a:moveTo>
                <a:lnTo>
                  <a:pt x="1857362" y="1022615"/>
                </a:lnTo>
                <a:lnTo>
                  <a:pt x="1857362" y="0"/>
                </a:lnTo>
                <a:lnTo>
                  <a:pt x="0" y="0"/>
                </a:lnTo>
                <a:lnTo>
                  <a:pt x="0" y="10226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54" cap="flat">
            <a:solidFill>
              <a:srgbClr val="BF922D"/>
            </a:solidFill>
            <a:custDash>
              <a:ds d="300000" sp="100000"/>
            </a:custDash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11F1F-E817-46E1-8EF2-450B6B20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994" y="5618272"/>
            <a:ext cx="1850985" cy="1003000"/>
          </a:xfrm>
          <a:custGeom xmlns:a="http://schemas.openxmlformats.org/drawingml/2006/main">
            <a:pathLst>
              <a:path w="1850985" h="1003000">
                <a:moveTo>
                  <a:pt x="0" y="1003000"/>
                </a:moveTo>
                <a:lnTo>
                  <a:pt x="0" y="0"/>
                </a:lnTo>
                <a:lnTo>
                  <a:pt x="1850985" y="0"/>
                </a:lnTo>
                <a:lnTo>
                  <a:pt x="1850985" y="1003000"/>
                </a:lnTo>
                <a:lnTo>
                  <a:pt x="0" y="1003000"/>
                </a:lnTo>
                <a:close/>
              </a:path>
            </a:pathLst>
          </a:custGeom>
          <a:solidFill xmlns:a="http://schemas.openxmlformats.org/drawingml/2006/main">
            <a:srgbClr val="FDF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E8B11-86FE-4C41-8F99-9564F7CE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994" y="5618272"/>
            <a:ext cx="1850985" cy="1003000"/>
          </a:xfrm>
          <a:custGeom xmlns:a="http://schemas.openxmlformats.org/drawingml/2006/main">
            <a:pathLst>
              <a:path w="1850985" h="1003000" fill="none">
                <a:moveTo>
                  <a:pt x="0" y="1003000"/>
                </a:moveTo>
                <a:lnTo>
                  <a:pt x="1850985" y="1003000"/>
                </a:lnTo>
                <a:lnTo>
                  <a:pt x="1850985" y="0"/>
                </a:lnTo>
                <a:lnTo>
                  <a:pt x="0" y="0"/>
                </a:lnTo>
                <a:lnTo>
                  <a:pt x="0" y="1003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54" cap="flat">
            <a:solidFill>
              <a:srgbClr val="BF922D"/>
            </a:solidFill>
            <a:custDash>
              <a:ds d="300000" sp="100000"/>
            </a:custDash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B7295-8D52-4A4F-A944-E193ECB0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379" y="5760311"/>
            <a:ext cx="1838798" cy="987807"/>
          </a:xfrm>
          <a:custGeom xmlns:a="http://schemas.openxmlformats.org/drawingml/2006/main">
            <a:pathLst>
              <a:path w="1838798" h="987807">
                <a:moveTo>
                  <a:pt x="0" y="987807"/>
                </a:moveTo>
                <a:lnTo>
                  <a:pt x="0" y="0"/>
                </a:lnTo>
                <a:lnTo>
                  <a:pt x="1838798" y="0"/>
                </a:lnTo>
                <a:lnTo>
                  <a:pt x="1838798" y="987807"/>
                </a:lnTo>
                <a:lnTo>
                  <a:pt x="0" y="987807"/>
                </a:lnTo>
                <a:close/>
              </a:path>
            </a:pathLst>
          </a:custGeom>
          <a:solidFill xmlns:a="http://schemas.openxmlformats.org/drawingml/2006/main">
            <a:srgbClr val="FDF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97A22-A5ED-4F46-815C-AF93AB8D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379" y="5760311"/>
            <a:ext cx="1838798" cy="987807"/>
          </a:xfrm>
          <a:custGeom xmlns:a="http://schemas.openxmlformats.org/drawingml/2006/main">
            <a:pathLst>
              <a:path w="1838798" h="987807" fill="none">
                <a:moveTo>
                  <a:pt x="0" y="987807"/>
                </a:moveTo>
                <a:lnTo>
                  <a:pt x="1838798" y="987807"/>
                </a:lnTo>
                <a:lnTo>
                  <a:pt x="1838798" y="0"/>
                </a:lnTo>
                <a:lnTo>
                  <a:pt x="0" y="0"/>
                </a:lnTo>
                <a:lnTo>
                  <a:pt x="0" y="9878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54" cap="flat">
            <a:solidFill>
              <a:srgbClr val="BF922D"/>
            </a:solidFill>
            <a:custDash>
              <a:ds d="300000" sp="100000"/>
            </a:custDash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A2B4D-7161-4D72-B5B5-86C3EA3D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163" y="5991485"/>
            <a:ext cx="107435" cy="468941"/>
          </a:xfrm>
          <a:custGeom xmlns:a="http://schemas.openxmlformats.org/drawingml/2006/main">
            <a:pathLst>
              <a:path w="107435" h="468941">
                <a:moveTo>
                  <a:pt x="0" y="468941"/>
                </a:moveTo>
                <a:lnTo>
                  <a:pt x="0" y="0"/>
                </a:lnTo>
                <a:lnTo>
                  <a:pt x="107435" y="0"/>
                </a:lnTo>
                <a:lnTo>
                  <a:pt x="107435" y="468941"/>
                </a:lnTo>
                <a:lnTo>
                  <a:pt x="0" y="468941"/>
                </a:lnTo>
                <a:close/>
              </a:path>
            </a:pathLst>
          </a:custGeom>
          <a:solidFill xmlns:a="http://schemas.openxmlformats.org/drawingml/2006/main">
            <a:srgbClr val="8FAA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ACDA8-E823-4B7E-A462-E37DF23D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55" y="5868562"/>
            <a:ext cx="122923" cy="591864"/>
          </a:xfrm>
          <a:custGeom xmlns:a="http://schemas.openxmlformats.org/drawingml/2006/main">
            <a:pathLst>
              <a:path w="122923" h="591864">
                <a:moveTo>
                  <a:pt x="0" y="122923"/>
                </a:moveTo>
                <a:lnTo>
                  <a:pt x="122923" y="0"/>
                </a:lnTo>
                <a:lnTo>
                  <a:pt x="122923" y="468941"/>
                </a:lnTo>
                <a:lnTo>
                  <a:pt x="0" y="591864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7489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08AD8-2A80-448E-8836-5048D7F9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163" y="5868562"/>
            <a:ext cx="230415" cy="122923"/>
          </a:xfrm>
          <a:custGeom xmlns:a="http://schemas.openxmlformats.org/drawingml/2006/main">
            <a:pathLst>
              <a:path w="230415" h="122923">
                <a:moveTo>
                  <a:pt x="0" y="122923"/>
                </a:moveTo>
                <a:lnTo>
                  <a:pt x="122923" y="0"/>
                </a:lnTo>
                <a:lnTo>
                  <a:pt x="230415" y="0"/>
                </a:lnTo>
                <a:lnTo>
                  <a:pt x="107492" y="122923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A6BB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E5519-A90C-4FAC-9B31-60CFCF19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163" y="5868562"/>
            <a:ext cx="230415" cy="591864"/>
          </a:xfrm>
          <a:custGeom xmlns:a="http://schemas.openxmlformats.org/drawingml/2006/main">
            <a:pathLst>
              <a:path w="230415" h="591864" fill="none">
                <a:moveTo>
                  <a:pt x="0" y="122923"/>
                </a:moveTo>
                <a:lnTo>
                  <a:pt x="122923" y="0"/>
                </a:lnTo>
                <a:lnTo>
                  <a:pt x="230415" y="0"/>
                </a:lnTo>
                <a:lnTo>
                  <a:pt x="230415" y="468941"/>
                </a:lnTo>
                <a:lnTo>
                  <a:pt x="107492" y="591864"/>
                </a:lnTo>
                <a:lnTo>
                  <a:pt x="0" y="591864"/>
                </a:lnTo>
                <a:lnTo>
                  <a:pt x="0" y="122923"/>
                </a:lnTo>
                <a:close/>
                <a:moveTo>
                  <a:pt x="0" y="122923"/>
                </a:moveTo>
                <a:lnTo>
                  <a:pt x="107492" y="122923"/>
                </a:lnTo>
                <a:lnTo>
                  <a:pt x="230415" y="0"/>
                </a:lnTo>
                <a:moveTo>
                  <a:pt x="107492" y="122923"/>
                </a:moveTo>
                <a:lnTo>
                  <a:pt x="107492" y="591864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2C5597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62A03-B9FD-4C91-846D-103A6406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302" y="6055949"/>
            <a:ext cx="107435" cy="330192"/>
          </a:xfrm>
          <a:custGeom xmlns:a="http://schemas.openxmlformats.org/drawingml/2006/main">
            <a:pathLst>
              <a:path w="107435" h="330192">
                <a:moveTo>
                  <a:pt x="0" y="330192"/>
                </a:moveTo>
                <a:lnTo>
                  <a:pt x="0" y="0"/>
                </a:lnTo>
                <a:lnTo>
                  <a:pt x="107435" y="0"/>
                </a:lnTo>
                <a:lnTo>
                  <a:pt x="107435" y="330192"/>
                </a:lnTo>
                <a:lnTo>
                  <a:pt x="0" y="330192"/>
                </a:lnTo>
                <a:close/>
              </a:path>
            </a:pathLst>
          </a:custGeom>
          <a:solidFill xmlns:a="http://schemas.openxmlformats.org/drawingml/2006/main">
            <a:srgbClr val="CFC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8866A-5668-446A-8295-5AD93F33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794" y="5932892"/>
            <a:ext cx="122923" cy="453249"/>
          </a:xfrm>
          <a:custGeom xmlns:a="http://schemas.openxmlformats.org/drawingml/2006/main">
            <a:pathLst>
              <a:path w="122923" h="453249">
                <a:moveTo>
                  <a:pt x="0" y="123190"/>
                </a:moveTo>
                <a:lnTo>
                  <a:pt x="122923" y="0"/>
                </a:lnTo>
                <a:lnTo>
                  <a:pt x="122923" y="330326"/>
                </a:lnTo>
                <a:lnTo>
                  <a:pt x="0" y="453249"/>
                </a:lnTo>
                <a:lnTo>
                  <a:pt x="0" y="123190"/>
                </a:lnTo>
                <a:close/>
              </a:path>
            </a:pathLst>
          </a:custGeom>
          <a:solidFill xmlns:a="http://schemas.openxmlformats.org/drawingml/2006/main">
            <a:srgbClr val="A7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32493-A31F-422D-9EB2-C3270345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302" y="5932892"/>
            <a:ext cx="230415" cy="123190"/>
          </a:xfrm>
          <a:custGeom xmlns:a="http://schemas.openxmlformats.org/drawingml/2006/main">
            <a:pathLst>
              <a:path w="230415" h="123190">
                <a:moveTo>
                  <a:pt x="0" y="123190"/>
                </a:moveTo>
                <a:lnTo>
                  <a:pt x="123185" y="0"/>
                </a:lnTo>
                <a:lnTo>
                  <a:pt x="230415" y="0"/>
                </a:lnTo>
                <a:lnTo>
                  <a:pt x="107492" y="123190"/>
                </a:lnTo>
                <a:lnTo>
                  <a:pt x="0" y="123190"/>
                </a:lnTo>
                <a:close/>
              </a:path>
            </a:pathLst>
          </a:custGeom>
          <a:solidFill xmlns:a="http://schemas.openxmlformats.org/drawingml/2006/main">
            <a:srgbClr val="D8D7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17CCE-945C-4E5E-9A70-7ECAC72A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302" y="5932892"/>
            <a:ext cx="230415" cy="453249"/>
          </a:xfrm>
          <a:custGeom xmlns:a="http://schemas.openxmlformats.org/drawingml/2006/main">
            <a:pathLst>
              <a:path w="230415" h="453249" fill="none">
                <a:moveTo>
                  <a:pt x="0" y="123190"/>
                </a:moveTo>
                <a:lnTo>
                  <a:pt x="123185" y="0"/>
                </a:lnTo>
                <a:lnTo>
                  <a:pt x="230415" y="0"/>
                </a:lnTo>
                <a:lnTo>
                  <a:pt x="230415" y="330326"/>
                </a:lnTo>
                <a:lnTo>
                  <a:pt x="107492" y="453249"/>
                </a:lnTo>
                <a:lnTo>
                  <a:pt x="0" y="453249"/>
                </a:lnTo>
                <a:lnTo>
                  <a:pt x="0" y="123190"/>
                </a:lnTo>
                <a:close/>
                <a:moveTo>
                  <a:pt x="0" y="123190"/>
                </a:moveTo>
                <a:lnTo>
                  <a:pt x="107492" y="123190"/>
                </a:lnTo>
                <a:lnTo>
                  <a:pt x="230415" y="0"/>
                </a:lnTo>
                <a:moveTo>
                  <a:pt x="107492" y="123190"/>
                </a:moveTo>
                <a:lnTo>
                  <a:pt x="107492" y="453249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3B3938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DCF99-7B7F-4FDC-A8FE-B03E51F9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655" y="6123562"/>
            <a:ext cx="249769" cy="104615"/>
          </a:xfrm>
          <a:custGeom xmlns:a="http://schemas.openxmlformats.org/drawingml/2006/main">
            <a:pathLst>
              <a:path w="249769" h="104615">
                <a:moveTo>
                  <a:pt x="0" y="39231"/>
                </a:moveTo>
                <a:lnTo>
                  <a:pt x="0" y="65385"/>
                </a:lnTo>
                <a:lnTo>
                  <a:pt x="145154" y="65385"/>
                </a:lnTo>
                <a:lnTo>
                  <a:pt x="145154" y="104615"/>
                </a:lnTo>
                <a:lnTo>
                  <a:pt x="249769" y="52308"/>
                </a:lnTo>
                <a:lnTo>
                  <a:pt x="145154" y="0"/>
                </a:lnTo>
                <a:lnTo>
                  <a:pt x="145154" y="39231"/>
                </a:lnTo>
                <a:lnTo>
                  <a:pt x="0" y="392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369E8-C241-4D2F-8336-3A415AFB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009" y="6057808"/>
            <a:ext cx="107435" cy="324410"/>
          </a:xfrm>
          <a:custGeom xmlns:a="http://schemas.openxmlformats.org/drawingml/2006/main">
            <a:pathLst>
              <a:path w="107435" h="324410">
                <a:moveTo>
                  <a:pt x="0" y="324410"/>
                </a:moveTo>
                <a:lnTo>
                  <a:pt x="0" y="0"/>
                </a:lnTo>
                <a:lnTo>
                  <a:pt x="107435" y="0"/>
                </a:lnTo>
                <a:lnTo>
                  <a:pt x="107435" y="324410"/>
                </a:lnTo>
                <a:lnTo>
                  <a:pt x="0" y="324410"/>
                </a:lnTo>
                <a:close/>
              </a:path>
            </a:pathLst>
          </a:custGeom>
          <a:solidFill xmlns:a="http://schemas.openxmlformats.org/drawingml/2006/main">
            <a:srgbClr val="CFC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5732B-B2AF-4B80-B42E-01BA2743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240" y="5934987"/>
            <a:ext cx="123185" cy="447231"/>
          </a:xfrm>
          <a:custGeom xmlns:a="http://schemas.openxmlformats.org/drawingml/2006/main">
            <a:pathLst>
              <a:path w="123185" h="447231">
                <a:moveTo>
                  <a:pt x="0" y="122923"/>
                </a:moveTo>
                <a:lnTo>
                  <a:pt x="123185" y="0"/>
                </a:lnTo>
                <a:lnTo>
                  <a:pt x="123185" y="324308"/>
                </a:lnTo>
                <a:lnTo>
                  <a:pt x="0" y="447231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A7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FD68F-B7EC-4129-AA19-74114377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009" y="5934987"/>
            <a:ext cx="230415" cy="122923"/>
          </a:xfrm>
          <a:custGeom xmlns:a="http://schemas.openxmlformats.org/drawingml/2006/main">
            <a:pathLst>
              <a:path w="230415" h="122923">
                <a:moveTo>
                  <a:pt x="0" y="122923"/>
                </a:moveTo>
                <a:lnTo>
                  <a:pt x="122923" y="0"/>
                </a:lnTo>
                <a:lnTo>
                  <a:pt x="230415" y="0"/>
                </a:lnTo>
                <a:lnTo>
                  <a:pt x="107231" y="122923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D8D7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C7B78-0763-4A2A-AA42-32924F1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009" y="5934987"/>
            <a:ext cx="230415" cy="447231"/>
          </a:xfrm>
          <a:custGeom xmlns:a="http://schemas.openxmlformats.org/drawingml/2006/main">
            <a:pathLst>
              <a:path w="230415" h="447231" fill="none">
                <a:moveTo>
                  <a:pt x="0" y="122923"/>
                </a:moveTo>
                <a:lnTo>
                  <a:pt x="122923" y="0"/>
                </a:lnTo>
                <a:lnTo>
                  <a:pt x="230415" y="0"/>
                </a:lnTo>
                <a:lnTo>
                  <a:pt x="230415" y="324308"/>
                </a:lnTo>
                <a:lnTo>
                  <a:pt x="107231" y="447231"/>
                </a:lnTo>
                <a:lnTo>
                  <a:pt x="0" y="447231"/>
                </a:lnTo>
                <a:lnTo>
                  <a:pt x="0" y="122923"/>
                </a:lnTo>
                <a:close/>
                <a:moveTo>
                  <a:pt x="0" y="122923"/>
                </a:moveTo>
                <a:lnTo>
                  <a:pt x="107231" y="122923"/>
                </a:lnTo>
                <a:lnTo>
                  <a:pt x="230415" y="0"/>
                </a:lnTo>
                <a:moveTo>
                  <a:pt x="107231" y="122923"/>
                </a:moveTo>
                <a:lnTo>
                  <a:pt x="107231" y="447231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3B3938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A5CE1-BF7C-4D70-BF1E-92BBE8CC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178" y="6119639"/>
            <a:ext cx="227015" cy="104615"/>
          </a:xfrm>
          <a:custGeom xmlns:a="http://schemas.openxmlformats.org/drawingml/2006/main">
            <a:pathLst>
              <a:path w="227015" h="104615">
                <a:moveTo>
                  <a:pt x="0" y="39231"/>
                </a:moveTo>
                <a:lnTo>
                  <a:pt x="0" y="65385"/>
                </a:lnTo>
                <a:lnTo>
                  <a:pt x="122400" y="65385"/>
                </a:lnTo>
                <a:lnTo>
                  <a:pt x="122400" y="104615"/>
                </a:lnTo>
                <a:lnTo>
                  <a:pt x="227015" y="52308"/>
                </a:lnTo>
                <a:lnTo>
                  <a:pt x="122400" y="0"/>
                </a:lnTo>
                <a:lnTo>
                  <a:pt x="122400" y="39231"/>
                </a:lnTo>
                <a:lnTo>
                  <a:pt x="0" y="392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AuthenticationModel">
            <a:extLst xmlns:a="http://schemas.openxmlformats.org/drawingml/2006/main">
              <a:ext uri="{FF2B5EF4-FFF2-40B4-BE49-F238E27FC236}">
                <a16:creationId xmlns:a16="http://schemas.microsoft.com/office/drawing/2014/main" id="{4233EA31-605B-4DB8-8ACE-98974150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893" y="6534633"/>
            <a:ext cx="1613249" cy="128879"/>
          </a:xfrm>
          <a:custGeom xmlns:a="http://schemas.openxmlformats.org/drawingml/2006/main">
            <a:pathLst>
              <a:path w="1613249" h="128879">
                <a:moveTo>
                  <a:pt x="81860" y="86038"/>
                </a:moveTo>
                <a:lnTo>
                  <a:pt x="35197" y="86038"/>
                </a:lnTo>
                <a:lnTo>
                  <a:pt x="27020" y="105059"/>
                </a:lnTo>
                <a:cubicBezTo>
                  <a:pt x="25006" y="109740"/>
                  <a:pt x="23998" y="113236"/>
                  <a:pt x="23998" y="115547"/>
                </a:cubicBezTo>
                <a:cubicBezTo>
                  <a:pt x="23998" y="117384"/>
                  <a:pt x="24872" y="118998"/>
                  <a:pt x="26620" y="120391"/>
                </a:cubicBezTo>
                <a:cubicBezTo>
                  <a:pt x="28368" y="121783"/>
                  <a:pt x="32146" y="122687"/>
                  <a:pt x="37953" y="123102"/>
                </a:cubicBezTo>
                <a:lnTo>
                  <a:pt x="37953" y="126390"/>
                </a:lnTo>
                <a:lnTo>
                  <a:pt x="0" y="126390"/>
                </a:lnTo>
                <a:lnTo>
                  <a:pt x="0" y="123102"/>
                </a:lnTo>
                <a:cubicBezTo>
                  <a:pt x="5037" y="122213"/>
                  <a:pt x="8296" y="121058"/>
                  <a:pt x="9777" y="119638"/>
                </a:cubicBezTo>
                <a:cubicBezTo>
                  <a:pt x="12799" y="116796"/>
                  <a:pt x="16147" y="111023"/>
                  <a:pt x="19821" y="102320"/>
                </a:cubicBezTo>
                <a:lnTo>
                  <a:pt x="62218" y="3200"/>
                </a:lnTo>
                <a:lnTo>
                  <a:pt x="65328" y="3200"/>
                </a:lnTo>
                <a:lnTo>
                  <a:pt x="107281" y="103384"/>
                </a:lnTo>
                <a:cubicBezTo>
                  <a:pt x="110658" y="111437"/>
                  <a:pt x="113725" y="116663"/>
                  <a:pt x="116480" y="119060"/>
                </a:cubicBezTo>
                <a:cubicBezTo>
                  <a:pt x="119235" y="121458"/>
                  <a:pt x="123072" y="122806"/>
                  <a:pt x="127990" y="123102"/>
                </a:cubicBezTo>
                <a:lnTo>
                  <a:pt x="127990" y="126390"/>
                </a:lnTo>
                <a:lnTo>
                  <a:pt x="80438" y="126390"/>
                </a:lnTo>
                <a:lnTo>
                  <a:pt x="80438" y="123102"/>
                </a:lnTo>
                <a:cubicBezTo>
                  <a:pt x="85238" y="122865"/>
                  <a:pt x="88482" y="122065"/>
                  <a:pt x="90171" y="120702"/>
                </a:cubicBezTo>
                <a:cubicBezTo>
                  <a:pt x="91860" y="119339"/>
                  <a:pt x="92704" y="117680"/>
                  <a:pt x="92704" y="115725"/>
                </a:cubicBezTo>
                <a:cubicBezTo>
                  <a:pt x="92704" y="113117"/>
                  <a:pt x="91519" y="108999"/>
                  <a:pt x="89149" y="103370"/>
                </a:cubicBezTo>
                <a:lnTo>
                  <a:pt x="81860" y="86038"/>
                </a:lnTo>
                <a:moveTo>
                  <a:pt x="79372" y="79461"/>
                </a:moveTo>
                <a:lnTo>
                  <a:pt x="58929" y="30823"/>
                </a:lnTo>
                <a:lnTo>
                  <a:pt x="37953" y="79461"/>
                </a:lnTo>
                <a:lnTo>
                  <a:pt x="79372" y="79461"/>
                </a:lnTo>
                <a:close/>
                <a:moveTo>
                  <a:pt x="204335" y="44974"/>
                </a:moveTo>
                <a:lnTo>
                  <a:pt x="204335" y="94304"/>
                </a:lnTo>
                <a:cubicBezTo>
                  <a:pt x="204335" y="103726"/>
                  <a:pt x="204557" y="109488"/>
                  <a:pt x="205001" y="111592"/>
                </a:cubicBezTo>
                <a:cubicBezTo>
                  <a:pt x="205446" y="113695"/>
                  <a:pt x="206157" y="115162"/>
                  <a:pt x="207134" y="115991"/>
                </a:cubicBezTo>
                <a:cubicBezTo>
                  <a:pt x="208112" y="116821"/>
                  <a:pt x="209253" y="117236"/>
                  <a:pt x="210556" y="117236"/>
                </a:cubicBezTo>
                <a:cubicBezTo>
                  <a:pt x="212393" y="117236"/>
                  <a:pt x="214467" y="116732"/>
                  <a:pt x="216778" y="115725"/>
                </a:cubicBezTo>
                <a:lnTo>
                  <a:pt x="218022" y="118835"/>
                </a:lnTo>
                <a:lnTo>
                  <a:pt x="193669" y="128879"/>
                </a:lnTo>
                <a:lnTo>
                  <a:pt x="189669" y="128879"/>
                </a:lnTo>
                <a:lnTo>
                  <a:pt x="189669" y="111636"/>
                </a:lnTo>
                <a:cubicBezTo>
                  <a:pt x="182677" y="119221"/>
                  <a:pt x="177344" y="123991"/>
                  <a:pt x="173670" y="125946"/>
                </a:cubicBezTo>
                <a:cubicBezTo>
                  <a:pt x="169996" y="127901"/>
                  <a:pt x="166115" y="128879"/>
                  <a:pt x="162027" y="128879"/>
                </a:cubicBezTo>
                <a:cubicBezTo>
                  <a:pt x="157464" y="128879"/>
                  <a:pt x="153509" y="127561"/>
                  <a:pt x="150161" y="124924"/>
                </a:cubicBezTo>
                <a:cubicBezTo>
                  <a:pt x="146813" y="122287"/>
                  <a:pt x="144487" y="118895"/>
                  <a:pt x="143184" y="114747"/>
                </a:cubicBezTo>
                <a:cubicBezTo>
                  <a:pt x="141880" y="110599"/>
                  <a:pt x="141228" y="104733"/>
                  <a:pt x="141228" y="97148"/>
                </a:cubicBezTo>
                <a:lnTo>
                  <a:pt x="141228" y="60795"/>
                </a:lnTo>
                <a:cubicBezTo>
                  <a:pt x="141228" y="56944"/>
                  <a:pt x="140813" y="54277"/>
                  <a:pt x="139984" y="52796"/>
                </a:cubicBezTo>
                <a:cubicBezTo>
                  <a:pt x="139154" y="51315"/>
                  <a:pt x="137925" y="50174"/>
                  <a:pt x="136295" y="49374"/>
                </a:cubicBezTo>
                <a:cubicBezTo>
                  <a:pt x="134666" y="48574"/>
                  <a:pt x="131718" y="48204"/>
                  <a:pt x="127451" y="48263"/>
                </a:cubicBezTo>
                <a:lnTo>
                  <a:pt x="127451" y="44974"/>
                </a:lnTo>
                <a:lnTo>
                  <a:pt x="155983" y="44974"/>
                </a:lnTo>
                <a:lnTo>
                  <a:pt x="155983" y="99326"/>
                </a:lnTo>
                <a:cubicBezTo>
                  <a:pt x="155983" y="106892"/>
                  <a:pt x="157301" y="111857"/>
                  <a:pt x="159938" y="114222"/>
                </a:cubicBezTo>
                <a:cubicBezTo>
                  <a:pt x="162575" y="116587"/>
                  <a:pt x="165760" y="117769"/>
                  <a:pt x="169493" y="117769"/>
                </a:cubicBezTo>
                <a:cubicBezTo>
                  <a:pt x="172041" y="117769"/>
                  <a:pt x="174929" y="116971"/>
                  <a:pt x="178159" y="115375"/>
                </a:cubicBezTo>
                <a:cubicBezTo>
                  <a:pt x="181388" y="113778"/>
                  <a:pt x="185225" y="110735"/>
                  <a:pt x="189669" y="106245"/>
                </a:cubicBezTo>
                <a:lnTo>
                  <a:pt x="189669" y="60232"/>
                </a:lnTo>
                <a:cubicBezTo>
                  <a:pt x="189669" y="55621"/>
                  <a:pt x="188825" y="52503"/>
                  <a:pt x="187136" y="50880"/>
                </a:cubicBezTo>
                <a:cubicBezTo>
                  <a:pt x="185447" y="49254"/>
                  <a:pt x="181936" y="48382"/>
                  <a:pt x="176603" y="48263"/>
                </a:cubicBezTo>
                <a:lnTo>
                  <a:pt x="176603" y="44974"/>
                </a:lnTo>
                <a:lnTo>
                  <a:pt x="204335" y="44974"/>
                </a:lnTo>
                <a:close/>
                <a:moveTo>
                  <a:pt x="244526" y="18132"/>
                </a:moveTo>
                <a:lnTo>
                  <a:pt x="244526" y="44974"/>
                </a:lnTo>
                <a:lnTo>
                  <a:pt x="263546" y="44974"/>
                </a:lnTo>
                <a:lnTo>
                  <a:pt x="263546" y="51196"/>
                </a:lnTo>
                <a:lnTo>
                  <a:pt x="244526" y="51196"/>
                </a:lnTo>
                <a:lnTo>
                  <a:pt x="244526" y="103920"/>
                </a:lnTo>
                <a:cubicBezTo>
                  <a:pt x="244526" y="109188"/>
                  <a:pt x="245281" y="112740"/>
                  <a:pt x="246792" y="114575"/>
                </a:cubicBezTo>
                <a:cubicBezTo>
                  <a:pt x="248303" y="116408"/>
                  <a:pt x="250244" y="117324"/>
                  <a:pt x="252614" y="117324"/>
                </a:cubicBezTo>
                <a:cubicBezTo>
                  <a:pt x="254569" y="117324"/>
                  <a:pt x="256465" y="116717"/>
                  <a:pt x="258302" y="115502"/>
                </a:cubicBezTo>
                <a:cubicBezTo>
                  <a:pt x="260139" y="114288"/>
                  <a:pt x="261561" y="112495"/>
                  <a:pt x="262569" y="110125"/>
                </a:cubicBezTo>
                <a:lnTo>
                  <a:pt x="266035" y="110125"/>
                </a:lnTo>
                <a:cubicBezTo>
                  <a:pt x="263961" y="115949"/>
                  <a:pt x="261028" y="120353"/>
                  <a:pt x="257236" y="123338"/>
                </a:cubicBezTo>
                <a:cubicBezTo>
                  <a:pt x="253443" y="126321"/>
                  <a:pt x="249533" y="127813"/>
                  <a:pt x="245503" y="127813"/>
                </a:cubicBezTo>
                <a:cubicBezTo>
                  <a:pt x="242777" y="127813"/>
                  <a:pt x="240111" y="127056"/>
                  <a:pt x="237504" y="125543"/>
                </a:cubicBezTo>
                <a:cubicBezTo>
                  <a:pt x="234897" y="124030"/>
                  <a:pt x="232971" y="121866"/>
                  <a:pt x="231726" y="119049"/>
                </a:cubicBezTo>
                <a:cubicBezTo>
                  <a:pt x="230482" y="116231"/>
                  <a:pt x="229860" y="111885"/>
                  <a:pt x="229860" y="106011"/>
                </a:cubicBezTo>
                <a:lnTo>
                  <a:pt x="229860" y="51196"/>
                </a:lnTo>
                <a:lnTo>
                  <a:pt x="216972" y="51196"/>
                </a:lnTo>
                <a:lnTo>
                  <a:pt x="216972" y="48263"/>
                </a:lnTo>
                <a:cubicBezTo>
                  <a:pt x="220231" y="46956"/>
                  <a:pt x="223564" y="44742"/>
                  <a:pt x="226971" y="41622"/>
                </a:cubicBezTo>
                <a:cubicBezTo>
                  <a:pt x="230378" y="38502"/>
                  <a:pt x="233415" y="34802"/>
                  <a:pt x="236082" y="30523"/>
                </a:cubicBezTo>
                <a:cubicBezTo>
                  <a:pt x="237445" y="28265"/>
                  <a:pt x="239341" y="24135"/>
                  <a:pt x="241770" y="18132"/>
                </a:cubicBezTo>
                <a:lnTo>
                  <a:pt x="244526" y="18132"/>
                </a:lnTo>
                <a:close/>
                <a:moveTo>
                  <a:pt x="295396" y="0"/>
                </a:moveTo>
                <a:lnTo>
                  <a:pt x="295396" y="59640"/>
                </a:lnTo>
                <a:cubicBezTo>
                  <a:pt x="301973" y="52411"/>
                  <a:pt x="307188" y="47774"/>
                  <a:pt x="311039" y="45730"/>
                </a:cubicBezTo>
                <a:cubicBezTo>
                  <a:pt x="314891" y="43686"/>
                  <a:pt x="318743" y="42663"/>
                  <a:pt x="322594" y="42663"/>
                </a:cubicBezTo>
                <a:cubicBezTo>
                  <a:pt x="327216" y="42663"/>
                  <a:pt x="331186" y="43935"/>
                  <a:pt x="334504" y="46477"/>
                </a:cubicBezTo>
                <a:cubicBezTo>
                  <a:pt x="337823" y="49019"/>
                  <a:pt x="340282" y="53010"/>
                  <a:pt x="341882" y="58448"/>
                </a:cubicBezTo>
                <a:cubicBezTo>
                  <a:pt x="343007" y="62233"/>
                  <a:pt x="343570" y="69151"/>
                  <a:pt x="343570" y="79202"/>
                </a:cubicBezTo>
                <a:lnTo>
                  <a:pt x="343570" y="107936"/>
                </a:lnTo>
                <a:cubicBezTo>
                  <a:pt x="343570" y="113080"/>
                  <a:pt x="343985" y="116599"/>
                  <a:pt x="344815" y="118491"/>
                </a:cubicBezTo>
                <a:cubicBezTo>
                  <a:pt x="345407" y="119909"/>
                  <a:pt x="346415" y="121033"/>
                  <a:pt x="347837" y="121860"/>
                </a:cubicBezTo>
                <a:cubicBezTo>
                  <a:pt x="349259" y="122688"/>
                  <a:pt x="351866" y="123102"/>
                  <a:pt x="355658" y="123102"/>
                </a:cubicBezTo>
                <a:lnTo>
                  <a:pt x="355658" y="126390"/>
                </a:lnTo>
                <a:lnTo>
                  <a:pt x="315661" y="126390"/>
                </a:lnTo>
                <a:lnTo>
                  <a:pt x="315661" y="123102"/>
                </a:lnTo>
                <a:lnTo>
                  <a:pt x="317528" y="123102"/>
                </a:lnTo>
                <a:cubicBezTo>
                  <a:pt x="321320" y="123102"/>
                  <a:pt x="323957" y="122524"/>
                  <a:pt x="325438" y="121369"/>
                </a:cubicBezTo>
                <a:cubicBezTo>
                  <a:pt x="326920" y="120213"/>
                  <a:pt x="327957" y="118510"/>
                  <a:pt x="328549" y="116258"/>
                </a:cubicBezTo>
                <a:cubicBezTo>
                  <a:pt x="328727" y="115310"/>
                  <a:pt x="328816" y="112525"/>
                  <a:pt x="328816" y="107903"/>
                </a:cubicBezTo>
                <a:lnTo>
                  <a:pt x="328816" y="79105"/>
                </a:lnTo>
                <a:cubicBezTo>
                  <a:pt x="328816" y="70217"/>
                  <a:pt x="328357" y="64380"/>
                  <a:pt x="327438" y="61595"/>
                </a:cubicBezTo>
                <a:cubicBezTo>
                  <a:pt x="326520" y="58810"/>
                  <a:pt x="325053" y="56722"/>
                  <a:pt x="323039" y="55329"/>
                </a:cubicBezTo>
                <a:cubicBezTo>
                  <a:pt x="321024" y="53937"/>
                  <a:pt x="318594" y="53240"/>
                  <a:pt x="315750" y="53240"/>
                </a:cubicBezTo>
                <a:cubicBezTo>
                  <a:pt x="312847" y="53240"/>
                  <a:pt x="309825" y="54011"/>
                  <a:pt x="306684" y="55551"/>
                </a:cubicBezTo>
                <a:cubicBezTo>
                  <a:pt x="303544" y="57092"/>
                  <a:pt x="299781" y="60203"/>
                  <a:pt x="295396" y="64884"/>
                </a:cubicBezTo>
                <a:lnTo>
                  <a:pt x="295396" y="107903"/>
                </a:lnTo>
                <a:cubicBezTo>
                  <a:pt x="295396" y="113473"/>
                  <a:pt x="295707" y="116939"/>
                  <a:pt x="296329" y="118302"/>
                </a:cubicBezTo>
                <a:cubicBezTo>
                  <a:pt x="296952" y="119665"/>
                  <a:pt x="298107" y="120806"/>
                  <a:pt x="299796" y="121724"/>
                </a:cubicBezTo>
                <a:cubicBezTo>
                  <a:pt x="301485" y="122643"/>
                  <a:pt x="304403" y="123102"/>
                  <a:pt x="308551" y="123102"/>
                </a:cubicBezTo>
                <a:lnTo>
                  <a:pt x="308551" y="126390"/>
                </a:lnTo>
                <a:lnTo>
                  <a:pt x="268198" y="126390"/>
                </a:lnTo>
                <a:lnTo>
                  <a:pt x="268198" y="123102"/>
                </a:lnTo>
                <a:cubicBezTo>
                  <a:pt x="271813" y="123102"/>
                  <a:pt x="274657" y="122539"/>
                  <a:pt x="276731" y="121413"/>
                </a:cubicBezTo>
                <a:cubicBezTo>
                  <a:pt x="277916" y="120822"/>
                  <a:pt x="278864" y="119698"/>
                  <a:pt x="279575" y="118041"/>
                </a:cubicBezTo>
                <a:cubicBezTo>
                  <a:pt x="280286" y="116382"/>
                  <a:pt x="280642" y="113006"/>
                  <a:pt x="280642" y="107914"/>
                </a:cubicBezTo>
                <a:lnTo>
                  <a:pt x="280642" y="34284"/>
                </a:lnTo>
                <a:cubicBezTo>
                  <a:pt x="280642" y="24988"/>
                  <a:pt x="280420" y="19274"/>
                  <a:pt x="279975" y="17143"/>
                </a:cubicBezTo>
                <a:cubicBezTo>
                  <a:pt x="279531" y="15010"/>
                  <a:pt x="278849" y="13559"/>
                  <a:pt x="277931" y="12791"/>
                </a:cubicBezTo>
                <a:cubicBezTo>
                  <a:pt x="277012" y="12020"/>
                  <a:pt x="275783" y="11635"/>
                  <a:pt x="274242" y="11635"/>
                </a:cubicBezTo>
                <a:cubicBezTo>
                  <a:pt x="272998" y="11635"/>
                  <a:pt x="270983" y="12109"/>
                  <a:pt x="268198" y="13057"/>
                </a:cubicBezTo>
                <a:lnTo>
                  <a:pt x="266954" y="9946"/>
                </a:lnTo>
                <a:lnTo>
                  <a:pt x="291308" y="0"/>
                </a:lnTo>
                <a:lnTo>
                  <a:pt x="295396" y="0"/>
                </a:lnTo>
                <a:close/>
                <a:moveTo>
                  <a:pt x="372731" y="75728"/>
                </a:moveTo>
                <a:cubicBezTo>
                  <a:pt x="372672" y="87788"/>
                  <a:pt x="375605" y="97247"/>
                  <a:pt x="381531" y="104106"/>
                </a:cubicBezTo>
                <a:cubicBezTo>
                  <a:pt x="387456" y="110963"/>
                  <a:pt x="394419" y="114391"/>
                  <a:pt x="402418" y="114391"/>
                </a:cubicBezTo>
                <a:cubicBezTo>
                  <a:pt x="407751" y="114391"/>
                  <a:pt x="412388" y="112925"/>
                  <a:pt x="416328" y="109992"/>
                </a:cubicBezTo>
                <a:cubicBezTo>
                  <a:pt x="420269" y="107059"/>
                  <a:pt x="423572" y="102037"/>
                  <a:pt x="426238" y="94926"/>
                </a:cubicBezTo>
                <a:lnTo>
                  <a:pt x="428994" y="96704"/>
                </a:lnTo>
                <a:cubicBezTo>
                  <a:pt x="427749" y="104822"/>
                  <a:pt x="424135" y="112214"/>
                  <a:pt x="418150" y="118880"/>
                </a:cubicBezTo>
                <a:cubicBezTo>
                  <a:pt x="412165" y="125546"/>
                  <a:pt x="404670" y="128879"/>
                  <a:pt x="395663" y="128879"/>
                </a:cubicBezTo>
                <a:cubicBezTo>
                  <a:pt x="385886" y="128879"/>
                  <a:pt x="377516" y="125080"/>
                  <a:pt x="370554" y="117483"/>
                </a:cubicBezTo>
                <a:cubicBezTo>
                  <a:pt x="363591" y="109883"/>
                  <a:pt x="360110" y="99667"/>
                  <a:pt x="360110" y="86835"/>
                </a:cubicBezTo>
                <a:cubicBezTo>
                  <a:pt x="360110" y="72940"/>
                  <a:pt x="363680" y="62105"/>
                  <a:pt x="370820" y="54329"/>
                </a:cubicBezTo>
                <a:cubicBezTo>
                  <a:pt x="377961" y="46552"/>
                  <a:pt x="386923" y="42663"/>
                  <a:pt x="397707" y="42663"/>
                </a:cubicBezTo>
                <a:cubicBezTo>
                  <a:pt x="406833" y="42663"/>
                  <a:pt x="414328" y="45663"/>
                  <a:pt x="420194" y="51663"/>
                </a:cubicBezTo>
                <a:cubicBezTo>
                  <a:pt x="426061" y="57660"/>
                  <a:pt x="428994" y="65682"/>
                  <a:pt x="428994" y="75728"/>
                </a:cubicBezTo>
                <a:lnTo>
                  <a:pt x="372731" y="75728"/>
                </a:lnTo>
                <a:moveTo>
                  <a:pt x="372731" y="70572"/>
                </a:moveTo>
                <a:lnTo>
                  <a:pt x="410417" y="70572"/>
                </a:lnTo>
                <a:cubicBezTo>
                  <a:pt x="410121" y="65358"/>
                  <a:pt x="409499" y="61684"/>
                  <a:pt x="408551" y="59551"/>
                </a:cubicBezTo>
                <a:cubicBezTo>
                  <a:pt x="407070" y="56233"/>
                  <a:pt x="404862" y="53626"/>
                  <a:pt x="401929" y="51729"/>
                </a:cubicBezTo>
                <a:cubicBezTo>
                  <a:pt x="398996" y="49833"/>
                  <a:pt x="395930" y="48885"/>
                  <a:pt x="392730" y="48885"/>
                </a:cubicBezTo>
                <a:cubicBezTo>
                  <a:pt x="387812" y="48885"/>
                  <a:pt x="383412" y="50796"/>
                  <a:pt x="379531" y="54618"/>
                </a:cubicBezTo>
                <a:cubicBezTo>
                  <a:pt x="375650" y="58440"/>
                  <a:pt x="373383" y="63758"/>
                  <a:pt x="372731" y="70572"/>
                </a:cubicBezTo>
                <a:close/>
                <a:moveTo>
                  <a:pt x="464143" y="59907"/>
                </a:moveTo>
                <a:cubicBezTo>
                  <a:pt x="473683" y="48411"/>
                  <a:pt x="482778" y="42663"/>
                  <a:pt x="491430" y="42663"/>
                </a:cubicBezTo>
                <a:cubicBezTo>
                  <a:pt x="495874" y="42663"/>
                  <a:pt x="499696" y="43773"/>
                  <a:pt x="502895" y="45991"/>
                </a:cubicBezTo>
                <a:cubicBezTo>
                  <a:pt x="506095" y="48207"/>
                  <a:pt x="508643" y="51858"/>
                  <a:pt x="510539" y="56943"/>
                </a:cubicBezTo>
                <a:cubicBezTo>
                  <a:pt x="511843" y="60489"/>
                  <a:pt x="512495" y="65928"/>
                  <a:pt x="512495" y="73261"/>
                </a:cubicBezTo>
                <a:lnTo>
                  <a:pt x="512495" y="107936"/>
                </a:lnTo>
                <a:cubicBezTo>
                  <a:pt x="512495" y="113080"/>
                  <a:pt x="512909" y="116569"/>
                  <a:pt x="513739" y="118402"/>
                </a:cubicBezTo>
                <a:cubicBezTo>
                  <a:pt x="514391" y="119880"/>
                  <a:pt x="515443" y="121033"/>
                  <a:pt x="516894" y="121860"/>
                </a:cubicBezTo>
                <a:cubicBezTo>
                  <a:pt x="518346" y="122688"/>
                  <a:pt x="521027" y="123102"/>
                  <a:pt x="524938" y="123102"/>
                </a:cubicBezTo>
                <a:lnTo>
                  <a:pt x="524938" y="126390"/>
                </a:lnTo>
                <a:lnTo>
                  <a:pt x="484674" y="126390"/>
                </a:lnTo>
                <a:lnTo>
                  <a:pt x="484674" y="123102"/>
                </a:lnTo>
                <a:lnTo>
                  <a:pt x="486363" y="123102"/>
                </a:lnTo>
                <a:cubicBezTo>
                  <a:pt x="490156" y="123102"/>
                  <a:pt x="492807" y="122527"/>
                  <a:pt x="494318" y="121377"/>
                </a:cubicBezTo>
                <a:cubicBezTo>
                  <a:pt x="495829" y="120227"/>
                  <a:pt x="496881" y="118533"/>
                  <a:pt x="497474" y="116294"/>
                </a:cubicBezTo>
                <a:cubicBezTo>
                  <a:pt x="497711" y="115409"/>
                  <a:pt x="497829" y="112638"/>
                  <a:pt x="497829" y="107981"/>
                </a:cubicBezTo>
                <a:lnTo>
                  <a:pt x="497829" y="74819"/>
                </a:lnTo>
                <a:cubicBezTo>
                  <a:pt x="497829" y="67451"/>
                  <a:pt x="496866" y="62102"/>
                  <a:pt x="494940" y="58771"/>
                </a:cubicBezTo>
                <a:cubicBezTo>
                  <a:pt x="493015" y="55439"/>
                  <a:pt x="489770" y="53774"/>
                  <a:pt x="485208" y="53774"/>
                </a:cubicBezTo>
                <a:cubicBezTo>
                  <a:pt x="478156" y="53774"/>
                  <a:pt x="471135" y="57606"/>
                  <a:pt x="464143" y="65270"/>
                </a:cubicBezTo>
                <a:lnTo>
                  <a:pt x="464143" y="107981"/>
                </a:lnTo>
                <a:cubicBezTo>
                  <a:pt x="464143" y="113464"/>
                  <a:pt x="464469" y="116853"/>
                  <a:pt x="465120" y="118149"/>
                </a:cubicBezTo>
                <a:cubicBezTo>
                  <a:pt x="465950" y="119859"/>
                  <a:pt x="467091" y="121111"/>
                  <a:pt x="468542" y="121907"/>
                </a:cubicBezTo>
                <a:cubicBezTo>
                  <a:pt x="469994" y="122704"/>
                  <a:pt x="472942" y="123102"/>
                  <a:pt x="477386" y="123102"/>
                </a:cubicBezTo>
                <a:lnTo>
                  <a:pt x="477386" y="126390"/>
                </a:lnTo>
                <a:lnTo>
                  <a:pt x="437123" y="126390"/>
                </a:lnTo>
                <a:lnTo>
                  <a:pt x="437123" y="123102"/>
                </a:lnTo>
                <a:lnTo>
                  <a:pt x="438900" y="123102"/>
                </a:lnTo>
                <a:cubicBezTo>
                  <a:pt x="443048" y="123102"/>
                  <a:pt x="445848" y="122053"/>
                  <a:pt x="447300" y="119955"/>
                </a:cubicBezTo>
                <a:cubicBezTo>
                  <a:pt x="448751" y="117855"/>
                  <a:pt x="449477" y="113849"/>
                  <a:pt x="449477" y="107936"/>
                </a:cubicBezTo>
                <a:lnTo>
                  <a:pt x="449477" y="77783"/>
                </a:lnTo>
                <a:cubicBezTo>
                  <a:pt x="449477" y="68028"/>
                  <a:pt x="449255" y="62087"/>
                  <a:pt x="448811" y="59959"/>
                </a:cubicBezTo>
                <a:cubicBezTo>
                  <a:pt x="448366" y="57830"/>
                  <a:pt x="447685" y="56381"/>
                  <a:pt x="446766" y="55612"/>
                </a:cubicBezTo>
                <a:cubicBezTo>
                  <a:pt x="445848" y="54844"/>
                  <a:pt x="444618" y="54460"/>
                  <a:pt x="443078" y="54460"/>
                </a:cubicBezTo>
                <a:cubicBezTo>
                  <a:pt x="441418" y="54460"/>
                  <a:pt x="439433" y="54903"/>
                  <a:pt x="437123" y="55790"/>
                </a:cubicBezTo>
                <a:lnTo>
                  <a:pt x="435789" y="52596"/>
                </a:lnTo>
                <a:lnTo>
                  <a:pt x="460321" y="42663"/>
                </a:lnTo>
                <a:lnTo>
                  <a:pt x="464143" y="42663"/>
                </a:lnTo>
                <a:lnTo>
                  <a:pt x="464143" y="59907"/>
                </a:lnTo>
                <a:close/>
                <a:moveTo>
                  <a:pt x="555069" y="18132"/>
                </a:moveTo>
                <a:lnTo>
                  <a:pt x="555069" y="44974"/>
                </a:lnTo>
                <a:lnTo>
                  <a:pt x="574090" y="44974"/>
                </a:lnTo>
                <a:lnTo>
                  <a:pt x="574090" y="51196"/>
                </a:lnTo>
                <a:lnTo>
                  <a:pt x="555069" y="51196"/>
                </a:lnTo>
                <a:lnTo>
                  <a:pt x="555069" y="103920"/>
                </a:lnTo>
                <a:cubicBezTo>
                  <a:pt x="555069" y="109188"/>
                  <a:pt x="555824" y="112740"/>
                  <a:pt x="557335" y="114575"/>
                </a:cubicBezTo>
                <a:cubicBezTo>
                  <a:pt x="558846" y="116408"/>
                  <a:pt x="560787" y="117324"/>
                  <a:pt x="563157" y="117324"/>
                </a:cubicBezTo>
                <a:cubicBezTo>
                  <a:pt x="565113" y="117324"/>
                  <a:pt x="567009" y="116717"/>
                  <a:pt x="568846" y="115502"/>
                </a:cubicBezTo>
                <a:cubicBezTo>
                  <a:pt x="570683" y="114288"/>
                  <a:pt x="572105" y="112495"/>
                  <a:pt x="573112" y="110125"/>
                </a:cubicBezTo>
                <a:lnTo>
                  <a:pt x="576578" y="110125"/>
                </a:lnTo>
                <a:cubicBezTo>
                  <a:pt x="574504" y="115949"/>
                  <a:pt x="571571" y="120353"/>
                  <a:pt x="567779" y="123338"/>
                </a:cubicBezTo>
                <a:cubicBezTo>
                  <a:pt x="563987" y="126321"/>
                  <a:pt x="560076" y="127813"/>
                  <a:pt x="556047" y="127813"/>
                </a:cubicBezTo>
                <a:cubicBezTo>
                  <a:pt x="553321" y="127813"/>
                  <a:pt x="550654" y="127056"/>
                  <a:pt x="548047" y="125543"/>
                </a:cubicBezTo>
                <a:cubicBezTo>
                  <a:pt x="545440" y="124030"/>
                  <a:pt x="543514" y="121866"/>
                  <a:pt x="542270" y="119049"/>
                </a:cubicBezTo>
                <a:cubicBezTo>
                  <a:pt x="541026" y="116231"/>
                  <a:pt x="540403" y="111885"/>
                  <a:pt x="540403" y="106011"/>
                </a:cubicBezTo>
                <a:lnTo>
                  <a:pt x="540403" y="51196"/>
                </a:lnTo>
                <a:lnTo>
                  <a:pt x="527515" y="51196"/>
                </a:lnTo>
                <a:lnTo>
                  <a:pt x="527515" y="48263"/>
                </a:lnTo>
                <a:cubicBezTo>
                  <a:pt x="530774" y="46956"/>
                  <a:pt x="534108" y="44742"/>
                  <a:pt x="537515" y="41622"/>
                </a:cubicBezTo>
                <a:cubicBezTo>
                  <a:pt x="540922" y="38502"/>
                  <a:pt x="543959" y="34802"/>
                  <a:pt x="546625" y="30523"/>
                </a:cubicBezTo>
                <a:cubicBezTo>
                  <a:pt x="547988" y="28265"/>
                  <a:pt x="549884" y="24135"/>
                  <a:pt x="552314" y="18132"/>
                </a:cubicBezTo>
                <a:lnTo>
                  <a:pt x="555069" y="18132"/>
                </a:lnTo>
                <a:close/>
                <a:moveTo>
                  <a:pt x="605289" y="0"/>
                </a:moveTo>
                <a:cubicBezTo>
                  <a:pt x="607778" y="0"/>
                  <a:pt x="609896" y="879"/>
                  <a:pt x="611644" y="2636"/>
                </a:cubicBezTo>
                <a:cubicBezTo>
                  <a:pt x="613392" y="4391"/>
                  <a:pt x="614266" y="6520"/>
                  <a:pt x="614266" y="9022"/>
                </a:cubicBezTo>
                <a:cubicBezTo>
                  <a:pt x="614266" y="11523"/>
                  <a:pt x="613392" y="13667"/>
                  <a:pt x="611644" y="15454"/>
                </a:cubicBezTo>
                <a:cubicBezTo>
                  <a:pt x="609896" y="17239"/>
                  <a:pt x="607778" y="18132"/>
                  <a:pt x="605289" y="18132"/>
                </a:cubicBezTo>
                <a:cubicBezTo>
                  <a:pt x="602800" y="18132"/>
                  <a:pt x="600667" y="17239"/>
                  <a:pt x="598889" y="15454"/>
                </a:cubicBezTo>
                <a:cubicBezTo>
                  <a:pt x="597112" y="13667"/>
                  <a:pt x="596223" y="11523"/>
                  <a:pt x="596223" y="9022"/>
                </a:cubicBezTo>
                <a:cubicBezTo>
                  <a:pt x="596223" y="6520"/>
                  <a:pt x="597097" y="4391"/>
                  <a:pt x="598845" y="2636"/>
                </a:cubicBezTo>
                <a:cubicBezTo>
                  <a:pt x="600593" y="879"/>
                  <a:pt x="602741" y="0"/>
                  <a:pt x="605289" y="0"/>
                </a:cubicBezTo>
                <a:moveTo>
                  <a:pt x="612666" y="42663"/>
                </a:moveTo>
                <a:lnTo>
                  <a:pt x="612666" y="107936"/>
                </a:lnTo>
                <a:cubicBezTo>
                  <a:pt x="612666" y="113021"/>
                  <a:pt x="613037" y="116406"/>
                  <a:pt x="613777" y="118091"/>
                </a:cubicBezTo>
                <a:cubicBezTo>
                  <a:pt x="614518" y="119776"/>
                  <a:pt x="615614" y="121033"/>
                  <a:pt x="617066" y="121860"/>
                </a:cubicBezTo>
                <a:cubicBezTo>
                  <a:pt x="618518" y="122688"/>
                  <a:pt x="621169" y="123102"/>
                  <a:pt x="625021" y="123102"/>
                </a:cubicBezTo>
                <a:lnTo>
                  <a:pt x="625021" y="126390"/>
                </a:lnTo>
                <a:lnTo>
                  <a:pt x="585468" y="126390"/>
                </a:lnTo>
                <a:lnTo>
                  <a:pt x="585468" y="123102"/>
                </a:lnTo>
                <a:cubicBezTo>
                  <a:pt x="589438" y="123102"/>
                  <a:pt x="592105" y="122718"/>
                  <a:pt x="593468" y="121949"/>
                </a:cubicBezTo>
                <a:cubicBezTo>
                  <a:pt x="594831" y="121181"/>
                  <a:pt x="595912" y="119909"/>
                  <a:pt x="596712" y="118136"/>
                </a:cubicBezTo>
                <a:cubicBezTo>
                  <a:pt x="597512" y="116362"/>
                  <a:pt x="597912" y="112962"/>
                  <a:pt x="597912" y="107936"/>
                </a:cubicBezTo>
                <a:lnTo>
                  <a:pt x="597912" y="76630"/>
                </a:lnTo>
                <a:cubicBezTo>
                  <a:pt x="597912" y="67820"/>
                  <a:pt x="597645" y="62115"/>
                  <a:pt x="597112" y="59515"/>
                </a:cubicBezTo>
                <a:cubicBezTo>
                  <a:pt x="596697" y="57623"/>
                  <a:pt x="596045" y="56307"/>
                  <a:pt x="595156" y="55568"/>
                </a:cubicBezTo>
                <a:cubicBezTo>
                  <a:pt x="594268" y="54829"/>
                  <a:pt x="593053" y="54460"/>
                  <a:pt x="591512" y="54460"/>
                </a:cubicBezTo>
                <a:cubicBezTo>
                  <a:pt x="589853" y="54460"/>
                  <a:pt x="587838" y="54903"/>
                  <a:pt x="585468" y="55790"/>
                </a:cubicBezTo>
                <a:lnTo>
                  <a:pt x="584224" y="52596"/>
                </a:lnTo>
                <a:lnTo>
                  <a:pt x="608755" y="42663"/>
                </a:lnTo>
                <a:lnTo>
                  <a:pt x="612666" y="42663"/>
                </a:lnTo>
                <a:close/>
                <a:moveTo>
                  <a:pt x="700876" y="95459"/>
                </a:moveTo>
                <a:cubicBezTo>
                  <a:pt x="698683" y="106185"/>
                  <a:pt x="694387" y="114436"/>
                  <a:pt x="687988" y="120213"/>
                </a:cubicBezTo>
                <a:cubicBezTo>
                  <a:pt x="681588" y="125991"/>
                  <a:pt x="674507" y="128879"/>
                  <a:pt x="666745" y="128879"/>
                </a:cubicBezTo>
                <a:cubicBezTo>
                  <a:pt x="657501" y="128879"/>
                  <a:pt x="649443" y="125003"/>
                  <a:pt x="642569" y="117249"/>
                </a:cubicBezTo>
                <a:cubicBezTo>
                  <a:pt x="635695" y="109495"/>
                  <a:pt x="632259" y="99017"/>
                  <a:pt x="632259" y="85816"/>
                </a:cubicBezTo>
                <a:cubicBezTo>
                  <a:pt x="632259" y="73030"/>
                  <a:pt x="636066" y="62642"/>
                  <a:pt x="643680" y="54651"/>
                </a:cubicBezTo>
                <a:cubicBezTo>
                  <a:pt x="651294" y="46659"/>
                  <a:pt x="660434" y="42663"/>
                  <a:pt x="671100" y="42663"/>
                </a:cubicBezTo>
                <a:cubicBezTo>
                  <a:pt x="679100" y="42663"/>
                  <a:pt x="685677" y="44775"/>
                  <a:pt x="690832" y="48999"/>
                </a:cubicBezTo>
                <a:cubicBezTo>
                  <a:pt x="695987" y="53221"/>
                  <a:pt x="698565" y="57606"/>
                  <a:pt x="698565" y="62154"/>
                </a:cubicBezTo>
                <a:cubicBezTo>
                  <a:pt x="698565" y="64398"/>
                  <a:pt x="697839" y="66214"/>
                  <a:pt x="696387" y="67603"/>
                </a:cubicBezTo>
                <a:cubicBezTo>
                  <a:pt x="694935" y="68990"/>
                  <a:pt x="692906" y="69684"/>
                  <a:pt x="690299" y="69684"/>
                </a:cubicBezTo>
                <a:cubicBezTo>
                  <a:pt x="686803" y="69684"/>
                  <a:pt x="684166" y="68558"/>
                  <a:pt x="682388" y="66306"/>
                </a:cubicBezTo>
                <a:cubicBezTo>
                  <a:pt x="681381" y="65062"/>
                  <a:pt x="680714" y="62692"/>
                  <a:pt x="680388" y="59196"/>
                </a:cubicBezTo>
                <a:cubicBezTo>
                  <a:pt x="680062" y="55700"/>
                  <a:pt x="678863" y="53033"/>
                  <a:pt x="676789" y="51196"/>
                </a:cubicBezTo>
                <a:cubicBezTo>
                  <a:pt x="674715" y="49418"/>
                  <a:pt x="671841" y="48530"/>
                  <a:pt x="668167" y="48530"/>
                </a:cubicBezTo>
                <a:cubicBezTo>
                  <a:pt x="662242" y="48530"/>
                  <a:pt x="657472" y="50722"/>
                  <a:pt x="653857" y="55107"/>
                </a:cubicBezTo>
                <a:cubicBezTo>
                  <a:pt x="649057" y="60914"/>
                  <a:pt x="646658" y="68587"/>
                  <a:pt x="646658" y="78127"/>
                </a:cubicBezTo>
                <a:cubicBezTo>
                  <a:pt x="646658" y="87845"/>
                  <a:pt x="649043" y="96422"/>
                  <a:pt x="653813" y="103859"/>
                </a:cubicBezTo>
                <a:cubicBezTo>
                  <a:pt x="658583" y="111295"/>
                  <a:pt x="665027" y="115014"/>
                  <a:pt x="673144" y="115014"/>
                </a:cubicBezTo>
                <a:cubicBezTo>
                  <a:pt x="678951" y="115014"/>
                  <a:pt x="684166" y="113029"/>
                  <a:pt x="688788" y="109058"/>
                </a:cubicBezTo>
                <a:cubicBezTo>
                  <a:pt x="692047" y="106333"/>
                  <a:pt x="695217" y="101385"/>
                  <a:pt x="698298" y="94215"/>
                </a:cubicBezTo>
                <a:lnTo>
                  <a:pt x="700876" y="95459"/>
                </a:lnTo>
                <a:close/>
                <a:moveTo>
                  <a:pt x="759223" y="114658"/>
                </a:moveTo>
                <a:cubicBezTo>
                  <a:pt x="750868" y="121117"/>
                  <a:pt x="745624" y="124850"/>
                  <a:pt x="743491" y="125857"/>
                </a:cubicBezTo>
                <a:cubicBezTo>
                  <a:pt x="740291" y="127398"/>
                  <a:pt x="736884" y="128168"/>
                  <a:pt x="733269" y="128168"/>
                </a:cubicBezTo>
                <a:cubicBezTo>
                  <a:pt x="727640" y="128168"/>
                  <a:pt x="723004" y="126242"/>
                  <a:pt x="719359" y="122391"/>
                </a:cubicBezTo>
                <a:cubicBezTo>
                  <a:pt x="715715" y="118539"/>
                  <a:pt x="713893" y="113473"/>
                  <a:pt x="713893" y="107192"/>
                </a:cubicBezTo>
                <a:cubicBezTo>
                  <a:pt x="713893" y="103222"/>
                  <a:pt x="714782" y="99785"/>
                  <a:pt x="716560" y="96882"/>
                </a:cubicBezTo>
                <a:cubicBezTo>
                  <a:pt x="718989" y="92852"/>
                  <a:pt x="723211" y="89060"/>
                  <a:pt x="729225" y="85505"/>
                </a:cubicBezTo>
                <a:cubicBezTo>
                  <a:pt x="735240" y="81949"/>
                  <a:pt x="745239" y="77624"/>
                  <a:pt x="759223" y="72528"/>
                </a:cubicBezTo>
                <a:lnTo>
                  <a:pt x="759223" y="69328"/>
                </a:lnTo>
                <a:cubicBezTo>
                  <a:pt x="759223" y="61210"/>
                  <a:pt x="757934" y="55640"/>
                  <a:pt x="755357" y="52618"/>
                </a:cubicBezTo>
                <a:cubicBezTo>
                  <a:pt x="752779" y="49596"/>
                  <a:pt x="749031" y="48085"/>
                  <a:pt x="744113" y="48085"/>
                </a:cubicBezTo>
                <a:cubicBezTo>
                  <a:pt x="740380" y="48085"/>
                  <a:pt x="737417" y="49089"/>
                  <a:pt x="735225" y="51096"/>
                </a:cubicBezTo>
                <a:cubicBezTo>
                  <a:pt x="732973" y="53103"/>
                  <a:pt x="731847" y="55406"/>
                  <a:pt x="731847" y="58004"/>
                </a:cubicBezTo>
                <a:lnTo>
                  <a:pt x="732025" y="63140"/>
                </a:lnTo>
                <a:cubicBezTo>
                  <a:pt x="732025" y="65854"/>
                  <a:pt x="731329" y="67950"/>
                  <a:pt x="729936" y="69425"/>
                </a:cubicBezTo>
                <a:cubicBezTo>
                  <a:pt x="728544" y="70901"/>
                  <a:pt x="726722" y="71639"/>
                  <a:pt x="724470" y="71639"/>
                </a:cubicBezTo>
                <a:cubicBezTo>
                  <a:pt x="722278" y="71639"/>
                  <a:pt x="720485" y="70872"/>
                  <a:pt x="719093" y="69336"/>
                </a:cubicBezTo>
                <a:cubicBezTo>
                  <a:pt x="717700" y="67800"/>
                  <a:pt x="717004" y="65702"/>
                  <a:pt x="717004" y="63042"/>
                </a:cubicBezTo>
                <a:cubicBezTo>
                  <a:pt x="717004" y="57963"/>
                  <a:pt x="719611" y="53297"/>
                  <a:pt x="724826" y="49044"/>
                </a:cubicBezTo>
                <a:cubicBezTo>
                  <a:pt x="730040" y="44790"/>
                  <a:pt x="737358" y="42663"/>
                  <a:pt x="746780" y="42663"/>
                </a:cubicBezTo>
                <a:cubicBezTo>
                  <a:pt x="754009" y="42663"/>
                  <a:pt x="759934" y="43876"/>
                  <a:pt x="764556" y="46302"/>
                </a:cubicBezTo>
                <a:cubicBezTo>
                  <a:pt x="768052" y="48137"/>
                  <a:pt x="770630" y="51008"/>
                  <a:pt x="772289" y="54915"/>
                </a:cubicBezTo>
                <a:cubicBezTo>
                  <a:pt x="773355" y="57460"/>
                  <a:pt x="773889" y="62668"/>
                  <a:pt x="773889" y="70539"/>
                </a:cubicBezTo>
                <a:lnTo>
                  <a:pt x="773889" y="98148"/>
                </a:lnTo>
                <a:cubicBezTo>
                  <a:pt x="773889" y="105901"/>
                  <a:pt x="774037" y="110651"/>
                  <a:pt x="774333" y="112397"/>
                </a:cubicBezTo>
                <a:cubicBezTo>
                  <a:pt x="774629" y="114143"/>
                  <a:pt x="775118" y="115313"/>
                  <a:pt x="775800" y="115905"/>
                </a:cubicBezTo>
                <a:cubicBezTo>
                  <a:pt x="776481" y="116496"/>
                  <a:pt x="777266" y="116791"/>
                  <a:pt x="778155" y="116791"/>
                </a:cubicBezTo>
                <a:cubicBezTo>
                  <a:pt x="779103" y="116791"/>
                  <a:pt x="779933" y="116584"/>
                  <a:pt x="780644" y="116169"/>
                </a:cubicBezTo>
                <a:cubicBezTo>
                  <a:pt x="781888" y="115399"/>
                  <a:pt x="784288" y="113236"/>
                  <a:pt x="787843" y="109681"/>
                </a:cubicBezTo>
                <a:lnTo>
                  <a:pt x="787843" y="114658"/>
                </a:lnTo>
                <a:cubicBezTo>
                  <a:pt x="781207" y="123546"/>
                  <a:pt x="774866" y="127990"/>
                  <a:pt x="768822" y="127990"/>
                </a:cubicBezTo>
                <a:cubicBezTo>
                  <a:pt x="765919" y="127990"/>
                  <a:pt x="763608" y="126983"/>
                  <a:pt x="761890" y="124968"/>
                </a:cubicBezTo>
                <a:cubicBezTo>
                  <a:pt x="760171" y="122954"/>
                  <a:pt x="759282" y="119517"/>
                  <a:pt x="759223" y="114658"/>
                </a:cubicBezTo>
                <a:moveTo>
                  <a:pt x="759223" y="108831"/>
                </a:moveTo>
                <a:lnTo>
                  <a:pt x="759223" y="77950"/>
                </a:lnTo>
                <a:cubicBezTo>
                  <a:pt x="750276" y="81488"/>
                  <a:pt x="744498" y="83996"/>
                  <a:pt x="741891" y="85471"/>
                </a:cubicBezTo>
                <a:cubicBezTo>
                  <a:pt x="737210" y="88067"/>
                  <a:pt x="733862" y="90781"/>
                  <a:pt x="731847" y="93612"/>
                </a:cubicBezTo>
                <a:cubicBezTo>
                  <a:pt x="729833" y="96444"/>
                  <a:pt x="728825" y="99541"/>
                  <a:pt x="728825" y="102903"/>
                </a:cubicBezTo>
                <a:cubicBezTo>
                  <a:pt x="728825" y="107151"/>
                  <a:pt x="730099" y="110676"/>
                  <a:pt x="732647" y="113478"/>
                </a:cubicBezTo>
                <a:cubicBezTo>
                  <a:pt x="735195" y="116279"/>
                  <a:pt x="738128" y="117680"/>
                  <a:pt x="741447" y="117680"/>
                </a:cubicBezTo>
                <a:cubicBezTo>
                  <a:pt x="745950" y="117680"/>
                  <a:pt x="751875" y="114730"/>
                  <a:pt x="759223" y="108831"/>
                </a:cubicBezTo>
                <a:close/>
                <a:moveTo>
                  <a:pt x="821380" y="18132"/>
                </a:moveTo>
                <a:lnTo>
                  <a:pt x="821380" y="44974"/>
                </a:lnTo>
                <a:lnTo>
                  <a:pt x="840401" y="44974"/>
                </a:lnTo>
                <a:lnTo>
                  <a:pt x="840401" y="51196"/>
                </a:lnTo>
                <a:lnTo>
                  <a:pt x="821380" y="51196"/>
                </a:lnTo>
                <a:lnTo>
                  <a:pt x="821380" y="103920"/>
                </a:lnTo>
                <a:cubicBezTo>
                  <a:pt x="821380" y="109188"/>
                  <a:pt x="822136" y="112740"/>
                  <a:pt x="823647" y="114575"/>
                </a:cubicBezTo>
                <a:cubicBezTo>
                  <a:pt x="825158" y="116408"/>
                  <a:pt x="827099" y="117324"/>
                  <a:pt x="829469" y="117324"/>
                </a:cubicBezTo>
                <a:cubicBezTo>
                  <a:pt x="831424" y="117324"/>
                  <a:pt x="833320" y="116717"/>
                  <a:pt x="835157" y="115502"/>
                </a:cubicBezTo>
                <a:cubicBezTo>
                  <a:pt x="836994" y="114288"/>
                  <a:pt x="838416" y="112495"/>
                  <a:pt x="839424" y="110125"/>
                </a:cubicBezTo>
                <a:lnTo>
                  <a:pt x="842890" y="110125"/>
                </a:lnTo>
                <a:cubicBezTo>
                  <a:pt x="840816" y="115949"/>
                  <a:pt x="837883" y="120353"/>
                  <a:pt x="834091" y="123338"/>
                </a:cubicBezTo>
                <a:cubicBezTo>
                  <a:pt x="830298" y="126321"/>
                  <a:pt x="826387" y="127813"/>
                  <a:pt x="822358" y="127813"/>
                </a:cubicBezTo>
                <a:cubicBezTo>
                  <a:pt x="819632" y="127813"/>
                  <a:pt x="816966" y="127056"/>
                  <a:pt x="814359" y="125543"/>
                </a:cubicBezTo>
                <a:cubicBezTo>
                  <a:pt x="811752" y="124030"/>
                  <a:pt x="809826" y="121866"/>
                  <a:pt x="808581" y="119049"/>
                </a:cubicBezTo>
                <a:cubicBezTo>
                  <a:pt x="807337" y="116231"/>
                  <a:pt x="806715" y="111885"/>
                  <a:pt x="806715" y="106011"/>
                </a:cubicBezTo>
                <a:lnTo>
                  <a:pt x="806715" y="51196"/>
                </a:lnTo>
                <a:lnTo>
                  <a:pt x="793827" y="51196"/>
                </a:lnTo>
                <a:lnTo>
                  <a:pt x="793827" y="48263"/>
                </a:lnTo>
                <a:cubicBezTo>
                  <a:pt x="797086" y="46956"/>
                  <a:pt x="800419" y="44742"/>
                  <a:pt x="803826" y="41622"/>
                </a:cubicBezTo>
                <a:cubicBezTo>
                  <a:pt x="807233" y="38502"/>
                  <a:pt x="810270" y="34802"/>
                  <a:pt x="812937" y="30523"/>
                </a:cubicBezTo>
                <a:cubicBezTo>
                  <a:pt x="814300" y="28265"/>
                  <a:pt x="816196" y="24135"/>
                  <a:pt x="818625" y="18132"/>
                </a:cubicBezTo>
                <a:lnTo>
                  <a:pt x="821380" y="18132"/>
                </a:lnTo>
                <a:close/>
                <a:moveTo>
                  <a:pt x="871600" y="0"/>
                </a:moveTo>
                <a:cubicBezTo>
                  <a:pt x="874089" y="0"/>
                  <a:pt x="876207" y="879"/>
                  <a:pt x="877955" y="2636"/>
                </a:cubicBezTo>
                <a:cubicBezTo>
                  <a:pt x="879703" y="4391"/>
                  <a:pt x="880577" y="6520"/>
                  <a:pt x="880577" y="9022"/>
                </a:cubicBezTo>
                <a:cubicBezTo>
                  <a:pt x="880577" y="11523"/>
                  <a:pt x="879703" y="13667"/>
                  <a:pt x="877955" y="15454"/>
                </a:cubicBezTo>
                <a:cubicBezTo>
                  <a:pt x="876207" y="17239"/>
                  <a:pt x="874089" y="18132"/>
                  <a:pt x="871600" y="18132"/>
                </a:cubicBezTo>
                <a:cubicBezTo>
                  <a:pt x="869112" y="18132"/>
                  <a:pt x="866978" y="17239"/>
                  <a:pt x="865201" y="15454"/>
                </a:cubicBezTo>
                <a:cubicBezTo>
                  <a:pt x="863423" y="13667"/>
                  <a:pt x="862534" y="11523"/>
                  <a:pt x="862534" y="9022"/>
                </a:cubicBezTo>
                <a:cubicBezTo>
                  <a:pt x="862534" y="6520"/>
                  <a:pt x="863408" y="4391"/>
                  <a:pt x="865156" y="2636"/>
                </a:cubicBezTo>
                <a:cubicBezTo>
                  <a:pt x="866904" y="879"/>
                  <a:pt x="869052" y="0"/>
                  <a:pt x="871600" y="0"/>
                </a:cubicBezTo>
                <a:moveTo>
                  <a:pt x="878978" y="42663"/>
                </a:moveTo>
                <a:lnTo>
                  <a:pt x="878978" y="107936"/>
                </a:lnTo>
                <a:cubicBezTo>
                  <a:pt x="878978" y="113021"/>
                  <a:pt x="879348" y="116406"/>
                  <a:pt x="880089" y="118091"/>
                </a:cubicBezTo>
                <a:cubicBezTo>
                  <a:pt x="880829" y="119776"/>
                  <a:pt x="881925" y="121033"/>
                  <a:pt x="883377" y="121860"/>
                </a:cubicBezTo>
                <a:cubicBezTo>
                  <a:pt x="884829" y="122688"/>
                  <a:pt x="887481" y="123102"/>
                  <a:pt x="891332" y="123102"/>
                </a:cubicBezTo>
                <a:lnTo>
                  <a:pt x="891332" y="126390"/>
                </a:lnTo>
                <a:lnTo>
                  <a:pt x="851780" y="126390"/>
                </a:lnTo>
                <a:lnTo>
                  <a:pt x="851780" y="123102"/>
                </a:lnTo>
                <a:cubicBezTo>
                  <a:pt x="855750" y="123102"/>
                  <a:pt x="858416" y="122718"/>
                  <a:pt x="859779" y="121949"/>
                </a:cubicBezTo>
                <a:cubicBezTo>
                  <a:pt x="861142" y="121181"/>
                  <a:pt x="862223" y="119909"/>
                  <a:pt x="863023" y="118136"/>
                </a:cubicBezTo>
                <a:cubicBezTo>
                  <a:pt x="863823" y="116362"/>
                  <a:pt x="864223" y="112962"/>
                  <a:pt x="864223" y="107936"/>
                </a:cubicBezTo>
                <a:lnTo>
                  <a:pt x="864223" y="76630"/>
                </a:lnTo>
                <a:cubicBezTo>
                  <a:pt x="864223" y="67820"/>
                  <a:pt x="863956" y="62115"/>
                  <a:pt x="863423" y="59515"/>
                </a:cubicBezTo>
                <a:cubicBezTo>
                  <a:pt x="863008" y="57623"/>
                  <a:pt x="862357" y="56307"/>
                  <a:pt x="861468" y="55568"/>
                </a:cubicBezTo>
                <a:cubicBezTo>
                  <a:pt x="860579" y="54829"/>
                  <a:pt x="859364" y="54460"/>
                  <a:pt x="857824" y="54460"/>
                </a:cubicBezTo>
                <a:cubicBezTo>
                  <a:pt x="856164" y="54460"/>
                  <a:pt x="854150" y="54903"/>
                  <a:pt x="851780" y="55790"/>
                </a:cubicBezTo>
                <a:lnTo>
                  <a:pt x="850535" y="52596"/>
                </a:lnTo>
                <a:lnTo>
                  <a:pt x="875067" y="42663"/>
                </a:lnTo>
                <a:lnTo>
                  <a:pt x="878978" y="42663"/>
                </a:lnTo>
                <a:close/>
                <a:moveTo>
                  <a:pt x="941314" y="42663"/>
                </a:moveTo>
                <a:cubicBezTo>
                  <a:pt x="953639" y="42663"/>
                  <a:pt x="963535" y="47340"/>
                  <a:pt x="971001" y="56693"/>
                </a:cubicBezTo>
                <a:cubicBezTo>
                  <a:pt x="977341" y="64683"/>
                  <a:pt x="980511" y="73858"/>
                  <a:pt x="980511" y="84219"/>
                </a:cubicBezTo>
                <a:cubicBezTo>
                  <a:pt x="980511" y="91500"/>
                  <a:pt x="978763" y="98869"/>
                  <a:pt x="975267" y="106328"/>
                </a:cubicBezTo>
                <a:cubicBezTo>
                  <a:pt x="971771" y="113785"/>
                  <a:pt x="966957" y="119408"/>
                  <a:pt x="960824" y="123196"/>
                </a:cubicBezTo>
                <a:cubicBezTo>
                  <a:pt x="954691" y="126985"/>
                  <a:pt x="947862" y="128879"/>
                  <a:pt x="940337" y="128879"/>
                </a:cubicBezTo>
                <a:cubicBezTo>
                  <a:pt x="928071" y="128879"/>
                  <a:pt x="918323" y="123995"/>
                  <a:pt x="911094" y="114228"/>
                </a:cubicBezTo>
                <a:cubicBezTo>
                  <a:pt x="904991" y="106000"/>
                  <a:pt x="901939" y="96767"/>
                  <a:pt x="901939" y="86527"/>
                </a:cubicBezTo>
                <a:cubicBezTo>
                  <a:pt x="901939" y="79068"/>
                  <a:pt x="903791" y="71654"/>
                  <a:pt x="907495" y="64284"/>
                </a:cubicBezTo>
                <a:cubicBezTo>
                  <a:pt x="911198" y="56914"/>
                  <a:pt x="916072" y="51468"/>
                  <a:pt x="922116" y="47946"/>
                </a:cubicBezTo>
                <a:cubicBezTo>
                  <a:pt x="928160" y="44424"/>
                  <a:pt x="934559" y="42663"/>
                  <a:pt x="941314" y="42663"/>
                </a:cubicBezTo>
                <a:moveTo>
                  <a:pt x="938559" y="48530"/>
                </a:moveTo>
                <a:cubicBezTo>
                  <a:pt x="935418" y="48530"/>
                  <a:pt x="932263" y="49462"/>
                  <a:pt x="929093" y="51327"/>
                </a:cubicBezTo>
                <a:cubicBezTo>
                  <a:pt x="925923" y="53191"/>
                  <a:pt x="923360" y="56461"/>
                  <a:pt x="921405" y="61137"/>
                </a:cubicBezTo>
                <a:cubicBezTo>
                  <a:pt x="919449" y="65813"/>
                  <a:pt x="918472" y="71820"/>
                  <a:pt x="918472" y="79158"/>
                </a:cubicBezTo>
                <a:cubicBezTo>
                  <a:pt x="918472" y="90994"/>
                  <a:pt x="920827" y="101203"/>
                  <a:pt x="925538" y="109786"/>
                </a:cubicBezTo>
                <a:cubicBezTo>
                  <a:pt x="930248" y="118367"/>
                  <a:pt x="936455" y="122657"/>
                  <a:pt x="944159" y="122657"/>
                </a:cubicBezTo>
                <a:cubicBezTo>
                  <a:pt x="949906" y="122657"/>
                  <a:pt x="954647" y="120290"/>
                  <a:pt x="958380" y="115555"/>
                </a:cubicBezTo>
                <a:cubicBezTo>
                  <a:pt x="962113" y="110820"/>
                  <a:pt x="963979" y="102683"/>
                  <a:pt x="963979" y="91143"/>
                </a:cubicBezTo>
                <a:cubicBezTo>
                  <a:pt x="963979" y="76702"/>
                  <a:pt x="960868" y="65338"/>
                  <a:pt x="954647" y="57051"/>
                </a:cubicBezTo>
                <a:cubicBezTo>
                  <a:pt x="950440" y="51370"/>
                  <a:pt x="945077" y="48530"/>
                  <a:pt x="938559" y="48530"/>
                </a:cubicBezTo>
                <a:close/>
                <a:moveTo>
                  <a:pt x="1018789" y="59907"/>
                </a:moveTo>
                <a:cubicBezTo>
                  <a:pt x="1028329" y="48411"/>
                  <a:pt x="1037425" y="42663"/>
                  <a:pt x="1046076" y="42663"/>
                </a:cubicBezTo>
                <a:cubicBezTo>
                  <a:pt x="1050520" y="42663"/>
                  <a:pt x="1054342" y="43773"/>
                  <a:pt x="1057542" y="45991"/>
                </a:cubicBezTo>
                <a:cubicBezTo>
                  <a:pt x="1060742" y="48207"/>
                  <a:pt x="1063290" y="51858"/>
                  <a:pt x="1065186" y="56943"/>
                </a:cubicBezTo>
                <a:cubicBezTo>
                  <a:pt x="1066490" y="60489"/>
                  <a:pt x="1067141" y="65928"/>
                  <a:pt x="1067141" y="73261"/>
                </a:cubicBezTo>
                <a:lnTo>
                  <a:pt x="1067141" y="107936"/>
                </a:lnTo>
                <a:cubicBezTo>
                  <a:pt x="1067141" y="113080"/>
                  <a:pt x="1067556" y="116569"/>
                  <a:pt x="1068386" y="118402"/>
                </a:cubicBezTo>
                <a:cubicBezTo>
                  <a:pt x="1069038" y="119880"/>
                  <a:pt x="1070089" y="121033"/>
                  <a:pt x="1071541" y="121860"/>
                </a:cubicBezTo>
                <a:cubicBezTo>
                  <a:pt x="1072993" y="122688"/>
                  <a:pt x="1075674" y="123102"/>
                  <a:pt x="1079585" y="123102"/>
                </a:cubicBezTo>
                <a:lnTo>
                  <a:pt x="1079585" y="126390"/>
                </a:lnTo>
                <a:lnTo>
                  <a:pt x="1039321" y="126390"/>
                </a:lnTo>
                <a:lnTo>
                  <a:pt x="1039321" y="123102"/>
                </a:lnTo>
                <a:lnTo>
                  <a:pt x="1041010" y="123102"/>
                </a:lnTo>
                <a:cubicBezTo>
                  <a:pt x="1044802" y="123102"/>
                  <a:pt x="1047454" y="122527"/>
                  <a:pt x="1048965" y="121377"/>
                </a:cubicBezTo>
                <a:cubicBezTo>
                  <a:pt x="1050476" y="120227"/>
                  <a:pt x="1051528" y="118533"/>
                  <a:pt x="1052120" y="116294"/>
                </a:cubicBezTo>
                <a:cubicBezTo>
                  <a:pt x="1052357" y="115409"/>
                  <a:pt x="1052476" y="112638"/>
                  <a:pt x="1052476" y="107981"/>
                </a:cubicBezTo>
                <a:lnTo>
                  <a:pt x="1052476" y="74819"/>
                </a:lnTo>
                <a:cubicBezTo>
                  <a:pt x="1052476" y="67451"/>
                  <a:pt x="1051513" y="62102"/>
                  <a:pt x="1049587" y="58771"/>
                </a:cubicBezTo>
                <a:cubicBezTo>
                  <a:pt x="1047661" y="55439"/>
                  <a:pt x="1044417" y="53774"/>
                  <a:pt x="1039855" y="53774"/>
                </a:cubicBezTo>
                <a:cubicBezTo>
                  <a:pt x="1032803" y="53774"/>
                  <a:pt x="1025782" y="57606"/>
                  <a:pt x="1018789" y="65270"/>
                </a:cubicBezTo>
                <a:lnTo>
                  <a:pt x="1018789" y="107981"/>
                </a:lnTo>
                <a:cubicBezTo>
                  <a:pt x="1018789" y="113464"/>
                  <a:pt x="1019115" y="116853"/>
                  <a:pt x="1019767" y="118149"/>
                </a:cubicBezTo>
                <a:cubicBezTo>
                  <a:pt x="1020597" y="119859"/>
                  <a:pt x="1021737" y="121111"/>
                  <a:pt x="1023189" y="121907"/>
                </a:cubicBezTo>
                <a:cubicBezTo>
                  <a:pt x="1024641" y="122704"/>
                  <a:pt x="1027589" y="123102"/>
                  <a:pt x="1032033" y="123102"/>
                </a:cubicBezTo>
                <a:lnTo>
                  <a:pt x="1032033" y="126390"/>
                </a:lnTo>
                <a:lnTo>
                  <a:pt x="991769" y="126390"/>
                </a:lnTo>
                <a:lnTo>
                  <a:pt x="991769" y="123102"/>
                </a:lnTo>
                <a:lnTo>
                  <a:pt x="993547" y="123102"/>
                </a:lnTo>
                <a:cubicBezTo>
                  <a:pt x="997695" y="123102"/>
                  <a:pt x="1000495" y="122053"/>
                  <a:pt x="1001946" y="119955"/>
                </a:cubicBezTo>
                <a:cubicBezTo>
                  <a:pt x="1003398" y="117855"/>
                  <a:pt x="1004124" y="113849"/>
                  <a:pt x="1004124" y="107936"/>
                </a:cubicBezTo>
                <a:lnTo>
                  <a:pt x="1004124" y="77783"/>
                </a:lnTo>
                <a:cubicBezTo>
                  <a:pt x="1004124" y="68028"/>
                  <a:pt x="1003902" y="62087"/>
                  <a:pt x="1003457" y="59959"/>
                </a:cubicBezTo>
                <a:cubicBezTo>
                  <a:pt x="1003013" y="57830"/>
                  <a:pt x="1002331" y="56381"/>
                  <a:pt x="1001413" y="55612"/>
                </a:cubicBezTo>
                <a:cubicBezTo>
                  <a:pt x="1000495" y="54844"/>
                  <a:pt x="999265" y="54460"/>
                  <a:pt x="997724" y="54460"/>
                </a:cubicBezTo>
                <a:cubicBezTo>
                  <a:pt x="996065" y="54460"/>
                  <a:pt x="994080" y="54903"/>
                  <a:pt x="991769" y="55790"/>
                </a:cubicBezTo>
                <a:lnTo>
                  <a:pt x="990436" y="52596"/>
                </a:lnTo>
                <a:lnTo>
                  <a:pt x="1014968" y="42663"/>
                </a:lnTo>
                <a:lnTo>
                  <a:pt x="1018789" y="42663"/>
                </a:lnTo>
                <a:lnTo>
                  <a:pt x="1018789" y="59907"/>
                </a:lnTo>
                <a:close/>
                <a:moveTo>
                  <a:pt x="1214392" y="126390"/>
                </a:moveTo>
                <a:lnTo>
                  <a:pt x="1167818" y="24976"/>
                </a:lnTo>
                <a:lnTo>
                  <a:pt x="1167818" y="105503"/>
                </a:lnTo>
                <a:cubicBezTo>
                  <a:pt x="1167818" y="112910"/>
                  <a:pt x="1168617" y="117532"/>
                  <a:pt x="1170217" y="119369"/>
                </a:cubicBezTo>
                <a:cubicBezTo>
                  <a:pt x="1172410" y="121857"/>
                  <a:pt x="1175876" y="123102"/>
                  <a:pt x="1180617" y="123102"/>
                </a:cubicBezTo>
                <a:lnTo>
                  <a:pt x="1184883" y="123102"/>
                </a:lnTo>
                <a:lnTo>
                  <a:pt x="1184883" y="126390"/>
                </a:lnTo>
                <a:lnTo>
                  <a:pt x="1142931" y="126390"/>
                </a:lnTo>
                <a:lnTo>
                  <a:pt x="1142931" y="123102"/>
                </a:lnTo>
                <a:lnTo>
                  <a:pt x="1147197" y="123102"/>
                </a:lnTo>
                <a:cubicBezTo>
                  <a:pt x="1152293" y="123102"/>
                  <a:pt x="1155907" y="121561"/>
                  <a:pt x="1158041" y="118480"/>
                </a:cubicBezTo>
                <a:cubicBezTo>
                  <a:pt x="1159344" y="116584"/>
                  <a:pt x="1159996" y="112258"/>
                  <a:pt x="1159996" y="105503"/>
                </a:cubicBezTo>
                <a:lnTo>
                  <a:pt x="1159996" y="26754"/>
                </a:lnTo>
                <a:cubicBezTo>
                  <a:pt x="1159996" y="21421"/>
                  <a:pt x="1159403" y="17569"/>
                  <a:pt x="1158218" y="15199"/>
                </a:cubicBezTo>
                <a:cubicBezTo>
                  <a:pt x="1157389" y="13480"/>
                  <a:pt x="1155863" y="12044"/>
                  <a:pt x="1153641" y="10888"/>
                </a:cubicBezTo>
                <a:cubicBezTo>
                  <a:pt x="1151419" y="9733"/>
                  <a:pt x="1147849" y="9155"/>
                  <a:pt x="1142931" y="9155"/>
                </a:cubicBezTo>
                <a:lnTo>
                  <a:pt x="1142931" y="5866"/>
                </a:lnTo>
                <a:lnTo>
                  <a:pt x="1177061" y="5866"/>
                </a:lnTo>
                <a:lnTo>
                  <a:pt x="1220791" y="100170"/>
                </a:lnTo>
                <a:lnTo>
                  <a:pt x="1263810" y="5866"/>
                </a:lnTo>
                <a:lnTo>
                  <a:pt x="1297941" y="5866"/>
                </a:lnTo>
                <a:lnTo>
                  <a:pt x="1297941" y="9155"/>
                </a:lnTo>
                <a:lnTo>
                  <a:pt x="1293764" y="9155"/>
                </a:lnTo>
                <a:cubicBezTo>
                  <a:pt x="1288608" y="9155"/>
                  <a:pt x="1284964" y="10695"/>
                  <a:pt x="1282831" y="13777"/>
                </a:cubicBezTo>
                <a:cubicBezTo>
                  <a:pt x="1281527" y="15673"/>
                  <a:pt x="1280876" y="19998"/>
                  <a:pt x="1280876" y="26754"/>
                </a:cubicBezTo>
                <a:lnTo>
                  <a:pt x="1280876" y="105503"/>
                </a:lnTo>
                <a:cubicBezTo>
                  <a:pt x="1280876" y="112910"/>
                  <a:pt x="1281705" y="117532"/>
                  <a:pt x="1283364" y="119369"/>
                </a:cubicBezTo>
                <a:cubicBezTo>
                  <a:pt x="1285557" y="121857"/>
                  <a:pt x="1289023" y="123102"/>
                  <a:pt x="1293764" y="123102"/>
                </a:cubicBezTo>
                <a:lnTo>
                  <a:pt x="1297941" y="123102"/>
                </a:lnTo>
                <a:lnTo>
                  <a:pt x="1297941" y="126390"/>
                </a:lnTo>
                <a:lnTo>
                  <a:pt x="1246745" y="126390"/>
                </a:lnTo>
                <a:lnTo>
                  <a:pt x="1246745" y="123102"/>
                </a:lnTo>
                <a:lnTo>
                  <a:pt x="1251011" y="123102"/>
                </a:lnTo>
                <a:cubicBezTo>
                  <a:pt x="1256166" y="123102"/>
                  <a:pt x="1259781" y="121561"/>
                  <a:pt x="1261855" y="118480"/>
                </a:cubicBezTo>
                <a:cubicBezTo>
                  <a:pt x="1263158" y="116584"/>
                  <a:pt x="1263810" y="112258"/>
                  <a:pt x="1263810" y="105503"/>
                </a:cubicBezTo>
                <a:lnTo>
                  <a:pt x="1263810" y="24976"/>
                </a:lnTo>
                <a:lnTo>
                  <a:pt x="1217325" y="126390"/>
                </a:lnTo>
                <a:lnTo>
                  <a:pt x="1214392" y="126390"/>
                </a:lnTo>
                <a:close/>
                <a:moveTo>
                  <a:pt x="1348518" y="42663"/>
                </a:moveTo>
                <a:cubicBezTo>
                  <a:pt x="1360843" y="42663"/>
                  <a:pt x="1370738" y="47340"/>
                  <a:pt x="1378204" y="56693"/>
                </a:cubicBezTo>
                <a:cubicBezTo>
                  <a:pt x="1384545" y="64683"/>
                  <a:pt x="1387715" y="73858"/>
                  <a:pt x="1387715" y="84219"/>
                </a:cubicBezTo>
                <a:cubicBezTo>
                  <a:pt x="1387715" y="91500"/>
                  <a:pt x="1385967" y="98869"/>
                  <a:pt x="1382471" y="106328"/>
                </a:cubicBezTo>
                <a:cubicBezTo>
                  <a:pt x="1378975" y="113785"/>
                  <a:pt x="1374160" y="119408"/>
                  <a:pt x="1368027" y="123196"/>
                </a:cubicBezTo>
                <a:cubicBezTo>
                  <a:pt x="1361895" y="126985"/>
                  <a:pt x="1355065" y="128879"/>
                  <a:pt x="1347540" y="128879"/>
                </a:cubicBezTo>
                <a:cubicBezTo>
                  <a:pt x="1335274" y="128879"/>
                  <a:pt x="1325527" y="123995"/>
                  <a:pt x="1318298" y="114228"/>
                </a:cubicBezTo>
                <a:cubicBezTo>
                  <a:pt x="1312195" y="106000"/>
                  <a:pt x="1309143" y="96767"/>
                  <a:pt x="1309143" y="86527"/>
                </a:cubicBezTo>
                <a:cubicBezTo>
                  <a:pt x="1309143" y="79068"/>
                  <a:pt x="1310995" y="71654"/>
                  <a:pt x="1314698" y="64284"/>
                </a:cubicBezTo>
                <a:cubicBezTo>
                  <a:pt x="1318401" y="56914"/>
                  <a:pt x="1323275" y="51468"/>
                  <a:pt x="1329319" y="47946"/>
                </a:cubicBezTo>
                <a:cubicBezTo>
                  <a:pt x="1335363" y="44424"/>
                  <a:pt x="1341763" y="42663"/>
                  <a:pt x="1348518" y="42663"/>
                </a:cubicBezTo>
                <a:moveTo>
                  <a:pt x="1345762" y="48530"/>
                </a:moveTo>
                <a:cubicBezTo>
                  <a:pt x="1342622" y="48530"/>
                  <a:pt x="1339467" y="49462"/>
                  <a:pt x="1336296" y="51327"/>
                </a:cubicBezTo>
                <a:cubicBezTo>
                  <a:pt x="1333126" y="53191"/>
                  <a:pt x="1330564" y="56461"/>
                  <a:pt x="1328608" y="61137"/>
                </a:cubicBezTo>
                <a:cubicBezTo>
                  <a:pt x="1326653" y="65813"/>
                  <a:pt x="1325675" y="71820"/>
                  <a:pt x="1325675" y="79158"/>
                </a:cubicBezTo>
                <a:cubicBezTo>
                  <a:pt x="1325675" y="90994"/>
                  <a:pt x="1328030" y="101203"/>
                  <a:pt x="1332741" y="109786"/>
                </a:cubicBezTo>
                <a:cubicBezTo>
                  <a:pt x="1337452" y="118367"/>
                  <a:pt x="1343659" y="122657"/>
                  <a:pt x="1351362" y="122657"/>
                </a:cubicBezTo>
                <a:cubicBezTo>
                  <a:pt x="1357110" y="122657"/>
                  <a:pt x="1361850" y="120290"/>
                  <a:pt x="1365583" y="115555"/>
                </a:cubicBezTo>
                <a:cubicBezTo>
                  <a:pt x="1369316" y="110820"/>
                  <a:pt x="1371183" y="102683"/>
                  <a:pt x="1371183" y="91143"/>
                </a:cubicBezTo>
                <a:cubicBezTo>
                  <a:pt x="1371183" y="76702"/>
                  <a:pt x="1368072" y="65338"/>
                  <a:pt x="1361850" y="57051"/>
                </a:cubicBezTo>
                <a:cubicBezTo>
                  <a:pt x="1357643" y="51370"/>
                  <a:pt x="1352280" y="48530"/>
                  <a:pt x="1345762" y="48530"/>
                </a:cubicBezTo>
                <a:close/>
                <a:moveTo>
                  <a:pt x="1457220" y="117236"/>
                </a:moveTo>
                <a:cubicBezTo>
                  <a:pt x="1453250" y="121383"/>
                  <a:pt x="1449369" y="124361"/>
                  <a:pt x="1445577" y="126168"/>
                </a:cubicBezTo>
                <a:cubicBezTo>
                  <a:pt x="1441785" y="127976"/>
                  <a:pt x="1437696" y="128879"/>
                  <a:pt x="1433311" y="128879"/>
                </a:cubicBezTo>
                <a:cubicBezTo>
                  <a:pt x="1424423" y="128879"/>
                  <a:pt x="1416660" y="125169"/>
                  <a:pt x="1410024" y="117749"/>
                </a:cubicBezTo>
                <a:cubicBezTo>
                  <a:pt x="1403387" y="110328"/>
                  <a:pt x="1400069" y="100791"/>
                  <a:pt x="1400069" y="89141"/>
                </a:cubicBezTo>
                <a:cubicBezTo>
                  <a:pt x="1400069" y="77491"/>
                  <a:pt x="1403743" y="66833"/>
                  <a:pt x="1411091" y="57165"/>
                </a:cubicBezTo>
                <a:cubicBezTo>
                  <a:pt x="1418438" y="47497"/>
                  <a:pt x="1427889" y="42663"/>
                  <a:pt x="1439444" y="42663"/>
                </a:cubicBezTo>
                <a:cubicBezTo>
                  <a:pt x="1446614" y="42663"/>
                  <a:pt x="1452539" y="44945"/>
                  <a:pt x="1457220" y="49507"/>
                </a:cubicBezTo>
                <a:lnTo>
                  <a:pt x="1457220" y="34453"/>
                </a:lnTo>
                <a:cubicBezTo>
                  <a:pt x="1457220" y="25111"/>
                  <a:pt x="1456998" y="19369"/>
                  <a:pt x="1456554" y="17226"/>
                </a:cubicBezTo>
                <a:cubicBezTo>
                  <a:pt x="1456109" y="15084"/>
                  <a:pt x="1455413" y="13627"/>
                  <a:pt x="1454465" y="12855"/>
                </a:cubicBezTo>
                <a:cubicBezTo>
                  <a:pt x="1453517" y="12081"/>
                  <a:pt x="1452332" y="11694"/>
                  <a:pt x="1450910" y="11694"/>
                </a:cubicBezTo>
                <a:cubicBezTo>
                  <a:pt x="1449369" y="11694"/>
                  <a:pt x="1447325" y="12169"/>
                  <a:pt x="1444777" y="13121"/>
                </a:cubicBezTo>
                <a:lnTo>
                  <a:pt x="1443621" y="9996"/>
                </a:lnTo>
                <a:lnTo>
                  <a:pt x="1467886" y="0"/>
                </a:lnTo>
                <a:lnTo>
                  <a:pt x="1471886" y="0"/>
                </a:lnTo>
                <a:lnTo>
                  <a:pt x="1471886" y="94126"/>
                </a:lnTo>
                <a:cubicBezTo>
                  <a:pt x="1471886" y="103666"/>
                  <a:pt x="1472108" y="109488"/>
                  <a:pt x="1472553" y="111592"/>
                </a:cubicBezTo>
                <a:cubicBezTo>
                  <a:pt x="1472997" y="113695"/>
                  <a:pt x="1473708" y="115162"/>
                  <a:pt x="1474686" y="115991"/>
                </a:cubicBezTo>
                <a:cubicBezTo>
                  <a:pt x="1475663" y="116821"/>
                  <a:pt x="1476804" y="117236"/>
                  <a:pt x="1478108" y="117236"/>
                </a:cubicBezTo>
                <a:cubicBezTo>
                  <a:pt x="1479708" y="117236"/>
                  <a:pt x="1481841" y="116732"/>
                  <a:pt x="1484507" y="115725"/>
                </a:cubicBezTo>
                <a:lnTo>
                  <a:pt x="1485485" y="118835"/>
                </a:lnTo>
                <a:lnTo>
                  <a:pt x="1461309" y="128879"/>
                </a:lnTo>
                <a:lnTo>
                  <a:pt x="1457220" y="128879"/>
                </a:lnTo>
                <a:lnTo>
                  <a:pt x="1457220" y="117236"/>
                </a:lnTo>
                <a:moveTo>
                  <a:pt x="1457220" y="111033"/>
                </a:moveTo>
                <a:lnTo>
                  <a:pt x="1457220" y="69186"/>
                </a:lnTo>
                <a:cubicBezTo>
                  <a:pt x="1456865" y="65166"/>
                  <a:pt x="1455798" y="61502"/>
                  <a:pt x="1454021" y="58193"/>
                </a:cubicBezTo>
                <a:cubicBezTo>
                  <a:pt x="1452243" y="54882"/>
                  <a:pt x="1449888" y="52385"/>
                  <a:pt x="1446954" y="50702"/>
                </a:cubicBezTo>
                <a:cubicBezTo>
                  <a:pt x="1444021" y="49017"/>
                  <a:pt x="1441162" y="48174"/>
                  <a:pt x="1438377" y="48174"/>
                </a:cubicBezTo>
                <a:cubicBezTo>
                  <a:pt x="1433163" y="48174"/>
                  <a:pt x="1428511" y="50509"/>
                  <a:pt x="1424423" y="55179"/>
                </a:cubicBezTo>
                <a:cubicBezTo>
                  <a:pt x="1419031" y="61325"/>
                  <a:pt x="1416335" y="70309"/>
                  <a:pt x="1416335" y="82130"/>
                </a:cubicBezTo>
                <a:cubicBezTo>
                  <a:pt x="1416335" y="94070"/>
                  <a:pt x="1418942" y="103217"/>
                  <a:pt x="1424156" y="109572"/>
                </a:cubicBezTo>
                <a:cubicBezTo>
                  <a:pt x="1429371" y="115926"/>
                  <a:pt x="1435178" y="119102"/>
                  <a:pt x="1441577" y="119102"/>
                </a:cubicBezTo>
                <a:cubicBezTo>
                  <a:pt x="1446969" y="119102"/>
                  <a:pt x="1452184" y="116413"/>
                  <a:pt x="1457220" y="111033"/>
                </a:cubicBezTo>
                <a:close/>
                <a:moveTo>
                  <a:pt x="1504417" y="75728"/>
                </a:moveTo>
                <a:cubicBezTo>
                  <a:pt x="1504358" y="87788"/>
                  <a:pt x="1507291" y="97247"/>
                  <a:pt x="1513216" y="104106"/>
                </a:cubicBezTo>
                <a:cubicBezTo>
                  <a:pt x="1519142" y="110963"/>
                  <a:pt x="1526104" y="114391"/>
                  <a:pt x="1534103" y="114391"/>
                </a:cubicBezTo>
                <a:cubicBezTo>
                  <a:pt x="1539436" y="114391"/>
                  <a:pt x="1544073" y="112925"/>
                  <a:pt x="1548014" y="109992"/>
                </a:cubicBezTo>
                <a:cubicBezTo>
                  <a:pt x="1551954" y="107059"/>
                  <a:pt x="1555257" y="102037"/>
                  <a:pt x="1557924" y="94926"/>
                </a:cubicBezTo>
                <a:lnTo>
                  <a:pt x="1560679" y="96704"/>
                </a:lnTo>
                <a:cubicBezTo>
                  <a:pt x="1559435" y="104822"/>
                  <a:pt x="1555820" y="112214"/>
                  <a:pt x="1549836" y="118880"/>
                </a:cubicBezTo>
                <a:cubicBezTo>
                  <a:pt x="1543851" y="125546"/>
                  <a:pt x="1536355" y="128879"/>
                  <a:pt x="1527348" y="128879"/>
                </a:cubicBezTo>
                <a:cubicBezTo>
                  <a:pt x="1517571" y="128879"/>
                  <a:pt x="1509202" y="125080"/>
                  <a:pt x="1502239" y="117483"/>
                </a:cubicBezTo>
                <a:cubicBezTo>
                  <a:pt x="1495277" y="109883"/>
                  <a:pt x="1491796" y="99667"/>
                  <a:pt x="1491796" y="86835"/>
                </a:cubicBezTo>
                <a:cubicBezTo>
                  <a:pt x="1491796" y="72940"/>
                  <a:pt x="1495366" y="62105"/>
                  <a:pt x="1502506" y="54329"/>
                </a:cubicBezTo>
                <a:cubicBezTo>
                  <a:pt x="1509646" y="46552"/>
                  <a:pt x="1518608" y="42663"/>
                  <a:pt x="1529393" y="42663"/>
                </a:cubicBezTo>
                <a:cubicBezTo>
                  <a:pt x="1538518" y="42663"/>
                  <a:pt x="1546014" y="45663"/>
                  <a:pt x="1551880" y="51663"/>
                </a:cubicBezTo>
                <a:cubicBezTo>
                  <a:pt x="1557746" y="57660"/>
                  <a:pt x="1560679" y="65682"/>
                  <a:pt x="1560679" y="75728"/>
                </a:cubicBezTo>
                <a:lnTo>
                  <a:pt x="1504417" y="75728"/>
                </a:lnTo>
                <a:moveTo>
                  <a:pt x="1504417" y="70572"/>
                </a:moveTo>
                <a:lnTo>
                  <a:pt x="1542103" y="70572"/>
                </a:lnTo>
                <a:cubicBezTo>
                  <a:pt x="1541807" y="65358"/>
                  <a:pt x="1541184" y="61684"/>
                  <a:pt x="1540236" y="59551"/>
                </a:cubicBezTo>
                <a:cubicBezTo>
                  <a:pt x="1538755" y="56233"/>
                  <a:pt x="1536548" y="53626"/>
                  <a:pt x="1533615" y="51729"/>
                </a:cubicBezTo>
                <a:cubicBezTo>
                  <a:pt x="1530682" y="49833"/>
                  <a:pt x="1527615" y="48885"/>
                  <a:pt x="1524415" y="48885"/>
                </a:cubicBezTo>
                <a:cubicBezTo>
                  <a:pt x="1519497" y="48885"/>
                  <a:pt x="1515098" y="50796"/>
                  <a:pt x="1511216" y="54618"/>
                </a:cubicBezTo>
                <a:cubicBezTo>
                  <a:pt x="1507335" y="58440"/>
                  <a:pt x="1505069" y="63758"/>
                  <a:pt x="1504417" y="70572"/>
                </a:cubicBezTo>
                <a:close/>
                <a:moveTo>
                  <a:pt x="1600095" y="0"/>
                </a:moveTo>
                <a:lnTo>
                  <a:pt x="1600095" y="107914"/>
                </a:lnTo>
                <a:cubicBezTo>
                  <a:pt x="1600095" y="113006"/>
                  <a:pt x="1600465" y="116382"/>
                  <a:pt x="1601206" y="118041"/>
                </a:cubicBezTo>
                <a:cubicBezTo>
                  <a:pt x="1601946" y="119698"/>
                  <a:pt x="1603087" y="120957"/>
                  <a:pt x="1604628" y="121816"/>
                </a:cubicBezTo>
                <a:cubicBezTo>
                  <a:pt x="1606168" y="122673"/>
                  <a:pt x="1609042" y="123102"/>
                  <a:pt x="1613249" y="123102"/>
                </a:cubicBezTo>
                <a:lnTo>
                  <a:pt x="1613249" y="126390"/>
                </a:lnTo>
                <a:lnTo>
                  <a:pt x="1573341" y="126390"/>
                </a:lnTo>
                <a:lnTo>
                  <a:pt x="1573341" y="123102"/>
                </a:lnTo>
                <a:cubicBezTo>
                  <a:pt x="1577074" y="123102"/>
                  <a:pt x="1579622" y="122718"/>
                  <a:pt x="1580985" y="121949"/>
                </a:cubicBezTo>
                <a:cubicBezTo>
                  <a:pt x="1582348" y="121179"/>
                  <a:pt x="1583415" y="119906"/>
                  <a:pt x="1584185" y="118130"/>
                </a:cubicBezTo>
                <a:cubicBezTo>
                  <a:pt x="1584955" y="116352"/>
                  <a:pt x="1585340" y="112947"/>
                  <a:pt x="1585340" y="107914"/>
                </a:cubicBezTo>
                <a:lnTo>
                  <a:pt x="1585340" y="34017"/>
                </a:lnTo>
                <a:cubicBezTo>
                  <a:pt x="1585340" y="24840"/>
                  <a:pt x="1585133" y="19200"/>
                  <a:pt x="1584718" y="17099"/>
                </a:cubicBezTo>
                <a:cubicBezTo>
                  <a:pt x="1584303" y="14995"/>
                  <a:pt x="1583637" y="13559"/>
                  <a:pt x="1582718" y="12791"/>
                </a:cubicBezTo>
                <a:cubicBezTo>
                  <a:pt x="1581800" y="12020"/>
                  <a:pt x="1580630" y="11635"/>
                  <a:pt x="1579207" y="11635"/>
                </a:cubicBezTo>
                <a:cubicBezTo>
                  <a:pt x="1577667" y="11635"/>
                  <a:pt x="1575711" y="12109"/>
                  <a:pt x="1573341" y="13057"/>
                </a:cubicBezTo>
                <a:lnTo>
                  <a:pt x="1571830" y="9946"/>
                </a:lnTo>
                <a:lnTo>
                  <a:pt x="1596095" y="0"/>
                </a:lnTo>
                <a:lnTo>
                  <a:pt x="160009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3F399-3C6B-49DB-8245-98E0C3FC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178" y="6048654"/>
            <a:ext cx="107435" cy="324410"/>
          </a:xfrm>
          <a:custGeom xmlns:a="http://schemas.openxmlformats.org/drawingml/2006/main">
            <a:pathLst>
              <a:path w="107435" h="324410">
                <a:moveTo>
                  <a:pt x="0" y="324410"/>
                </a:moveTo>
                <a:lnTo>
                  <a:pt x="0" y="0"/>
                </a:lnTo>
                <a:lnTo>
                  <a:pt x="107435" y="0"/>
                </a:lnTo>
                <a:lnTo>
                  <a:pt x="107435" y="324410"/>
                </a:lnTo>
                <a:lnTo>
                  <a:pt x="0" y="324410"/>
                </a:lnTo>
                <a:close/>
              </a:path>
            </a:pathLst>
          </a:custGeom>
          <a:solidFill xmlns:a="http://schemas.openxmlformats.org/drawingml/2006/main">
            <a:srgbClr val="CFCD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90771-063F-4D88-9062-DC2149A9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671" y="5925833"/>
            <a:ext cx="122923" cy="447231"/>
          </a:xfrm>
          <a:custGeom xmlns:a="http://schemas.openxmlformats.org/drawingml/2006/main">
            <a:pathLst>
              <a:path w="122923" h="447231">
                <a:moveTo>
                  <a:pt x="0" y="122923"/>
                </a:moveTo>
                <a:lnTo>
                  <a:pt x="122923" y="0"/>
                </a:lnTo>
                <a:lnTo>
                  <a:pt x="122923" y="324308"/>
                </a:lnTo>
                <a:lnTo>
                  <a:pt x="0" y="447231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A7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76CD4-D14A-49C2-A986-37AB82D0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178" y="5925833"/>
            <a:ext cx="230415" cy="122923"/>
          </a:xfrm>
          <a:custGeom xmlns:a="http://schemas.openxmlformats.org/drawingml/2006/main">
            <a:pathLst>
              <a:path w="230415" h="122923">
                <a:moveTo>
                  <a:pt x="0" y="122923"/>
                </a:moveTo>
                <a:lnTo>
                  <a:pt x="122923" y="0"/>
                </a:lnTo>
                <a:lnTo>
                  <a:pt x="230415" y="0"/>
                </a:lnTo>
                <a:lnTo>
                  <a:pt x="107492" y="122923"/>
                </a:lnTo>
                <a:lnTo>
                  <a:pt x="0" y="122923"/>
                </a:lnTo>
                <a:close/>
              </a:path>
            </a:pathLst>
          </a:custGeom>
          <a:solidFill xmlns:a="http://schemas.openxmlformats.org/drawingml/2006/main">
            <a:srgbClr val="D8D7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AA419-A9E9-4340-8A16-9FBCDF4E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178" y="5925833"/>
            <a:ext cx="230415" cy="447231"/>
          </a:xfrm>
          <a:custGeom xmlns:a="http://schemas.openxmlformats.org/drawingml/2006/main">
            <a:pathLst>
              <a:path w="230415" h="447231" fill="none">
                <a:moveTo>
                  <a:pt x="0" y="122923"/>
                </a:moveTo>
                <a:lnTo>
                  <a:pt x="122923" y="0"/>
                </a:lnTo>
                <a:lnTo>
                  <a:pt x="230415" y="0"/>
                </a:lnTo>
                <a:lnTo>
                  <a:pt x="230415" y="324308"/>
                </a:lnTo>
                <a:lnTo>
                  <a:pt x="107492" y="447231"/>
                </a:lnTo>
                <a:lnTo>
                  <a:pt x="0" y="447231"/>
                </a:lnTo>
                <a:lnTo>
                  <a:pt x="0" y="122923"/>
                </a:lnTo>
                <a:close/>
                <a:moveTo>
                  <a:pt x="0" y="122923"/>
                </a:moveTo>
                <a:lnTo>
                  <a:pt x="107492" y="122923"/>
                </a:lnTo>
                <a:lnTo>
                  <a:pt x="230415" y="0"/>
                </a:lnTo>
                <a:moveTo>
                  <a:pt x="107492" y="122923"/>
                </a:moveTo>
                <a:lnTo>
                  <a:pt x="107492" y="447231"/>
                </a:lnTo>
              </a:path>
            </a:pathLst>
          </a:custGeom>
          <a:noFill xmlns:a="http://schemas.openxmlformats.org/drawingml/2006/main"/>
          <a:ln xmlns:a="http://schemas.openxmlformats.org/drawingml/2006/main" w="13077" cap="flat">
            <a:solidFill>
              <a:srgbClr val="3B3938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3705C-A089-408A-BA6D-1655EE91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2948" y="6119639"/>
            <a:ext cx="227277" cy="104615"/>
          </a:xfrm>
          <a:custGeom xmlns:a="http://schemas.openxmlformats.org/drawingml/2006/main">
            <a:pathLst>
              <a:path w="227277" h="104615">
                <a:moveTo>
                  <a:pt x="0" y="39231"/>
                </a:moveTo>
                <a:lnTo>
                  <a:pt x="0" y="65385"/>
                </a:lnTo>
                <a:lnTo>
                  <a:pt x="122662" y="65385"/>
                </a:lnTo>
                <a:lnTo>
                  <a:pt x="122662" y="104615"/>
                </a:lnTo>
                <a:lnTo>
                  <a:pt x="227277" y="52308"/>
                </a:lnTo>
                <a:lnTo>
                  <a:pt x="122662" y="0"/>
                </a:lnTo>
                <a:lnTo>
                  <a:pt x="122662" y="39231"/>
                </a:lnTo>
                <a:lnTo>
                  <a:pt x="0" y="392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70F68-9C26-435D-B01F-B2A288E5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594" y="5780426"/>
            <a:ext cx="457431" cy="452715"/>
          </a:xfrm>
          <a:custGeom xmlns:a="http://schemas.openxmlformats.org/drawingml/2006/main">
            <a:pathLst>
              <a:path w="457431" h="452715">
                <a:moveTo>
                  <a:pt x="0" y="0"/>
                </a:moveTo>
                <a:lnTo>
                  <a:pt x="0" y="26154"/>
                </a:lnTo>
                <a:lnTo>
                  <a:pt x="176538" y="26154"/>
                </a:lnTo>
                <a:lnTo>
                  <a:pt x="176538" y="413484"/>
                </a:lnTo>
                <a:lnTo>
                  <a:pt x="352815" y="413484"/>
                </a:lnTo>
                <a:lnTo>
                  <a:pt x="352815" y="452715"/>
                </a:lnTo>
                <a:lnTo>
                  <a:pt x="457431" y="400407"/>
                </a:lnTo>
                <a:lnTo>
                  <a:pt x="352815" y="348100"/>
                </a:lnTo>
                <a:lnTo>
                  <a:pt x="352815" y="387331"/>
                </a:lnTo>
                <a:lnTo>
                  <a:pt x="202692" y="387331"/>
                </a:lnTo>
                <a:lnTo>
                  <a:pt x="20269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F0F79-F218-456B-89C4-2591D240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686" y="6128526"/>
            <a:ext cx="370338" cy="758208"/>
          </a:xfrm>
          <a:custGeom xmlns:a="http://schemas.openxmlformats.org/drawingml/2006/main">
            <a:pathLst>
              <a:path w="370338" h="758208">
                <a:moveTo>
                  <a:pt x="265723" y="104615"/>
                </a:moveTo>
                <a:lnTo>
                  <a:pt x="370338" y="52308"/>
                </a:lnTo>
                <a:lnTo>
                  <a:pt x="265723" y="0"/>
                </a:lnTo>
                <a:lnTo>
                  <a:pt x="265723" y="39231"/>
                </a:lnTo>
                <a:lnTo>
                  <a:pt x="89708" y="39231"/>
                </a:lnTo>
                <a:lnTo>
                  <a:pt x="89708" y="732054"/>
                </a:lnTo>
                <a:lnTo>
                  <a:pt x="0" y="732054"/>
                </a:lnTo>
                <a:lnTo>
                  <a:pt x="0" y="758208"/>
                </a:lnTo>
                <a:lnTo>
                  <a:pt x="115862" y="758208"/>
                </a:lnTo>
                <a:lnTo>
                  <a:pt x="115862" y="65385"/>
                </a:lnTo>
                <a:lnTo>
                  <a:pt x="265723" y="65385"/>
                </a:lnTo>
                <a:lnTo>
                  <a:pt x="265723" y="10461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8A56D-6BD0-4578-8DF7-0CC683AB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486" y="6750733"/>
            <a:ext cx="104615" cy="205308"/>
          </a:xfrm>
          <a:custGeom xmlns:a="http://schemas.openxmlformats.org/drawingml/2006/main">
            <a:pathLst>
              <a:path w="104615" h="205308">
                <a:moveTo>
                  <a:pt x="65385" y="0"/>
                </a:moveTo>
                <a:lnTo>
                  <a:pt x="39231" y="0"/>
                </a:lnTo>
                <a:lnTo>
                  <a:pt x="39231" y="100692"/>
                </a:lnTo>
                <a:lnTo>
                  <a:pt x="0" y="100692"/>
                </a:lnTo>
                <a:lnTo>
                  <a:pt x="52308" y="205308"/>
                </a:lnTo>
                <a:lnTo>
                  <a:pt x="104615" y="100692"/>
                </a:lnTo>
                <a:lnTo>
                  <a:pt x="65385" y="100692"/>
                </a:lnTo>
                <a:lnTo>
                  <a:pt x="65385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E8E5D-509C-4533-98A4-1268E2D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48" y="6989089"/>
            <a:ext cx="1868203" cy="555667"/>
          </a:xfrm>
          <a:custGeom xmlns:a="http://schemas.openxmlformats.org/drawingml/2006/main">
            <a:pathLst>
              <a:path w="1868203" h="555667">
                <a:moveTo>
                  <a:pt x="0" y="555667"/>
                </a:moveTo>
                <a:lnTo>
                  <a:pt x="0" y="0"/>
                </a:lnTo>
                <a:lnTo>
                  <a:pt x="1868203" y="0"/>
                </a:lnTo>
                <a:lnTo>
                  <a:pt x="1868203" y="555667"/>
                </a:lnTo>
                <a:lnTo>
                  <a:pt x="0" y="555667"/>
                </a:lnTo>
                <a:close/>
              </a:path>
            </a:pathLst>
          </a:custGeom>
          <a:solidFill xmlns:a="http://schemas.openxmlformats.org/drawingml/2006/main">
            <a:srgbClr val="FDF2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1AF4E-1924-417B-B4A6-11FCCF53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748" y="6989089"/>
            <a:ext cx="1868203" cy="555667"/>
          </a:xfrm>
          <a:custGeom xmlns:a="http://schemas.openxmlformats.org/drawingml/2006/main">
            <a:pathLst>
              <a:path w="1868203" h="555667" fill="none">
                <a:moveTo>
                  <a:pt x="0" y="555667"/>
                </a:moveTo>
                <a:lnTo>
                  <a:pt x="1868203" y="555667"/>
                </a:lnTo>
                <a:lnTo>
                  <a:pt x="1868203" y="0"/>
                </a:lnTo>
                <a:lnTo>
                  <a:pt x="0" y="0"/>
                </a:lnTo>
                <a:lnTo>
                  <a:pt x="0" y="5556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54" cap="flat">
            <a:solidFill>
              <a:srgbClr val="BF922D"/>
            </a:solidFill>
            <a:custDash>
              <a:ds d="300000" sp="100000"/>
            </a:custDash>
            <a:miter/>
          </a:ln>
        </p:spPr>
      </p:sp>
      <p:sp>
        <p:nvSpPr>
          <p:cNvPr id="134" name="Text Authenticate">
            <a:extLst xmlns:a="http://schemas.openxmlformats.org/drawingml/2006/main">
              <a:ext uri="{FF2B5EF4-FFF2-40B4-BE49-F238E27FC236}">
                <a16:creationId xmlns:a16="http://schemas.microsoft.com/office/drawing/2014/main" id="{2A037C07-C935-48F1-A9B5-A1888EE5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628" y="7096322"/>
            <a:ext cx="890143" cy="124435"/>
          </a:xfrm>
          <a:custGeom xmlns:a="http://schemas.openxmlformats.org/drawingml/2006/main">
            <a:pathLst>
              <a:path w="890143" h="124435">
                <a:moveTo>
                  <a:pt x="79038" y="83071"/>
                </a:moveTo>
                <a:lnTo>
                  <a:pt x="33984" y="83071"/>
                </a:lnTo>
                <a:lnTo>
                  <a:pt x="26088" y="101436"/>
                </a:lnTo>
                <a:cubicBezTo>
                  <a:pt x="24143" y="105956"/>
                  <a:pt x="23171" y="109331"/>
                  <a:pt x="23171" y="111562"/>
                </a:cubicBezTo>
                <a:cubicBezTo>
                  <a:pt x="23171" y="113336"/>
                  <a:pt x="24015" y="114895"/>
                  <a:pt x="25702" y="116240"/>
                </a:cubicBezTo>
                <a:cubicBezTo>
                  <a:pt x="27390" y="117584"/>
                  <a:pt x="31037" y="118456"/>
                  <a:pt x="36644" y="118857"/>
                </a:cubicBezTo>
                <a:lnTo>
                  <a:pt x="36644" y="122032"/>
                </a:lnTo>
                <a:lnTo>
                  <a:pt x="0" y="122032"/>
                </a:lnTo>
                <a:lnTo>
                  <a:pt x="0" y="118857"/>
                </a:lnTo>
                <a:cubicBezTo>
                  <a:pt x="4863" y="117999"/>
                  <a:pt x="8010" y="116884"/>
                  <a:pt x="9440" y="115513"/>
                </a:cubicBezTo>
                <a:cubicBezTo>
                  <a:pt x="12358" y="112768"/>
                  <a:pt x="15590" y="107195"/>
                  <a:pt x="19137" y="98792"/>
                </a:cubicBezTo>
                <a:lnTo>
                  <a:pt x="60072" y="3089"/>
                </a:lnTo>
                <a:lnTo>
                  <a:pt x="63076" y="3089"/>
                </a:lnTo>
                <a:lnTo>
                  <a:pt x="103581" y="99819"/>
                </a:lnTo>
                <a:cubicBezTo>
                  <a:pt x="106843" y="107594"/>
                  <a:pt x="109803" y="112640"/>
                  <a:pt x="112464" y="114955"/>
                </a:cubicBezTo>
                <a:cubicBezTo>
                  <a:pt x="115124" y="117270"/>
                  <a:pt x="118828" y="118571"/>
                  <a:pt x="123577" y="118857"/>
                </a:cubicBezTo>
                <a:lnTo>
                  <a:pt x="123577" y="122032"/>
                </a:lnTo>
                <a:lnTo>
                  <a:pt x="77665" y="122032"/>
                </a:lnTo>
                <a:lnTo>
                  <a:pt x="77665" y="118857"/>
                </a:lnTo>
                <a:cubicBezTo>
                  <a:pt x="82299" y="118628"/>
                  <a:pt x="85431" y="117856"/>
                  <a:pt x="87062" y="116540"/>
                </a:cubicBezTo>
                <a:cubicBezTo>
                  <a:pt x="88692" y="115224"/>
                  <a:pt x="89507" y="113622"/>
                  <a:pt x="89507" y="111734"/>
                </a:cubicBezTo>
                <a:cubicBezTo>
                  <a:pt x="89507" y="109217"/>
                  <a:pt x="88363" y="105241"/>
                  <a:pt x="86075" y="99806"/>
                </a:cubicBezTo>
                <a:lnTo>
                  <a:pt x="79038" y="83071"/>
                </a:lnTo>
                <a:moveTo>
                  <a:pt x="76635" y="76721"/>
                </a:moveTo>
                <a:lnTo>
                  <a:pt x="56897" y="29760"/>
                </a:lnTo>
                <a:lnTo>
                  <a:pt x="36644" y="76721"/>
                </a:lnTo>
                <a:lnTo>
                  <a:pt x="76635" y="76721"/>
                </a:lnTo>
                <a:close/>
                <a:moveTo>
                  <a:pt x="195355" y="43424"/>
                </a:moveTo>
                <a:lnTo>
                  <a:pt x="195355" y="91052"/>
                </a:lnTo>
                <a:cubicBezTo>
                  <a:pt x="195355" y="100149"/>
                  <a:pt x="195570" y="105713"/>
                  <a:pt x="195999" y="107744"/>
                </a:cubicBezTo>
                <a:cubicBezTo>
                  <a:pt x="196428" y="109775"/>
                  <a:pt x="197114" y="111191"/>
                  <a:pt x="198058" y="111992"/>
                </a:cubicBezTo>
                <a:cubicBezTo>
                  <a:pt x="199002" y="112793"/>
                  <a:pt x="200104" y="113193"/>
                  <a:pt x="201362" y="113193"/>
                </a:cubicBezTo>
                <a:cubicBezTo>
                  <a:pt x="203136" y="113193"/>
                  <a:pt x="205138" y="112707"/>
                  <a:pt x="207370" y="111734"/>
                </a:cubicBezTo>
                <a:lnTo>
                  <a:pt x="208571" y="114738"/>
                </a:lnTo>
                <a:lnTo>
                  <a:pt x="185057" y="124435"/>
                </a:lnTo>
                <a:lnTo>
                  <a:pt x="181195" y="124435"/>
                </a:lnTo>
                <a:lnTo>
                  <a:pt x="181195" y="107787"/>
                </a:lnTo>
                <a:cubicBezTo>
                  <a:pt x="174444" y="115110"/>
                  <a:pt x="169295" y="119715"/>
                  <a:pt x="165748" y="121603"/>
                </a:cubicBezTo>
                <a:cubicBezTo>
                  <a:pt x="162201" y="123491"/>
                  <a:pt x="158454" y="124435"/>
                  <a:pt x="154506" y="124435"/>
                </a:cubicBezTo>
                <a:cubicBezTo>
                  <a:pt x="150101" y="124435"/>
                  <a:pt x="146282" y="123162"/>
                  <a:pt x="143050" y="120616"/>
                </a:cubicBezTo>
                <a:cubicBezTo>
                  <a:pt x="139817" y="118070"/>
                  <a:pt x="137572" y="114795"/>
                  <a:pt x="136313" y="110790"/>
                </a:cubicBezTo>
                <a:cubicBezTo>
                  <a:pt x="135054" y="106785"/>
                  <a:pt x="134425" y="101121"/>
                  <a:pt x="134425" y="93798"/>
                </a:cubicBezTo>
                <a:lnTo>
                  <a:pt x="134425" y="58699"/>
                </a:lnTo>
                <a:cubicBezTo>
                  <a:pt x="134425" y="54980"/>
                  <a:pt x="134024" y="52406"/>
                  <a:pt x="133224" y="50975"/>
                </a:cubicBezTo>
                <a:cubicBezTo>
                  <a:pt x="132423" y="49545"/>
                  <a:pt x="131235" y="48444"/>
                  <a:pt x="129662" y="47672"/>
                </a:cubicBezTo>
                <a:cubicBezTo>
                  <a:pt x="128089" y="46899"/>
                  <a:pt x="125243" y="46542"/>
                  <a:pt x="121123" y="46599"/>
                </a:cubicBezTo>
                <a:lnTo>
                  <a:pt x="121123" y="43424"/>
                </a:lnTo>
                <a:lnTo>
                  <a:pt x="148671" y="43424"/>
                </a:lnTo>
                <a:lnTo>
                  <a:pt x="148671" y="95901"/>
                </a:lnTo>
                <a:cubicBezTo>
                  <a:pt x="148671" y="103206"/>
                  <a:pt x="149944" y="108000"/>
                  <a:pt x="152489" y="110283"/>
                </a:cubicBezTo>
                <a:cubicBezTo>
                  <a:pt x="155035" y="112566"/>
                  <a:pt x="158111" y="113708"/>
                  <a:pt x="161715" y="113708"/>
                </a:cubicBezTo>
                <a:cubicBezTo>
                  <a:pt x="164175" y="113708"/>
                  <a:pt x="166964" y="112937"/>
                  <a:pt x="170082" y="111396"/>
                </a:cubicBezTo>
                <a:cubicBezTo>
                  <a:pt x="173200" y="109855"/>
                  <a:pt x="176905" y="106917"/>
                  <a:pt x="181195" y="102581"/>
                </a:cubicBezTo>
                <a:lnTo>
                  <a:pt x="181195" y="58155"/>
                </a:lnTo>
                <a:cubicBezTo>
                  <a:pt x="181195" y="53703"/>
                  <a:pt x="180380" y="50693"/>
                  <a:pt x="178750" y="49125"/>
                </a:cubicBezTo>
                <a:cubicBezTo>
                  <a:pt x="177119" y="47555"/>
                  <a:pt x="173729" y="46713"/>
                  <a:pt x="168580" y="46599"/>
                </a:cubicBezTo>
                <a:lnTo>
                  <a:pt x="168580" y="43424"/>
                </a:lnTo>
                <a:lnTo>
                  <a:pt x="195355" y="43424"/>
                </a:lnTo>
                <a:close/>
                <a:moveTo>
                  <a:pt x="237148" y="17507"/>
                </a:moveTo>
                <a:lnTo>
                  <a:pt x="237148" y="43424"/>
                </a:lnTo>
                <a:lnTo>
                  <a:pt x="255513" y="43424"/>
                </a:lnTo>
                <a:lnTo>
                  <a:pt x="255513" y="49431"/>
                </a:lnTo>
                <a:lnTo>
                  <a:pt x="237148" y="49431"/>
                </a:lnTo>
                <a:lnTo>
                  <a:pt x="237148" y="100336"/>
                </a:lnTo>
                <a:cubicBezTo>
                  <a:pt x="237148" y="105423"/>
                  <a:pt x="237878" y="108852"/>
                  <a:pt x="239337" y="110624"/>
                </a:cubicBezTo>
                <a:cubicBezTo>
                  <a:pt x="240796" y="112394"/>
                  <a:pt x="242669" y="113279"/>
                  <a:pt x="244958" y="113279"/>
                </a:cubicBezTo>
                <a:cubicBezTo>
                  <a:pt x="246846" y="113279"/>
                  <a:pt x="248676" y="112692"/>
                  <a:pt x="250450" y="111520"/>
                </a:cubicBezTo>
                <a:cubicBezTo>
                  <a:pt x="252224" y="110347"/>
                  <a:pt x="253597" y="108616"/>
                  <a:pt x="254569" y="106328"/>
                </a:cubicBezTo>
                <a:lnTo>
                  <a:pt x="257916" y="106328"/>
                </a:lnTo>
                <a:cubicBezTo>
                  <a:pt x="255914" y="111950"/>
                  <a:pt x="253082" y="116203"/>
                  <a:pt x="249420" y="119085"/>
                </a:cubicBezTo>
                <a:cubicBezTo>
                  <a:pt x="245759" y="121965"/>
                  <a:pt x="241983" y="123405"/>
                  <a:pt x="238092" y="123405"/>
                </a:cubicBezTo>
                <a:cubicBezTo>
                  <a:pt x="235461" y="123405"/>
                  <a:pt x="232886" y="122675"/>
                  <a:pt x="230369" y="121214"/>
                </a:cubicBezTo>
                <a:cubicBezTo>
                  <a:pt x="227851" y="119754"/>
                  <a:pt x="225992" y="117664"/>
                  <a:pt x="224791" y="114944"/>
                </a:cubicBezTo>
                <a:cubicBezTo>
                  <a:pt x="223589" y="112223"/>
                  <a:pt x="222988" y="108027"/>
                  <a:pt x="222988" y="102356"/>
                </a:cubicBezTo>
                <a:lnTo>
                  <a:pt x="222988" y="49431"/>
                </a:lnTo>
                <a:lnTo>
                  <a:pt x="210545" y="49431"/>
                </a:lnTo>
                <a:lnTo>
                  <a:pt x="210545" y="46599"/>
                </a:lnTo>
                <a:cubicBezTo>
                  <a:pt x="213692" y="45337"/>
                  <a:pt x="216910" y="43199"/>
                  <a:pt x="220199" y="40187"/>
                </a:cubicBezTo>
                <a:cubicBezTo>
                  <a:pt x="223489" y="37174"/>
                  <a:pt x="226421" y="33602"/>
                  <a:pt x="228996" y="29470"/>
                </a:cubicBezTo>
                <a:cubicBezTo>
                  <a:pt x="230312" y="27291"/>
                  <a:pt x="232142" y="23303"/>
                  <a:pt x="234488" y="17507"/>
                </a:cubicBezTo>
                <a:lnTo>
                  <a:pt x="237148" y="17507"/>
                </a:lnTo>
                <a:close/>
                <a:moveTo>
                  <a:pt x="287496" y="0"/>
                </a:moveTo>
                <a:lnTo>
                  <a:pt x="287496" y="57583"/>
                </a:lnTo>
                <a:cubicBezTo>
                  <a:pt x="293847" y="50604"/>
                  <a:pt x="298881" y="46127"/>
                  <a:pt x="302600" y="44153"/>
                </a:cubicBezTo>
                <a:cubicBezTo>
                  <a:pt x="306319" y="42179"/>
                  <a:pt x="310038" y="41192"/>
                  <a:pt x="313756" y="41192"/>
                </a:cubicBezTo>
                <a:cubicBezTo>
                  <a:pt x="318219" y="41192"/>
                  <a:pt x="322052" y="42420"/>
                  <a:pt x="325256" y="44874"/>
                </a:cubicBezTo>
                <a:cubicBezTo>
                  <a:pt x="328460" y="47329"/>
                  <a:pt x="330834" y="51182"/>
                  <a:pt x="332379" y="56433"/>
                </a:cubicBezTo>
                <a:cubicBezTo>
                  <a:pt x="333466" y="60087"/>
                  <a:pt x="334009" y="66767"/>
                  <a:pt x="334009" y="76471"/>
                </a:cubicBezTo>
                <a:lnTo>
                  <a:pt x="334009" y="104214"/>
                </a:lnTo>
                <a:cubicBezTo>
                  <a:pt x="334009" y="109181"/>
                  <a:pt x="334410" y="112578"/>
                  <a:pt x="335211" y="114405"/>
                </a:cubicBezTo>
                <a:cubicBezTo>
                  <a:pt x="335783" y="115775"/>
                  <a:pt x="336755" y="116859"/>
                  <a:pt x="338129" y="117658"/>
                </a:cubicBezTo>
                <a:cubicBezTo>
                  <a:pt x="339502" y="118457"/>
                  <a:pt x="342019" y="118857"/>
                  <a:pt x="345680" y="118857"/>
                </a:cubicBezTo>
                <a:lnTo>
                  <a:pt x="345680" y="122032"/>
                </a:lnTo>
                <a:lnTo>
                  <a:pt x="307063" y="122032"/>
                </a:lnTo>
                <a:lnTo>
                  <a:pt x="307063" y="118857"/>
                </a:lnTo>
                <a:lnTo>
                  <a:pt x="308865" y="118857"/>
                </a:lnTo>
                <a:cubicBezTo>
                  <a:pt x="312526" y="118857"/>
                  <a:pt x="315072" y="118299"/>
                  <a:pt x="316503" y="117184"/>
                </a:cubicBezTo>
                <a:cubicBezTo>
                  <a:pt x="317933" y="116068"/>
                  <a:pt x="318934" y="114423"/>
                  <a:pt x="319506" y="112249"/>
                </a:cubicBezTo>
                <a:cubicBezTo>
                  <a:pt x="319678" y="111334"/>
                  <a:pt x="319764" y="108645"/>
                  <a:pt x="319764" y="104182"/>
                </a:cubicBezTo>
                <a:lnTo>
                  <a:pt x="319764" y="76377"/>
                </a:lnTo>
                <a:cubicBezTo>
                  <a:pt x="319764" y="67796"/>
                  <a:pt x="319320" y="62160"/>
                  <a:pt x="318433" y="59471"/>
                </a:cubicBezTo>
                <a:cubicBezTo>
                  <a:pt x="317547" y="56782"/>
                  <a:pt x="316131" y="54766"/>
                  <a:pt x="314186" y="53421"/>
                </a:cubicBezTo>
                <a:cubicBezTo>
                  <a:pt x="312240" y="52077"/>
                  <a:pt x="309895" y="51405"/>
                  <a:pt x="307148" y="51405"/>
                </a:cubicBezTo>
                <a:cubicBezTo>
                  <a:pt x="304345" y="51405"/>
                  <a:pt x="301427" y="52148"/>
                  <a:pt x="298395" y="53636"/>
                </a:cubicBezTo>
                <a:cubicBezTo>
                  <a:pt x="295363" y="55123"/>
                  <a:pt x="291730" y="58127"/>
                  <a:pt x="287496" y="62647"/>
                </a:cubicBezTo>
                <a:lnTo>
                  <a:pt x="287496" y="104182"/>
                </a:lnTo>
                <a:cubicBezTo>
                  <a:pt x="287496" y="109560"/>
                  <a:pt x="287797" y="112907"/>
                  <a:pt x="288397" y="114223"/>
                </a:cubicBezTo>
                <a:cubicBezTo>
                  <a:pt x="288998" y="115539"/>
                  <a:pt x="290114" y="116640"/>
                  <a:pt x="291744" y="117527"/>
                </a:cubicBezTo>
                <a:cubicBezTo>
                  <a:pt x="293375" y="118414"/>
                  <a:pt x="296192" y="118857"/>
                  <a:pt x="300197" y="118857"/>
                </a:cubicBezTo>
                <a:lnTo>
                  <a:pt x="300197" y="122032"/>
                </a:lnTo>
                <a:lnTo>
                  <a:pt x="261236" y="122032"/>
                </a:lnTo>
                <a:lnTo>
                  <a:pt x="261236" y="118857"/>
                </a:lnTo>
                <a:cubicBezTo>
                  <a:pt x="264726" y="118857"/>
                  <a:pt x="267472" y="118313"/>
                  <a:pt x="269475" y="117226"/>
                </a:cubicBezTo>
                <a:cubicBezTo>
                  <a:pt x="270619" y="116656"/>
                  <a:pt x="271534" y="115571"/>
                  <a:pt x="272221" y="113971"/>
                </a:cubicBezTo>
                <a:cubicBezTo>
                  <a:pt x="272907" y="112369"/>
                  <a:pt x="273251" y="109110"/>
                  <a:pt x="273251" y="104193"/>
                </a:cubicBezTo>
                <a:lnTo>
                  <a:pt x="273251" y="33101"/>
                </a:lnTo>
                <a:cubicBezTo>
                  <a:pt x="273251" y="24126"/>
                  <a:pt x="273036" y="18610"/>
                  <a:pt x="272607" y="16552"/>
                </a:cubicBezTo>
                <a:cubicBezTo>
                  <a:pt x="272178" y="14492"/>
                  <a:pt x="271520" y="13092"/>
                  <a:pt x="270633" y="12350"/>
                </a:cubicBezTo>
                <a:cubicBezTo>
                  <a:pt x="269746" y="11606"/>
                  <a:pt x="268559" y="11234"/>
                  <a:pt x="267072" y="11234"/>
                </a:cubicBezTo>
                <a:cubicBezTo>
                  <a:pt x="265870" y="11234"/>
                  <a:pt x="263925" y="11692"/>
                  <a:pt x="261236" y="12607"/>
                </a:cubicBezTo>
                <a:lnTo>
                  <a:pt x="260035" y="9603"/>
                </a:lnTo>
                <a:lnTo>
                  <a:pt x="283549" y="0"/>
                </a:lnTo>
                <a:lnTo>
                  <a:pt x="287496" y="0"/>
                </a:lnTo>
                <a:close/>
                <a:moveTo>
                  <a:pt x="365504" y="73116"/>
                </a:moveTo>
                <a:cubicBezTo>
                  <a:pt x="365447" y="84761"/>
                  <a:pt x="368279" y="93894"/>
                  <a:pt x="374000" y="100516"/>
                </a:cubicBezTo>
                <a:cubicBezTo>
                  <a:pt x="379721" y="107137"/>
                  <a:pt x="386444" y="110447"/>
                  <a:pt x="394167" y="110447"/>
                </a:cubicBezTo>
                <a:cubicBezTo>
                  <a:pt x="399316" y="110447"/>
                  <a:pt x="403793" y="109031"/>
                  <a:pt x="407598" y="106199"/>
                </a:cubicBezTo>
                <a:cubicBezTo>
                  <a:pt x="411402" y="103367"/>
                  <a:pt x="414592" y="98518"/>
                  <a:pt x="417166" y="91653"/>
                </a:cubicBezTo>
                <a:lnTo>
                  <a:pt x="419827" y="93369"/>
                </a:lnTo>
                <a:cubicBezTo>
                  <a:pt x="418625" y="101207"/>
                  <a:pt x="415135" y="108344"/>
                  <a:pt x="409357" y="114781"/>
                </a:cubicBezTo>
                <a:cubicBezTo>
                  <a:pt x="403579" y="121217"/>
                  <a:pt x="396341" y="124435"/>
                  <a:pt x="387645" y="124435"/>
                </a:cubicBezTo>
                <a:cubicBezTo>
                  <a:pt x="378205" y="124435"/>
                  <a:pt x="370124" y="120767"/>
                  <a:pt x="363402" y="113432"/>
                </a:cubicBezTo>
                <a:cubicBezTo>
                  <a:pt x="356679" y="106094"/>
                  <a:pt x="353318" y="96231"/>
                  <a:pt x="353318" y="83841"/>
                </a:cubicBezTo>
                <a:cubicBezTo>
                  <a:pt x="353318" y="70425"/>
                  <a:pt x="356765" y="59963"/>
                  <a:pt x="363659" y="52456"/>
                </a:cubicBezTo>
                <a:cubicBezTo>
                  <a:pt x="370553" y="44947"/>
                  <a:pt x="379206" y="41192"/>
                  <a:pt x="389619" y="41192"/>
                </a:cubicBezTo>
                <a:cubicBezTo>
                  <a:pt x="398430" y="41192"/>
                  <a:pt x="405667" y="44089"/>
                  <a:pt x="411331" y="49881"/>
                </a:cubicBezTo>
                <a:cubicBezTo>
                  <a:pt x="416995" y="55672"/>
                  <a:pt x="419827" y="63417"/>
                  <a:pt x="419827" y="73116"/>
                </a:cubicBezTo>
                <a:lnTo>
                  <a:pt x="365504" y="73116"/>
                </a:lnTo>
                <a:moveTo>
                  <a:pt x="365504" y="68139"/>
                </a:moveTo>
                <a:lnTo>
                  <a:pt x="401891" y="68139"/>
                </a:lnTo>
                <a:cubicBezTo>
                  <a:pt x="401605" y="63104"/>
                  <a:pt x="401004" y="59557"/>
                  <a:pt x="400089" y="57498"/>
                </a:cubicBezTo>
                <a:cubicBezTo>
                  <a:pt x="398658" y="54294"/>
                  <a:pt x="396527" y="51776"/>
                  <a:pt x="393695" y="49946"/>
                </a:cubicBezTo>
                <a:cubicBezTo>
                  <a:pt x="390863" y="48115"/>
                  <a:pt x="387903" y="47200"/>
                  <a:pt x="384813" y="47200"/>
                </a:cubicBezTo>
                <a:cubicBezTo>
                  <a:pt x="380065" y="47200"/>
                  <a:pt x="375817" y="49045"/>
                  <a:pt x="372069" y="52735"/>
                </a:cubicBezTo>
                <a:cubicBezTo>
                  <a:pt x="368322" y="56425"/>
                  <a:pt x="366134" y="61560"/>
                  <a:pt x="365504" y="68139"/>
                </a:cubicBezTo>
                <a:close/>
                <a:moveTo>
                  <a:pt x="453236" y="57841"/>
                </a:moveTo>
                <a:cubicBezTo>
                  <a:pt x="462447" y="46742"/>
                  <a:pt x="471229" y="41192"/>
                  <a:pt x="479582" y="41192"/>
                </a:cubicBezTo>
                <a:cubicBezTo>
                  <a:pt x="483873" y="41192"/>
                  <a:pt x="487563" y="42263"/>
                  <a:pt x="490653" y="44405"/>
                </a:cubicBezTo>
                <a:cubicBezTo>
                  <a:pt x="493742" y="46545"/>
                  <a:pt x="496202" y="50070"/>
                  <a:pt x="498033" y="54979"/>
                </a:cubicBezTo>
                <a:cubicBezTo>
                  <a:pt x="499292" y="58403"/>
                  <a:pt x="499921" y="63655"/>
                  <a:pt x="499921" y="70735"/>
                </a:cubicBezTo>
                <a:lnTo>
                  <a:pt x="499921" y="104214"/>
                </a:lnTo>
                <a:cubicBezTo>
                  <a:pt x="499921" y="109181"/>
                  <a:pt x="500321" y="112549"/>
                  <a:pt x="501122" y="114319"/>
                </a:cubicBezTo>
                <a:cubicBezTo>
                  <a:pt x="501752" y="115746"/>
                  <a:pt x="502767" y="116859"/>
                  <a:pt x="504169" y="117658"/>
                </a:cubicBezTo>
                <a:cubicBezTo>
                  <a:pt x="505571" y="118457"/>
                  <a:pt x="508159" y="118857"/>
                  <a:pt x="511935" y="118857"/>
                </a:cubicBezTo>
                <a:lnTo>
                  <a:pt x="511935" y="122032"/>
                </a:lnTo>
                <a:lnTo>
                  <a:pt x="473060" y="122032"/>
                </a:lnTo>
                <a:lnTo>
                  <a:pt x="473060" y="118857"/>
                </a:lnTo>
                <a:lnTo>
                  <a:pt x="474691" y="118857"/>
                </a:lnTo>
                <a:cubicBezTo>
                  <a:pt x="478352" y="118857"/>
                  <a:pt x="480912" y="118302"/>
                  <a:pt x="482371" y="117192"/>
                </a:cubicBezTo>
                <a:cubicBezTo>
                  <a:pt x="483830" y="116081"/>
                  <a:pt x="484846" y="114445"/>
                  <a:pt x="485418" y="112284"/>
                </a:cubicBezTo>
                <a:cubicBezTo>
                  <a:pt x="485647" y="111429"/>
                  <a:pt x="485761" y="108754"/>
                  <a:pt x="485761" y="104257"/>
                </a:cubicBezTo>
                <a:lnTo>
                  <a:pt x="485761" y="72239"/>
                </a:lnTo>
                <a:cubicBezTo>
                  <a:pt x="485761" y="65125"/>
                  <a:pt x="484831" y="59960"/>
                  <a:pt x="482972" y="56744"/>
                </a:cubicBezTo>
                <a:cubicBezTo>
                  <a:pt x="481113" y="53528"/>
                  <a:pt x="477980" y="51919"/>
                  <a:pt x="473575" y="51919"/>
                </a:cubicBezTo>
                <a:cubicBezTo>
                  <a:pt x="466767" y="51919"/>
                  <a:pt x="459987" y="55619"/>
                  <a:pt x="453236" y="63019"/>
                </a:cubicBezTo>
                <a:lnTo>
                  <a:pt x="453236" y="104257"/>
                </a:lnTo>
                <a:cubicBezTo>
                  <a:pt x="453236" y="109551"/>
                  <a:pt x="453551" y="112824"/>
                  <a:pt x="454180" y="114075"/>
                </a:cubicBezTo>
                <a:cubicBezTo>
                  <a:pt x="454981" y="115726"/>
                  <a:pt x="456083" y="116935"/>
                  <a:pt x="457484" y="117704"/>
                </a:cubicBezTo>
                <a:cubicBezTo>
                  <a:pt x="458886" y="118473"/>
                  <a:pt x="461732" y="118857"/>
                  <a:pt x="466023" y="118857"/>
                </a:cubicBezTo>
                <a:lnTo>
                  <a:pt x="466023" y="122032"/>
                </a:lnTo>
                <a:lnTo>
                  <a:pt x="427148" y="122032"/>
                </a:lnTo>
                <a:lnTo>
                  <a:pt x="427148" y="118857"/>
                </a:lnTo>
                <a:lnTo>
                  <a:pt x="428864" y="118857"/>
                </a:lnTo>
                <a:cubicBezTo>
                  <a:pt x="432869" y="118857"/>
                  <a:pt x="435572" y="117844"/>
                  <a:pt x="436974" y="115818"/>
                </a:cubicBezTo>
                <a:cubicBezTo>
                  <a:pt x="438376" y="113791"/>
                  <a:pt x="439076" y="109923"/>
                  <a:pt x="439076" y="104214"/>
                </a:cubicBezTo>
                <a:lnTo>
                  <a:pt x="439076" y="75101"/>
                </a:lnTo>
                <a:cubicBezTo>
                  <a:pt x="439076" y="65682"/>
                  <a:pt x="438862" y="59946"/>
                  <a:pt x="438433" y="57892"/>
                </a:cubicBezTo>
                <a:cubicBezTo>
                  <a:pt x="438004" y="55836"/>
                  <a:pt x="437346" y="54437"/>
                  <a:pt x="436459" y="53695"/>
                </a:cubicBezTo>
                <a:cubicBezTo>
                  <a:pt x="435572" y="52953"/>
                  <a:pt x="434385" y="52582"/>
                  <a:pt x="432898" y="52582"/>
                </a:cubicBezTo>
                <a:cubicBezTo>
                  <a:pt x="431296" y="52582"/>
                  <a:pt x="429379" y="53010"/>
                  <a:pt x="427148" y="53866"/>
                </a:cubicBezTo>
                <a:lnTo>
                  <a:pt x="425861" y="50782"/>
                </a:lnTo>
                <a:lnTo>
                  <a:pt x="449546" y="41192"/>
                </a:lnTo>
                <a:lnTo>
                  <a:pt x="453236" y="41192"/>
                </a:lnTo>
                <a:lnTo>
                  <a:pt x="453236" y="57841"/>
                </a:lnTo>
                <a:close/>
                <a:moveTo>
                  <a:pt x="541027" y="17507"/>
                </a:moveTo>
                <a:lnTo>
                  <a:pt x="541027" y="43424"/>
                </a:lnTo>
                <a:lnTo>
                  <a:pt x="559392" y="43424"/>
                </a:lnTo>
                <a:lnTo>
                  <a:pt x="559392" y="49431"/>
                </a:lnTo>
                <a:lnTo>
                  <a:pt x="541027" y="49431"/>
                </a:lnTo>
                <a:lnTo>
                  <a:pt x="541027" y="100336"/>
                </a:lnTo>
                <a:cubicBezTo>
                  <a:pt x="541027" y="105423"/>
                  <a:pt x="541757" y="108852"/>
                  <a:pt x="543216" y="110624"/>
                </a:cubicBezTo>
                <a:cubicBezTo>
                  <a:pt x="544674" y="112394"/>
                  <a:pt x="546548" y="113279"/>
                  <a:pt x="548837" y="113279"/>
                </a:cubicBezTo>
                <a:cubicBezTo>
                  <a:pt x="550725" y="113279"/>
                  <a:pt x="552555" y="112692"/>
                  <a:pt x="554329" y="111520"/>
                </a:cubicBezTo>
                <a:cubicBezTo>
                  <a:pt x="556102" y="110347"/>
                  <a:pt x="557475" y="108616"/>
                  <a:pt x="558448" y="106328"/>
                </a:cubicBezTo>
                <a:lnTo>
                  <a:pt x="561795" y="106328"/>
                </a:lnTo>
                <a:cubicBezTo>
                  <a:pt x="559793" y="111950"/>
                  <a:pt x="556961" y="116203"/>
                  <a:pt x="553299" y="119085"/>
                </a:cubicBezTo>
                <a:cubicBezTo>
                  <a:pt x="549637" y="121965"/>
                  <a:pt x="545862" y="123405"/>
                  <a:pt x="541971" y="123405"/>
                </a:cubicBezTo>
                <a:cubicBezTo>
                  <a:pt x="539339" y="123405"/>
                  <a:pt x="536765" y="122675"/>
                  <a:pt x="534248" y="121214"/>
                </a:cubicBezTo>
                <a:cubicBezTo>
                  <a:pt x="531730" y="119754"/>
                  <a:pt x="529871" y="117664"/>
                  <a:pt x="528669" y="114944"/>
                </a:cubicBezTo>
                <a:cubicBezTo>
                  <a:pt x="527468" y="112223"/>
                  <a:pt x="526867" y="108027"/>
                  <a:pt x="526867" y="102356"/>
                </a:cubicBezTo>
                <a:lnTo>
                  <a:pt x="526867" y="49431"/>
                </a:lnTo>
                <a:lnTo>
                  <a:pt x="514424" y="49431"/>
                </a:lnTo>
                <a:lnTo>
                  <a:pt x="514424" y="46599"/>
                </a:lnTo>
                <a:cubicBezTo>
                  <a:pt x="517570" y="45337"/>
                  <a:pt x="520789" y="43199"/>
                  <a:pt x="524078" y="40187"/>
                </a:cubicBezTo>
                <a:cubicBezTo>
                  <a:pt x="527368" y="37174"/>
                  <a:pt x="530300" y="33602"/>
                  <a:pt x="532875" y="29470"/>
                </a:cubicBezTo>
                <a:cubicBezTo>
                  <a:pt x="534190" y="27291"/>
                  <a:pt x="536021" y="23303"/>
                  <a:pt x="538367" y="17507"/>
                </a:cubicBezTo>
                <a:lnTo>
                  <a:pt x="541027" y="17507"/>
                </a:lnTo>
                <a:close/>
                <a:moveTo>
                  <a:pt x="588637" y="0"/>
                </a:moveTo>
                <a:cubicBezTo>
                  <a:pt x="591040" y="0"/>
                  <a:pt x="593085" y="848"/>
                  <a:pt x="594773" y="2545"/>
                </a:cubicBezTo>
                <a:cubicBezTo>
                  <a:pt x="596461" y="4240"/>
                  <a:pt x="597305" y="6295"/>
                  <a:pt x="597305" y="8710"/>
                </a:cubicBezTo>
                <a:cubicBezTo>
                  <a:pt x="597305" y="11126"/>
                  <a:pt x="596461" y="13196"/>
                  <a:pt x="594773" y="14921"/>
                </a:cubicBezTo>
                <a:cubicBezTo>
                  <a:pt x="593085" y="16645"/>
                  <a:pt x="591040" y="17507"/>
                  <a:pt x="588637" y="17507"/>
                </a:cubicBezTo>
                <a:cubicBezTo>
                  <a:pt x="586234" y="17507"/>
                  <a:pt x="584175" y="16645"/>
                  <a:pt x="582458" y="14921"/>
                </a:cubicBezTo>
                <a:cubicBezTo>
                  <a:pt x="580742" y="13196"/>
                  <a:pt x="579884" y="11126"/>
                  <a:pt x="579884" y="8710"/>
                </a:cubicBezTo>
                <a:cubicBezTo>
                  <a:pt x="579884" y="6295"/>
                  <a:pt x="580728" y="4240"/>
                  <a:pt x="582415" y="2545"/>
                </a:cubicBezTo>
                <a:cubicBezTo>
                  <a:pt x="584103" y="848"/>
                  <a:pt x="586177" y="0"/>
                  <a:pt x="588637" y="0"/>
                </a:cubicBezTo>
                <a:moveTo>
                  <a:pt x="595760" y="41192"/>
                </a:moveTo>
                <a:lnTo>
                  <a:pt x="595760" y="104214"/>
                </a:lnTo>
                <a:cubicBezTo>
                  <a:pt x="595760" y="109124"/>
                  <a:pt x="596118" y="112392"/>
                  <a:pt x="596833" y="114019"/>
                </a:cubicBezTo>
                <a:cubicBezTo>
                  <a:pt x="597548" y="115646"/>
                  <a:pt x="598606" y="116859"/>
                  <a:pt x="600008" y="117658"/>
                </a:cubicBezTo>
                <a:cubicBezTo>
                  <a:pt x="601410" y="118457"/>
                  <a:pt x="603970" y="118857"/>
                  <a:pt x="607689" y="118857"/>
                </a:cubicBezTo>
                <a:lnTo>
                  <a:pt x="607689" y="122032"/>
                </a:lnTo>
                <a:lnTo>
                  <a:pt x="569500" y="122032"/>
                </a:lnTo>
                <a:lnTo>
                  <a:pt x="569500" y="118857"/>
                </a:lnTo>
                <a:cubicBezTo>
                  <a:pt x="573333" y="118857"/>
                  <a:pt x="575908" y="118486"/>
                  <a:pt x="577224" y="117744"/>
                </a:cubicBezTo>
                <a:cubicBezTo>
                  <a:pt x="578539" y="117002"/>
                  <a:pt x="579583" y="115775"/>
                  <a:pt x="580356" y="114062"/>
                </a:cubicBezTo>
                <a:cubicBezTo>
                  <a:pt x="581128" y="112349"/>
                  <a:pt x="581514" y="109067"/>
                  <a:pt x="581514" y="104214"/>
                </a:cubicBezTo>
                <a:lnTo>
                  <a:pt x="581514" y="73988"/>
                </a:lnTo>
                <a:cubicBezTo>
                  <a:pt x="581514" y="65481"/>
                  <a:pt x="581257" y="59973"/>
                  <a:pt x="580742" y="57463"/>
                </a:cubicBezTo>
                <a:cubicBezTo>
                  <a:pt x="580342" y="55636"/>
                  <a:pt x="579712" y="54365"/>
                  <a:pt x="578854" y="53652"/>
                </a:cubicBezTo>
                <a:cubicBezTo>
                  <a:pt x="577996" y="52939"/>
                  <a:pt x="576823" y="52582"/>
                  <a:pt x="575336" y="52582"/>
                </a:cubicBezTo>
                <a:cubicBezTo>
                  <a:pt x="573734" y="52582"/>
                  <a:pt x="571788" y="53010"/>
                  <a:pt x="569500" y="53866"/>
                </a:cubicBezTo>
                <a:lnTo>
                  <a:pt x="568299" y="50782"/>
                </a:lnTo>
                <a:lnTo>
                  <a:pt x="591984" y="41192"/>
                </a:lnTo>
                <a:lnTo>
                  <a:pt x="595760" y="41192"/>
                </a:lnTo>
                <a:close/>
                <a:moveTo>
                  <a:pt x="682509" y="92168"/>
                </a:moveTo>
                <a:cubicBezTo>
                  <a:pt x="680392" y="102523"/>
                  <a:pt x="676244" y="110490"/>
                  <a:pt x="670065" y="116068"/>
                </a:cubicBezTo>
                <a:cubicBezTo>
                  <a:pt x="663887" y="121646"/>
                  <a:pt x="657050" y="124435"/>
                  <a:pt x="649555" y="124435"/>
                </a:cubicBezTo>
                <a:cubicBezTo>
                  <a:pt x="640630" y="124435"/>
                  <a:pt x="632849" y="120692"/>
                  <a:pt x="626213" y="113206"/>
                </a:cubicBezTo>
                <a:cubicBezTo>
                  <a:pt x="619576" y="105719"/>
                  <a:pt x="616258" y="95602"/>
                  <a:pt x="616258" y="82857"/>
                </a:cubicBezTo>
                <a:cubicBezTo>
                  <a:pt x="616258" y="70511"/>
                  <a:pt x="619934" y="60482"/>
                  <a:pt x="627286" y="52767"/>
                </a:cubicBezTo>
                <a:cubicBezTo>
                  <a:pt x="634637" y="45050"/>
                  <a:pt x="643462" y="41192"/>
                  <a:pt x="653760" y="41192"/>
                </a:cubicBezTo>
                <a:cubicBezTo>
                  <a:pt x="661484" y="41192"/>
                  <a:pt x="667834" y="43231"/>
                  <a:pt x="672812" y="47309"/>
                </a:cubicBezTo>
                <a:cubicBezTo>
                  <a:pt x="677789" y="51386"/>
                  <a:pt x="680278" y="55619"/>
                  <a:pt x="680278" y="60010"/>
                </a:cubicBezTo>
                <a:cubicBezTo>
                  <a:pt x="680278" y="62177"/>
                  <a:pt x="679577" y="63931"/>
                  <a:pt x="678175" y="65272"/>
                </a:cubicBezTo>
                <a:cubicBezTo>
                  <a:pt x="676773" y="66611"/>
                  <a:pt x="674814" y="67281"/>
                  <a:pt x="672297" y="67281"/>
                </a:cubicBezTo>
                <a:cubicBezTo>
                  <a:pt x="668921" y="67281"/>
                  <a:pt x="666375" y="66194"/>
                  <a:pt x="664659" y="64020"/>
                </a:cubicBezTo>
                <a:cubicBezTo>
                  <a:pt x="663686" y="62818"/>
                  <a:pt x="663043" y="60530"/>
                  <a:pt x="662728" y="57154"/>
                </a:cubicBezTo>
                <a:cubicBezTo>
                  <a:pt x="662413" y="53779"/>
                  <a:pt x="661255" y="51204"/>
                  <a:pt x="659252" y="49431"/>
                </a:cubicBezTo>
                <a:cubicBezTo>
                  <a:pt x="657250" y="47714"/>
                  <a:pt x="654475" y="46856"/>
                  <a:pt x="650928" y="46856"/>
                </a:cubicBezTo>
                <a:cubicBezTo>
                  <a:pt x="645207" y="46856"/>
                  <a:pt x="640602" y="48973"/>
                  <a:pt x="637112" y="53207"/>
                </a:cubicBezTo>
                <a:cubicBezTo>
                  <a:pt x="632477" y="58813"/>
                  <a:pt x="630160" y="66222"/>
                  <a:pt x="630160" y="75433"/>
                </a:cubicBezTo>
                <a:cubicBezTo>
                  <a:pt x="630160" y="84816"/>
                  <a:pt x="632463" y="93097"/>
                  <a:pt x="637069" y="100277"/>
                </a:cubicBezTo>
                <a:cubicBezTo>
                  <a:pt x="641674" y="107458"/>
                  <a:pt x="647896" y="111048"/>
                  <a:pt x="655734" y="111048"/>
                </a:cubicBezTo>
                <a:cubicBezTo>
                  <a:pt x="661341" y="111048"/>
                  <a:pt x="666375" y="109131"/>
                  <a:pt x="670838" y="105298"/>
                </a:cubicBezTo>
                <a:cubicBezTo>
                  <a:pt x="673984" y="102666"/>
                  <a:pt x="677045" y="97889"/>
                  <a:pt x="680020" y="90966"/>
                </a:cubicBezTo>
                <a:lnTo>
                  <a:pt x="682509" y="92168"/>
                </a:lnTo>
                <a:close/>
                <a:moveTo>
                  <a:pt x="738317" y="110704"/>
                </a:moveTo>
                <a:cubicBezTo>
                  <a:pt x="730250" y="116940"/>
                  <a:pt x="725187" y="120545"/>
                  <a:pt x="723127" y="121517"/>
                </a:cubicBezTo>
                <a:cubicBezTo>
                  <a:pt x="720038" y="123005"/>
                  <a:pt x="716748" y="123749"/>
                  <a:pt x="713258" y="123749"/>
                </a:cubicBezTo>
                <a:cubicBezTo>
                  <a:pt x="707823" y="123749"/>
                  <a:pt x="703346" y="121889"/>
                  <a:pt x="699828" y="118170"/>
                </a:cubicBezTo>
                <a:cubicBezTo>
                  <a:pt x="696309" y="114452"/>
                  <a:pt x="694550" y="109560"/>
                  <a:pt x="694550" y="103496"/>
                </a:cubicBezTo>
                <a:cubicBezTo>
                  <a:pt x="694550" y="99662"/>
                  <a:pt x="695408" y="96344"/>
                  <a:pt x="697125" y="93541"/>
                </a:cubicBezTo>
                <a:cubicBezTo>
                  <a:pt x="699470" y="89650"/>
                  <a:pt x="703547" y="85989"/>
                  <a:pt x="709354" y="82556"/>
                </a:cubicBezTo>
                <a:cubicBezTo>
                  <a:pt x="715161" y="79124"/>
                  <a:pt x="724815" y="74947"/>
                  <a:pt x="738317" y="70027"/>
                </a:cubicBezTo>
                <a:lnTo>
                  <a:pt x="738317" y="66937"/>
                </a:lnTo>
                <a:cubicBezTo>
                  <a:pt x="738317" y="59100"/>
                  <a:pt x="737073" y="53722"/>
                  <a:pt x="734584" y="50804"/>
                </a:cubicBezTo>
                <a:cubicBezTo>
                  <a:pt x="732095" y="47886"/>
                  <a:pt x="728477" y="46427"/>
                  <a:pt x="723728" y="46427"/>
                </a:cubicBezTo>
                <a:cubicBezTo>
                  <a:pt x="720124" y="46427"/>
                  <a:pt x="717263" y="47396"/>
                  <a:pt x="715146" y="49334"/>
                </a:cubicBezTo>
                <a:cubicBezTo>
                  <a:pt x="712972" y="51272"/>
                  <a:pt x="711885" y="53495"/>
                  <a:pt x="711885" y="56004"/>
                </a:cubicBezTo>
                <a:lnTo>
                  <a:pt x="712057" y="60962"/>
                </a:lnTo>
                <a:cubicBezTo>
                  <a:pt x="712057" y="63583"/>
                  <a:pt x="711385" y="65606"/>
                  <a:pt x="710040" y="67031"/>
                </a:cubicBezTo>
                <a:cubicBezTo>
                  <a:pt x="708696" y="68456"/>
                  <a:pt x="706936" y="69169"/>
                  <a:pt x="704762" y="69169"/>
                </a:cubicBezTo>
                <a:cubicBezTo>
                  <a:pt x="702645" y="69169"/>
                  <a:pt x="700915" y="68428"/>
                  <a:pt x="699570" y="66946"/>
                </a:cubicBezTo>
                <a:cubicBezTo>
                  <a:pt x="698226" y="65462"/>
                  <a:pt x="697554" y="63436"/>
                  <a:pt x="697554" y="60869"/>
                </a:cubicBezTo>
                <a:cubicBezTo>
                  <a:pt x="697554" y="55964"/>
                  <a:pt x="700071" y="51459"/>
                  <a:pt x="705106" y="47352"/>
                </a:cubicBezTo>
                <a:cubicBezTo>
                  <a:pt x="710140" y="43246"/>
                  <a:pt x="717206" y="41192"/>
                  <a:pt x="726302" y="41192"/>
                </a:cubicBezTo>
                <a:cubicBezTo>
                  <a:pt x="733282" y="41192"/>
                  <a:pt x="739003" y="42363"/>
                  <a:pt x="743466" y="44705"/>
                </a:cubicBezTo>
                <a:cubicBezTo>
                  <a:pt x="746841" y="46477"/>
                  <a:pt x="749330" y="49249"/>
                  <a:pt x="750932" y="53022"/>
                </a:cubicBezTo>
                <a:cubicBezTo>
                  <a:pt x="751962" y="55478"/>
                  <a:pt x="752477" y="60507"/>
                  <a:pt x="752477" y="68107"/>
                </a:cubicBezTo>
                <a:lnTo>
                  <a:pt x="752477" y="94764"/>
                </a:lnTo>
                <a:cubicBezTo>
                  <a:pt x="752477" y="102250"/>
                  <a:pt x="752620" y="106835"/>
                  <a:pt x="752906" y="108521"/>
                </a:cubicBezTo>
                <a:cubicBezTo>
                  <a:pt x="753192" y="110207"/>
                  <a:pt x="753664" y="111336"/>
                  <a:pt x="754322" y="111908"/>
                </a:cubicBezTo>
                <a:cubicBezTo>
                  <a:pt x="754980" y="112479"/>
                  <a:pt x="755738" y="112764"/>
                  <a:pt x="756596" y="112764"/>
                </a:cubicBezTo>
                <a:cubicBezTo>
                  <a:pt x="757511" y="112764"/>
                  <a:pt x="758312" y="112564"/>
                  <a:pt x="758999" y="112163"/>
                </a:cubicBezTo>
                <a:cubicBezTo>
                  <a:pt x="760200" y="111419"/>
                  <a:pt x="762517" y="109331"/>
                  <a:pt x="765950" y="105899"/>
                </a:cubicBezTo>
                <a:lnTo>
                  <a:pt x="765950" y="110704"/>
                </a:lnTo>
                <a:cubicBezTo>
                  <a:pt x="759542" y="119286"/>
                  <a:pt x="753421" y="123577"/>
                  <a:pt x="747585" y="123577"/>
                </a:cubicBezTo>
                <a:cubicBezTo>
                  <a:pt x="744782" y="123577"/>
                  <a:pt x="742551" y="122604"/>
                  <a:pt x="740891" y="120659"/>
                </a:cubicBezTo>
                <a:cubicBezTo>
                  <a:pt x="739232" y="118714"/>
                  <a:pt x="738374" y="115396"/>
                  <a:pt x="738317" y="110704"/>
                </a:cubicBezTo>
                <a:moveTo>
                  <a:pt x="738317" y="105078"/>
                </a:moveTo>
                <a:lnTo>
                  <a:pt x="738317" y="75262"/>
                </a:lnTo>
                <a:cubicBezTo>
                  <a:pt x="729678" y="78678"/>
                  <a:pt x="724100" y="81099"/>
                  <a:pt x="721583" y="82524"/>
                </a:cubicBezTo>
                <a:cubicBezTo>
                  <a:pt x="717063" y="85031"/>
                  <a:pt x="713830" y="87651"/>
                  <a:pt x="711885" y="90384"/>
                </a:cubicBezTo>
                <a:cubicBezTo>
                  <a:pt x="709940" y="93118"/>
                  <a:pt x="708967" y="96108"/>
                  <a:pt x="708967" y="99355"/>
                </a:cubicBezTo>
                <a:cubicBezTo>
                  <a:pt x="708967" y="103456"/>
                  <a:pt x="710197" y="106860"/>
                  <a:pt x="712658" y="109565"/>
                </a:cubicBezTo>
                <a:cubicBezTo>
                  <a:pt x="715118" y="112270"/>
                  <a:pt x="717950" y="113622"/>
                  <a:pt x="721153" y="113622"/>
                </a:cubicBezTo>
                <a:cubicBezTo>
                  <a:pt x="725502" y="113622"/>
                  <a:pt x="731223" y="110774"/>
                  <a:pt x="738317" y="105078"/>
                </a:cubicBezTo>
                <a:close/>
                <a:moveTo>
                  <a:pt x="795343" y="17507"/>
                </a:moveTo>
                <a:lnTo>
                  <a:pt x="795343" y="43424"/>
                </a:lnTo>
                <a:lnTo>
                  <a:pt x="813708" y="43424"/>
                </a:lnTo>
                <a:lnTo>
                  <a:pt x="813708" y="49431"/>
                </a:lnTo>
                <a:lnTo>
                  <a:pt x="795343" y="49431"/>
                </a:lnTo>
                <a:lnTo>
                  <a:pt x="795343" y="100336"/>
                </a:lnTo>
                <a:cubicBezTo>
                  <a:pt x="795343" y="105423"/>
                  <a:pt x="796072" y="108852"/>
                  <a:pt x="797531" y="110624"/>
                </a:cubicBezTo>
                <a:cubicBezTo>
                  <a:pt x="798990" y="112394"/>
                  <a:pt x="800864" y="113279"/>
                  <a:pt x="803152" y="113279"/>
                </a:cubicBezTo>
                <a:cubicBezTo>
                  <a:pt x="805040" y="113279"/>
                  <a:pt x="806871" y="112692"/>
                  <a:pt x="808645" y="111520"/>
                </a:cubicBezTo>
                <a:cubicBezTo>
                  <a:pt x="810418" y="110347"/>
                  <a:pt x="811791" y="108616"/>
                  <a:pt x="812764" y="106328"/>
                </a:cubicBezTo>
                <a:lnTo>
                  <a:pt x="816111" y="106328"/>
                </a:lnTo>
                <a:cubicBezTo>
                  <a:pt x="814108" y="111950"/>
                  <a:pt x="811276" y="116203"/>
                  <a:pt x="807615" y="119085"/>
                </a:cubicBezTo>
                <a:cubicBezTo>
                  <a:pt x="803953" y="121965"/>
                  <a:pt x="800177" y="123405"/>
                  <a:pt x="796287" y="123405"/>
                </a:cubicBezTo>
                <a:cubicBezTo>
                  <a:pt x="793655" y="123405"/>
                  <a:pt x="791081" y="122675"/>
                  <a:pt x="788563" y="121214"/>
                </a:cubicBezTo>
                <a:cubicBezTo>
                  <a:pt x="786046" y="119754"/>
                  <a:pt x="784187" y="117664"/>
                  <a:pt x="782985" y="114944"/>
                </a:cubicBezTo>
                <a:cubicBezTo>
                  <a:pt x="781784" y="112223"/>
                  <a:pt x="781183" y="108027"/>
                  <a:pt x="781183" y="102356"/>
                </a:cubicBezTo>
                <a:lnTo>
                  <a:pt x="781183" y="49431"/>
                </a:lnTo>
                <a:lnTo>
                  <a:pt x="768740" y="49431"/>
                </a:lnTo>
                <a:lnTo>
                  <a:pt x="768740" y="46599"/>
                </a:lnTo>
                <a:cubicBezTo>
                  <a:pt x="771886" y="45337"/>
                  <a:pt x="775104" y="43199"/>
                  <a:pt x="778394" y="40187"/>
                </a:cubicBezTo>
                <a:cubicBezTo>
                  <a:pt x="781684" y="37174"/>
                  <a:pt x="784616" y="33602"/>
                  <a:pt x="787190" y="29470"/>
                </a:cubicBezTo>
                <a:cubicBezTo>
                  <a:pt x="788506" y="27291"/>
                  <a:pt x="790337" y="23303"/>
                  <a:pt x="792683" y="17507"/>
                </a:cubicBezTo>
                <a:lnTo>
                  <a:pt x="795343" y="17507"/>
                </a:lnTo>
                <a:close/>
                <a:moveTo>
                  <a:pt x="835821" y="73116"/>
                </a:moveTo>
                <a:cubicBezTo>
                  <a:pt x="835764" y="84761"/>
                  <a:pt x="838596" y="93894"/>
                  <a:pt x="844317" y="100516"/>
                </a:cubicBezTo>
                <a:cubicBezTo>
                  <a:pt x="850038" y="107137"/>
                  <a:pt x="856760" y="110447"/>
                  <a:pt x="864484" y="110447"/>
                </a:cubicBezTo>
                <a:cubicBezTo>
                  <a:pt x="869633" y="110447"/>
                  <a:pt x="874110" y="109031"/>
                  <a:pt x="877914" y="106199"/>
                </a:cubicBezTo>
                <a:cubicBezTo>
                  <a:pt x="881719" y="103367"/>
                  <a:pt x="884908" y="98518"/>
                  <a:pt x="887483" y="91653"/>
                </a:cubicBezTo>
                <a:lnTo>
                  <a:pt x="890143" y="93369"/>
                </a:lnTo>
                <a:cubicBezTo>
                  <a:pt x="888942" y="101207"/>
                  <a:pt x="885452" y="108344"/>
                  <a:pt x="879673" y="114781"/>
                </a:cubicBezTo>
                <a:cubicBezTo>
                  <a:pt x="873895" y="121217"/>
                  <a:pt x="866658" y="124435"/>
                  <a:pt x="857962" y="124435"/>
                </a:cubicBezTo>
                <a:cubicBezTo>
                  <a:pt x="848522" y="124435"/>
                  <a:pt x="840441" y="120767"/>
                  <a:pt x="833718" y="113432"/>
                </a:cubicBezTo>
                <a:cubicBezTo>
                  <a:pt x="826996" y="106094"/>
                  <a:pt x="823635" y="96231"/>
                  <a:pt x="823635" y="83841"/>
                </a:cubicBezTo>
                <a:cubicBezTo>
                  <a:pt x="823635" y="70425"/>
                  <a:pt x="827082" y="59963"/>
                  <a:pt x="833976" y="52456"/>
                </a:cubicBezTo>
                <a:cubicBezTo>
                  <a:pt x="840870" y="44947"/>
                  <a:pt x="849523" y="41192"/>
                  <a:pt x="859935" y="41192"/>
                </a:cubicBezTo>
                <a:cubicBezTo>
                  <a:pt x="868746" y="41192"/>
                  <a:pt x="875983" y="44089"/>
                  <a:pt x="881647" y="49881"/>
                </a:cubicBezTo>
                <a:cubicBezTo>
                  <a:pt x="887311" y="55672"/>
                  <a:pt x="890143" y="63417"/>
                  <a:pt x="890143" y="73116"/>
                </a:cubicBezTo>
                <a:lnTo>
                  <a:pt x="835821" y="73116"/>
                </a:lnTo>
                <a:moveTo>
                  <a:pt x="835821" y="68139"/>
                </a:moveTo>
                <a:lnTo>
                  <a:pt x="872207" y="68139"/>
                </a:lnTo>
                <a:cubicBezTo>
                  <a:pt x="871921" y="63104"/>
                  <a:pt x="871321" y="59557"/>
                  <a:pt x="870405" y="57498"/>
                </a:cubicBezTo>
                <a:cubicBezTo>
                  <a:pt x="868975" y="54294"/>
                  <a:pt x="866844" y="51776"/>
                  <a:pt x="864012" y="49946"/>
                </a:cubicBezTo>
                <a:cubicBezTo>
                  <a:pt x="861180" y="48115"/>
                  <a:pt x="858219" y="47200"/>
                  <a:pt x="855130" y="47200"/>
                </a:cubicBezTo>
                <a:cubicBezTo>
                  <a:pt x="850381" y="47200"/>
                  <a:pt x="846133" y="49045"/>
                  <a:pt x="842386" y="52735"/>
                </a:cubicBezTo>
                <a:cubicBezTo>
                  <a:pt x="838638" y="56425"/>
                  <a:pt x="836450" y="61560"/>
                  <a:pt x="835821" y="68139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orRe">
            <a:extLst xmlns:a="http://schemas.openxmlformats.org/drawingml/2006/main">
              <a:ext uri="{FF2B5EF4-FFF2-40B4-BE49-F238E27FC236}">
                <a16:creationId xmlns:a16="http://schemas.microsoft.com/office/drawing/2014/main" id="{AA661F01-7B57-4EE6-B924-F7644E65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852" y="7312269"/>
            <a:ext cx="371339" cy="118771"/>
          </a:xfrm>
          <a:custGeom xmlns:a="http://schemas.openxmlformats.org/drawingml/2006/main">
            <a:pathLst>
              <a:path w="371339" h="118771">
                <a:moveTo>
                  <a:pt x="38017" y="35528"/>
                </a:moveTo>
                <a:cubicBezTo>
                  <a:pt x="49917" y="35528"/>
                  <a:pt x="59471" y="40044"/>
                  <a:pt x="66680" y="49074"/>
                </a:cubicBezTo>
                <a:cubicBezTo>
                  <a:pt x="72802" y="56789"/>
                  <a:pt x="75862" y="65648"/>
                  <a:pt x="75862" y="75651"/>
                </a:cubicBezTo>
                <a:cubicBezTo>
                  <a:pt x="75862" y="82680"/>
                  <a:pt x="74175" y="89796"/>
                  <a:pt x="70799" y="96998"/>
                </a:cubicBezTo>
                <a:cubicBezTo>
                  <a:pt x="67424" y="104197"/>
                  <a:pt x="62775" y="109626"/>
                  <a:pt x="56854" y="113284"/>
                </a:cubicBezTo>
                <a:cubicBezTo>
                  <a:pt x="50933" y="116942"/>
                  <a:pt x="44339" y="118771"/>
                  <a:pt x="37073" y="118771"/>
                </a:cubicBezTo>
                <a:cubicBezTo>
                  <a:pt x="25230" y="118771"/>
                  <a:pt x="15819" y="114056"/>
                  <a:pt x="8839" y="104625"/>
                </a:cubicBezTo>
                <a:cubicBezTo>
                  <a:pt x="2946" y="96681"/>
                  <a:pt x="0" y="87766"/>
                  <a:pt x="0" y="77879"/>
                </a:cubicBezTo>
                <a:cubicBezTo>
                  <a:pt x="0" y="70678"/>
                  <a:pt x="1788" y="63519"/>
                  <a:pt x="5364" y="56403"/>
                </a:cubicBezTo>
                <a:cubicBezTo>
                  <a:pt x="8939" y="49288"/>
                  <a:pt x="13645" y="44030"/>
                  <a:pt x="19481" y="40629"/>
                </a:cubicBezTo>
                <a:cubicBezTo>
                  <a:pt x="25316" y="37229"/>
                  <a:pt x="31495" y="35528"/>
                  <a:pt x="38017" y="35528"/>
                </a:cubicBezTo>
                <a:moveTo>
                  <a:pt x="35357" y="41192"/>
                </a:moveTo>
                <a:cubicBezTo>
                  <a:pt x="32325" y="41192"/>
                  <a:pt x="29278" y="42092"/>
                  <a:pt x="26217" y="43893"/>
                </a:cubicBezTo>
                <a:cubicBezTo>
                  <a:pt x="23156" y="45693"/>
                  <a:pt x="20682" y="48851"/>
                  <a:pt x="18794" y="53365"/>
                </a:cubicBezTo>
                <a:cubicBezTo>
                  <a:pt x="16906" y="57879"/>
                  <a:pt x="15962" y="63679"/>
                  <a:pt x="15962" y="70764"/>
                </a:cubicBezTo>
                <a:cubicBezTo>
                  <a:pt x="15962" y="82192"/>
                  <a:pt x="18236" y="92050"/>
                  <a:pt x="22784" y="100336"/>
                </a:cubicBezTo>
                <a:cubicBezTo>
                  <a:pt x="27333" y="108621"/>
                  <a:pt x="33326" y="112764"/>
                  <a:pt x="40763" y="112764"/>
                </a:cubicBezTo>
                <a:cubicBezTo>
                  <a:pt x="46313" y="112764"/>
                  <a:pt x="50890" y="110478"/>
                  <a:pt x="54494" y="105907"/>
                </a:cubicBezTo>
                <a:cubicBezTo>
                  <a:pt x="58098" y="101335"/>
                  <a:pt x="59900" y="93478"/>
                  <a:pt x="59900" y="82336"/>
                </a:cubicBezTo>
                <a:cubicBezTo>
                  <a:pt x="59900" y="68393"/>
                  <a:pt x="56897" y="57421"/>
                  <a:pt x="50890" y="49420"/>
                </a:cubicBezTo>
                <a:cubicBezTo>
                  <a:pt x="46828" y="43935"/>
                  <a:pt x="41650" y="41192"/>
                  <a:pt x="35357" y="41192"/>
                </a:cubicBezTo>
                <a:close/>
                <a:moveTo>
                  <a:pt x="110447" y="35528"/>
                </a:moveTo>
                <a:lnTo>
                  <a:pt x="110447" y="53207"/>
                </a:lnTo>
                <a:cubicBezTo>
                  <a:pt x="117026" y="41421"/>
                  <a:pt x="123777" y="35528"/>
                  <a:pt x="130700" y="35528"/>
                </a:cubicBezTo>
                <a:cubicBezTo>
                  <a:pt x="133846" y="35528"/>
                  <a:pt x="136449" y="36487"/>
                  <a:pt x="138509" y="38403"/>
                </a:cubicBezTo>
                <a:cubicBezTo>
                  <a:pt x="140569" y="40320"/>
                  <a:pt x="141598" y="42537"/>
                  <a:pt x="141598" y="45054"/>
                </a:cubicBezTo>
                <a:cubicBezTo>
                  <a:pt x="141598" y="47285"/>
                  <a:pt x="140855" y="49173"/>
                  <a:pt x="139367" y="50718"/>
                </a:cubicBezTo>
                <a:cubicBezTo>
                  <a:pt x="137880" y="52263"/>
                  <a:pt x="136106" y="53035"/>
                  <a:pt x="134046" y="53035"/>
                </a:cubicBezTo>
                <a:cubicBezTo>
                  <a:pt x="132044" y="53035"/>
                  <a:pt x="129798" y="52048"/>
                  <a:pt x="127310" y="50074"/>
                </a:cubicBezTo>
                <a:cubicBezTo>
                  <a:pt x="124821" y="48101"/>
                  <a:pt x="122976" y="47114"/>
                  <a:pt x="121775" y="47114"/>
                </a:cubicBezTo>
                <a:cubicBezTo>
                  <a:pt x="120745" y="47114"/>
                  <a:pt x="119629" y="47684"/>
                  <a:pt x="118428" y="48825"/>
                </a:cubicBezTo>
                <a:cubicBezTo>
                  <a:pt x="115853" y="51165"/>
                  <a:pt x="113193" y="55017"/>
                  <a:pt x="110447" y="60381"/>
                </a:cubicBezTo>
                <a:lnTo>
                  <a:pt x="110447" y="97958"/>
                </a:lnTo>
                <a:cubicBezTo>
                  <a:pt x="110447" y="102293"/>
                  <a:pt x="110990" y="105574"/>
                  <a:pt x="112077" y="107800"/>
                </a:cubicBezTo>
                <a:cubicBezTo>
                  <a:pt x="112821" y="109341"/>
                  <a:pt x="114137" y="110626"/>
                  <a:pt x="116025" y="111654"/>
                </a:cubicBezTo>
                <a:cubicBezTo>
                  <a:pt x="117913" y="112680"/>
                  <a:pt x="120630" y="113193"/>
                  <a:pt x="124177" y="113193"/>
                </a:cubicBezTo>
                <a:lnTo>
                  <a:pt x="124177" y="116368"/>
                </a:lnTo>
                <a:lnTo>
                  <a:pt x="83929" y="116368"/>
                </a:lnTo>
                <a:lnTo>
                  <a:pt x="83929" y="113193"/>
                </a:lnTo>
                <a:cubicBezTo>
                  <a:pt x="87934" y="113193"/>
                  <a:pt x="90909" y="112565"/>
                  <a:pt x="92854" y="111310"/>
                </a:cubicBezTo>
                <a:cubicBezTo>
                  <a:pt x="94284" y="110397"/>
                  <a:pt x="95286" y="108941"/>
                  <a:pt x="95858" y="106942"/>
                </a:cubicBezTo>
                <a:cubicBezTo>
                  <a:pt x="96144" y="105971"/>
                  <a:pt x="96287" y="103202"/>
                  <a:pt x="96287" y="98636"/>
                </a:cubicBezTo>
                <a:lnTo>
                  <a:pt x="96287" y="68238"/>
                </a:lnTo>
                <a:cubicBezTo>
                  <a:pt x="96287" y="59104"/>
                  <a:pt x="96101" y="53667"/>
                  <a:pt x="95729" y="51928"/>
                </a:cubicBezTo>
                <a:cubicBezTo>
                  <a:pt x="95357" y="50186"/>
                  <a:pt x="94671" y="48916"/>
                  <a:pt x="93669" y="48117"/>
                </a:cubicBezTo>
                <a:cubicBezTo>
                  <a:pt x="92668" y="47318"/>
                  <a:pt x="91424" y="46918"/>
                  <a:pt x="89936" y="46918"/>
                </a:cubicBezTo>
                <a:cubicBezTo>
                  <a:pt x="88163" y="46918"/>
                  <a:pt x="86160" y="47346"/>
                  <a:pt x="83929" y="48202"/>
                </a:cubicBezTo>
                <a:lnTo>
                  <a:pt x="83071" y="45118"/>
                </a:lnTo>
                <a:lnTo>
                  <a:pt x="106842" y="35528"/>
                </a:lnTo>
                <a:lnTo>
                  <a:pt x="110447" y="35528"/>
                </a:lnTo>
                <a:close/>
                <a:moveTo>
                  <a:pt x="300905" y="116368"/>
                </a:moveTo>
                <a:lnTo>
                  <a:pt x="269839" y="116368"/>
                </a:lnTo>
                <a:lnTo>
                  <a:pt x="230449" y="61788"/>
                </a:lnTo>
                <a:cubicBezTo>
                  <a:pt x="227531" y="61903"/>
                  <a:pt x="225157" y="61960"/>
                  <a:pt x="223326" y="61960"/>
                </a:cubicBezTo>
                <a:cubicBezTo>
                  <a:pt x="222582" y="61960"/>
                  <a:pt x="221781" y="61946"/>
                  <a:pt x="220923" y="61917"/>
                </a:cubicBezTo>
                <a:cubicBezTo>
                  <a:pt x="220065" y="61889"/>
                  <a:pt x="219178" y="61846"/>
                  <a:pt x="218263" y="61788"/>
                </a:cubicBezTo>
                <a:lnTo>
                  <a:pt x="218263" y="95713"/>
                </a:lnTo>
                <a:cubicBezTo>
                  <a:pt x="218263" y="103061"/>
                  <a:pt x="219064" y="107625"/>
                  <a:pt x="220665" y="109404"/>
                </a:cubicBezTo>
                <a:cubicBezTo>
                  <a:pt x="222840" y="111930"/>
                  <a:pt x="226101" y="113193"/>
                  <a:pt x="230449" y="113193"/>
                </a:cubicBezTo>
                <a:lnTo>
                  <a:pt x="234997" y="113193"/>
                </a:lnTo>
                <a:lnTo>
                  <a:pt x="234997" y="116368"/>
                </a:lnTo>
                <a:lnTo>
                  <a:pt x="185137" y="116368"/>
                </a:lnTo>
                <a:lnTo>
                  <a:pt x="185137" y="113193"/>
                </a:lnTo>
                <a:lnTo>
                  <a:pt x="189514" y="113193"/>
                </a:lnTo>
                <a:cubicBezTo>
                  <a:pt x="194434" y="113193"/>
                  <a:pt x="197953" y="111591"/>
                  <a:pt x="200069" y="108387"/>
                </a:cubicBezTo>
                <a:cubicBezTo>
                  <a:pt x="201271" y="106614"/>
                  <a:pt x="201872" y="102409"/>
                  <a:pt x="201872" y="95772"/>
                </a:cubicBezTo>
                <a:lnTo>
                  <a:pt x="201872" y="20596"/>
                </a:lnTo>
                <a:cubicBezTo>
                  <a:pt x="201872" y="13273"/>
                  <a:pt x="201071" y="8725"/>
                  <a:pt x="199469" y="6951"/>
                </a:cubicBezTo>
                <a:cubicBezTo>
                  <a:pt x="197237" y="4434"/>
                  <a:pt x="193919" y="3175"/>
                  <a:pt x="189514" y="3175"/>
                </a:cubicBezTo>
                <a:lnTo>
                  <a:pt x="185137" y="3175"/>
                </a:lnTo>
                <a:lnTo>
                  <a:pt x="185137" y="0"/>
                </a:lnTo>
                <a:lnTo>
                  <a:pt x="227531" y="0"/>
                </a:lnTo>
                <a:cubicBezTo>
                  <a:pt x="239889" y="0"/>
                  <a:pt x="249000" y="898"/>
                  <a:pt x="254864" y="2695"/>
                </a:cubicBezTo>
                <a:cubicBezTo>
                  <a:pt x="260728" y="4492"/>
                  <a:pt x="265705" y="7801"/>
                  <a:pt x="269796" y="12623"/>
                </a:cubicBezTo>
                <a:cubicBezTo>
                  <a:pt x="273887" y="17443"/>
                  <a:pt x="275932" y="23190"/>
                  <a:pt x="275932" y="29864"/>
                </a:cubicBezTo>
                <a:cubicBezTo>
                  <a:pt x="275932" y="36994"/>
                  <a:pt x="273600" y="43184"/>
                  <a:pt x="268938" y="48433"/>
                </a:cubicBezTo>
                <a:cubicBezTo>
                  <a:pt x="264275" y="53680"/>
                  <a:pt x="257052" y="57389"/>
                  <a:pt x="247269" y="59557"/>
                </a:cubicBezTo>
                <a:lnTo>
                  <a:pt x="271298" y="93047"/>
                </a:lnTo>
                <a:cubicBezTo>
                  <a:pt x="276790" y="100739"/>
                  <a:pt x="281510" y="105848"/>
                  <a:pt x="285458" y="108374"/>
                </a:cubicBezTo>
                <a:cubicBezTo>
                  <a:pt x="289405" y="110898"/>
                  <a:pt x="294554" y="112505"/>
                  <a:pt x="300905" y="113193"/>
                </a:cubicBezTo>
                <a:lnTo>
                  <a:pt x="300905" y="116368"/>
                </a:lnTo>
                <a:moveTo>
                  <a:pt x="218263" y="56554"/>
                </a:moveTo>
                <a:cubicBezTo>
                  <a:pt x="219350" y="56554"/>
                  <a:pt x="220294" y="56568"/>
                  <a:pt x="221095" y="56597"/>
                </a:cubicBezTo>
                <a:cubicBezTo>
                  <a:pt x="221896" y="56625"/>
                  <a:pt x="222553" y="56639"/>
                  <a:pt x="223068" y="56639"/>
                </a:cubicBezTo>
                <a:cubicBezTo>
                  <a:pt x="234167" y="56639"/>
                  <a:pt x="242535" y="54237"/>
                  <a:pt x="248170" y="49431"/>
                </a:cubicBezTo>
                <a:cubicBezTo>
                  <a:pt x="253805" y="44625"/>
                  <a:pt x="256623" y="38503"/>
                  <a:pt x="256623" y="31066"/>
                </a:cubicBezTo>
                <a:cubicBezTo>
                  <a:pt x="256623" y="23800"/>
                  <a:pt x="254349" y="17893"/>
                  <a:pt x="249800" y="13345"/>
                </a:cubicBezTo>
                <a:cubicBezTo>
                  <a:pt x="245252" y="8796"/>
                  <a:pt x="239231" y="6522"/>
                  <a:pt x="231736" y="6522"/>
                </a:cubicBezTo>
                <a:cubicBezTo>
                  <a:pt x="228418" y="6522"/>
                  <a:pt x="223927" y="7066"/>
                  <a:pt x="218263" y="8153"/>
                </a:cubicBezTo>
                <a:lnTo>
                  <a:pt x="218263" y="56554"/>
                </a:lnTo>
                <a:close/>
                <a:moveTo>
                  <a:pt x="317017" y="67452"/>
                </a:moveTo>
                <a:cubicBezTo>
                  <a:pt x="316959" y="79097"/>
                  <a:pt x="319791" y="88230"/>
                  <a:pt x="325512" y="94852"/>
                </a:cubicBezTo>
                <a:cubicBezTo>
                  <a:pt x="331234" y="101473"/>
                  <a:pt x="337956" y="104783"/>
                  <a:pt x="345679" y="104783"/>
                </a:cubicBezTo>
                <a:cubicBezTo>
                  <a:pt x="350829" y="104783"/>
                  <a:pt x="355305" y="103367"/>
                  <a:pt x="359110" y="100535"/>
                </a:cubicBezTo>
                <a:cubicBezTo>
                  <a:pt x="362914" y="97703"/>
                  <a:pt x="366104" y="92854"/>
                  <a:pt x="368679" y="85989"/>
                </a:cubicBezTo>
                <a:lnTo>
                  <a:pt x="371339" y="87705"/>
                </a:lnTo>
                <a:cubicBezTo>
                  <a:pt x="370137" y="95543"/>
                  <a:pt x="366648" y="102680"/>
                  <a:pt x="360869" y="109117"/>
                </a:cubicBezTo>
                <a:cubicBezTo>
                  <a:pt x="355091" y="115553"/>
                  <a:pt x="347854" y="118771"/>
                  <a:pt x="339157" y="118771"/>
                </a:cubicBezTo>
                <a:cubicBezTo>
                  <a:pt x="329717" y="118771"/>
                  <a:pt x="321636" y="115103"/>
                  <a:pt x="314914" y="107768"/>
                </a:cubicBezTo>
                <a:cubicBezTo>
                  <a:pt x="308192" y="100430"/>
                  <a:pt x="304830" y="90567"/>
                  <a:pt x="304830" y="78177"/>
                </a:cubicBezTo>
                <a:cubicBezTo>
                  <a:pt x="304830" y="64761"/>
                  <a:pt x="308277" y="54299"/>
                  <a:pt x="315171" y="46792"/>
                </a:cubicBezTo>
                <a:cubicBezTo>
                  <a:pt x="322065" y="39283"/>
                  <a:pt x="330719" y="35528"/>
                  <a:pt x="341131" y="35528"/>
                </a:cubicBezTo>
                <a:cubicBezTo>
                  <a:pt x="349942" y="35528"/>
                  <a:pt x="357179" y="38425"/>
                  <a:pt x="362843" y="44217"/>
                </a:cubicBezTo>
                <a:cubicBezTo>
                  <a:pt x="368507" y="50008"/>
                  <a:pt x="371339" y="57753"/>
                  <a:pt x="371339" y="67452"/>
                </a:cubicBezTo>
                <a:lnTo>
                  <a:pt x="317017" y="67452"/>
                </a:lnTo>
                <a:moveTo>
                  <a:pt x="317017" y="62475"/>
                </a:moveTo>
                <a:lnTo>
                  <a:pt x="353403" y="62475"/>
                </a:lnTo>
                <a:cubicBezTo>
                  <a:pt x="353117" y="57440"/>
                  <a:pt x="352516" y="53893"/>
                  <a:pt x="351601" y="51834"/>
                </a:cubicBezTo>
                <a:cubicBezTo>
                  <a:pt x="350171" y="48630"/>
                  <a:pt x="348039" y="46112"/>
                  <a:pt x="345207" y="44282"/>
                </a:cubicBezTo>
                <a:cubicBezTo>
                  <a:pt x="342376" y="42451"/>
                  <a:pt x="339415" y="41536"/>
                  <a:pt x="336325" y="41536"/>
                </a:cubicBezTo>
                <a:cubicBezTo>
                  <a:pt x="331577" y="41536"/>
                  <a:pt x="327329" y="43381"/>
                  <a:pt x="323582" y="47071"/>
                </a:cubicBezTo>
                <a:cubicBezTo>
                  <a:pt x="319834" y="50761"/>
                  <a:pt x="317646" y="55896"/>
                  <a:pt x="317017" y="6247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ject">
            <a:extLst xmlns:a="http://schemas.openxmlformats.org/drawingml/2006/main">
              <a:ext uri="{FF2B5EF4-FFF2-40B4-BE49-F238E27FC236}">
                <a16:creationId xmlns:a16="http://schemas.microsoft.com/office/drawing/2014/main" id="{A529E0AC-01D3-47A8-B9B2-0909C3A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636" y="7306605"/>
            <a:ext cx="269860" cy="159963"/>
          </a:xfrm>
          <a:custGeom xmlns:a="http://schemas.openxmlformats.org/drawingml/2006/main">
            <a:pathLst>
              <a:path w="269860" h="159963">
                <a:moveTo>
                  <a:pt x="38875" y="0"/>
                </a:moveTo>
                <a:cubicBezTo>
                  <a:pt x="41335" y="0"/>
                  <a:pt x="43424" y="855"/>
                  <a:pt x="45140" y="2564"/>
                </a:cubicBezTo>
                <a:cubicBezTo>
                  <a:pt x="46856" y="4271"/>
                  <a:pt x="47714" y="6349"/>
                  <a:pt x="47714" y="8796"/>
                </a:cubicBezTo>
                <a:cubicBezTo>
                  <a:pt x="47714" y="11187"/>
                  <a:pt x="46856" y="13236"/>
                  <a:pt x="45140" y="14946"/>
                </a:cubicBezTo>
                <a:cubicBezTo>
                  <a:pt x="43424" y="16653"/>
                  <a:pt x="41335" y="17507"/>
                  <a:pt x="38875" y="17507"/>
                </a:cubicBezTo>
                <a:cubicBezTo>
                  <a:pt x="36472" y="17507"/>
                  <a:pt x="34413" y="16653"/>
                  <a:pt x="32696" y="14946"/>
                </a:cubicBezTo>
                <a:cubicBezTo>
                  <a:pt x="30980" y="13236"/>
                  <a:pt x="30122" y="11187"/>
                  <a:pt x="30122" y="8796"/>
                </a:cubicBezTo>
                <a:cubicBezTo>
                  <a:pt x="30122" y="6349"/>
                  <a:pt x="30980" y="4271"/>
                  <a:pt x="32696" y="2564"/>
                </a:cubicBezTo>
                <a:cubicBezTo>
                  <a:pt x="34413" y="855"/>
                  <a:pt x="36472" y="0"/>
                  <a:pt x="38875" y="0"/>
                </a:cubicBezTo>
                <a:moveTo>
                  <a:pt x="46256" y="41192"/>
                </a:moveTo>
                <a:lnTo>
                  <a:pt x="46256" y="120260"/>
                </a:lnTo>
                <a:cubicBezTo>
                  <a:pt x="46256" y="133693"/>
                  <a:pt x="43395" y="143669"/>
                  <a:pt x="37674" y="150186"/>
                </a:cubicBezTo>
                <a:cubicBezTo>
                  <a:pt x="31953" y="156704"/>
                  <a:pt x="24515" y="159963"/>
                  <a:pt x="15361" y="159963"/>
                </a:cubicBezTo>
                <a:cubicBezTo>
                  <a:pt x="10155" y="159963"/>
                  <a:pt x="6293" y="159019"/>
                  <a:pt x="3776" y="157131"/>
                </a:cubicBezTo>
                <a:cubicBezTo>
                  <a:pt x="1259" y="155243"/>
                  <a:pt x="0" y="153298"/>
                  <a:pt x="0" y="151296"/>
                </a:cubicBezTo>
                <a:cubicBezTo>
                  <a:pt x="0" y="149293"/>
                  <a:pt x="701" y="147577"/>
                  <a:pt x="2103" y="146147"/>
                </a:cubicBezTo>
                <a:cubicBezTo>
                  <a:pt x="3504" y="144717"/>
                  <a:pt x="5149" y="144001"/>
                  <a:pt x="7037" y="144001"/>
                </a:cubicBezTo>
                <a:cubicBezTo>
                  <a:pt x="8525" y="144001"/>
                  <a:pt x="10041" y="144373"/>
                  <a:pt x="11585" y="145117"/>
                </a:cubicBezTo>
                <a:cubicBezTo>
                  <a:pt x="12558" y="145518"/>
                  <a:pt x="14432" y="146962"/>
                  <a:pt x="17206" y="149451"/>
                </a:cubicBezTo>
                <a:cubicBezTo>
                  <a:pt x="19981" y="151940"/>
                  <a:pt x="22312" y="153184"/>
                  <a:pt x="24200" y="153184"/>
                </a:cubicBezTo>
                <a:cubicBezTo>
                  <a:pt x="25574" y="153184"/>
                  <a:pt x="26918" y="152655"/>
                  <a:pt x="28234" y="151596"/>
                </a:cubicBezTo>
                <a:cubicBezTo>
                  <a:pt x="29550" y="150540"/>
                  <a:pt x="30522" y="148768"/>
                  <a:pt x="31152" y="146281"/>
                </a:cubicBezTo>
                <a:cubicBezTo>
                  <a:pt x="31781" y="143794"/>
                  <a:pt x="32096" y="138406"/>
                  <a:pt x="32096" y="130118"/>
                </a:cubicBezTo>
                <a:lnTo>
                  <a:pt x="32096" y="74208"/>
                </a:lnTo>
                <a:cubicBezTo>
                  <a:pt x="32096" y="65574"/>
                  <a:pt x="31838" y="60028"/>
                  <a:pt x="31323" y="57570"/>
                </a:cubicBezTo>
                <a:cubicBezTo>
                  <a:pt x="30923" y="55684"/>
                  <a:pt x="30294" y="54384"/>
                  <a:pt x="29435" y="53671"/>
                </a:cubicBezTo>
                <a:cubicBezTo>
                  <a:pt x="28577" y="52956"/>
                  <a:pt x="27404" y="52598"/>
                  <a:pt x="25917" y="52598"/>
                </a:cubicBezTo>
                <a:cubicBezTo>
                  <a:pt x="24315" y="52598"/>
                  <a:pt x="22370" y="53026"/>
                  <a:pt x="20081" y="53883"/>
                </a:cubicBezTo>
                <a:lnTo>
                  <a:pt x="18880" y="50796"/>
                </a:lnTo>
                <a:lnTo>
                  <a:pt x="42565" y="41192"/>
                </a:lnTo>
                <a:lnTo>
                  <a:pt x="46256" y="41192"/>
                </a:lnTo>
                <a:close/>
                <a:moveTo>
                  <a:pt x="82709" y="73116"/>
                </a:moveTo>
                <a:cubicBezTo>
                  <a:pt x="82651" y="84761"/>
                  <a:pt x="85483" y="93894"/>
                  <a:pt x="91205" y="100516"/>
                </a:cubicBezTo>
                <a:cubicBezTo>
                  <a:pt x="96926" y="107137"/>
                  <a:pt x="103648" y="110447"/>
                  <a:pt x="111372" y="110447"/>
                </a:cubicBezTo>
                <a:cubicBezTo>
                  <a:pt x="116521" y="110447"/>
                  <a:pt x="120997" y="109031"/>
                  <a:pt x="124802" y="106199"/>
                </a:cubicBezTo>
                <a:cubicBezTo>
                  <a:pt x="128607" y="103367"/>
                  <a:pt x="131796" y="98518"/>
                  <a:pt x="134371" y="91653"/>
                </a:cubicBezTo>
                <a:lnTo>
                  <a:pt x="137031" y="93369"/>
                </a:lnTo>
                <a:cubicBezTo>
                  <a:pt x="135830" y="101207"/>
                  <a:pt x="132340" y="108344"/>
                  <a:pt x="126561" y="114781"/>
                </a:cubicBezTo>
                <a:cubicBezTo>
                  <a:pt x="120783" y="121217"/>
                  <a:pt x="113546" y="124435"/>
                  <a:pt x="104850" y="124435"/>
                </a:cubicBezTo>
                <a:cubicBezTo>
                  <a:pt x="95410" y="124435"/>
                  <a:pt x="87328" y="120767"/>
                  <a:pt x="80606" y="113432"/>
                </a:cubicBezTo>
                <a:cubicBezTo>
                  <a:pt x="73884" y="106094"/>
                  <a:pt x="70523" y="96231"/>
                  <a:pt x="70523" y="83841"/>
                </a:cubicBezTo>
                <a:cubicBezTo>
                  <a:pt x="70523" y="70425"/>
                  <a:pt x="73970" y="59963"/>
                  <a:pt x="80864" y="52456"/>
                </a:cubicBezTo>
                <a:cubicBezTo>
                  <a:pt x="87758" y="44947"/>
                  <a:pt x="96411" y="41192"/>
                  <a:pt x="106823" y="41192"/>
                </a:cubicBezTo>
                <a:cubicBezTo>
                  <a:pt x="115634" y="41192"/>
                  <a:pt x="122871" y="44089"/>
                  <a:pt x="128535" y="49881"/>
                </a:cubicBezTo>
                <a:cubicBezTo>
                  <a:pt x="134199" y="55672"/>
                  <a:pt x="137031" y="63417"/>
                  <a:pt x="137031" y="73116"/>
                </a:cubicBezTo>
                <a:lnTo>
                  <a:pt x="82709" y="73116"/>
                </a:lnTo>
                <a:moveTo>
                  <a:pt x="82709" y="68139"/>
                </a:moveTo>
                <a:lnTo>
                  <a:pt x="119095" y="68139"/>
                </a:lnTo>
                <a:cubicBezTo>
                  <a:pt x="118809" y="63104"/>
                  <a:pt x="118208" y="59557"/>
                  <a:pt x="117293" y="57498"/>
                </a:cubicBezTo>
                <a:cubicBezTo>
                  <a:pt x="115863" y="54294"/>
                  <a:pt x="113732" y="51776"/>
                  <a:pt x="110900" y="49946"/>
                </a:cubicBezTo>
                <a:cubicBezTo>
                  <a:pt x="108068" y="48115"/>
                  <a:pt x="105107" y="47200"/>
                  <a:pt x="102018" y="47200"/>
                </a:cubicBezTo>
                <a:cubicBezTo>
                  <a:pt x="97269" y="47200"/>
                  <a:pt x="93021" y="49045"/>
                  <a:pt x="89274" y="52735"/>
                </a:cubicBezTo>
                <a:cubicBezTo>
                  <a:pt x="85526" y="56425"/>
                  <a:pt x="83338" y="61560"/>
                  <a:pt x="82709" y="68139"/>
                </a:cubicBezTo>
                <a:close/>
                <a:moveTo>
                  <a:pt x="214293" y="92168"/>
                </a:moveTo>
                <a:cubicBezTo>
                  <a:pt x="212176" y="102523"/>
                  <a:pt x="208029" y="110490"/>
                  <a:pt x="201850" y="116068"/>
                </a:cubicBezTo>
                <a:cubicBezTo>
                  <a:pt x="195671" y="121646"/>
                  <a:pt x="188834" y="124435"/>
                  <a:pt x="181339" y="124435"/>
                </a:cubicBezTo>
                <a:cubicBezTo>
                  <a:pt x="172414" y="124435"/>
                  <a:pt x="164634" y="120692"/>
                  <a:pt x="157997" y="113206"/>
                </a:cubicBezTo>
                <a:cubicBezTo>
                  <a:pt x="151361" y="105719"/>
                  <a:pt x="148042" y="95602"/>
                  <a:pt x="148042" y="82857"/>
                </a:cubicBezTo>
                <a:cubicBezTo>
                  <a:pt x="148042" y="70511"/>
                  <a:pt x="151718" y="60482"/>
                  <a:pt x="159070" y="52767"/>
                </a:cubicBezTo>
                <a:cubicBezTo>
                  <a:pt x="166422" y="45050"/>
                  <a:pt x="175246" y="41192"/>
                  <a:pt x="185544" y="41192"/>
                </a:cubicBezTo>
                <a:cubicBezTo>
                  <a:pt x="193268" y="41192"/>
                  <a:pt x="199618" y="43231"/>
                  <a:pt x="204596" y="47309"/>
                </a:cubicBezTo>
                <a:cubicBezTo>
                  <a:pt x="209573" y="51386"/>
                  <a:pt x="212062" y="55619"/>
                  <a:pt x="212062" y="60010"/>
                </a:cubicBezTo>
                <a:cubicBezTo>
                  <a:pt x="212062" y="62177"/>
                  <a:pt x="211361" y="63931"/>
                  <a:pt x="209959" y="65272"/>
                </a:cubicBezTo>
                <a:cubicBezTo>
                  <a:pt x="208558" y="66611"/>
                  <a:pt x="206598" y="67281"/>
                  <a:pt x="204081" y="67281"/>
                </a:cubicBezTo>
                <a:cubicBezTo>
                  <a:pt x="200706" y="67281"/>
                  <a:pt x="198160" y="66194"/>
                  <a:pt x="196443" y="64020"/>
                </a:cubicBezTo>
                <a:cubicBezTo>
                  <a:pt x="195471" y="62818"/>
                  <a:pt x="194827" y="60530"/>
                  <a:pt x="194512" y="57154"/>
                </a:cubicBezTo>
                <a:cubicBezTo>
                  <a:pt x="194198" y="53779"/>
                  <a:pt x="193039" y="51204"/>
                  <a:pt x="191037" y="49431"/>
                </a:cubicBezTo>
                <a:cubicBezTo>
                  <a:pt x="189034" y="47714"/>
                  <a:pt x="186260" y="46856"/>
                  <a:pt x="182712" y="46856"/>
                </a:cubicBezTo>
                <a:cubicBezTo>
                  <a:pt x="176991" y="46856"/>
                  <a:pt x="172386" y="48973"/>
                  <a:pt x="168896" y="53207"/>
                </a:cubicBezTo>
                <a:cubicBezTo>
                  <a:pt x="164262" y="58813"/>
                  <a:pt x="161945" y="66222"/>
                  <a:pt x="161945" y="75433"/>
                </a:cubicBezTo>
                <a:cubicBezTo>
                  <a:pt x="161945" y="84816"/>
                  <a:pt x="164247" y="93097"/>
                  <a:pt x="168853" y="100277"/>
                </a:cubicBezTo>
                <a:cubicBezTo>
                  <a:pt x="173459" y="107458"/>
                  <a:pt x="179680" y="111048"/>
                  <a:pt x="187518" y="111048"/>
                </a:cubicBezTo>
                <a:cubicBezTo>
                  <a:pt x="193125" y="111048"/>
                  <a:pt x="198160" y="109131"/>
                  <a:pt x="202622" y="105298"/>
                </a:cubicBezTo>
                <a:cubicBezTo>
                  <a:pt x="205769" y="102666"/>
                  <a:pt x="208830" y="97889"/>
                  <a:pt x="211805" y="90966"/>
                </a:cubicBezTo>
                <a:lnTo>
                  <a:pt x="214293" y="92168"/>
                </a:lnTo>
                <a:close/>
                <a:moveTo>
                  <a:pt x="249092" y="17507"/>
                </a:moveTo>
                <a:lnTo>
                  <a:pt x="249092" y="43424"/>
                </a:lnTo>
                <a:lnTo>
                  <a:pt x="267457" y="43424"/>
                </a:lnTo>
                <a:lnTo>
                  <a:pt x="267457" y="49431"/>
                </a:lnTo>
                <a:lnTo>
                  <a:pt x="249092" y="49431"/>
                </a:lnTo>
                <a:lnTo>
                  <a:pt x="249092" y="100336"/>
                </a:lnTo>
                <a:cubicBezTo>
                  <a:pt x="249092" y="105423"/>
                  <a:pt x="249822" y="108852"/>
                  <a:pt x="251281" y="110624"/>
                </a:cubicBezTo>
                <a:cubicBezTo>
                  <a:pt x="252740" y="112394"/>
                  <a:pt x="254613" y="113279"/>
                  <a:pt x="256902" y="113279"/>
                </a:cubicBezTo>
                <a:cubicBezTo>
                  <a:pt x="258790" y="113279"/>
                  <a:pt x="260620" y="112692"/>
                  <a:pt x="262394" y="111520"/>
                </a:cubicBezTo>
                <a:cubicBezTo>
                  <a:pt x="264168" y="110347"/>
                  <a:pt x="265541" y="108616"/>
                  <a:pt x="266513" y="106328"/>
                </a:cubicBezTo>
                <a:lnTo>
                  <a:pt x="269860" y="106328"/>
                </a:lnTo>
                <a:cubicBezTo>
                  <a:pt x="267858" y="111950"/>
                  <a:pt x="265026" y="116203"/>
                  <a:pt x="261364" y="119085"/>
                </a:cubicBezTo>
                <a:cubicBezTo>
                  <a:pt x="257703" y="121965"/>
                  <a:pt x="253927" y="123405"/>
                  <a:pt x="250036" y="123405"/>
                </a:cubicBezTo>
                <a:cubicBezTo>
                  <a:pt x="247405" y="123405"/>
                  <a:pt x="244830" y="122675"/>
                  <a:pt x="242313" y="121214"/>
                </a:cubicBezTo>
                <a:cubicBezTo>
                  <a:pt x="239795" y="119754"/>
                  <a:pt x="237936" y="117664"/>
                  <a:pt x="236735" y="114944"/>
                </a:cubicBezTo>
                <a:cubicBezTo>
                  <a:pt x="235533" y="112223"/>
                  <a:pt x="234933" y="108027"/>
                  <a:pt x="234933" y="102356"/>
                </a:cubicBezTo>
                <a:lnTo>
                  <a:pt x="234933" y="49431"/>
                </a:lnTo>
                <a:lnTo>
                  <a:pt x="222489" y="49431"/>
                </a:lnTo>
                <a:lnTo>
                  <a:pt x="222489" y="46599"/>
                </a:lnTo>
                <a:cubicBezTo>
                  <a:pt x="225636" y="45337"/>
                  <a:pt x="228854" y="43199"/>
                  <a:pt x="232143" y="40187"/>
                </a:cubicBezTo>
                <a:cubicBezTo>
                  <a:pt x="235433" y="37174"/>
                  <a:pt x="238365" y="33602"/>
                  <a:pt x="240940" y="29470"/>
                </a:cubicBezTo>
                <a:cubicBezTo>
                  <a:pt x="242256" y="27291"/>
                  <a:pt x="244086" y="23303"/>
                  <a:pt x="246432" y="17507"/>
                </a:cubicBezTo>
                <a:lnTo>
                  <a:pt x="249092" y="1750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bad082dba4b2b"/>
          <a:stretch xmlns:a="http://schemas.openxmlformats.org/drawingml/2006/main"/>
        </p:blipFill>
        <p:spPr>
          <a:xfrm xmlns:a="http://schemas.openxmlformats.org/drawingml/2006/main">
            <a:off x="4646732" y="7042090"/>
            <a:ext cx="439803" cy="432709"/>
          </a:xfrm>
          <a:prstGeom xmlns:a="http://schemas.openxmlformats.org/drawingml/2006/main" prst="rect">
            <a:avLst/>
          </a:prstGeom>
        </p:spPr>
      </p:pic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c03ce3d23447f"/>
          <a:stretch xmlns:a="http://schemas.openxmlformats.org/drawingml/2006/main"/>
        </p:blipFill>
        <p:spPr>
          <a:xfrm xmlns:a="http://schemas.openxmlformats.org/drawingml/2006/main">
            <a:off x="5022641" y="7098074"/>
            <a:ext cx="63893" cy="120686"/>
          </a:xfrm>
          <a:prstGeom xmlns:a="http://schemas.openxmlformats.org/drawingml/2006/main" prst="rect">
            <a:avLst/>
          </a:prstGeom>
        </p:spPr>
      </p:pic>
      <p:sp>
        <p:nvSpPr>
          <p:cNvPr id="139" name="Text A">
            <a:extLst xmlns:a="http://schemas.openxmlformats.org/drawingml/2006/main">
              <a:ext uri="{FF2B5EF4-FFF2-40B4-BE49-F238E27FC236}">
                <a16:creationId xmlns:a16="http://schemas.microsoft.com/office/drawing/2014/main" id="{1D881B1C-27DF-4D2C-8898-0697C056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641" y="7099411"/>
            <a:ext cx="63893" cy="118943"/>
          </a:xfrm>
          <a:custGeom xmlns:a="http://schemas.openxmlformats.org/drawingml/2006/main">
            <a:pathLst>
              <a:path w="63893" h="118943">
                <a:moveTo>
                  <a:pt x="63063" y="0"/>
                </a:moveTo>
                <a:lnTo>
                  <a:pt x="60059" y="0"/>
                </a:lnTo>
                <a:lnTo>
                  <a:pt x="19124" y="95702"/>
                </a:lnTo>
                <a:lnTo>
                  <a:pt x="18682" y="96738"/>
                </a:lnTo>
                <a:lnTo>
                  <a:pt x="18244" y="97744"/>
                </a:lnTo>
                <a:lnTo>
                  <a:pt x="17809" y="98721"/>
                </a:lnTo>
                <a:lnTo>
                  <a:pt x="17377" y="99668"/>
                </a:lnTo>
                <a:lnTo>
                  <a:pt x="16948" y="100586"/>
                </a:lnTo>
                <a:lnTo>
                  <a:pt x="16523" y="101474"/>
                </a:lnTo>
                <a:lnTo>
                  <a:pt x="16101" y="102333"/>
                </a:lnTo>
                <a:lnTo>
                  <a:pt x="15682" y="103162"/>
                </a:lnTo>
                <a:lnTo>
                  <a:pt x="15266" y="103962"/>
                </a:lnTo>
                <a:lnTo>
                  <a:pt x="14854" y="104732"/>
                </a:lnTo>
                <a:lnTo>
                  <a:pt x="14445" y="105473"/>
                </a:lnTo>
                <a:lnTo>
                  <a:pt x="14039" y="106185"/>
                </a:lnTo>
                <a:lnTo>
                  <a:pt x="13637" y="106867"/>
                </a:lnTo>
                <a:lnTo>
                  <a:pt x="13238" y="107519"/>
                </a:lnTo>
                <a:lnTo>
                  <a:pt x="12842" y="108142"/>
                </a:lnTo>
                <a:lnTo>
                  <a:pt x="12449" y="108736"/>
                </a:lnTo>
                <a:lnTo>
                  <a:pt x="12060" y="109300"/>
                </a:lnTo>
                <a:lnTo>
                  <a:pt x="11674" y="109835"/>
                </a:lnTo>
                <a:lnTo>
                  <a:pt x="11291" y="110340"/>
                </a:lnTo>
                <a:lnTo>
                  <a:pt x="10912" y="110815"/>
                </a:lnTo>
                <a:lnTo>
                  <a:pt x="10536" y="111262"/>
                </a:lnTo>
                <a:lnTo>
                  <a:pt x="10163" y="111678"/>
                </a:lnTo>
                <a:lnTo>
                  <a:pt x="9793" y="112066"/>
                </a:lnTo>
                <a:lnTo>
                  <a:pt x="9427" y="112423"/>
                </a:lnTo>
                <a:lnTo>
                  <a:pt x="9239" y="112593"/>
                </a:lnTo>
                <a:lnTo>
                  <a:pt x="9033" y="112761"/>
                </a:lnTo>
                <a:lnTo>
                  <a:pt x="8810" y="112926"/>
                </a:lnTo>
                <a:lnTo>
                  <a:pt x="8569" y="113088"/>
                </a:lnTo>
                <a:lnTo>
                  <a:pt x="8309" y="113247"/>
                </a:lnTo>
                <a:lnTo>
                  <a:pt x="8032" y="113404"/>
                </a:lnTo>
                <a:lnTo>
                  <a:pt x="7737" y="113558"/>
                </a:lnTo>
                <a:lnTo>
                  <a:pt x="7424" y="113709"/>
                </a:lnTo>
                <a:lnTo>
                  <a:pt x="7094" y="113858"/>
                </a:lnTo>
                <a:lnTo>
                  <a:pt x="6745" y="114004"/>
                </a:lnTo>
                <a:lnTo>
                  <a:pt x="6378" y="114147"/>
                </a:lnTo>
                <a:lnTo>
                  <a:pt x="5994" y="114288"/>
                </a:lnTo>
                <a:lnTo>
                  <a:pt x="5592" y="114426"/>
                </a:lnTo>
                <a:lnTo>
                  <a:pt x="5172" y="114561"/>
                </a:lnTo>
                <a:lnTo>
                  <a:pt x="4734" y="114694"/>
                </a:lnTo>
                <a:lnTo>
                  <a:pt x="4278" y="114824"/>
                </a:lnTo>
                <a:lnTo>
                  <a:pt x="3804" y="114951"/>
                </a:lnTo>
                <a:lnTo>
                  <a:pt x="3312" y="115076"/>
                </a:lnTo>
                <a:lnTo>
                  <a:pt x="2803" y="115198"/>
                </a:lnTo>
                <a:lnTo>
                  <a:pt x="2275" y="115317"/>
                </a:lnTo>
                <a:lnTo>
                  <a:pt x="1730" y="115434"/>
                </a:lnTo>
                <a:lnTo>
                  <a:pt x="1167" y="115548"/>
                </a:lnTo>
                <a:lnTo>
                  <a:pt x="586" y="115659"/>
                </a:lnTo>
                <a:lnTo>
                  <a:pt x="0" y="115765"/>
                </a:lnTo>
                <a:lnTo>
                  <a:pt x="0" y="118943"/>
                </a:lnTo>
                <a:lnTo>
                  <a:pt x="36631" y="118943"/>
                </a:lnTo>
                <a:lnTo>
                  <a:pt x="36631" y="115768"/>
                </a:lnTo>
                <a:lnTo>
                  <a:pt x="35940" y="115715"/>
                </a:lnTo>
                <a:lnTo>
                  <a:pt x="35270" y="115658"/>
                </a:lnTo>
                <a:lnTo>
                  <a:pt x="34620" y="115595"/>
                </a:lnTo>
                <a:lnTo>
                  <a:pt x="33991" y="115528"/>
                </a:lnTo>
                <a:lnTo>
                  <a:pt x="33382" y="115456"/>
                </a:lnTo>
                <a:lnTo>
                  <a:pt x="32793" y="115379"/>
                </a:lnTo>
                <a:lnTo>
                  <a:pt x="32225" y="115297"/>
                </a:lnTo>
                <a:lnTo>
                  <a:pt x="31677" y="115210"/>
                </a:lnTo>
                <a:lnTo>
                  <a:pt x="31150" y="115118"/>
                </a:lnTo>
                <a:lnTo>
                  <a:pt x="30643" y="115021"/>
                </a:lnTo>
                <a:lnTo>
                  <a:pt x="30157" y="114919"/>
                </a:lnTo>
                <a:lnTo>
                  <a:pt x="29690" y="114813"/>
                </a:lnTo>
                <a:lnTo>
                  <a:pt x="29245" y="114701"/>
                </a:lnTo>
                <a:lnTo>
                  <a:pt x="28819" y="114585"/>
                </a:lnTo>
                <a:lnTo>
                  <a:pt x="28415" y="114463"/>
                </a:lnTo>
                <a:lnTo>
                  <a:pt x="28030" y="114337"/>
                </a:lnTo>
                <a:lnTo>
                  <a:pt x="27666" y="114206"/>
                </a:lnTo>
                <a:lnTo>
                  <a:pt x="27322" y="114070"/>
                </a:lnTo>
                <a:lnTo>
                  <a:pt x="26999" y="113929"/>
                </a:lnTo>
                <a:lnTo>
                  <a:pt x="26696" y="113783"/>
                </a:lnTo>
                <a:lnTo>
                  <a:pt x="26414" y="113632"/>
                </a:lnTo>
                <a:lnTo>
                  <a:pt x="26152" y="113476"/>
                </a:lnTo>
                <a:lnTo>
                  <a:pt x="25910" y="113316"/>
                </a:lnTo>
                <a:lnTo>
                  <a:pt x="25689" y="113150"/>
                </a:lnTo>
                <a:lnTo>
                  <a:pt x="25483" y="112981"/>
                </a:lnTo>
                <a:lnTo>
                  <a:pt x="25285" y="112809"/>
                </a:lnTo>
                <a:lnTo>
                  <a:pt x="25096" y="112636"/>
                </a:lnTo>
                <a:lnTo>
                  <a:pt x="24916" y="112460"/>
                </a:lnTo>
                <a:lnTo>
                  <a:pt x="24744" y="112282"/>
                </a:lnTo>
                <a:lnTo>
                  <a:pt x="24582" y="112102"/>
                </a:lnTo>
                <a:lnTo>
                  <a:pt x="24428" y="111919"/>
                </a:lnTo>
                <a:lnTo>
                  <a:pt x="24283" y="111734"/>
                </a:lnTo>
                <a:lnTo>
                  <a:pt x="24146" y="111547"/>
                </a:lnTo>
                <a:lnTo>
                  <a:pt x="24019" y="111358"/>
                </a:lnTo>
                <a:lnTo>
                  <a:pt x="23900" y="111166"/>
                </a:lnTo>
                <a:lnTo>
                  <a:pt x="23790" y="110972"/>
                </a:lnTo>
                <a:lnTo>
                  <a:pt x="23689" y="110776"/>
                </a:lnTo>
                <a:lnTo>
                  <a:pt x="23597" y="110578"/>
                </a:lnTo>
                <a:lnTo>
                  <a:pt x="23514" y="110378"/>
                </a:lnTo>
                <a:lnTo>
                  <a:pt x="23439" y="110175"/>
                </a:lnTo>
                <a:lnTo>
                  <a:pt x="23373" y="109970"/>
                </a:lnTo>
                <a:lnTo>
                  <a:pt x="23316" y="109763"/>
                </a:lnTo>
                <a:lnTo>
                  <a:pt x="23267" y="109554"/>
                </a:lnTo>
                <a:lnTo>
                  <a:pt x="23228" y="109342"/>
                </a:lnTo>
                <a:lnTo>
                  <a:pt x="23197" y="109128"/>
                </a:lnTo>
                <a:lnTo>
                  <a:pt x="23175" y="108912"/>
                </a:lnTo>
                <a:lnTo>
                  <a:pt x="23162" y="108694"/>
                </a:lnTo>
                <a:lnTo>
                  <a:pt x="23158" y="108473"/>
                </a:lnTo>
                <a:lnTo>
                  <a:pt x="23163" y="108188"/>
                </a:lnTo>
                <a:lnTo>
                  <a:pt x="23178" y="107891"/>
                </a:lnTo>
                <a:lnTo>
                  <a:pt x="23203" y="107583"/>
                </a:lnTo>
                <a:lnTo>
                  <a:pt x="23239" y="107262"/>
                </a:lnTo>
                <a:lnTo>
                  <a:pt x="23284" y="106930"/>
                </a:lnTo>
                <a:lnTo>
                  <a:pt x="23340" y="106585"/>
                </a:lnTo>
                <a:lnTo>
                  <a:pt x="23406" y="106229"/>
                </a:lnTo>
                <a:lnTo>
                  <a:pt x="23482" y="105860"/>
                </a:lnTo>
                <a:lnTo>
                  <a:pt x="23568" y="105480"/>
                </a:lnTo>
                <a:lnTo>
                  <a:pt x="23664" y="105088"/>
                </a:lnTo>
                <a:lnTo>
                  <a:pt x="23770" y="104684"/>
                </a:lnTo>
                <a:lnTo>
                  <a:pt x="23887" y="104268"/>
                </a:lnTo>
                <a:lnTo>
                  <a:pt x="24014" y="103840"/>
                </a:lnTo>
                <a:lnTo>
                  <a:pt x="24150" y="103400"/>
                </a:lnTo>
                <a:lnTo>
                  <a:pt x="24297" y="102949"/>
                </a:lnTo>
                <a:lnTo>
                  <a:pt x="24454" y="102485"/>
                </a:lnTo>
                <a:lnTo>
                  <a:pt x="24622" y="102009"/>
                </a:lnTo>
                <a:lnTo>
                  <a:pt x="24799" y="101522"/>
                </a:lnTo>
                <a:lnTo>
                  <a:pt x="24986" y="101022"/>
                </a:lnTo>
                <a:lnTo>
                  <a:pt x="25184" y="100511"/>
                </a:lnTo>
                <a:lnTo>
                  <a:pt x="25391" y="99988"/>
                </a:lnTo>
                <a:lnTo>
                  <a:pt x="25609" y="99453"/>
                </a:lnTo>
                <a:lnTo>
                  <a:pt x="25837" y="98906"/>
                </a:lnTo>
                <a:lnTo>
                  <a:pt x="26075" y="98347"/>
                </a:lnTo>
                <a:lnTo>
                  <a:pt x="33971" y="79982"/>
                </a:lnTo>
                <a:lnTo>
                  <a:pt x="63893" y="79982"/>
                </a:lnTo>
                <a:lnTo>
                  <a:pt x="63893" y="73631"/>
                </a:lnTo>
                <a:lnTo>
                  <a:pt x="36631" y="73631"/>
                </a:lnTo>
                <a:lnTo>
                  <a:pt x="56884" y="26670"/>
                </a:lnTo>
                <a:lnTo>
                  <a:pt x="63893" y="43346"/>
                </a:lnTo>
                <a:lnTo>
                  <a:pt x="63893" y="1983"/>
                </a:lnTo>
                <a:lnTo>
                  <a:pt x="63063" y="0"/>
                </a:lnTo>
                <a:close/>
              </a:path>
            </a:pathLst>
          </a:custGeom>
          <a:solidFill xmlns:a="http://schemas.openxmlformats.org/drawingml/2006/main">
            <a:srgbClr val="03040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d64ea02ad4b1d"/>
          <a:stretch xmlns:a="http://schemas.openxmlformats.org/drawingml/2006/main"/>
        </p:blipFill>
        <p:spPr>
          <a:xfrm xmlns:a="http://schemas.openxmlformats.org/drawingml/2006/main">
            <a:off x="4180650" y="7034890"/>
            <a:ext cx="469033" cy="433500"/>
          </a:xfrm>
          <a:prstGeom xmlns:a="http://schemas.openxmlformats.org/drawingml/2006/main" prst="rect">
            <a:avLst/>
          </a:prstGeom>
        </p:spPr>
      </p:pic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df5beb9c8483c"/>
          <a:stretch xmlns:a="http://schemas.openxmlformats.org/drawingml/2006/main"/>
        </p:blipFill>
        <p:spPr>
          <a:xfrm xmlns:a="http://schemas.openxmlformats.org/drawingml/2006/main">
            <a:off x="4646732" y="7086654"/>
            <a:ext cx="5027" cy="336776"/>
          </a:xfrm>
          <a:prstGeom xmlns:a="http://schemas.openxmlformats.org/drawingml/2006/main" prst="rect">
            <a:avLst/>
          </a:prstGeom>
        </p:spPr>
      </p:pic>
      <p:sp>
        <p:nvSpPr>
          <p:cNvPr id="142" name="Text HarmonicFeatureExtractionandAuthentication">
            <a:extLst xmlns:a="http://schemas.openxmlformats.org/drawingml/2006/main">
              <a:ext uri="{FF2B5EF4-FFF2-40B4-BE49-F238E27FC236}">
                <a16:creationId xmlns:a16="http://schemas.microsoft.com/office/drawing/2014/main" id="{FB5A3267-DB33-46A8-91E2-5ADAC835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34" y="5175979"/>
            <a:ext cx="4975990" cy="162516"/>
          </a:xfrm>
          <a:custGeom xmlns:a="http://schemas.openxmlformats.org/drawingml/2006/main">
            <a:pathLst>
              <a:path w="4975990" h="162516">
                <a:moveTo>
                  <a:pt x="59421" y="84361"/>
                </a:moveTo>
                <a:lnTo>
                  <a:pt x="59421" y="132634"/>
                </a:lnTo>
                <a:cubicBezTo>
                  <a:pt x="59421" y="140643"/>
                  <a:pt x="59861" y="145650"/>
                  <a:pt x="60743" y="147654"/>
                </a:cubicBezTo>
                <a:cubicBezTo>
                  <a:pt x="61624" y="149656"/>
                  <a:pt x="63348" y="151407"/>
                  <a:pt x="65915" y="152909"/>
                </a:cubicBezTo>
                <a:cubicBezTo>
                  <a:pt x="68481" y="154410"/>
                  <a:pt x="71949" y="155161"/>
                  <a:pt x="76316" y="155161"/>
                </a:cubicBezTo>
                <a:lnTo>
                  <a:pt x="81488" y="155161"/>
                </a:lnTo>
                <a:lnTo>
                  <a:pt x="81488" y="159298"/>
                </a:lnTo>
                <a:lnTo>
                  <a:pt x="0" y="159298"/>
                </a:lnTo>
                <a:lnTo>
                  <a:pt x="0" y="155161"/>
                </a:lnTo>
                <a:lnTo>
                  <a:pt x="5172" y="155161"/>
                </a:lnTo>
                <a:cubicBezTo>
                  <a:pt x="9693" y="155161"/>
                  <a:pt x="13332" y="154353"/>
                  <a:pt x="16091" y="152736"/>
                </a:cubicBezTo>
                <a:cubicBezTo>
                  <a:pt x="18083" y="151656"/>
                  <a:pt x="19615" y="149808"/>
                  <a:pt x="20688" y="147191"/>
                </a:cubicBezTo>
                <a:cubicBezTo>
                  <a:pt x="21531" y="145342"/>
                  <a:pt x="21952" y="140490"/>
                  <a:pt x="21952" y="132634"/>
                </a:cubicBezTo>
                <a:lnTo>
                  <a:pt x="21952" y="30113"/>
                </a:lnTo>
                <a:cubicBezTo>
                  <a:pt x="21952" y="22103"/>
                  <a:pt x="21531" y="17098"/>
                  <a:pt x="20688" y="15096"/>
                </a:cubicBezTo>
                <a:cubicBezTo>
                  <a:pt x="19845" y="13092"/>
                  <a:pt x="18140" y="11339"/>
                  <a:pt x="15574" y="9838"/>
                </a:cubicBezTo>
                <a:cubicBezTo>
                  <a:pt x="13007" y="8336"/>
                  <a:pt x="9540" y="7586"/>
                  <a:pt x="5172" y="7586"/>
                </a:cubicBezTo>
                <a:lnTo>
                  <a:pt x="0" y="7586"/>
                </a:lnTo>
                <a:lnTo>
                  <a:pt x="0" y="3448"/>
                </a:lnTo>
                <a:lnTo>
                  <a:pt x="81488" y="3448"/>
                </a:lnTo>
                <a:lnTo>
                  <a:pt x="81488" y="7586"/>
                </a:lnTo>
                <a:lnTo>
                  <a:pt x="76316" y="7586"/>
                </a:lnTo>
                <a:cubicBezTo>
                  <a:pt x="71795" y="7586"/>
                  <a:pt x="68156" y="8394"/>
                  <a:pt x="65397" y="10010"/>
                </a:cubicBezTo>
                <a:cubicBezTo>
                  <a:pt x="63405" y="11090"/>
                  <a:pt x="61834" y="12938"/>
                  <a:pt x="60685" y="15556"/>
                </a:cubicBezTo>
                <a:cubicBezTo>
                  <a:pt x="59842" y="17404"/>
                  <a:pt x="59421" y="22256"/>
                  <a:pt x="59421" y="30113"/>
                </a:cubicBezTo>
                <a:lnTo>
                  <a:pt x="59421" y="74247"/>
                </a:lnTo>
                <a:lnTo>
                  <a:pt x="114474" y="74247"/>
                </a:lnTo>
                <a:lnTo>
                  <a:pt x="114474" y="30113"/>
                </a:lnTo>
                <a:cubicBezTo>
                  <a:pt x="114474" y="22103"/>
                  <a:pt x="114053" y="17098"/>
                  <a:pt x="113210" y="15096"/>
                </a:cubicBezTo>
                <a:cubicBezTo>
                  <a:pt x="112367" y="13092"/>
                  <a:pt x="110643" y="11339"/>
                  <a:pt x="108038" y="9838"/>
                </a:cubicBezTo>
                <a:cubicBezTo>
                  <a:pt x="105433" y="8336"/>
                  <a:pt x="101946" y="7586"/>
                  <a:pt x="97579" y="7586"/>
                </a:cubicBezTo>
                <a:lnTo>
                  <a:pt x="92522" y="7586"/>
                </a:lnTo>
                <a:lnTo>
                  <a:pt x="92522" y="3448"/>
                </a:lnTo>
                <a:lnTo>
                  <a:pt x="173895" y="3448"/>
                </a:lnTo>
                <a:lnTo>
                  <a:pt x="173895" y="7586"/>
                </a:lnTo>
                <a:lnTo>
                  <a:pt x="168838" y="7586"/>
                </a:lnTo>
                <a:cubicBezTo>
                  <a:pt x="164240" y="7586"/>
                  <a:pt x="160601" y="8394"/>
                  <a:pt x="157919" y="10010"/>
                </a:cubicBezTo>
                <a:cubicBezTo>
                  <a:pt x="155927" y="11090"/>
                  <a:pt x="154356" y="12938"/>
                  <a:pt x="153207" y="15556"/>
                </a:cubicBezTo>
                <a:cubicBezTo>
                  <a:pt x="152364" y="17404"/>
                  <a:pt x="151943" y="22256"/>
                  <a:pt x="151943" y="30113"/>
                </a:cubicBezTo>
                <a:lnTo>
                  <a:pt x="151943" y="132634"/>
                </a:lnTo>
                <a:cubicBezTo>
                  <a:pt x="151943" y="140643"/>
                  <a:pt x="152364" y="145650"/>
                  <a:pt x="153207" y="147654"/>
                </a:cubicBezTo>
                <a:cubicBezTo>
                  <a:pt x="154050" y="149656"/>
                  <a:pt x="155774" y="151407"/>
                  <a:pt x="158379" y="152909"/>
                </a:cubicBezTo>
                <a:cubicBezTo>
                  <a:pt x="160984" y="154410"/>
                  <a:pt x="164470" y="155161"/>
                  <a:pt x="168838" y="155161"/>
                </a:cubicBezTo>
                <a:lnTo>
                  <a:pt x="173895" y="155161"/>
                </a:lnTo>
                <a:lnTo>
                  <a:pt x="173895" y="159298"/>
                </a:lnTo>
                <a:lnTo>
                  <a:pt x="92522" y="159298"/>
                </a:lnTo>
                <a:lnTo>
                  <a:pt x="92522" y="155161"/>
                </a:lnTo>
                <a:lnTo>
                  <a:pt x="97579" y="155161"/>
                </a:lnTo>
                <a:cubicBezTo>
                  <a:pt x="102176" y="155161"/>
                  <a:pt x="105816" y="154353"/>
                  <a:pt x="108498" y="152736"/>
                </a:cubicBezTo>
                <a:cubicBezTo>
                  <a:pt x="110490" y="151656"/>
                  <a:pt x="112061" y="149808"/>
                  <a:pt x="113210" y="147191"/>
                </a:cubicBezTo>
                <a:cubicBezTo>
                  <a:pt x="114053" y="145342"/>
                  <a:pt x="114474" y="140490"/>
                  <a:pt x="114474" y="132634"/>
                </a:cubicBezTo>
                <a:lnTo>
                  <a:pt x="114474" y="84361"/>
                </a:lnTo>
                <a:lnTo>
                  <a:pt x="59421" y="84361"/>
                </a:lnTo>
                <a:close/>
                <a:moveTo>
                  <a:pt x="245423" y="143437"/>
                </a:moveTo>
                <a:cubicBezTo>
                  <a:pt x="232321" y="155084"/>
                  <a:pt x="220559" y="160907"/>
                  <a:pt x="210139" y="160907"/>
                </a:cubicBezTo>
                <a:cubicBezTo>
                  <a:pt x="204009" y="160907"/>
                  <a:pt x="198913" y="158890"/>
                  <a:pt x="194852" y="154855"/>
                </a:cubicBezTo>
                <a:cubicBezTo>
                  <a:pt x="190791" y="150818"/>
                  <a:pt x="188761" y="145764"/>
                  <a:pt x="188761" y="139691"/>
                </a:cubicBezTo>
                <a:cubicBezTo>
                  <a:pt x="188761" y="131464"/>
                  <a:pt x="192286" y="124064"/>
                  <a:pt x="199335" y="117491"/>
                </a:cubicBezTo>
                <a:cubicBezTo>
                  <a:pt x="206384" y="110918"/>
                  <a:pt x="221747" y="102174"/>
                  <a:pt x="245423" y="91257"/>
                </a:cubicBezTo>
                <a:lnTo>
                  <a:pt x="245423" y="80454"/>
                </a:lnTo>
                <a:cubicBezTo>
                  <a:pt x="245423" y="72332"/>
                  <a:pt x="244983" y="67217"/>
                  <a:pt x="244102" y="65110"/>
                </a:cubicBezTo>
                <a:cubicBezTo>
                  <a:pt x="243220" y="63003"/>
                  <a:pt x="241554" y="61164"/>
                  <a:pt x="239102" y="59593"/>
                </a:cubicBezTo>
                <a:cubicBezTo>
                  <a:pt x="236650" y="58022"/>
                  <a:pt x="233892" y="57237"/>
                  <a:pt x="230827" y="57237"/>
                </a:cubicBezTo>
                <a:cubicBezTo>
                  <a:pt x="225846" y="57237"/>
                  <a:pt x="221747" y="58348"/>
                  <a:pt x="218529" y="60570"/>
                </a:cubicBezTo>
                <a:cubicBezTo>
                  <a:pt x="216537" y="61949"/>
                  <a:pt x="215541" y="63558"/>
                  <a:pt x="215541" y="65397"/>
                </a:cubicBezTo>
                <a:cubicBezTo>
                  <a:pt x="215541" y="67006"/>
                  <a:pt x="216613" y="68999"/>
                  <a:pt x="218759" y="71374"/>
                </a:cubicBezTo>
                <a:cubicBezTo>
                  <a:pt x="221670" y="74669"/>
                  <a:pt x="223126" y="77849"/>
                  <a:pt x="223126" y="80913"/>
                </a:cubicBezTo>
                <a:cubicBezTo>
                  <a:pt x="223126" y="84668"/>
                  <a:pt x="221728" y="87867"/>
                  <a:pt x="218931" y="90510"/>
                </a:cubicBezTo>
                <a:cubicBezTo>
                  <a:pt x="216134" y="93154"/>
                  <a:pt x="212476" y="94476"/>
                  <a:pt x="207955" y="94476"/>
                </a:cubicBezTo>
                <a:cubicBezTo>
                  <a:pt x="203128" y="94476"/>
                  <a:pt x="199086" y="93020"/>
                  <a:pt x="195829" y="90108"/>
                </a:cubicBezTo>
                <a:cubicBezTo>
                  <a:pt x="192573" y="87196"/>
                  <a:pt x="190945" y="83787"/>
                  <a:pt x="190945" y="79879"/>
                </a:cubicBezTo>
                <a:cubicBezTo>
                  <a:pt x="190945" y="74362"/>
                  <a:pt x="193128" y="69094"/>
                  <a:pt x="197496" y="64076"/>
                </a:cubicBezTo>
                <a:cubicBezTo>
                  <a:pt x="201863" y="59057"/>
                  <a:pt x="207955" y="55207"/>
                  <a:pt x="215770" y="52525"/>
                </a:cubicBezTo>
                <a:cubicBezTo>
                  <a:pt x="223586" y="49843"/>
                  <a:pt x="231708" y="48502"/>
                  <a:pt x="240136" y="48502"/>
                </a:cubicBezTo>
                <a:cubicBezTo>
                  <a:pt x="250327" y="48502"/>
                  <a:pt x="258392" y="50673"/>
                  <a:pt x="264330" y="55014"/>
                </a:cubicBezTo>
                <a:cubicBezTo>
                  <a:pt x="270268" y="59353"/>
                  <a:pt x="274118" y="64056"/>
                  <a:pt x="275881" y="69126"/>
                </a:cubicBezTo>
                <a:cubicBezTo>
                  <a:pt x="276954" y="72351"/>
                  <a:pt x="277490" y="79762"/>
                  <a:pt x="277490" y="91358"/>
                </a:cubicBezTo>
                <a:lnTo>
                  <a:pt x="277490" y="133176"/>
                </a:lnTo>
                <a:cubicBezTo>
                  <a:pt x="277490" y="138092"/>
                  <a:pt x="277681" y="141184"/>
                  <a:pt x="278065" y="142453"/>
                </a:cubicBezTo>
                <a:cubicBezTo>
                  <a:pt x="278448" y="143720"/>
                  <a:pt x="279022" y="144661"/>
                  <a:pt x="279789" y="145276"/>
                </a:cubicBezTo>
                <a:cubicBezTo>
                  <a:pt x="280555" y="145889"/>
                  <a:pt x="281436" y="146196"/>
                  <a:pt x="282432" y="146196"/>
                </a:cubicBezTo>
                <a:cubicBezTo>
                  <a:pt x="284424" y="146196"/>
                  <a:pt x="286455" y="144778"/>
                  <a:pt x="288524" y="141943"/>
                </a:cubicBezTo>
                <a:lnTo>
                  <a:pt x="291972" y="144702"/>
                </a:lnTo>
                <a:cubicBezTo>
                  <a:pt x="288140" y="150372"/>
                  <a:pt x="284175" y="154490"/>
                  <a:pt x="280076" y="157057"/>
                </a:cubicBezTo>
                <a:cubicBezTo>
                  <a:pt x="275977" y="159624"/>
                  <a:pt x="271322" y="160907"/>
                  <a:pt x="266111" y="160907"/>
                </a:cubicBezTo>
                <a:cubicBezTo>
                  <a:pt x="259982" y="160907"/>
                  <a:pt x="255193" y="159461"/>
                  <a:pt x="251745" y="156569"/>
                </a:cubicBezTo>
                <a:cubicBezTo>
                  <a:pt x="248297" y="153676"/>
                  <a:pt x="246190" y="149299"/>
                  <a:pt x="245423" y="143437"/>
                </a:cubicBezTo>
                <a:moveTo>
                  <a:pt x="245423" y="134932"/>
                </a:moveTo>
                <a:lnTo>
                  <a:pt x="245423" y="98980"/>
                </a:lnTo>
                <a:cubicBezTo>
                  <a:pt x="236152" y="104446"/>
                  <a:pt x="229256" y="110298"/>
                  <a:pt x="224735" y="116536"/>
                </a:cubicBezTo>
                <a:cubicBezTo>
                  <a:pt x="221747" y="120693"/>
                  <a:pt x="220253" y="124889"/>
                  <a:pt x="220253" y="129125"/>
                </a:cubicBezTo>
                <a:cubicBezTo>
                  <a:pt x="220253" y="132666"/>
                  <a:pt x="221517" y="135785"/>
                  <a:pt x="224046" y="138481"/>
                </a:cubicBezTo>
                <a:cubicBezTo>
                  <a:pt x="225961" y="140559"/>
                  <a:pt x="228643" y="141599"/>
                  <a:pt x="232091" y="141599"/>
                </a:cubicBezTo>
                <a:cubicBezTo>
                  <a:pt x="235922" y="141599"/>
                  <a:pt x="240366" y="139376"/>
                  <a:pt x="245423" y="134932"/>
                </a:cubicBezTo>
                <a:close/>
                <a:moveTo>
                  <a:pt x="346286" y="51720"/>
                </a:moveTo>
                <a:lnTo>
                  <a:pt x="346286" y="76086"/>
                </a:lnTo>
                <a:cubicBezTo>
                  <a:pt x="353412" y="64976"/>
                  <a:pt x="359657" y="57601"/>
                  <a:pt x="365020" y="53961"/>
                </a:cubicBezTo>
                <a:cubicBezTo>
                  <a:pt x="370384" y="50322"/>
                  <a:pt x="375556" y="48502"/>
                  <a:pt x="380536" y="48502"/>
                </a:cubicBezTo>
                <a:cubicBezTo>
                  <a:pt x="384827" y="48502"/>
                  <a:pt x="388256" y="49829"/>
                  <a:pt x="390823" y="52482"/>
                </a:cubicBezTo>
                <a:cubicBezTo>
                  <a:pt x="393390" y="55135"/>
                  <a:pt x="394673" y="58883"/>
                  <a:pt x="394673" y="63727"/>
                </a:cubicBezTo>
                <a:cubicBezTo>
                  <a:pt x="394673" y="68880"/>
                  <a:pt x="393428" y="72880"/>
                  <a:pt x="390938" y="75727"/>
                </a:cubicBezTo>
                <a:cubicBezTo>
                  <a:pt x="388448" y="78572"/>
                  <a:pt x="385440" y="79994"/>
                  <a:pt x="381915" y="79994"/>
                </a:cubicBezTo>
                <a:cubicBezTo>
                  <a:pt x="377854" y="79994"/>
                  <a:pt x="374330" y="78691"/>
                  <a:pt x="371342" y="76086"/>
                </a:cubicBezTo>
                <a:cubicBezTo>
                  <a:pt x="368353" y="73481"/>
                  <a:pt x="366591" y="72025"/>
                  <a:pt x="366055" y="71719"/>
                </a:cubicBezTo>
                <a:cubicBezTo>
                  <a:pt x="365288" y="71259"/>
                  <a:pt x="364407" y="71029"/>
                  <a:pt x="363411" y="71029"/>
                </a:cubicBezTo>
                <a:cubicBezTo>
                  <a:pt x="361189" y="71029"/>
                  <a:pt x="359082" y="71872"/>
                  <a:pt x="357090" y="73558"/>
                </a:cubicBezTo>
                <a:cubicBezTo>
                  <a:pt x="353948" y="76163"/>
                  <a:pt x="351573" y="79879"/>
                  <a:pt x="349964" y="84706"/>
                </a:cubicBezTo>
                <a:cubicBezTo>
                  <a:pt x="347512" y="92139"/>
                  <a:pt x="346286" y="100337"/>
                  <a:pt x="346286" y="109302"/>
                </a:cubicBezTo>
                <a:lnTo>
                  <a:pt x="346286" y="134013"/>
                </a:lnTo>
                <a:lnTo>
                  <a:pt x="346401" y="140449"/>
                </a:lnTo>
                <a:cubicBezTo>
                  <a:pt x="346401" y="144817"/>
                  <a:pt x="346669" y="147613"/>
                  <a:pt x="347205" y="148839"/>
                </a:cubicBezTo>
                <a:cubicBezTo>
                  <a:pt x="348125" y="150908"/>
                  <a:pt x="349485" y="152421"/>
                  <a:pt x="351286" y="153379"/>
                </a:cubicBezTo>
                <a:cubicBezTo>
                  <a:pt x="353086" y="154337"/>
                  <a:pt x="356132" y="154931"/>
                  <a:pt x="360423" y="155161"/>
                </a:cubicBezTo>
                <a:lnTo>
                  <a:pt x="360423" y="159298"/>
                </a:lnTo>
                <a:lnTo>
                  <a:pt x="302381" y="159298"/>
                </a:lnTo>
                <a:lnTo>
                  <a:pt x="302381" y="155161"/>
                </a:lnTo>
                <a:cubicBezTo>
                  <a:pt x="307055" y="154778"/>
                  <a:pt x="310216" y="153494"/>
                  <a:pt x="311863" y="151310"/>
                </a:cubicBezTo>
                <a:cubicBezTo>
                  <a:pt x="313511" y="149127"/>
                  <a:pt x="314334" y="143361"/>
                  <a:pt x="314334" y="134013"/>
                </a:cubicBezTo>
                <a:lnTo>
                  <a:pt x="314334" y="74477"/>
                </a:lnTo>
                <a:cubicBezTo>
                  <a:pt x="314334" y="68309"/>
                  <a:pt x="314028" y="64377"/>
                  <a:pt x="313415" y="62682"/>
                </a:cubicBezTo>
                <a:cubicBezTo>
                  <a:pt x="312649" y="60522"/>
                  <a:pt x="311538" y="58942"/>
                  <a:pt x="310082" y="57941"/>
                </a:cubicBezTo>
                <a:cubicBezTo>
                  <a:pt x="308626" y="56938"/>
                  <a:pt x="306059" y="56243"/>
                  <a:pt x="302381" y="55858"/>
                </a:cubicBezTo>
                <a:lnTo>
                  <a:pt x="302381" y="51720"/>
                </a:lnTo>
                <a:lnTo>
                  <a:pt x="346286" y="51720"/>
                </a:lnTo>
                <a:close/>
                <a:moveTo>
                  <a:pt x="449855" y="51720"/>
                </a:moveTo>
                <a:lnTo>
                  <a:pt x="449855" y="65972"/>
                </a:lnTo>
                <a:cubicBezTo>
                  <a:pt x="455755" y="59493"/>
                  <a:pt x="461214" y="54961"/>
                  <a:pt x="466233" y="52378"/>
                </a:cubicBezTo>
                <a:cubicBezTo>
                  <a:pt x="471252" y="49794"/>
                  <a:pt x="476749" y="48502"/>
                  <a:pt x="482726" y="48502"/>
                </a:cubicBezTo>
                <a:cubicBezTo>
                  <a:pt x="489622" y="48502"/>
                  <a:pt x="495407" y="50121"/>
                  <a:pt x="500081" y="53358"/>
                </a:cubicBezTo>
                <a:cubicBezTo>
                  <a:pt x="504755" y="56595"/>
                  <a:pt x="508356" y="61528"/>
                  <a:pt x="510885" y="68156"/>
                </a:cubicBezTo>
                <a:cubicBezTo>
                  <a:pt x="517015" y="61219"/>
                  <a:pt x="522895" y="56210"/>
                  <a:pt x="528527" y="53128"/>
                </a:cubicBezTo>
                <a:cubicBezTo>
                  <a:pt x="534159" y="50044"/>
                  <a:pt x="540040" y="48502"/>
                  <a:pt x="546169" y="48502"/>
                </a:cubicBezTo>
                <a:cubicBezTo>
                  <a:pt x="553602" y="48502"/>
                  <a:pt x="559521" y="50209"/>
                  <a:pt x="563927" y="53624"/>
                </a:cubicBezTo>
                <a:cubicBezTo>
                  <a:pt x="568333" y="57038"/>
                  <a:pt x="571397" y="61373"/>
                  <a:pt x="573121" y="66629"/>
                </a:cubicBezTo>
                <a:cubicBezTo>
                  <a:pt x="574845" y="71885"/>
                  <a:pt x="575707" y="80267"/>
                  <a:pt x="575707" y="91775"/>
                </a:cubicBezTo>
                <a:lnTo>
                  <a:pt x="575707" y="135852"/>
                </a:lnTo>
                <a:cubicBezTo>
                  <a:pt x="575707" y="144127"/>
                  <a:pt x="576455" y="149261"/>
                  <a:pt x="577949" y="151253"/>
                </a:cubicBezTo>
                <a:cubicBezTo>
                  <a:pt x="579443" y="153245"/>
                  <a:pt x="582565" y="154548"/>
                  <a:pt x="587316" y="155161"/>
                </a:cubicBezTo>
                <a:lnTo>
                  <a:pt x="587316" y="159298"/>
                </a:lnTo>
                <a:lnTo>
                  <a:pt x="531803" y="159298"/>
                </a:lnTo>
                <a:lnTo>
                  <a:pt x="531803" y="155161"/>
                </a:lnTo>
                <a:cubicBezTo>
                  <a:pt x="536170" y="154778"/>
                  <a:pt x="539388" y="153092"/>
                  <a:pt x="541457" y="150104"/>
                </a:cubicBezTo>
                <a:cubicBezTo>
                  <a:pt x="542836" y="148035"/>
                  <a:pt x="543526" y="143284"/>
                  <a:pt x="543526" y="135852"/>
                </a:cubicBezTo>
                <a:lnTo>
                  <a:pt x="543526" y="89648"/>
                </a:lnTo>
                <a:cubicBezTo>
                  <a:pt x="543526" y="80071"/>
                  <a:pt x="543143" y="73979"/>
                  <a:pt x="542377" y="71374"/>
                </a:cubicBezTo>
                <a:cubicBezTo>
                  <a:pt x="541610" y="68769"/>
                  <a:pt x="540404" y="66834"/>
                  <a:pt x="538756" y="65570"/>
                </a:cubicBezTo>
                <a:cubicBezTo>
                  <a:pt x="537109" y="64305"/>
                  <a:pt x="535174" y="63673"/>
                  <a:pt x="532952" y="63673"/>
                </a:cubicBezTo>
                <a:cubicBezTo>
                  <a:pt x="529657" y="63673"/>
                  <a:pt x="526324" y="64880"/>
                  <a:pt x="522953" y="67294"/>
                </a:cubicBezTo>
                <a:cubicBezTo>
                  <a:pt x="519581" y="69707"/>
                  <a:pt x="516172" y="73328"/>
                  <a:pt x="512724" y="78155"/>
                </a:cubicBezTo>
                <a:lnTo>
                  <a:pt x="512724" y="135852"/>
                </a:lnTo>
                <a:cubicBezTo>
                  <a:pt x="512724" y="143591"/>
                  <a:pt x="513375" y="148456"/>
                  <a:pt x="514678" y="150448"/>
                </a:cubicBezTo>
                <a:cubicBezTo>
                  <a:pt x="516440" y="153283"/>
                  <a:pt x="519811" y="154854"/>
                  <a:pt x="524792" y="155161"/>
                </a:cubicBezTo>
                <a:lnTo>
                  <a:pt x="524792" y="159298"/>
                </a:lnTo>
                <a:lnTo>
                  <a:pt x="469164" y="159298"/>
                </a:lnTo>
                <a:lnTo>
                  <a:pt x="469164" y="155161"/>
                </a:lnTo>
                <a:cubicBezTo>
                  <a:pt x="472152" y="155007"/>
                  <a:pt x="474508" y="154260"/>
                  <a:pt x="476232" y="152920"/>
                </a:cubicBezTo>
                <a:cubicBezTo>
                  <a:pt x="477956" y="151579"/>
                  <a:pt x="479106" y="149970"/>
                  <a:pt x="479680" y="148092"/>
                </a:cubicBezTo>
                <a:cubicBezTo>
                  <a:pt x="480255" y="146215"/>
                  <a:pt x="480542" y="142135"/>
                  <a:pt x="480542" y="135852"/>
                </a:cubicBezTo>
                <a:lnTo>
                  <a:pt x="480542" y="89577"/>
                </a:lnTo>
                <a:cubicBezTo>
                  <a:pt x="480542" y="79829"/>
                  <a:pt x="480159" y="73728"/>
                  <a:pt x="479393" y="71273"/>
                </a:cubicBezTo>
                <a:cubicBezTo>
                  <a:pt x="478627" y="68817"/>
                  <a:pt x="477343" y="66897"/>
                  <a:pt x="475543" y="65516"/>
                </a:cubicBezTo>
                <a:cubicBezTo>
                  <a:pt x="473742" y="64134"/>
                  <a:pt x="471807" y="63443"/>
                  <a:pt x="469738" y="63443"/>
                </a:cubicBezTo>
                <a:cubicBezTo>
                  <a:pt x="466674" y="63443"/>
                  <a:pt x="463877" y="64254"/>
                  <a:pt x="461348" y="65875"/>
                </a:cubicBezTo>
                <a:cubicBezTo>
                  <a:pt x="457747" y="68270"/>
                  <a:pt x="453916" y="72363"/>
                  <a:pt x="449855" y="78155"/>
                </a:cubicBezTo>
                <a:lnTo>
                  <a:pt x="449855" y="135852"/>
                </a:lnTo>
                <a:cubicBezTo>
                  <a:pt x="449855" y="143437"/>
                  <a:pt x="450602" y="148437"/>
                  <a:pt x="452096" y="150851"/>
                </a:cubicBezTo>
                <a:cubicBezTo>
                  <a:pt x="453590" y="153264"/>
                  <a:pt x="456713" y="154701"/>
                  <a:pt x="461463" y="155161"/>
                </a:cubicBezTo>
                <a:lnTo>
                  <a:pt x="461463" y="159298"/>
                </a:lnTo>
                <a:lnTo>
                  <a:pt x="406065" y="159298"/>
                </a:lnTo>
                <a:lnTo>
                  <a:pt x="406065" y="155161"/>
                </a:lnTo>
                <a:cubicBezTo>
                  <a:pt x="410586" y="154701"/>
                  <a:pt x="413804" y="153245"/>
                  <a:pt x="415720" y="150793"/>
                </a:cubicBezTo>
                <a:cubicBezTo>
                  <a:pt x="417022" y="149108"/>
                  <a:pt x="417673" y="144127"/>
                  <a:pt x="417673" y="135852"/>
                </a:cubicBezTo>
                <a:lnTo>
                  <a:pt x="417673" y="75167"/>
                </a:lnTo>
                <a:cubicBezTo>
                  <a:pt x="417673" y="66947"/>
                  <a:pt x="416926" y="61828"/>
                  <a:pt x="415432" y="59812"/>
                </a:cubicBezTo>
                <a:cubicBezTo>
                  <a:pt x="413938" y="57796"/>
                  <a:pt x="410816" y="56478"/>
                  <a:pt x="406065" y="55858"/>
                </a:cubicBezTo>
                <a:lnTo>
                  <a:pt x="406065" y="51720"/>
                </a:lnTo>
                <a:lnTo>
                  <a:pt x="449855" y="51720"/>
                </a:lnTo>
                <a:close/>
                <a:moveTo>
                  <a:pt x="644959" y="48502"/>
                </a:moveTo>
                <a:cubicBezTo>
                  <a:pt x="654307" y="48502"/>
                  <a:pt x="663003" y="50918"/>
                  <a:pt x="671049" y="55750"/>
                </a:cubicBezTo>
                <a:cubicBezTo>
                  <a:pt x="679094" y="60582"/>
                  <a:pt x="685205" y="67447"/>
                  <a:pt x="689381" y="76345"/>
                </a:cubicBezTo>
                <a:cubicBezTo>
                  <a:pt x="693557" y="85243"/>
                  <a:pt x="695644" y="94983"/>
                  <a:pt x="695644" y="105567"/>
                </a:cubicBezTo>
                <a:cubicBezTo>
                  <a:pt x="695644" y="120829"/>
                  <a:pt x="691775" y="133600"/>
                  <a:pt x="684036" y="143879"/>
                </a:cubicBezTo>
                <a:cubicBezTo>
                  <a:pt x="674688" y="156304"/>
                  <a:pt x="661777" y="162516"/>
                  <a:pt x="645303" y="162516"/>
                </a:cubicBezTo>
                <a:cubicBezTo>
                  <a:pt x="629136" y="162516"/>
                  <a:pt x="616685" y="156840"/>
                  <a:pt x="607950" y="145488"/>
                </a:cubicBezTo>
                <a:cubicBezTo>
                  <a:pt x="599215" y="134136"/>
                  <a:pt x="594847" y="120982"/>
                  <a:pt x="594847" y="106026"/>
                </a:cubicBezTo>
                <a:cubicBezTo>
                  <a:pt x="594847" y="90611"/>
                  <a:pt x="599311" y="77170"/>
                  <a:pt x="608237" y="65703"/>
                </a:cubicBezTo>
                <a:cubicBezTo>
                  <a:pt x="617164" y="54236"/>
                  <a:pt x="629404" y="48502"/>
                  <a:pt x="644959" y="48502"/>
                </a:cubicBezTo>
                <a:moveTo>
                  <a:pt x="645418" y="56547"/>
                </a:moveTo>
                <a:cubicBezTo>
                  <a:pt x="641511" y="56547"/>
                  <a:pt x="638158" y="58025"/>
                  <a:pt x="635362" y="60980"/>
                </a:cubicBezTo>
                <a:cubicBezTo>
                  <a:pt x="632565" y="63932"/>
                  <a:pt x="630726" y="69761"/>
                  <a:pt x="629845" y="78468"/>
                </a:cubicBezTo>
                <a:cubicBezTo>
                  <a:pt x="628964" y="87174"/>
                  <a:pt x="628523" y="99275"/>
                  <a:pt x="628523" y="114772"/>
                </a:cubicBezTo>
                <a:cubicBezTo>
                  <a:pt x="628523" y="122980"/>
                  <a:pt x="629059" y="130652"/>
                  <a:pt x="630132" y="137788"/>
                </a:cubicBezTo>
                <a:cubicBezTo>
                  <a:pt x="630975" y="143233"/>
                  <a:pt x="632776" y="147375"/>
                  <a:pt x="635534" y="150215"/>
                </a:cubicBezTo>
                <a:cubicBezTo>
                  <a:pt x="638292" y="153052"/>
                  <a:pt x="641434" y="154471"/>
                  <a:pt x="644959" y="154471"/>
                </a:cubicBezTo>
                <a:cubicBezTo>
                  <a:pt x="648407" y="154471"/>
                  <a:pt x="651280" y="153512"/>
                  <a:pt x="653579" y="151594"/>
                </a:cubicBezTo>
                <a:cubicBezTo>
                  <a:pt x="656567" y="148987"/>
                  <a:pt x="658559" y="145342"/>
                  <a:pt x="659555" y="140661"/>
                </a:cubicBezTo>
                <a:cubicBezTo>
                  <a:pt x="661088" y="133375"/>
                  <a:pt x="661854" y="118646"/>
                  <a:pt x="661854" y="96476"/>
                </a:cubicBezTo>
                <a:cubicBezTo>
                  <a:pt x="661854" y="83436"/>
                  <a:pt x="661126" y="74481"/>
                  <a:pt x="659670" y="69610"/>
                </a:cubicBezTo>
                <a:cubicBezTo>
                  <a:pt x="658214" y="64738"/>
                  <a:pt x="656069" y="61189"/>
                  <a:pt x="653234" y="58965"/>
                </a:cubicBezTo>
                <a:cubicBezTo>
                  <a:pt x="651242" y="57353"/>
                  <a:pt x="648637" y="56547"/>
                  <a:pt x="645418" y="56547"/>
                </a:cubicBezTo>
                <a:close/>
                <a:moveTo>
                  <a:pt x="754222" y="51720"/>
                </a:moveTo>
                <a:lnTo>
                  <a:pt x="754222" y="65742"/>
                </a:lnTo>
                <a:cubicBezTo>
                  <a:pt x="759739" y="59725"/>
                  <a:pt x="765026" y="55348"/>
                  <a:pt x="770083" y="52611"/>
                </a:cubicBezTo>
                <a:cubicBezTo>
                  <a:pt x="775140" y="49872"/>
                  <a:pt x="780580" y="48502"/>
                  <a:pt x="786404" y="48502"/>
                </a:cubicBezTo>
                <a:cubicBezTo>
                  <a:pt x="793376" y="48502"/>
                  <a:pt x="799161" y="50439"/>
                  <a:pt x="803759" y="54313"/>
                </a:cubicBezTo>
                <a:cubicBezTo>
                  <a:pt x="808356" y="58188"/>
                  <a:pt x="811421" y="63002"/>
                  <a:pt x="812953" y="68756"/>
                </a:cubicBezTo>
                <a:cubicBezTo>
                  <a:pt x="814179" y="73130"/>
                  <a:pt x="814792" y="81532"/>
                  <a:pt x="814792" y="93962"/>
                </a:cubicBezTo>
                <a:lnTo>
                  <a:pt x="814792" y="135852"/>
                </a:lnTo>
                <a:cubicBezTo>
                  <a:pt x="814792" y="144127"/>
                  <a:pt x="815539" y="149280"/>
                  <a:pt x="817033" y="151310"/>
                </a:cubicBezTo>
                <a:cubicBezTo>
                  <a:pt x="818528" y="153341"/>
                  <a:pt x="821650" y="154624"/>
                  <a:pt x="826401" y="155161"/>
                </a:cubicBezTo>
                <a:lnTo>
                  <a:pt x="826401" y="159298"/>
                </a:lnTo>
                <a:lnTo>
                  <a:pt x="772037" y="159298"/>
                </a:lnTo>
                <a:lnTo>
                  <a:pt x="772037" y="155161"/>
                </a:lnTo>
                <a:cubicBezTo>
                  <a:pt x="776098" y="154624"/>
                  <a:pt x="779010" y="152939"/>
                  <a:pt x="780772" y="150104"/>
                </a:cubicBezTo>
                <a:cubicBezTo>
                  <a:pt x="781998" y="148188"/>
                  <a:pt x="782611" y="143437"/>
                  <a:pt x="782611" y="135852"/>
                </a:cubicBezTo>
                <a:lnTo>
                  <a:pt x="782611" y="88039"/>
                </a:lnTo>
                <a:cubicBezTo>
                  <a:pt x="782611" y="79228"/>
                  <a:pt x="782266" y="73673"/>
                  <a:pt x="781576" y="71374"/>
                </a:cubicBezTo>
                <a:cubicBezTo>
                  <a:pt x="780887" y="69075"/>
                  <a:pt x="779718" y="67294"/>
                  <a:pt x="778071" y="66030"/>
                </a:cubicBezTo>
                <a:cubicBezTo>
                  <a:pt x="776424" y="64765"/>
                  <a:pt x="774604" y="64133"/>
                  <a:pt x="772612" y="64133"/>
                </a:cubicBezTo>
                <a:cubicBezTo>
                  <a:pt x="766022" y="64133"/>
                  <a:pt x="759892" y="68884"/>
                  <a:pt x="754222" y="78385"/>
                </a:cubicBezTo>
                <a:lnTo>
                  <a:pt x="754222" y="135852"/>
                </a:lnTo>
                <a:cubicBezTo>
                  <a:pt x="754222" y="143897"/>
                  <a:pt x="754969" y="148993"/>
                  <a:pt x="756463" y="151138"/>
                </a:cubicBezTo>
                <a:cubicBezTo>
                  <a:pt x="757957" y="153283"/>
                  <a:pt x="760735" y="154624"/>
                  <a:pt x="764796" y="155161"/>
                </a:cubicBezTo>
                <a:lnTo>
                  <a:pt x="764796" y="159298"/>
                </a:lnTo>
                <a:lnTo>
                  <a:pt x="710432" y="159298"/>
                </a:lnTo>
                <a:lnTo>
                  <a:pt x="710432" y="155161"/>
                </a:lnTo>
                <a:cubicBezTo>
                  <a:pt x="714953" y="154701"/>
                  <a:pt x="718171" y="153245"/>
                  <a:pt x="720087" y="150793"/>
                </a:cubicBezTo>
                <a:cubicBezTo>
                  <a:pt x="721389" y="149108"/>
                  <a:pt x="722041" y="144127"/>
                  <a:pt x="722041" y="135852"/>
                </a:cubicBezTo>
                <a:lnTo>
                  <a:pt x="722041" y="75167"/>
                </a:lnTo>
                <a:cubicBezTo>
                  <a:pt x="722041" y="66947"/>
                  <a:pt x="721294" y="61828"/>
                  <a:pt x="719799" y="59812"/>
                </a:cubicBezTo>
                <a:cubicBezTo>
                  <a:pt x="718305" y="57796"/>
                  <a:pt x="715183" y="56478"/>
                  <a:pt x="710432" y="55858"/>
                </a:cubicBezTo>
                <a:lnTo>
                  <a:pt x="710432" y="51720"/>
                </a:lnTo>
                <a:lnTo>
                  <a:pt x="754222" y="51720"/>
                </a:lnTo>
                <a:close/>
                <a:moveTo>
                  <a:pt x="864933" y="0"/>
                </a:moveTo>
                <a:cubicBezTo>
                  <a:pt x="869913" y="0"/>
                  <a:pt x="874127" y="1749"/>
                  <a:pt x="877575" y="5247"/>
                </a:cubicBezTo>
                <a:cubicBezTo>
                  <a:pt x="881023" y="8743"/>
                  <a:pt x="882747" y="12952"/>
                  <a:pt x="882747" y="17872"/>
                </a:cubicBezTo>
                <a:cubicBezTo>
                  <a:pt x="882747" y="22793"/>
                  <a:pt x="881004" y="26983"/>
                  <a:pt x="877518" y="30443"/>
                </a:cubicBezTo>
                <a:cubicBezTo>
                  <a:pt x="874031" y="33901"/>
                  <a:pt x="869836" y="35630"/>
                  <a:pt x="864933" y="35630"/>
                </a:cubicBezTo>
                <a:cubicBezTo>
                  <a:pt x="860029" y="35630"/>
                  <a:pt x="855853" y="33901"/>
                  <a:pt x="852405" y="30443"/>
                </a:cubicBezTo>
                <a:cubicBezTo>
                  <a:pt x="848957" y="26983"/>
                  <a:pt x="847233" y="22793"/>
                  <a:pt x="847233" y="17872"/>
                </a:cubicBezTo>
                <a:cubicBezTo>
                  <a:pt x="847233" y="12952"/>
                  <a:pt x="848957" y="8743"/>
                  <a:pt x="852405" y="5247"/>
                </a:cubicBezTo>
                <a:cubicBezTo>
                  <a:pt x="855853" y="1749"/>
                  <a:pt x="860029" y="0"/>
                  <a:pt x="864933" y="0"/>
                </a:cubicBezTo>
                <a:moveTo>
                  <a:pt x="881023" y="51720"/>
                </a:moveTo>
                <a:lnTo>
                  <a:pt x="881023" y="137001"/>
                </a:lnTo>
                <a:cubicBezTo>
                  <a:pt x="881023" y="144587"/>
                  <a:pt x="881904" y="149433"/>
                  <a:pt x="883667" y="151540"/>
                </a:cubicBezTo>
                <a:cubicBezTo>
                  <a:pt x="885429" y="153647"/>
                  <a:pt x="888877" y="154854"/>
                  <a:pt x="894011" y="155161"/>
                </a:cubicBezTo>
                <a:lnTo>
                  <a:pt x="894011" y="159298"/>
                </a:lnTo>
                <a:lnTo>
                  <a:pt x="835969" y="159298"/>
                </a:lnTo>
                <a:lnTo>
                  <a:pt x="835969" y="155161"/>
                </a:lnTo>
                <a:cubicBezTo>
                  <a:pt x="840720" y="155007"/>
                  <a:pt x="844244" y="153628"/>
                  <a:pt x="846543" y="151023"/>
                </a:cubicBezTo>
                <a:cubicBezTo>
                  <a:pt x="848076" y="149261"/>
                  <a:pt x="848842" y="144587"/>
                  <a:pt x="848842" y="137001"/>
                </a:cubicBezTo>
                <a:lnTo>
                  <a:pt x="848842" y="74247"/>
                </a:lnTo>
                <a:cubicBezTo>
                  <a:pt x="848842" y="66566"/>
                  <a:pt x="847961" y="61658"/>
                  <a:pt x="846198" y="59525"/>
                </a:cubicBezTo>
                <a:cubicBezTo>
                  <a:pt x="844436" y="57392"/>
                  <a:pt x="841026" y="56169"/>
                  <a:pt x="835969" y="55858"/>
                </a:cubicBezTo>
                <a:lnTo>
                  <a:pt x="835969" y="51720"/>
                </a:lnTo>
                <a:lnTo>
                  <a:pt x="881023" y="51720"/>
                </a:lnTo>
                <a:close/>
                <a:moveTo>
                  <a:pt x="992204" y="131509"/>
                </a:moveTo>
                <a:lnTo>
                  <a:pt x="995767" y="134264"/>
                </a:lnTo>
                <a:cubicBezTo>
                  <a:pt x="990710" y="143797"/>
                  <a:pt x="984408" y="150889"/>
                  <a:pt x="976860" y="155541"/>
                </a:cubicBezTo>
                <a:cubicBezTo>
                  <a:pt x="969313" y="160191"/>
                  <a:pt x="961287" y="162516"/>
                  <a:pt x="952782" y="162516"/>
                </a:cubicBezTo>
                <a:cubicBezTo>
                  <a:pt x="938453" y="162516"/>
                  <a:pt x="926998" y="157110"/>
                  <a:pt x="918416" y="146296"/>
                </a:cubicBezTo>
                <a:cubicBezTo>
                  <a:pt x="909835" y="135481"/>
                  <a:pt x="905544" y="122480"/>
                  <a:pt x="905544" y="107294"/>
                </a:cubicBezTo>
                <a:cubicBezTo>
                  <a:pt x="905544" y="92643"/>
                  <a:pt x="909451" y="79757"/>
                  <a:pt x="917267" y="68637"/>
                </a:cubicBezTo>
                <a:cubicBezTo>
                  <a:pt x="926692" y="55214"/>
                  <a:pt x="939679" y="48502"/>
                  <a:pt x="956230" y="48502"/>
                </a:cubicBezTo>
                <a:cubicBezTo>
                  <a:pt x="967340" y="48502"/>
                  <a:pt x="976171" y="51307"/>
                  <a:pt x="982722" y="56917"/>
                </a:cubicBezTo>
                <a:cubicBezTo>
                  <a:pt x="989273" y="62525"/>
                  <a:pt x="992549" y="68787"/>
                  <a:pt x="992549" y="75702"/>
                </a:cubicBezTo>
                <a:cubicBezTo>
                  <a:pt x="992549" y="80081"/>
                  <a:pt x="991227" y="83577"/>
                  <a:pt x="988583" y="86190"/>
                </a:cubicBezTo>
                <a:cubicBezTo>
                  <a:pt x="985940" y="88802"/>
                  <a:pt x="982473" y="90108"/>
                  <a:pt x="978182" y="90108"/>
                </a:cubicBezTo>
                <a:cubicBezTo>
                  <a:pt x="973661" y="90108"/>
                  <a:pt x="969926" y="88609"/>
                  <a:pt x="966976" y="85611"/>
                </a:cubicBezTo>
                <a:cubicBezTo>
                  <a:pt x="964026" y="82611"/>
                  <a:pt x="962206" y="77267"/>
                  <a:pt x="961517" y="69578"/>
                </a:cubicBezTo>
                <a:cubicBezTo>
                  <a:pt x="961057" y="64734"/>
                  <a:pt x="959946" y="61351"/>
                  <a:pt x="958183" y="59428"/>
                </a:cubicBezTo>
                <a:cubicBezTo>
                  <a:pt x="956421" y="57508"/>
                  <a:pt x="954352" y="56547"/>
                  <a:pt x="951977" y="56547"/>
                </a:cubicBezTo>
                <a:cubicBezTo>
                  <a:pt x="948299" y="56547"/>
                  <a:pt x="945158" y="58501"/>
                  <a:pt x="942552" y="62409"/>
                </a:cubicBezTo>
                <a:cubicBezTo>
                  <a:pt x="938568" y="68309"/>
                  <a:pt x="936576" y="77350"/>
                  <a:pt x="936576" y="89533"/>
                </a:cubicBezTo>
                <a:cubicBezTo>
                  <a:pt x="936576" y="99648"/>
                  <a:pt x="938185" y="109321"/>
                  <a:pt x="941403" y="118554"/>
                </a:cubicBezTo>
                <a:cubicBezTo>
                  <a:pt x="944621" y="127787"/>
                  <a:pt x="949027" y="134664"/>
                  <a:pt x="954620" y="139185"/>
                </a:cubicBezTo>
                <a:cubicBezTo>
                  <a:pt x="958835" y="142480"/>
                  <a:pt x="963815" y="144127"/>
                  <a:pt x="969562" y="144127"/>
                </a:cubicBezTo>
                <a:cubicBezTo>
                  <a:pt x="973316" y="144127"/>
                  <a:pt x="976879" y="143248"/>
                  <a:pt x="980251" y="141491"/>
                </a:cubicBezTo>
                <a:cubicBezTo>
                  <a:pt x="983622" y="139731"/>
                  <a:pt x="987607" y="136404"/>
                  <a:pt x="992204" y="131509"/>
                </a:cubicBezTo>
                <a:close/>
                <a:moveTo>
                  <a:pt x="1140414" y="12413"/>
                </a:moveTo>
                <a:lnTo>
                  <a:pt x="1140414" y="76316"/>
                </a:lnTo>
                <a:lnTo>
                  <a:pt x="1144897" y="76316"/>
                </a:lnTo>
                <a:cubicBezTo>
                  <a:pt x="1151793" y="76316"/>
                  <a:pt x="1157425" y="75278"/>
                  <a:pt x="1161792" y="73202"/>
                </a:cubicBezTo>
                <a:cubicBezTo>
                  <a:pt x="1166160" y="71126"/>
                  <a:pt x="1169857" y="67628"/>
                  <a:pt x="1172883" y="62707"/>
                </a:cubicBezTo>
                <a:cubicBezTo>
                  <a:pt x="1175910" y="57787"/>
                  <a:pt x="1177883" y="51136"/>
                  <a:pt x="1178802" y="42755"/>
                </a:cubicBezTo>
                <a:lnTo>
                  <a:pt x="1182825" y="42755"/>
                </a:lnTo>
                <a:lnTo>
                  <a:pt x="1182825" y="121140"/>
                </a:lnTo>
                <a:lnTo>
                  <a:pt x="1178802" y="121140"/>
                </a:lnTo>
                <a:cubicBezTo>
                  <a:pt x="1177347" y="106352"/>
                  <a:pt x="1173381" y="96602"/>
                  <a:pt x="1166907" y="91890"/>
                </a:cubicBezTo>
                <a:cubicBezTo>
                  <a:pt x="1160432" y="87177"/>
                  <a:pt x="1153095" y="84821"/>
                  <a:pt x="1144897" y="84821"/>
                </a:cubicBezTo>
                <a:lnTo>
                  <a:pt x="1140414" y="84821"/>
                </a:lnTo>
                <a:lnTo>
                  <a:pt x="1140414" y="132634"/>
                </a:lnTo>
                <a:cubicBezTo>
                  <a:pt x="1140414" y="140643"/>
                  <a:pt x="1140855" y="145650"/>
                  <a:pt x="1141736" y="147654"/>
                </a:cubicBezTo>
                <a:cubicBezTo>
                  <a:pt x="1142617" y="149656"/>
                  <a:pt x="1144341" y="151407"/>
                  <a:pt x="1146908" y="152909"/>
                </a:cubicBezTo>
                <a:cubicBezTo>
                  <a:pt x="1149475" y="154410"/>
                  <a:pt x="1152942" y="155161"/>
                  <a:pt x="1157310" y="155161"/>
                </a:cubicBezTo>
                <a:lnTo>
                  <a:pt x="1162482" y="155161"/>
                </a:lnTo>
                <a:lnTo>
                  <a:pt x="1162482" y="159298"/>
                </a:lnTo>
                <a:lnTo>
                  <a:pt x="1080994" y="159298"/>
                </a:lnTo>
                <a:lnTo>
                  <a:pt x="1080994" y="155161"/>
                </a:lnTo>
                <a:lnTo>
                  <a:pt x="1086166" y="155161"/>
                </a:lnTo>
                <a:cubicBezTo>
                  <a:pt x="1090686" y="155161"/>
                  <a:pt x="1094326" y="154353"/>
                  <a:pt x="1097084" y="152736"/>
                </a:cubicBezTo>
                <a:cubicBezTo>
                  <a:pt x="1099077" y="151656"/>
                  <a:pt x="1100609" y="149808"/>
                  <a:pt x="1101682" y="147191"/>
                </a:cubicBezTo>
                <a:cubicBezTo>
                  <a:pt x="1102525" y="145342"/>
                  <a:pt x="1102946" y="140490"/>
                  <a:pt x="1102946" y="132634"/>
                </a:cubicBezTo>
                <a:lnTo>
                  <a:pt x="1102946" y="30113"/>
                </a:lnTo>
                <a:cubicBezTo>
                  <a:pt x="1102946" y="22103"/>
                  <a:pt x="1102525" y="17098"/>
                  <a:pt x="1101682" y="15096"/>
                </a:cubicBezTo>
                <a:cubicBezTo>
                  <a:pt x="1100839" y="13092"/>
                  <a:pt x="1099134" y="11339"/>
                  <a:pt x="1096567" y="9838"/>
                </a:cubicBezTo>
                <a:cubicBezTo>
                  <a:pt x="1094000" y="8336"/>
                  <a:pt x="1090533" y="7586"/>
                  <a:pt x="1086166" y="7586"/>
                </a:cubicBezTo>
                <a:lnTo>
                  <a:pt x="1080994" y="7586"/>
                </a:lnTo>
                <a:lnTo>
                  <a:pt x="1080994" y="3448"/>
                </a:lnTo>
                <a:lnTo>
                  <a:pt x="1212478" y="3448"/>
                </a:lnTo>
                <a:lnTo>
                  <a:pt x="1212478" y="48272"/>
                </a:lnTo>
                <a:lnTo>
                  <a:pt x="1207766" y="48272"/>
                </a:lnTo>
                <a:cubicBezTo>
                  <a:pt x="1206693" y="37741"/>
                  <a:pt x="1203954" y="29939"/>
                  <a:pt x="1199548" y="24865"/>
                </a:cubicBezTo>
                <a:cubicBezTo>
                  <a:pt x="1195142" y="19791"/>
                  <a:pt x="1188763" y="16218"/>
                  <a:pt x="1180411" y="14144"/>
                </a:cubicBezTo>
                <a:cubicBezTo>
                  <a:pt x="1175814" y="12990"/>
                  <a:pt x="1167309" y="12413"/>
                  <a:pt x="1154896" y="12413"/>
                </a:cubicBezTo>
                <a:lnTo>
                  <a:pt x="1140414" y="12413"/>
                </a:lnTo>
                <a:close/>
                <a:moveTo>
                  <a:pt x="1318485" y="101602"/>
                </a:moveTo>
                <a:lnTo>
                  <a:pt x="1259524" y="101602"/>
                </a:lnTo>
                <a:cubicBezTo>
                  <a:pt x="1260213" y="115892"/>
                  <a:pt x="1264006" y="127185"/>
                  <a:pt x="1270902" y="135482"/>
                </a:cubicBezTo>
                <a:cubicBezTo>
                  <a:pt x="1276189" y="141858"/>
                  <a:pt x="1282549" y="145047"/>
                  <a:pt x="1289981" y="145047"/>
                </a:cubicBezTo>
                <a:cubicBezTo>
                  <a:pt x="1294578" y="145047"/>
                  <a:pt x="1298754" y="143763"/>
                  <a:pt x="1302509" y="141196"/>
                </a:cubicBezTo>
                <a:cubicBezTo>
                  <a:pt x="1306263" y="138629"/>
                  <a:pt x="1310286" y="134013"/>
                  <a:pt x="1314577" y="127347"/>
                </a:cubicBezTo>
                <a:lnTo>
                  <a:pt x="1318485" y="129875"/>
                </a:lnTo>
                <a:cubicBezTo>
                  <a:pt x="1312661" y="141752"/>
                  <a:pt x="1306225" y="150161"/>
                  <a:pt x="1299176" y="155103"/>
                </a:cubicBezTo>
                <a:cubicBezTo>
                  <a:pt x="1292127" y="160045"/>
                  <a:pt x="1283966" y="162516"/>
                  <a:pt x="1274695" y="162516"/>
                </a:cubicBezTo>
                <a:cubicBezTo>
                  <a:pt x="1258757" y="162516"/>
                  <a:pt x="1246689" y="156381"/>
                  <a:pt x="1238491" y="144109"/>
                </a:cubicBezTo>
                <a:cubicBezTo>
                  <a:pt x="1231901" y="134215"/>
                  <a:pt x="1228606" y="121944"/>
                  <a:pt x="1228606" y="107294"/>
                </a:cubicBezTo>
                <a:cubicBezTo>
                  <a:pt x="1228606" y="89346"/>
                  <a:pt x="1233453" y="75060"/>
                  <a:pt x="1243146" y="64438"/>
                </a:cubicBezTo>
                <a:cubicBezTo>
                  <a:pt x="1252838" y="53814"/>
                  <a:pt x="1264198" y="48502"/>
                  <a:pt x="1277223" y="48502"/>
                </a:cubicBezTo>
                <a:cubicBezTo>
                  <a:pt x="1288104" y="48502"/>
                  <a:pt x="1297548" y="52965"/>
                  <a:pt x="1305555" y="61892"/>
                </a:cubicBezTo>
                <a:cubicBezTo>
                  <a:pt x="1313562" y="70818"/>
                  <a:pt x="1317872" y="84055"/>
                  <a:pt x="1318485" y="101602"/>
                </a:cubicBezTo>
                <a:moveTo>
                  <a:pt x="1290211" y="94016"/>
                </a:moveTo>
                <a:cubicBezTo>
                  <a:pt x="1290211" y="81680"/>
                  <a:pt x="1289541" y="73213"/>
                  <a:pt x="1288200" y="68616"/>
                </a:cubicBezTo>
                <a:cubicBezTo>
                  <a:pt x="1286859" y="64018"/>
                  <a:pt x="1284771" y="60532"/>
                  <a:pt x="1281936" y="58157"/>
                </a:cubicBezTo>
                <a:cubicBezTo>
                  <a:pt x="1280327" y="56777"/>
                  <a:pt x="1278181" y="56088"/>
                  <a:pt x="1275499" y="56088"/>
                </a:cubicBezTo>
                <a:cubicBezTo>
                  <a:pt x="1271515" y="56088"/>
                  <a:pt x="1268259" y="58042"/>
                  <a:pt x="1265730" y="61949"/>
                </a:cubicBezTo>
                <a:cubicBezTo>
                  <a:pt x="1261209" y="68769"/>
                  <a:pt x="1258949" y="78117"/>
                  <a:pt x="1258949" y="89993"/>
                </a:cubicBezTo>
                <a:lnTo>
                  <a:pt x="1258949" y="94016"/>
                </a:lnTo>
                <a:lnTo>
                  <a:pt x="1290211" y="94016"/>
                </a:lnTo>
                <a:close/>
                <a:moveTo>
                  <a:pt x="1391274" y="143437"/>
                </a:moveTo>
                <a:cubicBezTo>
                  <a:pt x="1378171" y="155084"/>
                  <a:pt x="1366410" y="160907"/>
                  <a:pt x="1355989" y="160907"/>
                </a:cubicBezTo>
                <a:cubicBezTo>
                  <a:pt x="1349859" y="160907"/>
                  <a:pt x="1344764" y="158890"/>
                  <a:pt x="1340703" y="154855"/>
                </a:cubicBezTo>
                <a:cubicBezTo>
                  <a:pt x="1336642" y="150818"/>
                  <a:pt x="1334611" y="145764"/>
                  <a:pt x="1334611" y="139691"/>
                </a:cubicBezTo>
                <a:cubicBezTo>
                  <a:pt x="1334611" y="131464"/>
                  <a:pt x="1338136" y="124064"/>
                  <a:pt x="1345185" y="117491"/>
                </a:cubicBezTo>
                <a:cubicBezTo>
                  <a:pt x="1352234" y="110918"/>
                  <a:pt x="1367597" y="102174"/>
                  <a:pt x="1391274" y="91257"/>
                </a:cubicBezTo>
                <a:lnTo>
                  <a:pt x="1391274" y="80454"/>
                </a:lnTo>
                <a:cubicBezTo>
                  <a:pt x="1391274" y="72332"/>
                  <a:pt x="1390833" y="67217"/>
                  <a:pt x="1389952" y="65110"/>
                </a:cubicBezTo>
                <a:cubicBezTo>
                  <a:pt x="1389071" y="63003"/>
                  <a:pt x="1387404" y="61164"/>
                  <a:pt x="1384952" y="59593"/>
                </a:cubicBezTo>
                <a:cubicBezTo>
                  <a:pt x="1382500" y="58022"/>
                  <a:pt x="1379742" y="57237"/>
                  <a:pt x="1376677" y="57237"/>
                </a:cubicBezTo>
                <a:cubicBezTo>
                  <a:pt x="1371697" y="57237"/>
                  <a:pt x="1367597" y="58348"/>
                  <a:pt x="1364379" y="60570"/>
                </a:cubicBezTo>
                <a:cubicBezTo>
                  <a:pt x="1362387" y="61949"/>
                  <a:pt x="1361391" y="63558"/>
                  <a:pt x="1361391" y="65397"/>
                </a:cubicBezTo>
                <a:cubicBezTo>
                  <a:pt x="1361391" y="67006"/>
                  <a:pt x="1362464" y="68999"/>
                  <a:pt x="1364609" y="71374"/>
                </a:cubicBezTo>
                <a:cubicBezTo>
                  <a:pt x="1367521" y="74669"/>
                  <a:pt x="1368976" y="77849"/>
                  <a:pt x="1368976" y="80913"/>
                </a:cubicBezTo>
                <a:cubicBezTo>
                  <a:pt x="1368976" y="84668"/>
                  <a:pt x="1367578" y="87867"/>
                  <a:pt x="1364781" y="90510"/>
                </a:cubicBezTo>
                <a:cubicBezTo>
                  <a:pt x="1361985" y="93154"/>
                  <a:pt x="1358326" y="94476"/>
                  <a:pt x="1353805" y="94476"/>
                </a:cubicBezTo>
                <a:cubicBezTo>
                  <a:pt x="1348978" y="94476"/>
                  <a:pt x="1344936" y="93020"/>
                  <a:pt x="1341680" y="90108"/>
                </a:cubicBezTo>
                <a:cubicBezTo>
                  <a:pt x="1338423" y="87196"/>
                  <a:pt x="1336795" y="83787"/>
                  <a:pt x="1336795" y="79879"/>
                </a:cubicBezTo>
                <a:cubicBezTo>
                  <a:pt x="1336795" y="74362"/>
                  <a:pt x="1338979" y="69094"/>
                  <a:pt x="1343346" y="64076"/>
                </a:cubicBezTo>
                <a:cubicBezTo>
                  <a:pt x="1347714" y="59057"/>
                  <a:pt x="1353805" y="55207"/>
                  <a:pt x="1361621" y="52525"/>
                </a:cubicBezTo>
                <a:cubicBezTo>
                  <a:pt x="1369436" y="49843"/>
                  <a:pt x="1377558" y="48502"/>
                  <a:pt x="1385987" y="48502"/>
                </a:cubicBezTo>
                <a:cubicBezTo>
                  <a:pt x="1396177" y="48502"/>
                  <a:pt x="1404242" y="50673"/>
                  <a:pt x="1410180" y="55014"/>
                </a:cubicBezTo>
                <a:cubicBezTo>
                  <a:pt x="1416119" y="59353"/>
                  <a:pt x="1419969" y="64056"/>
                  <a:pt x="1421731" y="69126"/>
                </a:cubicBezTo>
                <a:cubicBezTo>
                  <a:pt x="1422804" y="72351"/>
                  <a:pt x="1423340" y="79762"/>
                  <a:pt x="1423340" y="91358"/>
                </a:cubicBezTo>
                <a:lnTo>
                  <a:pt x="1423340" y="133176"/>
                </a:lnTo>
                <a:cubicBezTo>
                  <a:pt x="1423340" y="138092"/>
                  <a:pt x="1423532" y="141184"/>
                  <a:pt x="1423915" y="142453"/>
                </a:cubicBezTo>
                <a:cubicBezTo>
                  <a:pt x="1424298" y="143720"/>
                  <a:pt x="1424873" y="144661"/>
                  <a:pt x="1425639" y="145276"/>
                </a:cubicBezTo>
                <a:cubicBezTo>
                  <a:pt x="1426405" y="145889"/>
                  <a:pt x="1427286" y="146196"/>
                  <a:pt x="1428282" y="146196"/>
                </a:cubicBezTo>
                <a:cubicBezTo>
                  <a:pt x="1430275" y="146196"/>
                  <a:pt x="1432305" y="144778"/>
                  <a:pt x="1434374" y="141943"/>
                </a:cubicBezTo>
                <a:lnTo>
                  <a:pt x="1437822" y="144702"/>
                </a:lnTo>
                <a:cubicBezTo>
                  <a:pt x="1433991" y="150372"/>
                  <a:pt x="1430026" y="154490"/>
                  <a:pt x="1425926" y="157057"/>
                </a:cubicBezTo>
                <a:cubicBezTo>
                  <a:pt x="1421827" y="159624"/>
                  <a:pt x="1417172" y="160907"/>
                  <a:pt x="1411962" y="160907"/>
                </a:cubicBezTo>
                <a:cubicBezTo>
                  <a:pt x="1405832" y="160907"/>
                  <a:pt x="1401043" y="159461"/>
                  <a:pt x="1397595" y="156569"/>
                </a:cubicBezTo>
                <a:cubicBezTo>
                  <a:pt x="1394147" y="153676"/>
                  <a:pt x="1392040" y="149299"/>
                  <a:pt x="1391274" y="143437"/>
                </a:cubicBezTo>
                <a:moveTo>
                  <a:pt x="1391274" y="134932"/>
                </a:moveTo>
                <a:lnTo>
                  <a:pt x="1391274" y="98980"/>
                </a:lnTo>
                <a:cubicBezTo>
                  <a:pt x="1382002" y="104446"/>
                  <a:pt x="1375106" y="110298"/>
                  <a:pt x="1370586" y="116536"/>
                </a:cubicBezTo>
                <a:cubicBezTo>
                  <a:pt x="1367597" y="120693"/>
                  <a:pt x="1366103" y="124889"/>
                  <a:pt x="1366103" y="129125"/>
                </a:cubicBezTo>
                <a:cubicBezTo>
                  <a:pt x="1366103" y="132666"/>
                  <a:pt x="1367367" y="135785"/>
                  <a:pt x="1369896" y="138481"/>
                </a:cubicBezTo>
                <a:cubicBezTo>
                  <a:pt x="1371811" y="140559"/>
                  <a:pt x="1374493" y="141599"/>
                  <a:pt x="1377941" y="141599"/>
                </a:cubicBezTo>
                <a:cubicBezTo>
                  <a:pt x="1381772" y="141599"/>
                  <a:pt x="1386217" y="139376"/>
                  <a:pt x="1391274" y="134932"/>
                </a:cubicBezTo>
                <a:close/>
                <a:moveTo>
                  <a:pt x="1490418" y="12183"/>
                </a:moveTo>
                <a:lnTo>
                  <a:pt x="1490418" y="51720"/>
                </a:lnTo>
                <a:lnTo>
                  <a:pt x="1515933" y="51720"/>
                </a:lnTo>
                <a:lnTo>
                  <a:pt x="1515933" y="62984"/>
                </a:lnTo>
                <a:lnTo>
                  <a:pt x="1490418" y="62984"/>
                </a:lnTo>
                <a:lnTo>
                  <a:pt x="1490418" y="129480"/>
                </a:lnTo>
                <a:cubicBezTo>
                  <a:pt x="1490418" y="135703"/>
                  <a:pt x="1490705" y="139718"/>
                  <a:pt x="1491280" y="141523"/>
                </a:cubicBezTo>
                <a:cubicBezTo>
                  <a:pt x="1491855" y="143329"/>
                  <a:pt x="1492870" y="144789"/>
                  <a:pt x="1494326" y="145905"/>
                </a:cubicBezTo>
                <a:cubicBezTo>
                  <a:pt x="1495781" y="147018"/>
                  <a:pt x="1497122" y="147575"/>
                  <a:pt x="1498348" y="147575"/>
                </a:cubicBezTo>
                <a:cubicBezTo>
                  <a:pt x="1503329" y="147575"/>
                  <a:pt x="1508041" y="143744"/>
                  <a:pt x="1512485" y="136082"/>
                </a:cubicBezTo>
                <a:lnTo>
                  <a:pt x="1515933" y="138635"/>
                </a:lnTo>
                <a:cubicBezTo>
                  <a:pt x="1509727" y="153483"/>
                  <a:pt x="1499651" y="160907"/>
                  <a:pt x="1485706" y="160907"/>
                </a:cubicBezTo>
                <a:cubicBezTo>
                  <a:pt x="1478886" y="160907"/>
                  <a:pt x="1473120" y="159005"/>
                  <a:pt x="1468408" y="155200"/>
                </a:cubicBezTo>
                <a:cubicBezTo>
                  <a:pt x="1463696" y="151393"/>
                  <a:pt x="1460688" y="147144"/>
                  <a:pt x="1459386" y="142453"/>
                </a:cubicBezTo>
                <a:cubicBezTo>
                  <a:pt x="1458619" y="139839"/>
                  <a:pt x="1458236" y="132764"/>
                  <a:pt x="1458236" y="121230"/>
                </a:cubicBezTo>
                <a:lnTo>
                  <a:pt x="1458236" y="62984"/>
                </a:lnTo>
                <a:lnTo>
                  <a:pt x="1444214" y="62984"/>
                </a:lnTo>
                <a:lnTo>
                  <a:pt x="1444214" y="58950"/>
                </a:lnTo>
                <a:cubicBezTo>
                  <a:pt x="1453869" y="52117"/>
                  <a:pt x="1462087" y="44937"/>
                  <a:pt x="1468868" y="37411"/>
                </a:cubicBezTo>
                <a:cubicBezTo>
                  <a:pt x="1475649" y="29885"/>
                  <a:pt x="1481568" y="21476"/>
                  <a:pt x="1486625" y="12183"/>
                </a:cubicBezTo>
                <a:lnTo>
                  <a:pt x="1490418" y="12183"/>
                </a:lnTo>
                <a:close/>
                <a:moveTo>
                  <a:pt x="1629946" y="51720"/>
                </a:moveTo>
                <a:lnTo>
                  <a:pt x="1629946" y="135852"/>
                </a:lnTo>
                <a:cubicBezTo>
                  <a:pt x="1629946" y="144101"/>
                  <a:pt x="1630712" y="149246"/>
                  <a:pt x="1632244" y="151289"/>
                </a:cubicBezTo>
                <a:cubicBezTo>
                  <a:pt x="1633777" y="153331"/>
                  <a:pt x="1636880" y="154622"/>
                  <a:pt x="1641554" y="155161"/>
                </a:cubicBezTo>
                <a:lnTo>
                  <a:pt x="1641554" y="159298"/>
                </a:lnTo>
                <a:lnTo>
                  <a:pt x="1597764" y="159298"/>
                </a:lnTo>
                <a:lnTo>
                  <a:pt x="1597764" y="144932"/>
                </a:lnTo>
                <a:cubicBezTo>
                  <a:pt x="1592631" y="151061"/>
                  <a:pt x="1587497" y="155525"/>
                  <a:pt x="1582363" y="158321"/>
                </a:cubicBezTo>
                <a:cubicBezTo>
                  <a:pt x="1577229" y="161118"/>
                  <a:pt x="1571483" y="162516"/>
                  <a:pt x="1565123" y="162516"/>
                </a:cubicBezTo>
                <a:cubicBezTo>
                  <a:pt x="1559070" y="162516"/>
                  <a:pt x="1553687" y="160658"/>
                  <a:pt x="1548975" y="156942"/>
                </a:cubicBezTo>
                <a:cubicBezTo>
                  <a:pt x="1544263" y="153226"/>
                  <a:pt x="1541102" y="148878"/>
                  <a:pt x="1539493" y="143897"/>
                </a:cubicBezTo>
                <a:cubicBezTo>
                  <a:pt x="1537884" y="138917"/>
                  <a:pt x="1537079" y="130220"/>
                  <a:pt x="1537079" y="117807"/>
                </a:cubicBezTo>
                <a:lnTo>
                  <a:pt x="1537079" y="75167"/>
                </a:lnTo>
                <a:cubicBezTo>
                  <a:pt x="1537079" y="66947"/>
                  <a:pt x="1536332" y="61828"/>
                  <a:pt x="1534838" y="59812"/>
                </a:cubicBezTo>
                <a:cubicBezTo>
                  <a:pt x="1533344" y="57796"/>
                  <a:pt x="1530221" y="56478"/>
                  <a:pt x="1525471" y="55858"/>
                </a:cubicBezTo>
                <a:lnTo>
                  <a:pt x="1525471" y="51720"/>
                </a:lnTo>
                <a:lnTo>
                  <a:pt x="1569261" y="51720"/>
                </a:lnTo>
                <a:lnTo>
                  <a:pt x="1569261" y="125253"/>
                </a:lnTo>
                <a:cubicBezTo>
                  <a:pt x="1569261" y="132925"/>
                  <a:pt x="1569625" y="137873"/>
                  <a:pt x="1570353" y="140097"/>
                </a:cubicBezTo>
                <a:cubicBezTo>
                  <a:pt x="1571080" y="142322"/>
                  <a:pt x="1572230" y="144010"/>
                  <a:pt x="1573801" y="145161"/>
                </a:cubicBezTo>
                <a:cubicBezTo>
                  <a:pt x="1575371" y="146311"/>
                  <a:pt x="1577191" y="146885"/>
                  <a:pt x="1579260" y="146885"/>
                </a:cubicBezTo>
                <a:cubicBezTo>
                  <a:pt x="1582018" y="146885"/>
                  <a:pt x="1584509" y="146158"/>
                  <a:pt x="1586731" y="144702"/>
                </a:cubicBezTo>
                <a:cubicBezTo>
                  <a:pt x="1589796" y="142710"/>
                  <a:pt x="1593473" y="138687"/>
                  <a:pt x="1597764" y="132634"/>
                </a:cubicBezTo>
                <a:lnTo>
                  <a:pt x="1597764" y="75167"/>
                </a:lnTo>
                <a:cubicBezTo>
                  <a:pt x="1597764" y="66947"/>
                  <a:pt x="1597017" y="61828"/>
                  <a:pt x="1595523" y="59812"/>
                </a:cubicBezTo>
                <a:cubicBezTo>
                  <a:pt x="1594029" y="57796"/>
                  <a:pt x="1590907" y="56478"/>
                  <a:pt x="1586156" y="55858"/>
                </a:cubicBezTo>
                <a:lnTo>
                  <a:pt x="1586156" y="51720"/>
                </a:lnTo>
                <a:lnTo>
                  <a:pt x="1629946" y="51720"/>
                </a:lnTo>
                <a:close/>
                <a:moveTo>
                  <a:pt x="1699510" y="51720"/>
                </a:moveTo>
                <a:lnTo>
                  <a:pt x="1699510" y="76086"/>
                </a:lnTo>
                <a:cubicBezTo>
                  <a:pt x="1706636" y="64976"/>
                  <a:pt x="1712881" y="57601"/>
                  <a:pt x="1718245" y="53961"/>
                </a:cubicBezTo>
                <a:cubicBezTo>
                  <a:pt x="1723608" y="50322"/>
                  <a:pt x="1728780" y="48502"/>
                  <a:pt x="1733761" y="48502"/>
                </a:cubicBezTo>
                <a:cubicBezTo>
                  <a:pt x="1738051" y="48502"/>
                  <a:pt x="1741480" y="49829"/>
                  <a:pt x="1744047" y="52482"/>
                </a:cubicBezTo>
                <a:cubicBezTo>
                  <a:pt x="1746614" y="55135"/>
                  <a:pt x="1747897" y="58883"/>
                  <a:pt x="1747897" y="63727"/>
                </a:cubicBezTo>
                <a:cubicBezTo>
                  <a:pt x="1747897" y="68880"/>
                  <a:pt x="1746652" y="72880"/>
                  <a:pt x="1744162" y="75727"/>
                </a:cubicBezTo>
                <a:cubicBezTo>
                  <a:pt x="1741672" y="78572"/>
                  <a:pt x="1738664" y="79994"/>
                  <a:pt x="1735140" y="79994"/>
                </a:cubicBezTo>
                <a:cubicBezTo>
                  <a:pt x="1731079" y="79994"/>
                  <a:pt x="1727554" y="78691"/>
                  <a:pt x="1724566" y="76086"/>
                </a:cubicBezTo>
                <a:cubicBezTo>
                  <a:pt x="1721578" y="73481"/>
                  <a:pt x="1719815" y="72025"/>
                  <a:pt x="1719279" y="71719"/>
                </a:cubicBezTo>
                <a:cubicBezTo>
                  <a:pt x="1718513" y="71259"/>
                  <a:pt x="1717632" y="71029"/>
                  <a:pt x="1716635" y="71029"/>
                </a:cubicBezTo>
                <a:cubicBezTo>
                  <a:pt x="1714413" y="71029"/>
                  <a:pt x="1712306" y="71872"/>
                  <a:pt x="1710314" y="73558"/>
                </a:cubicBezTo>
                <a:cubicBezTo>
                  <a:pt x="1707173" y="76163"/>
                  <a:pt x="1704797" y="79879"/>
                  <a:pt x="1703188" y="84706"/>
                </a:cubicBezTo>
                <a:cubicBezTo>
                  <a:pt x="1700736" y="92139"/>
                  <a:pt x="1699510" y="100337"/>
                  <a:pt x="1699510" y="109302"/>
                </a:cubicBezTo>
                <a:lnTo>
                  <a:pt x="1699510" y="134013"/>
                </a:lnTo>
                <a:lnTo>
                  <a:pt x="1699625" y="140449"/>
                </a:lnTo>
                <a:cubicBezTo>
                  <a:pt x="1699625" y="144817"/>
                  <a:pt x="1699893" y="147613"/>
                  <a:pt x="1700430" y="148839"/>
                </a:cubicBezTo>
                <a:cubicBezTo>
                  <a:pt x="1701349" y="150908"/>
                  <a:pt x="1702709" y="152421"/>
                  <a:pt x="1704510" y="153379"/>
                </a:cubicBezTo>
                <a:cubicBezTo>
                  <a:pt x="1706311" y="154337"/>
                  <a:pt x="1709356" y="154931"/>
                  <a:pt x="1713647" y="155161"/>
                </a:cubicBezTo>
                <a:lnTo>
                  <a:pt x="1713647" y="159298"/>
                </a:lnTo>
                <a:lnTo>
                  <a:pt x="1655606" y="159298"/>
                </a:lnTo>
                <a:lnTo>
                  <a:pt x="1655606" y="155161"/>
                </a:lnTo>
                <a:cubicBezTo>
                  <a:pt x="1660280" y="154778"/>
                  <a:pt x="1663440" y="153494"/>
                  <a:pt x="1665088" y="151310"/>
                </a:cubicBezTo>
                <a:cubicBezTo>
                  <a:pt x="1666735" y="149127"/>
                  <a:pt x="1667559" y="143361"/>
                  <a:pt x="1667559" y="134013"/>
                </a:cubicBezTo>
                <a:lnTo>
                  <a:pt x="1667559" y="74477"/>
                </a:lnTo>
                <a:cubicBezTo>
                  <a:pt x="1667559" y="68309"/>
                  <a:pt x="1667252" y="64377"/>
                  <a:pt x="1666639" y="62682"/>
                </a:cubicBezTo>
                <a:cubicBezTo>
                  <a:pt x="1665873" y="60522"/>
                  <a:pt x="1664762" y="58942"/>
                  <a:pt x="1663306" y="57941"/>
                </a:cubicBezTo>
                <a:cubicBezTo>
                  <a:pt x="1661850" y="56938"/>
                  <a:pt x="1659283" y="56243"/>
                  <a:pt x="1655606" y="55858"/>
                </a:cubicBezTo>
                <a:lnTo>
                  <a:pt x="1655606" y="51720"/>
                </a:lnTo>
                <a:lnTo>
                  <a:pt x="1699510" y="51720"/>
                </a:lnTo>
                <a:close/>
                <a:moveTo>
                  <a:pt x="1849512" y="101602"/>
                </a:moveTo>
                <a:lnTo>
                  <a:pt x="1790551" y="101602"/>
                </a:lnTo>
                <a:cubicBezTo>
                  <a:pt x="1791241" y="115892"/>
                  <a:pt x="1795034" y="127185"/>
                  <a:pt x="1801930" y="135482"/>
                </a:cubicBezTo>
                <a:cubicBezTo>
                  <a:pt x="1807217" y="141858"/>
                  <a:pt x="1813576" y="145047"/>
                  <a:pt x="1821009" y="145047"/>
                </a:cubicBezTo>
                <a:cubicBezTo>
                  <a:pt x="1825606" y="145047"/>
                  <a:pt x="1829782" y="143763"/>
                  <a:pt x="1833536" y="141196"/>
                </a:cubicBezTo>
                <a:cubicBezTo>
                  <a:pt x="1837291" y="138629"/>
                  <a:pt x="1841314" y="134013"/>
                  <a:pt x="1845605" y="127347"/>
                </a:cubicBezTo>
                <a:lnTo>
                  <a:pt x="1849512" y="129875"/>
                </a:lnTo>
                <a:cubicBezTo>
                  <a:pt x="1843689" y="141752"/>
                  <a:pt x="1837253" y="150161"/>
                  <a:pt x="1830203" y="155103"/>
                </a:cubicBezTo>
                <a:cubicBezTo>
                  <a:pt x="1823154" y="160045"/>
                  <a:pt x="1814994" y="162516"/>
                  <a:pt x="1805722" y="162516"/>
                </a:cubicBezTo>
                <a:cubicBezTo>
                  <a:pt x="1789785" y="162516"/>
                  <a:pt x="1777717" y="156381"/>
                  <a:pt x="1769518" y="144109"/>
                </a:cubicBezTo>
                <a:cubicBezTo>
                  <a:pt x="1762929" y="134215"/>
                  <a:pt x="1759634" y="121944"/>
                  <a:pt x="1759634" y="107294"/>
                </a:cubicBezTo>
                <a:cubicBezTo>
                  <a:pt x="1759634" y="89346"/>
                  <a:pt x="1764480" y="75060"/>
                  <a:pt x="1774173" y="64438"/>
                </a:cubicBezTo>
                <a:cubicBezTo>
                  <a:pt x="1783866" y="53814"/>
                  <a:pt x="1795225" y="48502"/>
                  <a:pt x="1808251" y="48502"/>
                </a:cubicBezTo>
                <a:cubicBezTo>
                  <a:pt x="1819131" y="48502"/>
                  <a:pt x="1828575" y="52965"/>
                  <a:pt x="1836582" y="61892"/>
                </a:cubicBezTo>
                <a:cubicBezTo>
                  <a:pt x="1844589" y="70818"/>
                  <a:pt x="1848899" y="84055"/>
                  <a:pt x="1849512" y="101602"/>
                </a:cubicBezTo>
                <a:moveTo>
                  <a:pt x="1821239" y="94016"/>
                </a:moveTo>
                <a:cubicBezTo>
                  <a:pt x="1821239" y="81680"/>
                  <a:pt x="1820568" y="73213"/>
                  <a:pt x="1819227" y="68616"/>
                </a:cubicBezTo>
                <a:cubicBezTo>
                  <a:pt x="1817886" y="64018"/>
                  <a:pt x="1815798" y="60532"/>
                  <a:pt x="1812963" y="58157"/>
                </a:cubicBezTo>
                <a:cubicBezTo>
                  <a:pt x="1811354" y="56777"/>
                  <a:pt x="1809209" y="56088"/>
                  <a:pt x="1806527" y="56088"/>
                </a:cubicBezTo>
                <a:cubicBezTo>
                  <a:pt x="1802543" y="56088"/>
                  <a:pt x="1799286" y="58042"/>
                  <a:pt x="1796758" y="61949"/>
                </a:cubicBezTo>
                <a:cubicBezTo>
                  <a:pt x="1792237" y="68769"/>
                  <a:pt x="1789977" y="78117"/>
                  <a:pt x="1789977" y="89993"/>
                </a:cubicBezTo>
                <a:lnTo>
                  <a:pt x="1789977" y="94016"/>
                </a:lnTo>
                <a:lnTo>
                  <a:pt x="1821239" y="94016"/>
                </a:lnTo>
                <a:close/>
                <a:moveTo>
                  <a:pt x="1980868" y="12413"/>
                </a:moveTo>
                <a:lnTo>
                  <a:pt x="1980868" y="75626"/>
                </a:lnTo>
                <a:lnTo>
                  <a:pt x="1983972" y="75626"/>
                </a:lnTo>
                <a:cubicBezTo>
                  <a:pt x="1993856" y="75626"/>
                  <a:pt x="2001020" y="72523"/>
                  <a:pt x="2005464" y="66317"/>
                </a:cubicBezTo>
                <a:cubicBezTo>
                  <a:pt x="2009908" y="60110"/>
                  <a:pt x="2012743" y="50954"/>
                  <a:pt x="2013969" y="38848"/>
                </a:cubicBezTo>
                <a:lnTo>
                  <a:pt x="2018337" y="38848"/>
                </a:lnTo>
                <a:lnTo>
                  <a:pt x="2018337" y="120681"/>
                </a:lnTo>
                <a:lnTo>
                  <a:pt x="2013969" y="120681"/>
                </a:lnTo>
                <a:cubicBezTo>
                  <a:pt x="2013050" y="111764"/>
                  <a:pt x="2011115" y="104462"/>
                  <a:pt x="2008165" y="98775"/>
                </a:cubicBezTo>
                <a:cubicBezTo>
                  <a:pt x="2005215" y="93086"/>
                  <a:pt x="2001786" y="89262"/>
                  <a:pt x="1997879" y="87303"/>
                </a:cubicBezTo>
                <a:cubicBezTo>
                  <a:pt x="1993971" y="85342"/>
                  <a:pt x="1988301" y="84361"/>
                  <a:pt x="1980868" y="84361"/>
                </a:cubicBezTo>
                <a:lnTo>
                  <a:pt x="1980868" y="128266"/>
                </a:lnTo>
                <a:cubicBezTo>
                  <a:pt x="1980868" y="136848"/>
                  <a:pt x="1981232" y="142097"/>
                  <a:pt x="1981960" y="144012"/>
                </a:cubicBezTo>
                <a:cubicBezTo>
                  <a:pt x="1982688" y="145928"/>
                  <a:pt x="1984048" y="147498"/>
                  <a:pt x="1986040" y="148724"/>
                </a:cubicBezTo>
                <a:cubicBezTo>
                  <a:pt x="1988033" y="149950"/>
                  <a:pt x="1991251" y="150563"/>
                  <a:pt x="1995695" y="150563"/>
                </a:cubicBezTo>
                <a:lnTo>
                  <a:pt x="2005004" y="150563"/>
                </a:lnTo>
                <a:cubicBezTo>
                  <a:pt x="2019563" y="150563"/>
                  <a:pt x="2031229" y="147211"/>
                  <a:pt x="2040002" y="140507"/>
                </a:cubicBezTo>
                <a:cubicBezTo>
                  <a:pt x="2048775" y="133802"/>
                  <a:pt x="2055077" y="123554"/>
                  <a:pt x="2058908" y="109762"/>
                </a:cubicBezTo>
                <a:lnTo>
                  <a:pt x="2063161" y="109762"/>
                </a:lnTo>
                <a:lnTo>
                  <a:pt x="2056150" y="159298"/>
                </a:lnTo>
                <a:lnTo>
                  <a:pt x="1921448" y="159298"/>
                </a:lnTo>
                <a:lnTo>
                  <a:pt x="1921448" y="155161"/>
                </a:lnTo>
                <a:lnTo>
                  <a:pt x="1926620" y="155161"/>
                </a:lnTo>
                <a:cubicBezTo>
                  <a:pt x="1931140" y="155161"/>
                  <a:pt x="1934780" y="154353"/>
                  <a:pt x="1937538" y="152736"/>
                </a:cubicBezTo>
                <a:cubicBezTo>
                  <a:pt x="1939530" y="151656"/>
                  <a:pt x="1941063" y="149808"/>
                  <a:pt x="1942136" y="147191"/>
                </a:cubicBezTo>
                <a:cubicBezTo>
                  <a:pt x="1942979" y="145342"/>
                  <a:pt x="1943400" y="140490"/>
                  <a:pt x="1943400" y="132634"/>
                </a:cubicBezTo>
                <a:lnTo>
                  <a:pt x="1943400" y="30113"/>
                </a:lnTo>
                <a:cubicBezTo>
                  <a:pt x="1943400" y="23027"/>
                  <a:pt x="1943208" y="18676"/>
                  <a:pt x="1942825" y="17057"/>
                </a:cubicBezTo>
                <a:cubicBezTo>
                  <a:pt x="1942059" y="14363"/>
                  <a:pt x="1940642" y="12285"/>
                  <a:pt x="1938573" y="10822"/>
                </a:cubicBezTo>
                <a:cubicBezTo>
                  <a:pt x="1935661" y="8664"/>
                  <a:pt x="1931677" y="7586"/>
                  <a:pt x="1926620" y="7586"/>
                </a:cubicBezTo>
                <a:lnTo>
                  <a:pt x="1921448" y="7586"/>
                </a:lnTo>
                <a:lnTo>
                  <a:pt x="1921448" y="3448"/>
                </a:lnTo>
                <a:lnTo>
                  <a:pt x="2051898" y="3448"/>
                </a:lnTo>
                <a:lnTo>
                  <a:pt x="2051898" y="49651"/>
                </a:lnTo>
                <a:lnTo>
                  <a:pt x="2047530" y="49651"/>
                </a:lnTo>
                <a:cubicBezTo>
                  <a:pt x="2045308" y="38352"/>
                  <a:pt x="2042186" y="30243"/>
                  <a:pt x="2038163" y="25325"/>
                </a:cubicBezTo>
                <a:cubicBezTo>
                  <a:pt x="2034140" y="20407"/>
                  <a:pt x="2028451" y="16795"/>
                  <a:pt x="2021095" y="14489"/>
                </a:cubicBezTo>
                <a:cubicBezTo>
                  <a:pt x="2016804" y="13105"/>
                  <a:pt x="2008759" y="12413"/>
                  <a:pt x="1996959" y="12413"/>
                </a:cubicBezTo>
                <a:lnTo>
                  <a:pt x="1980868" y="12413"/>
                </a:lnTo>
                <a:close/>
                <a:moveTo>
                  <a:pt x="2144741" y="93377"/>
                </a:moveTo>
                <a:lnTo>
                  <a:pt x="2163845" y="128848"/>
                </a:lnTo>
                <a:cubicBezTo>
                  <a:pt x="2170281" y="141182"/>
                  <a:pt x="2175377" y="148995"/>
                  <a:pt x="2179131" y="152287"/>
                </a:cubicBezTo>
                <a:cubicBezTo>
                  <a:pt x="2181200" y="154050"/>
                  <a:pt x="2184035" y="155007"/>
                  <a:pt x="2187636" y="155161"/>
                </a:cubicBezTo>
                <a:lnTo>
                  <a:pt x="2187636" y="159298"/>
                </a:lnTo>
                <a:lnTo>
                  <a:pt x="2127756" y="159298"/>
                </a:lnTo>
                <a:lnTo>
                  <a:pt x="2127756" y="155161"/>
                </a:lnTo>
                <a:cubicBezTo>
                  <a:pt x="2132430" y="154778"/>
                  <a:pt x="2135322" y="154165"/>
                  <a:pt x="2136433" y="153322"/>
                </a:cubicBezTo>
                <a:cubicBezTo>
                  <a:pt x="2137544" y="152477"/>
                  <a:pt x="2138100" y="151325"/>
                  <a:pt x="2138100" y="149867"/>
                </a:cubicBezTo>
                <a:cubicBezTo>
                  <a:pt x="2138100" y="147719"/>
                  <a:pt x="2136874" y="144343"/>
                  <a:pt x="2134422" y="139738"/>
                </a:cubicBezTo>
                <a:lnTo>
                  <a:pt x="2125041" y="122318"/>
                </a:lnTo>
                <a:lnTo>
                  <a:pt x="2117182" y="133869"/>
                </a:lnTo>
                <a:cubicBezTo>
                  <a:pt x="2113581" y="139163"/>
                  <a:pt x="2111550" y="142310"/>
                  <a:pt x="2111090" y="143308"/>
                </a:cubicBezTo>
                <a:cubicBezTo>
                  <a:pt x="2110477" y="144764"/>
                  <a:pt x="2110171" y="146068"/>
                  <a:pt x="2110171" y="147220"/>
                </a:cubicBezTo>
                <a:cubicBezTo>
                  <a:pt x="2110171" y="148984"/>
                  <a:pt x="2110535" y="150462"/>
                  <a:pt x="2111263" y="151652"/>
                </a:cubicBezTo>
                <a:cubicBezTo>
                  <a:pt x="2111991" y="152839"/>
                  <a:pt x="2112987" y="153722"/>
                  <a:pt x="2114251" y="154299"/>
                </a:cubicBezTo>
                <a:cubicBezTo>
                  <a:pt x="2115515" y="154873"/>
                  <a:pt x="2117833" y="155161"/>
                  <a:pt x="2121205" y="155161"/>
                </a:cubicBezTo>
                <a:lnTo>
                  <a:pt x="2121205" y="159298"/>
                </a:lnTo>
                <a:lnTo>
                  <a:pt x="2079139" y="159298"/>
                </a:lnTo>
                <a:lnTo>
                  <a:pt x="2079139" y="155161"/>
                </a:lnTo>
                <a:cubicBezTo>
                  <a:pt x="2084349" y="155161"/>
                  <a:pt x="2089119" y="153723"/>
                  <a:pt x="2093448" y="150847"/>
                </a:cubicBezTo>
                <a:cubicBezTo>
                  <a:pt x="2097777" y="147969"/>
                  <a:pt x="2104079" y="140432"/>
                  <a:pt x="2112355" y="128237"/>
                </a:cubicBezTo>
                <a:lnTo>
                  <a:pt x="2121223" y="115225"/>
                </a:lnTo>
                <a:lnTo>
                  <a:pt x="2102700" y="80831"/>
                </a:lnTo>
                <a:cubicBezTo>
                  <a:pt x="2096647" y="69577"/>
                  <a:pt x="2092126" y="62678"/>
                  <a:pt x="2089138" y="60136"/>
                </a:cubicBezTo>
                <a:cubicBezTo>
                  <a:pt x="2086150" y="57593"/>
                  <a:pt x="2082817" y="56167"/>
                  <a:pt x="2079139" y="55858"/>
                </a:cubicBezTo>
                <a:lnTo>
                  <a:pt x="2079139" y="51720"/>
                </a:lnTo>
                <a:lnTo>
                  <a:pt x="2138675" y="51720"/>
                </a:lnTo>
                <a:lnTo>
                  <a:pt x="2138675" y="55858"/>
                </a:lnTo>
                <a:lnTo>
                  <a:pt x="2135571" y="55973"/>
                </a:lnTo>
                <a:lnTo>
                  <a:pt x="2129595" y="58063"/>
                </a:lnTo>
                <a:cubicBezTo>
                  <a:pt x="2128982" y="58604"/>
                  <a:pt x="2128675" y="59494"/>
                  <a:pt x="2128675" y="60732"/>
                </a:cubicBezTo>
                <a:cubicBezTo>
                  <a:pt x="2128675" y="61891"/>
                  <a:pt x="2128867" y="63089"/>
                  <a:pt x="2129250" y="64327"/>
                </a:cubicBezTo>
                <a:cubicBezTo>
                  <a:pt x="2129480" y="64868"/>
                  <a:pt x="2130553" y="66956"/>
                  <a:pt x="2132468" y="70591"/>
                </a:cubicBezTo>
                <a:lnTo>
                  <a:pt x="2140930" y="86301"/>
                </a:lnTo>
                <a:lnTo>
                  <a:pt x="2145226" y="79994"/>
                </a:lnTo>
                <a:cubicBezTo>
                  <a:pt x="2151356" y="71525"/>
                  <a:pt x="2154420" y="65596"/>
                  <a:pt x="2154420" y="62208"/>
                </a:cubicBezTo>
                <a:cubicBezTo>
                  <a:pt x="2154420" y="60592"/>
                  <a:pt x="2153750" y="59226"/>
                  <a:pt x="2152409" y="58110"/>
                </a:cubicBezTo>
                <a:cubicBezTo>
                  <a:pt x="2151068" y="56994"/>
                  <a:pt x="2148674" y="56243"/>
                  <a:pt x="2145226" y="55858"/>
                </a:cubicBezTo>
                <a:lnTo>
                  <a:pt x="2145226" y="51720"/>
                </a:lnTo>
                <a:lnTo>
                  <a:pt x="2183269" y="51720"/>
                </a:lnTo>
                <a:lnTo>
                  <a:pt x="2183269" y="55858"/>
                </a:lnTo>
                <a:cubicBezTo>
                  <a:pt x="2178595" y="56011"/>
                  <a:pt x="2174227" y="57457"/>
                  <a:pt x="2170166" y="60197"/>
                </a:cubicBezTo>
                <a:cubicBezTo>
                  <a:pt x="2166105" y="62936"/>
                  <a:pt x="2161546" y="68241"/>
                  <a:pt x="2156489" y="76111"/>
                </a:cubicBezTo>
                <a:lnTo>
                  <a:pt x="2144741" y="93377"/>
                </a:lnTo>
                <a:close/>
                <a:moveTo>
                  <a:pt x="2246942" y="12183"/>
                </a:moveTo>
                <a:lnTo>
                  <a:pt x="2246942" y="51720"/>
                </a:lnTo>
                <a:lnTo>
                  <a:pt x="2272457" y="51720"/>
                </a:lnTo>
                <a:lnTo>
                  <a:pt x="2272457" y="62984"/>
                </a:lnTo>
                <a:lnTo>
                  <a:pt x="2246942" y="62984"/>
                </a:lnTo>
                <a:lnTo>
                  <a:pt x="2246942" y="129480"/>
                </a:lnTo>
                <a:cubicBezTo>
                  <a:pt x="2246942" y="135703"/>
                  <a:pt x="2247229" y="139718"/>
                  <a:pt x="2247804" y="141523"/>
                </a:cubicBezTo>
                <a:cubicBezTo>
                  <a:pt x="2248379" y="143329"/>
                  <a:pt x="2249394" y="144789"/>
                  <a:pt x="2250850" y="145905"/>
                </a:cubicBezTo>
                <a:cubicBezTo>
                  <a:pt x="2252306" y="147018"/>
                  <a:pt x="2253646" y="147575"/>
                  <a:pt x="2254872" y="147575"/>
                </a:cubicBezTo>
                <a:cubicBezTo>
                  <a:pt x="2259853" y="147575"/>
                  <a:pt x="2264565" y="143744"/>
                  <a:pt x="2269009" y="136082"/>
                </a:cubicBezTo>
                <a:lnTo>
                  <a:pt x="2272457" y="138635"/>
                </a:lnTo>
                <a:cubicBezTo>
                  <a:pt x="2266251" y="153483"/>
                  <a:pt x="2256175" y="160907"/>
                  <a:pt x="2242230" y="160907"/>
                </a:cubicBezTo>
                <a:cubicBezTo>
                  <a:pt x="2235410" y="160907"/>
                  <a:pt x="2229644" y="159005"/>
                  <a:pt x="2224932" y="155200"/>
                </a:cubicBezTo>
                <a:cubicBezTo>
                  <a:pt x="2220220" y="151393"/>
                  <a:pt x="2217212" y="147144"/>
                  <a:pt x="2215910" y="142453"/>
                </a:cubicBezTo>
                <a:cubicBezTo>
                  <a:pt x="2215144" y="139839"/>
                  <a:pt x="2214760" y="132764"/>
                  <a:pt x="2214760" y="121230"/>
                </a:cubicBezTo>
                <a:lnTo>
                  <a:pt x="2214760" y="62984"/>
                </a:lnTo>
                <a:lnTo>
                  <a:pt x="2200739" y="62984"/>
                </a:lnTo>
                <a:lnTo>
                  <a:pt x="2200739" y="58950"/>
                </a:lnTo>
                <a:cubicBezTo>
                  <a:pt x="2210393" y="52117"/>
                  <a:pt x="2218611" y="44937"/>
                  <a:pt x="2225392" y="37411"/>
                </a:cubicBezTo>
                <a:cubicBezTo>
                  <a:pt x="2232173" y="29885"/>
                  <a:pt x="2238092" y="21476"/>
                  <a:pt x="2243149" y="12183"/>
                </a:cubicBezTo>
                <a:lnTo>
                  <a:pt x="2246942" y="12183"/>
                </a:lnTo>
                <a:close/>
                <a:moveTo>
                  <a:pt x="2327279" y="51720"/>
                </a:moveTo>
                <a:lnTo>
                  <a:pt x="2327279" y="76086"/>
                </a:lnTo>
                <a:cubicBezTo>
                  <a:pt x="2334405" y="64976"/>
                  <a:pt x="2340650" y="57601"/>
                  <a:pt x="2346013" y="53961"/>
                </a:cubicBezTo>
                <a:cubicBezTo>
                  <a:pt x="2351377" y="50322"/>
                  <a:pt x="2356549" y="48502"/>
                  <a:pt x="2361529" y="48502"/>
                </a:cubicBezTo>
                <a:cubicBezTo>
                  <a:pt x="2365820" y="48502"/>
                  <a:pt x="2369249" y="49829"/>
                  <a:pt x="2371816" y="52482"/>
                </a:cubicBezTo>
                <a:cubicBezTo>
                  <a:pt x="2374383" y="55135"/>
                  <a:pt x="2375666" y="58883"/>
                  <a:pt x="2375666" y="63727"/>
                </a:cubicBezTo>
                <a:cubicBezTo>
                  <a:pt x="2375666" y="68880"/>
                  <a:pt x="2374421" y="72880"/>
                  <a:pt x="2371931" y="75727"/>
                </a:cubicBezTo>
                <a:cubicBezTo>
                  <a:pt x="2369441" y="78572"/>
                  <a:pt x="2366433" y="79994"/>
                  <a:pt x="2362909" y="79994"/>
                </a:cubicBezTo>
                <a:cubicBezTo>
                  <a:pt x="2358848" y="79994"/>
                  <a:pt x="2355323" y="78691"/>
                  <a:pt x="2352335" y="76086"/>
                </a:cubicBezTo>
                <a:cubicBezTo>
                  <a:pt x="2349346" y="73481"/>
                  <a:pt x="2347584" y="72025"/>
                  <a:pt x="2347048" y="71719"/>
                </a:cubicBezTo>
                <a:cubicBezTo>
                  <a:pt x="2346281" y="71259"/>
                  <a:pt x="2345400" y="71029"/>
                  <a:pt x="2344404" y="71029"/>
                </a:cubicBezTo>
                <a:cubicBezTo>
                  <a:pt x="2342182" y="71029"/>
                  <a:pt x="2340075" y="71872"/>
                  <a:pt x="2338083" y="73558"/>
                </a:cubicBezTo>
                <a:cubicBezTo>
                  <a:pt x="2334941" y="76163"/>
                  <a:pt x="2332566" y="79879"/>
                  <a:pt x="2330957" y="84706"/>
                </a:cubicBezTo>
                <a:cubicBezTo>
                  <a:pt x="2328505" y="92139"/>
                  <a:pt x="2327279" y="100337"/>
                  <a:pt x="2327279" y="109302"/>
                </a:cubicBezTo>
                <a:lnTo>
                  <a:pt x="2327279" y="134013"/>
                </a:lnTo>
                <a:lnTo>
                  <a:pt x="2327394" y="140449"/>
                </a:lnTo>
                <a:cubicBezTo>
                  <a:pt x="2327394" y="144817"/>
                  <a:pt x="2327662" y="147613"/>
                  <a:pt x="2328199" y="148839"/>
                </a:cubicBezTo>
                <a:cubicBezTo>
                  <a:pt x="2329118" y="150908"/>
                  <a:pt x="2330478" y="152421"/>
                  <a:pt x="2332279" y="153379"/>
                </a:cubicBezTo>
                <a:cubicBezTo>
                  <a:pt x="2334079" y="154337"/>
                  <a:pt x="2337125" y="154931"/>
                  <a:pt x="2341416" y="155161"/>
                </a:cubicBezTo>
                <a:lnTo>
                  <a:pt x="2341416" y="159298"/>
                </a:lnTo>
                <a:lnTo>
                  <a:pt x="2283374" y="159298"/>
                </a:lnTo>
                <a:lnTo>
                  <a:pt x="2283374" y="155161"/>
                </a:lnTo>
                <a:cubicBezTo>
                  <a:pt x="2288048" y="154778"/>
                  <a:pt x="2291209" y="153494"/>
                  <a:pt x="2292856" y="151310"/>
                </a:cubicBezTo>
                <a:cubicBezTo>
                  <a:pt x="2294504" y="149127"/>
                  <a:pt x="2295327" y="143361"/>
                  <a:pt x="2295327" y="134013"/>
                </a:cubicBezTo>
                <a:lnTo>
                  <a:pt x="2295327" y="74477"/>
                </a:lnTo>
                <a:cubicBezTo>
                  <a:pt x="2295327" y="68309"/>
                  <a:pt x="2295021" y="64377"/>
                  <a:pt x="2294408" y="62682"/>
                </a:cubicBezTo>
                <a:cubicBezTo>
                  <a:pt x="2293642" y="60522"/>
                  <a:pt x="2292531" y="58942"/>
                  <a:pt x="2291075" y="57941"/>
                </a:cubicBezTo>
                <a:cubicBezTo>
                  <a:pt x="2289619" y="56938"/>
                  <a:pt x="2287052" y="56243"/>
                  <a:pt x="2283374" y="55858"/>
                </a:cubicBezTo>
                <a:lnTo>
                  <a:pt x="2283374" y="51720"/>
                </a:lnTo>
                <a:lnTo>
                  <a:pt x="2327279" y="51720"/>
                </a:lnTo>
                <a:close/>
                <a:moveTo>
                  <a:pt x="2445561" y="143437"/>
                </a:moveTo>
                <a:cubicBezTo>
                  <a:pt x="2432458" y="155084"/>
                  <a:pt x="2420697" y="160907"/>
                  <a:pt x="2410276" y="160907"/>
                </a:cubicBezTo>
                <a:cubicBezTo>
                  <a:pt x="2404146" y="160907"/>
                  <a:pt x="2399051" y="158890"/>
                  <a:pt x="2394990" y="154855"/>
                </a:cubicBezTo>
                <a:cubicBezTo>
                  <a:pt x="2390929" y="150818"/>
                  <a:pt x="2388898" y="145764"/>
                  <a:pt x="2388898" y="139691"/>
                </a:cubicBezTo>
                <a:cubicBezTo>
                  <a:pt x="2388898" y="131464"/>
                  <a:pt x="2392423" y="124064"/>
                  <a:pt x="2399472" y="117491"/>
                </a:cubicBezTo>
                <a:cubicBezTo>
                  <a:pt x="2406521" y="110918"/>
                  <a:pt x="2421884" y="102174"/>
                  <a:pt x="2445561" y="91257"/>
                </a:cubicBezTo>
                <a:lnTo>
                  <a:pt x="2445561" y="80454"/>
                </a:lnTo>
                <a:cubicBezTo>
                  <a:pt x="2445561" y="72332"/>
                  <a:pt x="2445120" y="67217"/>
                  <a:pt x="2444239" y="65110"/>
                </a:cubicBezTo>
                <a:cubicBezTo>
                  <a:pt x="2443358" y="63003"/>
                  <a:pt x="2441691" y="61164"/>
                  <a:pt x="2439239" y="59593"/>
                </a:cubicBezTo>
                <a:cubicBezTo>
                  <a:pt x="2436787" y="58022"/>
                  <a:pt x="2434029" y="57237"/>
                  <a:pt x="2430964" y="57237"/>
                </a:cubicBezTo>
                <a:cubicBezTo>
                  <a:pt x="2425984" y="57237"/>
                  <a:pt x="2421884" y="58348"/>
                  <a:pt x="2418666" y="60570"/>
                </a:cubicBezTo>
                <a:cubicBezTo>
                  <a:pt x="2416674" y="61949"/>
                  <a:pt x="2415678" y="63558"/>
                  <a:pt x="2415678" y="65397"/>
                </a:cubicBezTo>
                <a:cubicBezTo>
                  <a:pt x="2415678" y="67006"/>
                  <a:pt x="2416751" y="68999"/>
                  <a:pt x="2418896" y="71374"/>
                </a:cubicBezTo>
                <a:cubicBezTo>
                  <a:pt x="2421808" y="74669"/>
                  <a:pt x="2423263" y="77849"/>
                  <a:pt x="2423263" y="80913"/>
                </a:cubicBezTo>
                <a:cubicBezTo>
                  <a:pt x="2423263" y="84668"/>
                  <a:pt x="2421865" y="87867"/>
                  <a:pt x="2419068" y="90510"/>
                </a:cubicBezTo>
                <a:cubicBezTo>
                  <a:pt x="2416272" y="93154"/>
                  <a:pt x="2412613" y="94476"/>
                  <a:pt x="2408092" y="94476"/>
                </a:cubicBezTo>
                <a:cubicBezTo>
                  <a:pt x="2403265" y="94476"/>
                  <a:pt x="2399223" y="93020"/>
                  <a:pt x="2395967" y="90108"/>
                </a:cubicBezTo>
                <a:cubicBezTo>
                  <a:pt x="2392710" y="87196"/>
                  <a:pt x="2391082" y="83787"/>
                  <a:pt x="2391082" y="79879"/>
                </a:cubicBezTo>
                <a:cubicBezTo>
                  <a:pt x="2391082" y="74362"/>
                  <a:pt x="2393266" y="69094"/>
                  <a:pt x="2397633" y="64076"/>
                </a:cubicBezTo>
                <a:cubicBezTo>
                  <a:pt x="2402001" y="59057"/>
                  <a:pt x="2408092" y="55207"/>
                  <a:pt x="2415908" y="52525"/>
                </a:cubicBezTo>
                <a:cubicBezTo>
                  <a:pt x="2423723" y="49843"/>
                  <a:pt x="2431845" y="48502"/>
                  <a:pt x="2440274" y="48502"/>
                </a:cubicBezTo>
                <a:cubicBezTo>
                  <a:pt x="2450464" y="48502"/>
                  <a:pt x="2458529" y="50673"/>
                  <a:pt x="2464467" y="55014"/>
                </a:cubicBezTo>
                <a:cubicBezTo>
                  <a:pt x="2470406" y="59353"/>
                  <a:pt x="2474256" y="64056"/>
                  <a:pt x="2476018" y="69126"/>
                </a:cubicBezTo>
                <a:cubicBezTo>
                  <a:pt x="2477091" y="72351"/>
                  <a:pt x="2477627" y="79762"/>
                  <a:pt x="2477627" y="91358"/>
                </a:cubicBezTo>
                <a:lnTo>
                  <a:pt x="2477627" y="133176"/>
                </a:lnTo>
                <a:cubicBezTo>
                  <a:pt x="2477627" y="138092"/>
                  <a:pt x="2477819" y="141184"/>
                  <a:pt x="2478202" y="142453"/>
                </a:cubicBezTo>
                <a:cubicBezTo>
                  <a:pt x="2478585" y="143720"/>
                  <a:pt x="2479160" y="144661"/>
                  <a:pt x="2479926" y="145276"/>
                </a:cubicBezTo>
                <a:cubicBezTo>
                  <a:pt x="2480692" y="145889"/>
                  <a:pt x="2481573" y="146196"/>
                  <a:pt x="2482569" y="146196"/>
                </a:cubicBezTo>
                <a:cubicBezTo>
                  <a:pt x="2484562" y="146196"/>
                  <a:pt x="2486592" y="144778"/>
                  <a:pt x="2488661" y="141943"/>
                </a:cubicBezTo>
                <a:lnTo>
                  <a:pt x="2492109" y="144702"/>
                </a:lnTo>
                <a:cubicBezTo>
                  <a:pt x="2488278" y="150372"/>
                  <a:pt x="2484312" y="154490"/>
                  <a:pt x="2480213" y="157057"/>
                </a:cubicBezTo>
                <a:cubicBezTo>
                  <a:pt x="2476114" y="159624"/>
                  <a:pt x="2471459" y="160907"/>
                  <a:pt x="2466249" y="160907"/>
                </a:cubicBezTo>
                <a:cubicBezTo>
                  <a:pt x="2460119" y="160907"/>
                  <a:pt x="2455330" y="159461"/>
                  <a:pt x="2451882" y="156569"/>
                </a:cubicBezTo>
                <a:cubicBezTo>
                  <a:pt x="2448434" y="153676"/>
                  <a:pt x="2446327" y="149299"/>
                  <a:pt x="2445561" y="143437"/>
                </a:cubicBezTo>
                <a:moveTo>
                  <a:pt x="2445561" y="134932"/>
                </a:moveTo>
                <a:lnTo>
                  <a:pt x="2445561" y="98980"/>
                </a:lnTo>
                <a:cubicBezTo>
                  <a:pt x="2436289" y="104446"/>
                  <a:pt x="2429393" y="110298"/>
                  <a:pt x="2424873" y="116536"/>
                </a:cubicBezTo>
                <a:cubicBezTo>
                  <a:pt x="2421884" y="120693"/>
                  <a:pt x="2420390" y="124889"/>
                  <a:pt x="2420390" y="129125"/>
                </a:cubicBezTo>
                <a:cubicBezTo>
                  <a:pt x="2420390" y="132666"/>
                  <a:pt x="2421654" y="135785"/>
                  <a:pt x="2424183" y="138481"/>
                </a:cubicBezTo>
                <a:cubicBezTo>
                  <a:pt x="2426098" y="140559"/>
                  <a:pt x="2428780" y="141599"/>
                  <a:pt x="2432228" y="141599"/>
                </a:cubicBezTo>
                <a:cubicBezTo>
                  <a:pt x="2436059" y="141599"/>
                  <a:pt x="2440504" y="139376"/>
                  <a:pt x="2445561" y="134932"/>
                </a:cubicBezTo>
                <a:close/>
                <a:moveTo>
                  <a:pt x="2589993" y="131509"/>
                </a:moveTo>
                <a:lnTo>
                  <a:pt x="2593556" y="134264"/>
                </a:lnTo>
                <a:cubicBezTo>
                  <a:pt x="2588499" y="143797"/>
                  <a:pt x="2582197" y="150889"/>
                  <a:pt x="2574649" y="155541"/>
                </a:cubicBezTo>
                <a:cubicBezTo>
                  <a:pt x="2567102" y="160191"/>
                  <a:pt x="2559076" y="162516"/>
                  <a:pt x="2550571" y="162516"/>
                </a:cubicBezTo>
                <a:cubicBezTo>
                  <a:pt x="2536242" y="162516"/>
                  <a:pt x="2524787" y="157110"/>
                  <a:pt x="2516205" y="146296"/>
                </a:cubicBezTo>
                <a:cubicBezTo>
                  <a:pt x="2507624" y="135481"/>
                  <a:pt x="2503333" y="122480"/>
                  <a:pt x="2503333" y="107294"/>
                </a:cubicBezTo>
                <a:cubicBezTo>
                  <a:pt x="2503333" y="92643"/>
                  <a:pt x="2507241" y="79757"/>
                  <a:pt x="2515056" y="68637"/>
                </a:cubicBezTo>
                <a:cubicBezTo>
                  <a:pt x="2524481" y="55214"/>
                  <a:pt x="2537468" y="48502"/>
                  <a:pt x="2554019" y="48502"/>
                </a:cubicBezTo>
                <a:cubicBezTo>
                  <a:pt x="2565129" y="48502"/>
                  <a:pt x="2573960" y="51307"/>
                  <a:pt x="2580511" y="56917"/>
                </a:cubicBezTo>
                <a:cubicBezTo>
                  <a:pt x="2587062" y="62525"/>
                  <a:pt x="2590338" y="68787"/>
                  <a:pt x="2590338" y="75702"/>
                </a:cubicBezTo>
                <a:cubicBezTo>
                  <a:pt x="2590338" y="80081"/>
                  <a:pt x="2589016" y="83577"/>
                  <a:pt x="2586373" y="86190"/>
                </a:cubicBezTo>
                <a:cubicBezTo>
                  <a:pt x="2583729" y="88802"/>
                  <a:pt x="2580262" y="90108"/>
                  <a:pt x="2575971" y="90108"/>
                </a:cubicBezTo>
                <a:cubicBezTo>
                  <a:pt x="2571450" y="90108"/>
                  <a:pt x="2567715" y="88609"/>
                  <a:pt x="2564765" y="85611"/>
                </a:cubicBezTo>
                <a:cubicBezTo>
                  <a:pt x="2561815" y="82611"/>
                  <a:pt x="2559995" y="77267"/>
                  <a:pt x="2559306" y="69578"/>
                </a:cubicBezTo>
                <a:cubicBezTo>
                  <a:pt x="2558846" y="64734"/>
                  <a:pt x="2557735" y="61351"/>
                  <a:pt x="2555973" y="59428"/>
                </a:cubicBezTo>
                <a:cubicBezTo>
                  <a:pt x="2554210" y="57508"/>
                  <a:pt x="2552141" y="56547"/>
                  <a:pt x="2549766" y="56547"/>
                </a:cubicBezTo>
                <a:cubicBezTo>
                  <a:pt x="2546088" y="56547"/>
                  <a:pt x="2542947" y="58501"/>
                  <a:pt x="2540342" y="62409"/>
                </a:cubicBezTo>
                <a:cubicBezTo>
                  <a:pt x="2536357" y="68309"/>
                  <a:pt x="2534365" y="77350"/>
                  <a:pt x="2534365" y="89533"/>
                </a:cubicBezTo>
                <a:cubicBezTo>
                  <a:pt x="2534365" y="99648"/>
                  <a:pt x="2535974" y="109321"/>
                  <a:pt x="2539192" y="118554"/>
                </a:cubicBezTo>
                <a:cubicBezTo>
                  <a:pt x="2542410" y="127787"/>
                  <a:pt x="2546816" y="134664"/>
                  <a:pt x="2552410" y="139185"/>
                </a:cubicBezTo>
                <a:cubicBezTo>
                  <a:pt x="2556624" y="142480"/>
                  <a:pt x="2561604" y="144127"/>
                  <a:pt x="2567351" y="144127"/>
                </a:cubicBezTo>
                <a:cubicBezTo>
                  <a:pt x="2571105" y="144127"/>
                  <a:pt x="2574668" y="143248"/>
                  <a:pt x="2578040" y="141491"/>
                </a:cubicBezTo>
                <a:cubicBezTo>
                  <a:pt x="2581411" y="139731"/>
                  <a:pt x="2585396" y="136404"/>
                  <a:pt x="2589993" y="131509"/>
                </a:cubicBezTo>
                <a:close/>
                <a:moveTo>
                  <a:pt x="2648508" y="12183"/>
                </a:moveTo>
                <a:lnTo>
                  <a:pt x="2648508" y="51720"/>
                </a:lnTo>
                <a:lnTo>
                  <a:pt x="2674023" y="51720"/>
                </a:lnTo>
                <a:lnTo>
                  <a:pt x="2674023" y="62984"/>
                </a:lnTo>
                <a:lnTo>
                  <a:pt x="2648508" y="62984"/>
                </a:lnTo>
                <a:lnTo>
                  <a:pt x="2648508" y="129480"/>
                </a:lnTo>
                <a:cubicBezTo>
                  <a:pt x="2648508" y="135703"/>
                  <a:pt x="2648795" y="139718"/>
                  <a:pt x="2649370" y="141523"/>
                </a:cubicBezTo>
                <a:cubicBezTo>
                  <a:pt x="2649945" y="143329"/>
                  <a:pt x="2650960" y="144789"/>
                  <a:pt x="2652416" y="145905"/>
                </a:cubicBezTo>
                <a:cubicBezTo>
                  <a:pt x="2653871" y="147018"/>
                  <a:pt x="2655212" y="147575"/>
                  <a:pt x="2656438" y="147575"/>
                </a:cubicBezTo>
                <a:cubicBezTo>
                  <a:pt x="2661419" y="147575"/>
                  <a:pt x="2666131" y="143744"/>
                  <a:pt x="2670575" y="136082"/>
                </a:cubicBezTo>
                <a:lnTo>
                  <a:pt x="2674023" y="138635"/>
                </a:lnTo>
                <a:cubicBezTo>
                  <a:pt x="2667817" y="153483"/>
                  <a:pt x="2657741" y="160907"/>
                  <a:pt x="2643796" y="160907"/>
                </a:cubicBezTo>
                <a:cubicBezTo>
                  <a:pt x="2636976" y="160907"/>
                  <a:pt x="2631210" y="159005"/>
                  <a:pt x="2626498" y="155200"/>
                </a:cubicBezTo>
                <a:cubicBezTo>
                  <a:pt x="2621786" y="151393"/>
                  <a:pt x="2618778" y="147144"/>
                  <a:pt x="2617476" y="142453"/>
                </a:cubicBezTo>
                <a:cubicBezTo>
                  <a:pt x="2616710" y="139839"/>
                  <a:pt x="2616326" y="132764"/>
                  <a:pt x="2616326" y="121230"/>
                </a:cubicBezTo>
                <a:lnTo>
                  <a:pt x="2616326" y="62984"/>
                </a:lnTo>
                <a:lnTo>
                  <a:pt x="2602304" y="62984"/>
                </a:lnTo>
                <a:lnTo>
                  <a:pt x="2602304" y="58950"/>
                </a:lnTo>
                <a:cubicBezTo>
                  <a:pt x="2611959" y="52117"/>
                  <a:pt x="2620177" y="44937"/>
                  <a:pt x="2626958" y="37411"/>
                </a:cubicBezTo>
                <a:cubicBezTo>
                  <a:pt x="2633739" y="29885"/>
                  <a:pt x="2639658" y="21476"/>
                  <a:pt x="2644715" y="12183"/>
                </a:cubicBezTo>
                <a:lnTo>
                  <a:pt x="2648508" y="12183"/>
                </a:lnTo>
                <a:close/>
                <a:moveTo>
                  <a:pt x="2710111" y="0"/>
                </a:moveTo>
                <a:cubicBezTo>
                  <a:pt x="2715091" y="0"/>
                  <a:pt x="2719305" y="1749"/>
                  <a:pt x="2722754" y="5247"/>
                </a:cubicBezTo>
                <a:cubicBezTo>
                  <a:pt x="2726202" y="8743"/>
                  <a:pt x="2727926" y="12952"/>
                  <a:pt x="2727926" y="17872"/>
                </a:cubicBezTo>
                <a:cubicBezTo>
                  <a:pt x="2727926" y="22793"/>
                  <a:pt x="2726182" y="26983"/>
                  <a:pt x="2722696" y="30443"/>
                </a:cubicBezTo>
                <a:cubicBezTo>
                  <a:pt x="2719210" y="33901"/>
                  <a:pt x="2715015" y="35630"/>
                  <a:pt x="2710111" y="35630"/>
                </a:cubicBezTo>
                <a:cubicBezTo>
                  <a:pt x="2705207" y="35630"/>
                  <a:pt x="2701031" y="33901"/>
                  <a:pt x="2697583" y="30443"/>
                </a:cubicBezTo>
                <a:cubicBezTo>
                  <a:pt x="2694135" y="26983"/>
                  <a:pt x="2692411" y="22793"/>
                  <a:pt x="2692411" y="17872"/>
                </a:cubicBezTo>
                <a:cubicBezTo>
                  <a:pt x="2692411" y="12952"/>
                  <a:pt x="2694135" y="8743"/>
                  <a:pt x="2697583" y="5247"/>
                </a:cubicBezTo>
                <a:cubicBezTo>
                  <a:pt x="2701031" y="1749"/>
                  <a:pt x="2705207" y="0"/>
                  <a:pt x="2710111" y="0"/>
                </a:cubicBezTo>
                <a:moveTo>
                  <a:pt x="2726202" y="51720"/>
                </a:moveTo>
                <a:lnTo>
                  <a:pt x="2726202" y="137001"/>
                </a:lnTo>
                <a:cubicBezTo>
                  <a:pt x="2726202" y="144587"/>
                  <a:pt x="2727083" y="149433"/>
                  <a:pt x="2728845" y="151540"/>
                </a:cubicBezTo>
                <a:cubicBezTo>
                  <a:pt x="2730607" y="153647"/>
                  <a:pt x="2734055" y="154854"/>
                  <a:pt x="2739189" y="155161"/>
                </a:cubicBezTo>
                <a:lnTo>
                  <a:pt x="2739189" y="159298"/>
                </a:lnTo>
                <a:lnTo>
                  <a:pt x="2681147" y="159298"/>
                </a:lnTo>
                <a:lnTo>
                  <a:pt x="2681147" y="155161"/>
                </a:lnTo>
                <a:cubicBezTo>
                  <a:pt x="2685898" y="155007"/>
                  <a:pt x="2689423" y="153628"/>
                  <a:pt x="2691721" y="151023"/>
                </a:cubicBezTo>
                <a:cubicBezTo>
                  <a:pt x="2693254" y="149261"/>
                  <a:pt x="2694020" y="144587"/>
                  <a:pt x="2694020" y="137001"/>
                </a:cubicBezTo>
                <a:lnTo>
                  <a:pt x="2694020" y="74247"/>
                </a:lnTo>
                <a:cubicBezTo>
                  <a:pt x="2694020" y="66566"/>
                  <a:pt x="2693139" y="61658"/>
                  <a:pt x="2691377" y="59525"/>
                </a:cubicBezTo>
                <a:cubicBezTo>
                  <a:pt x="2689614" y="57392"/>
                  <a:pt x="2686205" y="56169"/>
                  <a:pt x="2681147" y="55858"/>
                </a:cubicBezTo>
                <a:lnTo>
                  <a:pt x="2681147" y="51720"/>
                </a:lnTo>
                <a:lnTo>
                  <a:pt x="2726202" y="51720"/>
                </a:lnTo>
                <a:close/>
                <a:moveTo>
                  <a:pt x="2800373" y="48502"/>
                </a:moveTo>
                <a:cubicBezTo>
                  <a:pt x="2809721" y="48502"/>
                  <a:pt x="2818418" y="50918"/>
                  <a:pt x="2826463" y="55750"/>
                </a:cubicBezTo>
                <a:cubicBezTo>
                  <a:pt x="2834509" y="60582"/>
                  <a:pt x="2840619" y="67447"/>
                  <a:pt x="2844795" y="76345"/>
                </a:cubicBezTo>
                <a:cubicBezTo>
                  <a:pt x="2848971" y="85243"/>
                  <a:pt x="2851059" y="94983"/>
                  <a:pt x="2851059" y="105567"/>
                </a:cubicBezTo>
                <a:cubicBezTo>
                  <a:pt x="2851059" y="120829"/>
                  <a:pt x="2847190" y="133600"/>
                  <a:pt x="2839451" y="143879"/>
                </a:cubicBezTo>
                <a:cubicBezTo>
                  <a:pt x="2830103" y="156304"/>
                  <a:pt x="2817192" y="162516"/>
                  <a:pt x="2800718" y="162516"/>
                </a:cubicBezTo>
                <a:cubicBezTo>
                  <a:pt x="2784551" y="162516"/>
                  <a:pt x="2772099" y="156840"/>
                  <a:pt x="2763365" y="145488"/>
                </a:cubicBezTo>
                <a:cubicBezTo>
                  <a:pt x="2754630" y="134136"/>
                  <a:pt x="2750262" y="120982"/>
                  <a:pt x="2750262" y="106026"/>
                </a:cubicBezTo>
                <a:cubicBezTo>
                  <a:pt x="2750262" y="90611"/>
                  <a:pt x="2754725" y="77170"/>
                  <a:pt x="2763652" y="65703"/>
                </a:cubicBezTo>
                <a:cubicBezTo>
                  <a:pt x="2772578" y="54236"/>
                  <a:pt x="2784819" y="48502"/>
                  <a:pt x="2800373" y="48502"/>
                </a:cubicBezTo>
                <a:moveTo>
                  <a:pt x="2800833" y="56547"/>
                </a:moveTo>
                <a:cubicBezTo>
                  <a:pt x="2796925" y="56547"/>
                  <a:pt x="2793573" y="58025"/>
                  <a:pt x="2790776" y="60980"/>
                </a:cubicBezTo>
                <a:cubicBezTo>
                  <a:pt x="2787980" y="63932"/>
                  <a:pt x="2786141" y="69761"/>
                  <a:pt x="2785259" y="78468"/>
                </a:cubicBezTo>
                <a:cubicBezTo>
                  <a:pt x="2784378" y="87174"/>
                  <a:pt x="2783938" y="99275"/>
                  <a:pt x="2783938" y="114772"/>
                </a:cubicBezTo>
                <a:cubicBezTo>
                  <a:pt x="2783938" y="122980"/>
                  <a:pt x="2784474" y="130652"/>
                  <a:pt x="2785547" y="137788"/>
                </a:cubicBezTo>
                <a:cubicBezTo>
                  <a:pt x="2786390" y="143233"/>
                  <a:pt x="2788190" y="147375"/>
                  <a:pt x="2790949" y="150215"/>
                </a:cubicBezTo>
                <a:cubicBezTo>
                  <a:pt x="2793707" y="153052"/>
                  <a:pt x="2796849" y="154471"/>
                  <a:pt x="2800373" y="154471"/>
                </a:cubicBezTo>
                <a:cubicBezTo>
                  <a:pt x="2803821" y="154471"/>
                  <a:pt x="2806695" y="153512"/>
                  <a:pt x="2808993" y="151594"/>
                </a:cubicBezTo>
                <a:cubicBezTo>
                  <a:pt x="2811982" y="148987"/>
                  <a:pt x="2813974" y="145342"/>
                  <a:pt x="2814970" y="140661"/>
                </a:cubicBezTo>
                <a:cubicBezTo>
                  <a:pt x="2816502" y="133375"/>
                  <a:pt x="2817268" y="118646"/>
                  <a:pt x="2817268" y="96476"/>
                </a:cubicBezTo>
                <a:cubicBezTo>
                  <a:pt x="2817268" y="83436"/>
                  <a:pt x="2816541" y="74481"/>
                  <a:pt x="2815085" y="69610"/>
                </a:cubicBezTo>
                <a:cubicBezTo>
                  <a:pt x="2813629" y="64738"/>
                  <a:pt x="2811483" y="61189"/>
                  <a:pt x="2808648" y="58965"/>
                </a:cubicBezTo>
                <a:cubicBezTo>
                  <a:pt x="2806656" y="57353"/>
                  <a:pt x="2804051" y="56547"/>
                  <a:pt x="2800833" y="56547"/>
                </a:cubicBezTo>
                <a:close/>
                <a:moveTo>
                  <a:pt x="2910343" y="51720"/>
                </a:moveTo>
                <a:lnTo>
                  <a:pt x="2910343" y="65742"/>
                </a:lnTo>
                <a:cubicBezTo>
                  <a:pt x="2915860" y="59725"/>
                  <a:pt x="2921147" y="55348"/>
                  <a:pt x="2926204" y="52611"/>
                </a:cubicBezTo>
                <a:cubicBezTo>
                  <a:pt x="2931261" y="49872"/>
                  <a:pt x="2936701" y="48502"/>
                  <a:pt x="2942524" y="48502"/>
                </a:cubicBezTo>
                <a:cubicBezTo>
                  <a:pt x="2949497" y="48502"/>
                  <a:pt x="2955282" y="50439"/>
                  <a:pt x="2959879" y="54313"/>
                </a:cubicBezTo>
                <a:cubicBezTo>
                  <a:pt x="2964477" y="58188"/>
                  <a:pt x="2967542" y="63002"/>
                  <a:pt x="2969074" y="68756"/>
                </a:cubicBezTo>
                <a:cubicBezTo>
                  <a:pt x="2970300" y="73130"/>
                  <a:pt x="2970913" y="81532"/>
                  <a:pt x="2970913" y="93962"/>
                </a:cubicBezTo>
                <a:lnTo>
                  <a:pt x="2970913" y="135852"/>
                </a:lnTo>
                <a:cubicBezTo>
                  <a:pt x="2970913" y="144127"/>
                  <a:pt x="2971660" y="149280"/>
                  <a:pt x="2973154" y="151310"/>
                </a:cubicBezTo>
                <a:cubicBezTo>
                  <a:pt x="2974648" y="153341"/>
                  <a:pt x="2977771" y="154624"/>
                  <a:pt x="2982521" y="155161"/>
                </a:cubicBezTo>
                <a:lnTo>
                  <a:pt x="2982521" y="159298"/>
                </a:lnTo>
                <a:lnTo>
                  <a:pt x="2928158" y="159298"/>
                </a:lnTo>
                <a:lnTo>
                  <a:pt x="2928158" y="155161"/>
                </a:lnTo>
                <a:cubicBezTo>
                  <a:pt x="2932219" y="154624"/>
                  <a:pt x="2935130" y="152939"/>
                  <a:pt x="2936893" y="150104"/>
                </a:cubicBezTo>
                <a:cubicBezTo>
                  <a:pt x="2938119" y="148188"/>
                  <a:pt x="2938732" y="143437"/>
                  <a:pt x="2938732" y="135852"/>
                </a:cubicBezTo>
                <a:lnTo>
                  <a:pt x="2938732" y="88039"/>
                </a:lnTo>
                <a:cubicBezTo>
                  <a:pt x="2938732" y="79228"/>
                  <a:pt x="2938387" y="73673"/>
                  <a:pt x="2937697" y="71374"/>
                </a:cubicBezTo>
                <a:cubicBezTo>
                  <a:pt x="2937008" y="69075"/>
                  <a:pt x="2935839" y="67294"/>
                  <a:pt x="2934192" y="66030"/>
                </a:cubicBezTo>
                <a:cubicBezTo>
                  <a:pt x="2932544" y="64765"/>
                  <a:pt x="2930725" y="64133"/>
                  <a:pt x="2928732" y="64133"/>
                </a:cubicBezTo>
                <a:cubicBezTo>
                  <a:pt x="2922143" y="64133"/>
                  <a:pt x="2916013" y="68884"/>
                  <a:pt x="2910343" y="78385"/>
                </a:cubicBezTo>
                <a:lnTo>
                  <a:pt x="2910343" y="135852"/>
                </a:lnTo>
                <a:cubicBezTo>
                  <a:pt x="2910343" y="143897"/>
                  <a:pt x="2911090" y="148993"/>
                  <a:pt x="2912584" y="151138"/>
                </a:cubicBezTo>
                <a:cubicBezTo>
                  <a:pt x="2914078" y="153283"/>
                  <a:pt x="2916856" y="154624"/>
                  <a:pt x="2920917" y="155161"/>
                </a:cubicBezTo>
                <a:lnTo>
                  <a:pt x="2920917" y="159298"/>
                </a:lnTo>
                <a:lnTo>
                  <a:pt x="2866553" y="159298"/>
                </a:lnTo>
                <a:lnTo>
                  <a:pt x="2866553" y="155161"/>
                </a:lnTo>
                <a:cubicBezTo>
                  <a:pt x="2871074" y="154701"/>
                  <a:pt x="2874292" y="153245"/>
                  <a:pt x="2876208" y="150793"/>
                </a:cubicBezTo>
                <a:cubicBezTo>
                  <a:pt x="2877510" y="149108"/>
                  <a:pt x="2878162" y="144127"/>
                  <a:pt x="2878162" y="135852"/>
                </a:cubicBezTo>
                <a:lnTo>
                  <a:pt x="2878162" y="75167"/>
                </a:lnTo>
                <a:cubicBezTo>
                  <a:pt x="2878162" y="66947"/>
                  <a:pt x="2877414" y="61828"/>
                  <a:pt x="2875920" y="59812"/>
                </a:cubicBezTo>
                <a:cubicBezTo>
                  <a:pt x="2874426" y="57796"/>
                  <a:pt x="2871304" y="56478"/>
                  <a:pt x="2866553" y="55858"/>
                </a:cubicBezTo>
                <a:lnTo>
                  <a:pt x="2866553" y="51720"/>
                </a:lnTo>
                <a:lnTo>
                  <a:pt x="2910343" y="51720"/>
                </a:lnTo>
                <a:close/>
                <a:moveTo>
                  <a:pt x="3117112" y="143437"/>
                </a:moveTo>
                <a:cubicBezTo>
                  <a:pt x="3104009" y="155084"/>
                  <a:pt x="3092248" y="160907"/>
                  <a:pt x="3081827" y="160907"/>
                </a:cubicBezTo>
                <a:cubicBezTo>
                  <a:pt x="3075697" y="160907"/>
                  <a:pt x="3070602" y="158890"/>
                  <a:pt x="3066541" y="154855"/>
                </a:cubicBezTo>
                <a:cubicBezTo>
                  <a:pt x="3062480" y="150818"/>
                  <a:pt x="3060449" y="145764"/>
                  <a:pt x="3060449" y="139691"/>
                </a:cubicBezTo>
                <a:cubicBezTo>
                  <a:pt x="3060449" y="131464"/>
                  <a:pt x="3063974" y="124064"/>
                  <a:pt x="3071023" y="117491"/>
                </a:cubicBezTo>
                <a:cubicBezTo>
                  <a:pt x="3078073" y="110918"/>
                  <a:pt x="3093435" y="102174"/>
                  <a:pt x="3117112" y="91257"/>
                </a:cubicBezTo>
                <a:lnTo>
                  <a:pt x="3117112" y="80454"/>
                </a:lnTo>
                <a:cubicBezTo>
                  <a:pt x="3117112" y="72332"/>
                  <a:pt x="3116671" y="67217"/>
                  <a:pt x="3115790" y="65110"/>
                </a:cubicBezTo>
                <a:cubicBezTo>
                  <a:pt x="3114909" y="63003"/>
                  <a:pt x="3113242" y="61164"/>
                  <a:pt x="3110790" y="59593"/>
                </a:cubicBezTo>
                <a:cubicBezTo>
                  <a:pt x="3108339" y="58022"/>
                  <a:pt x="3105580" y="57237"/>
                  <a:pt x="3102515" y="57237"/>
                </a:cubicBezTo>
                <a:cubicBezTo>
                  <a:pt x="3097535" y="57237"/>
                  <a:pt x="3093435" y="58348"/>
                  <a:pt x="3090217" y="60570"/>
                </a:cubicBezTo>
                <a:cubicBezTo>
                  <a:pt x="3088225" y="61949"/>
                  <a:pt x="3087229" y="63558"/>
                  <a:pt x="3087229" y="65397"/>
                </a:cubicBezTo>
                <a:cubicBezTo>
                  <a:pt x="3087229" y="67006"/>
                  <a:pt x="3088302" y="68999"/>
                  <a:pt x="3090447" y="71374"/>
                </a:cubicBezTo>
                <a:cubicBezTo>
                  <a:pt x="3093359" y="74669"/>
                  <a:pt x="3094815" y="77849"/>
                  <a:pt x="3094815" y="80913"/>
                </a:cubicBezTo>
                <a:cubicBezTo>
                  <a:pt x="3094815" y="84668"/>
                  <a:pt x="3093416" y="87867"/>
                  <a:pt x="3090620" y="90510"/>
                </a:cubicBezTo>
                <a:cubicBezTo>
                  <a:pt x="3087823" y="93154"/>
                  <a:pt x="3084164" y="94476"/>
                  <a:pt x="3079643" y="94476"/>
                </a:cubicBezTo>
                <a:cubicBezTo>
                  <a:pt x="3074816" y="94476"/>
                  <a:pt x="3070774" y="93020"/>
                  <a:pt x="3067518" y="90108"/>
                </a:cubicBezTo>
                <a:cubicBezTo>
                  <a:pt x="3064261" y="87196"/>
                  <a:pt x="3062633" y="83787"/>
                  <a:pt x="3062633" y="79879"/>
                </a:cubicBezTo>
                <a:cubicBezTo>
                  <a:pt x="3062633" y="74362"/>
                  <a:pt x="3064817" y="69094"/>
                  <a:pt x="3069184" y="64076"/>
                </a:cubicBezTo>
                <a:cubicBezTo>
                  <a:pt x="3073552" y="59057"/>
                  <a:pt x="3079643" y="55207"/>
                  <a:pt x="3087459" y="52525"/>
                </a:cubicBezTo>
                <a:cubicBezTo>
                  <a:pt x="3095274" y="49843"/>
                  <a:pt x="3103396" y="48502"/>
                  <a:pt x="3111825" y="48502"/>
                </a:cubicBezTo>
                <a:cubicBezTo>
                  <a:pt x="3122016" y="48502"/>
                  <a:pt x="3130080" y="50673"/>
                  <a:pt x="3136018" y="55014"/>
                </a:cubicBezTo>
                <a:cubicBezTo>
                  <a:pt x="3141957" y="59353"/>
                  <a:pt x="3145807" y="64056"/>
                  <a:pt x="3147569" y="69126"/>
                </a:cubicBezTo>
                <a:cubicBezTo>
                  <a:pt x="3148642" y="72351"/>
                  <a:pt x="3149178" y="79762"/>
                  <a:pt x="3149178" y="91358"/>
                </a:cubicBezTo>
                <a:lnTo>
                  <a:pt x="3149178" y="133176"/>
                </a:lnTo>
                <a:cubicBezTo>
                  <a:pt x="3149178" y="138092"/>
                  <a:pt x="3149370" y="141184"/>
                  <a:pt x="3149753" y="142453"/>
                </a:cubicBezTo>
                <a:cubicBezTo>
                  <a:pt x="3150136" y="143720"/>
                  <a:pt x="3150711" y="144661"/>
                  <a:pt x="3151477" y="145276"/>
                </a:cubicBezTo>
                <a:cubicBezTo>
                  <a:pt x="3152243" y="145889"/>
                  <a:pt x="3153124" y="146196"/>
                  <a:pt x="3154120" y="146196"/>
                </a:cubicBezTo>
                <a:cubicBezTo>
                  <a:pt x="3156113" y="146196"/>
                  <a:pt x="3158143" y="144778"/>
                  <a:pt x="3160212" y="141943"/>
                </a:cubicBezTo>
                <a:lnTo>
                  <a:pt x="3163660" y="144702"/>
                </a:lnTo>
                <a:cubicBezTo>
                  <a:pt x="3159829" y="150372"/>
                  <a:pt x="3155864" y="154490"/>
                  <a:pt x="3151764" y="157057"/>
                </a:cubicBezTo>
                <a:cubicBezTo>
                  <a:pt x="3147665" y="159624"/>
                  <a:pt x="3143010" y="160907"/>
                  <a:pt x="3137800" y="160907"/>
                </a:cubicBezTo>
                <a:cubicBezTo>
                  <a:pt x="3131670" y="160907"/>
                  <a:pt x="3126881" y="159461"/>
                  <a:pt x="3123433" y="156569"/>
                </a:cubicBezTo>
                <a:cubicBezTo>
                  <a:pt x="3119985" y="153676"/>
                  <a:pt x="3117878" y="149299"/>
                  <a:pt x="3117112" y="143437"/>
                </a:cubicBezTo>
                <a:moveTo>
                  <a:pt x="3117112" y="134932"/>
                </a:moveTo>
                <a:lnTo>
                  <a:pt x="3117112" y="98980"/>
                </a:lnTo>
                <a:cubicBezTo>
                  <a:pt x="3107840" y="104446"/>
                  <a:pt x="3100944" y="110298"/>
                  <a:pt x="3096424" y="116536"/>
                </a:cubicBezTo>
                <a:cubicBezTo>
                  <a:pt x="3093435" y="120693"/>
                  <a:pt x="3091941" y="124889"/>
                  <a:pt x="3091941" y="129125"/>
                </a:cubicBezTo>
                <a:cubicBezTo>
                  <a:pt x="3091941" y="132666"/>
                  <a:pt x="3093206" y="135785"/>
                  <a:pt x="3095734" y="138481"/>
                </a:cubicBezTo>
                <a:cubicBezTo>
                  <a:pt x="3097650" y="140559"/>
                  <a:pt x="3100331" y="141599"/>
                  <a:pt x="3103779" y="141599"/>
                </a:cubicBezTo>
                <a:cubicBezTo>
                  <a:pt x="3107611" y="141599"/>
                  <a:pt x="3112055" y="139376"/>
                  <a:pt x="3117112" y="134932"/>
                </a:cubicBezTo>
                <a:close/>
                <a:moveTo>
                  <a:pt x="3217755" y="51720"/>
                </a:moveTo>
                <a:lnTo>
                  <a:pt x="3217755" y="65742"/>
                </a:lnTo>
                <a:cubicBezTo>
                  <a:pt x="3223272" y="59725"/>
                  <a:pt x="3228559" y="55348"/>
                  <a:pt x="3233616" y="52611"/>
                </a:cubicBezTo>
                <a:cubicBezTo>
                  <a:pt x="3238673" y="49872"/>
                  <a:pt x="3244113" y="48502"/>
                  <a:pt x="3249936" y="48502"/>
                </a:cubicBezTo>
                <a:cubicBezTo>
                  <a:pt x="3256909" y="48502"/>
                  <a:pt x="3262694" y="50439"/>
                  <a:pt x="3267291" y="54313"/>
                </a:cubicBezTo>
                <a:cubicBezTo>
                  <a:pt x="3271889" y="58188"/>
                  <a:pt x="3274954" y="63002"/>
                  <a:pt x="3276486" y="68756"/>
                </a:cubicBezTo>
                <a:cubicBezTo>
                  <a:pt x="3277712" y="73130"/>
                  <a:pt x="3278325" y="81532"/>
                  <a:pt x="3278325" y="93962"/>
                </a:cubicBezTo>
                <a:lnTo>
                  <a:pt x="3278325" y="135852"/>
                </a:lnTo>
                <a:cubicBezTo>
                  <a:pt x="3278325" y="144127"/>
                  <a:pt x="3279072" y="149280"/>
                  <a:pt x="3280566" y="151310"/>
                </a:cubicBezTo>
                <a:cubicBezTo>
                  <a:pt x="3282060" y="153341"/>
                  <a:pt x="3285183" y="154624"/>
                  <a:pt x="3289933" y="155161"/>
                </a:cubicBezTo>
                <a:lnTo>
                  <a:pt x="3289933" y="159298"/>
                </a:lnTo>
                <a:lnTo>
                  <a:pt x="3235570" y="159298"/>
                </a:lnTo>
                <a:lnTo>
                  <a:pt x="3235570" y="155161"/>
                </a:lnTo>
                <a:cubicBezTo>
                  <a:pt x="3239631" y="154624"/>
                  <a:pt x="3242542" y="152939"/>
                  <a:pt x="3244305" y="150104"/>
                </a:cubicBezTo>
                <a:cubicBezTo>
                  <a:pt x="3245531" y="148188"/>
                  <a:pt x="3246144" y="143437"/>
                  <a:pt x="3246144" y="135852"/>
                </a:cubicBezTo>
                <a:lnTo>
                  <a:pt x="3246144" y="88039"/>
                </a:lnTo>
                <a:cubicBezTo>
                  <a:pt x="3246144" y="79228"/>
                  <a:pt x="3245799" y="73673"/>
                  <a:pt x="3245109" y="71374"/>
                </a:cubicBezTo>
                <a:cubicBezTo>
                  <a:pt x="3244420" y="69075"/>
                  <a:pt x="3243251" y="67294"/>
                  <a:pt x="3241604" y="66030"/>
                </a:cubicBezTo>
                <a:cubicBezTo>
                  <a:pt x="3239956" y="64765"/>
                  <a:pt x="3238136" y="64133"/>
                  <a:pt x="3236144" y="64133"/>
                </a:cubicBezTo>
                <a:cubicBezTo>
                  <a:pt x="3229555" y="64133"/>
                  <a:pt x="3223425" y="68884"/>
                  <a:pt x="3217755" y="78385"/>
                </a:cubicBezTo>
                <a:lnTo>
                  <a:pt x="3217755" y="135852"/>
                </a:lnTo>
                <a:cubicBezTo>
                  <a:pt x="3217755" y="143897"/>
                  <a:pt x="3218502" y="148993"/>
                  <a:pt x="3219996" y="151138"/>
                </a:cubicBezTo>
                <a:cubicBezTo>
                  <a:pt x="3221490" y="153283"/>
                  <a:pt x="3224268" y="154624"/>
                  <a:pt x="3228329" y="155161"/>
                </a:cubicBezTo>
                <a:lnTo>
                  <a:pt x="3228329" y="159298"/>
                </a:lnTo>
                <a:lnTo>
                  <a:pt x="3173965" y="159298"/>
                </a:lnTo>
                <a:lnTo>
                  <a:pt x="3173965" y="155161"/>
                </a:lnTo>
                <a:cubicBezTo>
                  <a:pt x="3178486" y="154701"/>
                  <a:pt x="3181704" y="153245"/>
                  <a:pt x="3183620" y="150793"/>
                </a:cubicBezTo>
                <a:cubicBezTo>
                  <a:pt x="3184922" y="149108"/>
                  <a:pt x="3185573" y="144127"/>
                  <a:pt x="3185573" y="135852"/>
                </a:cubicBezTo>
                <a:lnTo>
                  <a:pt x="3185573" y="75167"/>
                </a:lnTo>
                <a:cubicBezTo>
                  <a:pt x="3185573" y="66947"/>
                  <a:pt x="3184826" y="61828"/>
                  <a:pt x="3183332" y="59812"/>
                </a:cubicBezTo>
                <a:cubicBezTo>
                  <a:pt x="3181838" y="57796"/>
                  <a:pt x="3178716" y="56478"/>
                  <a:pt x="3173965" y="55858"/>
                </a:cubicBezTo>
                <a:lnTo>
                  <a:pt x="3173965" y="51720"/>
                </a:lnTo>
                <a:lnTo>
                  <a:pt x="3217755" y="51720"/>
                </a:lnTo>
                <a:close/>
                <a:moveTo>
                  <a:pt x="3407080" y="3448"/>
                </a:moveTo>
                <a:lnTo>
                  <a:pt x="3407080" y="127117"/>
                </a:lnTo>
                <a:cubicBezTo>
                  <a:pt x="3407080" y="135385"/>
                  <a:pt x="3407310" y="140277"/>
                  <a:pt x="3407770" y="141792"/>
                </a:cubicBezTo>
                <a:cubicBezTo>
                  <a:pt x="3408383" y="144297"/>
                  <a:pt x="3409551" y="146156"/>
                  <a:pt x="3411275" y="147370"/>
                </a:cubicBezTo>
                <a:cubicBezTo>
                  <a:pt x="3412999" y="148582"/>
                  <a:pt x="3416007" y="149340"/>
                  <a:pt x="3420298" y="149644"/>
                </a:cubicBezTo>
                <a:lnTo>
                  <a:pt x="3420298" y="153782"/>
                </a:lnTo>
                <a:lnTo>
                  <a:pt x="3374899" y="162516"/>
                </a:lnTo>
                <a:lnTo>
                  <a:pt x="3374899" y="145506"/>
                </a:lnTo>
                <a:cubicBezTo>
                  <a:pt x="3369459" y="152096"/>
                  <a:pt x="3364612" y="156578"/>
                  <a:pt x="3360360" y="158954"/>
                </a:cubicBezTo>
                <a:cubicBezTo>
                  <a:pt x="3356107" y="161329"/>
                  <a:pt x="3351299" y="162516"/>
                  <a:pt x="3345935" y="162516"/>
                </a:cubicBezTo>
                <a:cubicBezTo>
                  <a:pt x="3332220" y="162516"/>
                  <a:pt x="3321378" y="156381"/>
                  <a:pt x="3313409" y="144109"/>
                </a:cubicBezTo>
                <a:cubicBezTo>
                  <a:pt x="3306973" y="134139"/>
                  <a:pt x="3303755" y="121905"/>
                  <a:pt x="3303755" y="107409"/>
                </a:cubicBezTo>
                <a:cubicBezTo>
                  <a:pt x="3303755" y="95827"/>
                  <a:pt x="3305747" y="85453"/>
                  <a:pt x="3309731" y="76287"/>
                </a:cubicBezTo>
                <a:cubicBezTo>
                  <a:pt x="3313716" y="67121"/>
                  <a:pt x="3319175" y="60199"/>
                  <a:pt x="3326109" y="55520"/>
                </a:cubicBezTo>
                <a:cubicBezTo>
                  <a:pt x="3333044" y="50841"/>
                  <a:pt x="3340495" y="48502"/>
                  <a:pt x="3348464" y="48502"/>
                </a:cubicBezTo>
                <a:cubicBezTo>
                  <a:pt x="3353598" y="48502"/>
                  <a:pt x="3358157" y="49507"/>
                  <a:pt x="3362141" y="51516"/>
                </a:cubicBezTo>
                <a:cubicBezTo>
                  <a:pt x="3366125" y="53524"/>
                  <a:pt x="3370378" y="57041"/>
                  <a:pt x="3374899" y="62064"/>
                </a:cubicBezTo>
                <a:lnTo>
                  <a:pt x="3374899" y="29653"/>
                </a:lnTo>
                <a:cubicBezTo>
                  <a:pt x="3374899" y="21454"/>
                  <a:pt x="3374554" y="16512"/>
                  <a:pt x="3373864" y="14826"/>
                </a:cubicBezTo>
                <a:cubicBezTo>
                  <a:pt x="3372945" y="12604"/>
                  <a:pt x="3371566" y="10957"/>
                  <a:pt x="3369727" y="9884"/>
                </a:cubicBezTo>
                <a:cubicBezTo>
                  <a:pt x="3367888" y="8812"/>
                  <a:pt x="3364440" y="8275"/>
                  <a:pt x="3359383" y="8275"/>
                </a:cubicBezTo>
                <a:lnTo>
                  <a:pt x="3359383" y="3448"/>
                </a:lnTo>
                <a:lnTo>
                  <a:pt x="3407080" y="3448"/>
                </a:lnTo>
                <a:moveTo>
                  <a:pt x="3374899" y="76086"/>
                </a:moveTo>
                <a:cubicBezTo>
                  <a:pt x="3369229" y="65359"/>
                  <a:pt x="3362294" y="59995"/>
                  <a:pt x="3354096" y="59995"/>
                </a:cubicBezTo>
                <a:cubicBezTo>
                  <a:pt x="3351261" y="59995"/>
                  <a:pt x="3348924" y="60762"/>
                  <a:pt x="3347085" y="62294"/>
                </a:cubicBezTo>
                <a:cubicBezTo>
                  <a:pt x="3344250" y="64669"/>
                  <a:pt x="3341932" y="68845"/>
                  <a:pt x="3340131" y="74822"/>
                </a:cubicBezTo>
                <a:cubicBezTo>
                  <a:pt x="3338331" y="80799"/>
                  <a:pt x="3337430" y="89955"/>
                  <a:pt x="3337430" y="102291"/>
                </a:cubicBezTo>
                <a:cubicBezTo>
                  <a:pt x="3337430" y="115853"/>
                  <a:pt x="3338426" y="125891"/>
                  <a:pt x="3340419" y="132404"/>
                </a:cubicBezTo>
                <a:cubicBezTo>
                  <a:pt x="3342411" y="138917"/>
                  <a:pt x="3345131" y="143629"/>
                  <a:pt x="3348579" y="146541"/>
                </a:cubicBezTo>
                <a:cubicBezTo>
                  <a:pt x="3350341" y="147997"/>
                  <a:pt x="3352755" y="148724"/>
                  <a:pt x="3355820" y="148724"/>
                </a:cubicBezTo>
                <a:cubicBezTo>
                  <a:pt x="3362563" y="148724"/>
                  <a:pt x="3368922" y="143421"/>
                  <a:pt x="3374899" y="132813"/>
                </a:cubicBezTo>
                <a:lnTo>
                  <a:pt x="3374899" y="76086"/>
                </a:lnTo>
                <a:close/>
                <a:moveTo>
                  <a:pt x="3587026" y="114704"/>
                </a:moveTo>
                <a:lnTo>
                  <a:pt x="3531973" y="114704"/>
                </a:lnTo>
                <a:lnTo>
                  <a:pt x="3525422" y="129951"/>
                </a:lnTo>
                <a:cubicBezTo>
                  <a:pt x="3523276" y="135063"/>
                  <a:pt x="3522204" y="139284"/>
                  <a:pt x="3522204" y="142615"/>
                </a:cubicBezTo>
                <a:cubicBezTo>
                  <a:pt x="3522204" y="147028"/>
                  <a:pt x="3523966" y="150281"/>
                  <a:pt x="3527491" y="152374"/>
                </a:cubicBezTo>
                <a:cubicBezTo>
                  <a:pt x="3529559" y="153612"/>
                  <a:pt x="3534655" y="154541"/>
                  <a:pt x="3542777" y="155161"/>
                </a:cubicBezTo>
                <a:lnTo>
                  <a:pt x="3542777" y="159298"/>
                </a:lnTo>
                <a:lnTo>
                  <a:pt x="3490942" y="159298"/>
                </a:lnTo>
                <a:lnTo>
                  <a:pt x="3490942" y="155161"/>
                </a:lnTo>
                <a:cubicBezTo>
                  <a:pt x="3496535" y="154311"/>
                  <a:pt x="3501132" y="151971"/>
                  <a:pt x="3504734" y="148143"/>
                </a:cubicBezTo>
                <a:cubicBezTo>
                  <a:pt x="3508335" y="144311"/>
                  <a:pt x="3512779" y="136400"/>
                  <a:pt x="3518066" y="124409"/>
                </a:cubicBezTo>
                <a:lnTo>
                  <a:pt x="3573809" y="0"/>
                </a:lnTo>
                <a:lnTo>
                  <a:pt x="3575993" y="0"/>
                </a:lnTo>
                <a:lnTo>
                  <a:pt x="3632195" y="127875"/>
                </a:lnTo>
                <a:cubicBezTo>
                  <a:pt x="3637559" y="140106"/>
                  <a:pt x="3641965" y="147807"/>
                  <a:pt x="3645413" y="150980"/>
                </a:cubicBezTo>
                <a:cubicBezTo>
                  <a:pt x="3648018" y="153379"/>
                  <a:pt x="3651696" y="154773"/>
                  <a:pt x="3656446" y="155161"/>
                </a:cubicBezTo>
                <a:lnTo>
                  <a:pt x="3656446" y="159298"/>
                </a:lnTo>
                <a:lnTo>
                  <a:pt x="3581050" y="159298"/>
                </a:lnTo>
                <a:lnTo>
                  <a:pt x="3581050" y="155161"/>
                </a:lnTo>
                <a:lnTo>
                  <a:pt x="3584153" y="155161"/>
                </a:lnTo>
                <a:cubicBezTo>
                  <a:pt x="3590206" y="155161"/>
                  <a:pt x="3594459" y="154304"/>
                  <a:pt x="3596911" y="152589"/>
                </a:cubicBezTo>
                <a:cubicBezTo>
                  <a:pt x="3598596" y="151344"/>
                  <a:pt x="3599439" y="149552"/>
                  <a:pt x="3599439" y="147212"/>
                </a:cubicBezTo>
                <a:cubicBezTo>
                  <a:pt x="3599439" y="145812"/>
                  <a:pt x="3599209" y="144370"/>
                  <a:pt x="3598750" y="142888"/>
                </a:cubicBezTo>
                <a:cubicBezTo>
                  <a:pt x="3598596" y="142189"/>
                  <a:pt x="3597447" y="139268"/>
                  <a:pt x="3595302" y="134124"/>
                </a:cubicBezTo>
                <a:lnTo>
                  <a:pt x="3587026" y="114704"/>
                </a:lnTo>
                <a:moveTo>
                  <a:pt x="3583119" y="106199"/>
                </a:moveTo>
                <a:lnTo>
                  <a:pt x="3559902" y="52460"/>
                </a:lnTo>
                <a:lnTo>
                  <a:pt x="3535996" y="106199"/>
                </a:lnTo>
                <a:lnTo>
                  <a:pt x="3583119" y="106199"/>
                </a:lnTo>
                <a:close/>
                <a:moveTo>
                  <a:pt x="3770766" y="51720"/>
                </a:moveTo>
                <a:lnTo>
                  <a:pt x="3770766" y="135852"/>
                </a:lnTo>
                <a:cubicBezTo>
                  <a:pt x="3770766" y="144101"/>
                  <a:pt x="3771532" y="149246"/>
                  <a:pt x="3773065" y="151289"/>
                </a:cubicBezTo>
                <a:cubicBezTo>
                  <a:pt x="3774597" y="153331"/>
                  <a:pt x="3777701" y="154622"/>
                  <a:pt x="3782375" y="155161"/>
                </a:cubicBezTo>
                <a:lnTo>
                  <a:pt x="3782375" y="159298"/>
                </a:lnTo>
                <a:lnTo>
                  <a:pt x="3738585" y="159298"/>
                </a:lnTo>
                <a:lnTo>
                  <a:pt x="3738585" y="144932"/>
                </a:lnTo>
                <a:cubicBezTo>
                  <a:pt x="3733451" y="151061"/>
                  <a:pt x="3728317" y="155525"/>
                  <a:pt x="3723184" y="158321"/>
                </a:cubicBezTo>
                <a:cubicBezTo>
                  <a:pt x="3718050" y="161118"/>
                  <a:pt x="3712303" y="162516"/>
                  <a:pt x="3705943" y="162516"/>
                </a:cubicBezTo>
                <a:cubicBezTo>
                  <a:pt x="3699890" y="162516"/>
                  <a:pt x="3694508" y="160658"/>
                  <a:pt x="3689795" y="156942"/>
                </a:cubicBezTo>
                <a:cubicBezTo>
                  <a:pt x="3685083" y="153226"/>
                  <a:pt x="3681922" y="148878"/>
                  <a:pt x="3680313" y="143897"/>
                </a:cubicBezTo>
                <a:cubicBezTo>
                  <a:pt x="3678704" y="138917"/>
                  <a:pt x="3677900" y="130220"/>
                  <a:pt x="3677900" y="117807"/>
                </a:cubicBezTo>
                <a:lnTo>
                  <a:pt x="3677900" y="75167"/>
                </a:lnTo>
                <a:cubicBezTo>
                  <a:pt x="3677900" y="66947"/>
                  <a:pt x="3677153" y="61828"/>
                  <a:pt x="3675658" y="59812"/>
                </a:cubicBezTo>
                <a:cubicBezTo>
                  <a:pt x="3674164" y="57796"/>
                  <a:pt x="3671042" y="56478"/>
                  <a:pt x="3666291" y="55858"/>
                </a:cubicBezTo>
                <a:lnTo>
                  <a:pt x="3666291" y="51720"/>
                </a:lnTo>
                <a:lnTo>
                  <a:pt x="3710081" y="51720"/>
                </a:lnTo>
                <a:lnTo>
                  <a:pt x="3710081" y="125253"/>
                </a:lnTo>
                <a:cubicBezTo>
                  <a:pt x="3710081" y="132925"/>
                  <a:pt x="3710445" y="137873"/>
                  <a:pt x="3711173" y="140097"/>
                </a:cubicBezTo>
                <a:cubicBezTo>
                  <a:pt x="3711901" y="142322"/>
                  <a:pt x="3713050" y="144010"/>
                  <a:pt x="3714621" y="145161"/>
                </a:cubicBezTo>
                <a:cubicBezTo>
                  <a:pt x="3716192" y="146311"/>
                  <a:pt x="3718012" y="146885"/>
                  <a:pt x="3720080" y="146885"/>
                </a:cubicBezTo>
                <a:cubicBezTo>
                  <a:pt x="3722839" y="146885"/>
                  <a:pt x="3725329" y="146158"/>
                  <a:pt x="3727551" y="144702"/>
                </a:cubicBezTo>
                <a:cubicBezTo>
                  <a:pt x="3730616" y="142710"/>
                  <a:pt x="3734294" y="138687"/>
                  <a:pt x="3738585" y="132634"/>
                </a:cubicBezTo>
                <a:lnTo>
                  <a:pt x="3738585" y="75167"/>
                </a:lnTo>
                <a:cubicBezTo>
                  <a:pt x="3738585" y="66947"/>
                  <a:pt x="3737838" y="61828"/>
                  <a:pt x="3736343" y="59812"/>
                </a:cubicBezTo>
                <a:cubicBezTo>
                  <a:pt x="3734849" y="57796"/>
                  <a:pt x="3731727" y="56478"/>
                  <a:pt x="3726976" y="55858"/>
                </a:cubicBezTo>
                <a:lnTo>
                  <a:pt x="3726976" y="51720"/>
                </a:lnTo>
                <a:lnTo>
                  <a:pt x="3770766" y="51720"/>
                </a:lnTo>
                <a:close/>
                <a:moveTo>
                  <a:pt x="3838376" y="12183"/>
                </a:moveTo>
                <a:lnTo>
                  <a:pt x="3838376" y="51720"/>
                </a:lnTo>
                <a:lnTo>
                  <a:pt x="3863891" y="51720"/>
                </a:lnTo>
                <a:lnTo>
                  <a:pt x="3863891" y="62984"/>
                </a:lnTo>
                <a:lnTo>
                  <a:pt x="3838376" y="62984"/>
                </a:lnTo>
                <a:lnTo>
                  <a:pt x="3838376" y="129480"/>
                </a:lnTo>
                <a:cubicBezTo>
                  <a:pt x="3838376" y="135703"/>
                  <a:pt x="3838663" y="139718"/>
                  <a:pt x="3839238" y="141523"/>
                </a:cubicBezTo>
                <a:cubicBezTo>
                  <a:pt x="3839812" y="143329"/>
                  <a:pt x="3840828" y="144789"/>
                  <a:pt x="3842284" y="145905"/>
                </a:cubicBezTo>
                <a:cubicBezTo>
                  <a:pt x="3843739" y="147018"/>
                  <a:pt x="3845080" y="147575"/>
                  <a:pt x="3846306" y="147575"/>
                </a:cubicBezTo>
                <a:cubicBezTo>
                  <a:pt x="3851287" y="147575"/>
                  <a:pt x="3855999" y="143744"/>
                  <a:pt x="3860443" y="136082"/>
                </a:cubicBezTo>
                <a:lnTo>
                  <a:pt x="3863891" y="138635"/>
                </a:lnTo>
                <a:cubicBezTo>
                  <a:pt x="3857685" y="153483"/>
                  <a:pt x="3847609" y="160907"/>
                  <a:pt x="3833663" y="160907"/>
                </a:cubicBezTo>
                <a:cubicBezTo>
                  <a:pt x="3826844" y="160907"/>
                  <a:pt x="3821078" y="159005"/>
                  <a:pt x="3816366" y="155200"/>
                </a:cubicBezTo>
                <a:cubicBezTo>
                  <a:pt x="3811654" y="151393"/>
                  <a:pt x="3808646" y="147144"/>
                  <a:pt x="3807344" y="142453"/>
                </a:cubicBezTo>
                <a:cubicBezTo>
                  <a:pt x="3806577" y="139839"/>
                  <a:pt x="3806194" y="132764"/>
                  <a:pt x="3806194" y="121230"/>
                </a:cubicBezTo>
                <a:lnTo>
                  <a:pt x="3806194" y="62984"/>
                </a:lnTo>
                <a:lnTo>
                  <a:pt x="3792172" y="62984"/>
                </a:lnTo>
                <a:lnTo>
                  <a:pt x="3792172" y="58950"/>
                </a:lnTo>
                <a:cubicBezTo>
                  <a:pt x="3801827" y="52117"/>
                  <a:pt x="3810045" y="44937"/>
                  <a:pt x="3816826" y="37411"/>
                </a:cubicBezTo>
                <a:cubicBezTo>
                  <a:pt x="3823607" y="29885"/>
                  <a:pt x="3829526" y="21476"/>
                  <a:pt x="3834583" y="12183"/>
                </a:cubicBezTo>
                <a:lnTo>
                  <a:pt x="3838376" y="12183"/>
                </a:lnTo>
                <a:close/>
                <a:moveTo>
                  <a:pt x="3918023" y="3448"/>
                </a:moveTo>
                <a:lnTo>
                  <a:pt x="3918023" y="65627"/>
                </a:lnTo>
                <a:cubicBezTo>
                  <a:pt x="3923923" y="59378"/>
                  <a:pt x="3929325" y="54961"/>
                  <a:pt x="3934229" y="52378"/>
                </a:cubicBezTo>
                <a:cubicBezTo>
                  <a:pt x="3939132" y="49794"/>
                  <a:pt x="3944228" y="48502"/>
                  <a:pt x="3949515" y="48502"/>
                </a:cubicBezTo>
                <a:cubicBezTo>
                  <a:pt x="3956258" y="48502"/>
                  <a:pt x="3962023" y="50418"/>
                  <a:pt x="3966812" y="54249"/>
                </a:cubicBezTo>
                <a:cubicBezTo>
                  <a:pt x="3971601" y="58080"/>
                  <a:pt x="3974781" y="62581"/>
                  <a:pt x="3976352" y="67754"/>
                </a:cubicBezTo>
                <a:cubicBezTo>
                  <a:pt x="3977923" y="72926"/>
                  <a:pt x="3978708" y="81641"/>
                  <a:pt x="3978708" y="93901"/>
                </a:cubicBezTo>
                <a:lnTo>
                  <a:pt x="3978708" y="135852"/>
                </a:lnTo>
                <a:cubicBezTo>
                  <a:pt x="3978708" y="144101"/>
                  <a:pt x="3979474" y="149246"/>
                  <a:pt x="3981007" y="151289"/>
                </a:cubicBezTo>
                <a:cubicBezTo>
                  <a:pt x="3982539" y="153331"/>
                  <a:pt x="3985642" y="154622"/>
                  <a:pt x="3990316" y="155161"/>
                </a:cubicBezTo>
                <a:lnTo>
                  <a:pt x="3990316" y="159298"/>
                </a:lnTo>
                <a:lnTo>
                  <a:pt x="3935838" y="159298"/>
                </a:lnTo>
                <a:lnTo>
                  <a:pt x="3935838" y="155161"/>
                </a:lnTo>
                <a:cubicBezTo>
                  <a:pt x="3939669" y="154622"/>
                  <a:pt x="3942542" y="153080"/>
                  <a:pt x="3944458" y="150535"/>
                </a:cubicBezTo>
                <a:cubicBezTo>
                  <a:pt x="3945837" y="148530"/>
                  <a:pt x="3946527" y="143636"/>
                  <a:pt x="3946527" y="135852"/>
                </a:cubicBezTo>
                <a:lnTo>
                  <a:pt x="3946527" y="88000"/>
                </a:lnTo>
                <a:cubicBezTo>
                  <a:pt x="3946527" y="79126"/>
                  <a:pt x="3946182" y="73561"/>
                  <a:pt x="3945492" y="71306"/>
                </a:cubicBezTo>
                <a:cubicBezTo>
                  <a:pt x="3944803" y="69048"/>
                  <a:pt x="3943634" y="67288"/>
                  <a:pt x="3941987" y="66026"/>
                </a:cubicBezTo>
                <a:cubicBezTo>
                  <a:pt x="3940339" y="64764"/>
                  <a:pt x="3938481" y="64133"/>
                  <a:pt x="3936412" y="64133"/>
                </a:cubicBezTo>
                <a:cubicBezTo>
                  <a:pt x="3933347" y="64133"/>
                  <a:pt x="3930359" y="65187"/>
                  <a:pt x="3927448" y="67294"/>
                </a:cubicBezTo>
                <a:cubicBezTo>
                  <a:pt x="3924536" y="69401"/>
                  <a:pt x="3921394" y="73098"/>
                  <a:pt x="3918023" y="78385"/>
                </a:cubicBezTo>
                <a:lnTo>
                  <a:pt x="3918023" y="135852"/>
                </a:lnTo>
                <a:cubicBezTo>
                  <a:pt x="3918023" y="143560"/>
                  <a:pt x="3918598" y="148377"/>
                  <a:pt x="3919747" y="150305"/>
                </a:cubicBezTo>
                <a:cubicBezTo>
                  <a:pt x="3921203" y="152924"/>
                  <a:pt x="3924191" y="154543"/>
                  <a:pt x="3928712" y="155161"/>
                </a:cubicBezTo>
                <a:lnTo>
                  <a:pt x="3928712" y="159298"/>
                </a:lnTo>
                <a:lnTo>
                  <a:pt x="3874233" y="159298"/>
                </a:lnTo>
                <a:lnTo>
                  <a:pt x="3874233" y="155161"/>
                </a:lnTo>
                <a:cubicBezTo>
                  <a:pt x="3878754" y="154699"/>
                  <a:pt x="3881972" y="153234"/>
                  <a:pt x="3883888" y="150768"/>
                </a:cubicBezTo>
                <a:cubicBezTo>
                  <a:pt x="3885190" y="149073"/>
                  <a:pt x="3885841" y="144101"/>
                  <a:pt x="3885841" y="135852"/>
                </a:cubicBezTo>
                <a:lnTo>
                  <a:pt x="3885841" y="26895"/>
                </a:lnTo>
                <a:cubicBezTo>
                  <a:pt x="3885841" y="18674"/>
                  <a:pt x="3885094" y="13556"/>
                  <a:pt x="3883600" y="11540"/>
                </a:cubicBezTo>
                <a:cubicBezTo>
                  <a:pt x="3882106" y="9524"/>
                  <a:pt x="3878984" y="8206"/>
                  <a:pt x="3874233" y="7586"/>
                </a:cubicBezTo>
                <a:lnTo>
                  <a:pt x="3874233" y="3448"/>
                </a:lnTo>
                <a:lnTo>
                  <a:pt x="3918023" y="3448"/>
                </a:lnTo>
                <a:close/>
                <a:moveTo>
                  <a:pt x="4093900" y="101602"/>
                </a:moveTo>
                <a:lnTo>
                  <a:pt x="4034939" y="101602"/>
                </a:lnTo>
                <a:cubicBezTo>
                  <a:pt x="4035629" y="115892"/>
                  <a:pt x="4039422" y="127185"/>
                  <a:pt x="4046318" y="135482"/>
                </a:cubicBezTo>
                <a:cubicBezTo>
                  <a:pt x="4051605" y="141858"/>
                  <a:pt x="4057964" y="145047"/>
                  <a:pt x="4065397" y="145047"/>
                </a:cubicBezTo>
                <a:cubicBezTo>
                  <a:pt x="4069994" y="145047"/>
                  <a:pt x="4074170" y="143763"/>
                  <a:pt x="4077924" y="141196"/>
                </a:cubicBezTo>
                <a:cubicBezTo>
                  <a:pt x="4081679" y="138629"/>
                  <a:pt x="4085702" y="134013"/>
                  <a:pt x="4089992" y="127347"/>
                </a:cubicBezTo>
                <a:lnTo>
                  <a:pt x="4093900" y="129875"/>
                </a:lnTo>
                <a:cubicBezTo>
                  <a:pt x="4088077" y="141752"/>
                  <a:pt x="4081641" y="150161"/>
                  <a:pt x="4074591" y="155103"/>
                </a:cubicBezTo>
                <a:cubicBezTo>
                  <a:pt x="4067542" y="160045"/>
                  <a:pt x="4059382" y="162516"/>
                  <a:pt x="4050110" y="162516"/>
                </a:cubicBezTo>
                <a:cubicBezTo>
                  <a:pt x="4034173" y="162516"/>
                  <a:pt x="4022105" y="156381"/>
                  <a:pt x="4013906" y="144109"/>
                </a:cubicBezTo>
                <a:cubicBezTo>
                  <a:pt x="4007317" y="134215"/>
                  <a:pt x="4004022" y="121944"/>
                  <a:pt x="4004022" y="107294"/>
                </a:cubicBezTo>
                <a:cubicBezTo>
                  <a:pt x="4004022" y="89346"/>
                  <a:pt x="4008868" y="75060"/>
                  <a:pt x="4018561" y="64438"/>
                </a:cubicBezTo>
                <a:cubicBezTo>
                  <a:pt x="4028254" y="53814"/>
                  <a:pt x="4039613" y="48502"/>
                  <a:pt x="4052639" y="48502"/>
                </a:cubicBezTo>
                <a:cubicBezTo>
                  <a:pt x="4063519" y="48502"/>
                  <a:pt x="4072963" y="52965"/>
                  <a:pt x="4080970" y="61892"/>
                </a:cubicBezTo>
                <a:cubicBezTo>
                  <a:pt x="4088977" y="70818"/>
                  <a:pt x="4093287" y="84055"/>
                  <a:pt x="4093900" y="101602"/>
                </a:cubicBezTo>
                <a:moveTo>
                  <a:pt x="4065626" y="94016"/>
                </a:moveTo>
                <a:cubicBezTo>
                  <a:pt x="4065626" y="81680"/>
                  <a:pt x="4064956" y="73213"/>
                  <a:pt x="4063615" y="68616"/>
                </a:cubicBezTo>
                <a:cubicBezTo>
                  <a:pt x="4062274" y="64018"/>
                  <a:pt x="4060186" y="60532"/>
                  <a:pt x="4057351" y="58157"/>
                </a:cubicBezTo>
                <a:cubicBezTo>
                  <a:pt x="4055742" y="56777"/>
                  <a:pt x="4053597" y="56088"/>
                  <a:pt x="4050915" y="56088"/>
                </a:cubicBezTo>
                <a:cubicBezTo>
                  <a:pt x="4046931" y="56088"/>
                  <a:pt x="4043674" y="58042"/>
                  <a:pt x="4041146" y="61949"/>
                </a:cubicBezTo>
                <a:cubicBezTo>
                  <a:pt x="4036625" y="68769"/>
                  <a:pt x="4034364" y="78117"/>
                  <a:pt x="4034364" y="89993"/>
                </a:cubicBezTo>
                <a:lnTo>
                  <a:pt x="4034364" y="94016"/>
                </a:lnTo>
                <a:lnTo>
                  <a:pt x="4065626" y="94016"/>
                </a:lnTo>
                <a:close/>
                <a:moveTo>
                  <a:pt x="4150347" y="51720"/>
                </a:moveTo>
                <a:lnTo>
                  <a:pt x="4150347" y="65742"/>
                </a:lnTo>
                <a:cubicBezTo>
                  <a:pt x="4155864" y="59725"/>
                  <a:pt x="4161151" y="55348"/>
                  <a:pt x="4166208" y="52611"/>
                </a:cubicBezTo>
                <a:cubicBezTo>
                  <a:pt x="4171265" y="49872"/>
                  <a:pt x="4176706" y="48502"/>
                  <a:pt x="4182529" y="48502"/>
                </a:cubicBezTo>
                <a:cubicBezTo>
                  <a:pt x="4189502" y="48502"/>
                  <a:pt x="4195287" y="50439"/>
                  <a:pt x="4199884" y="54313"/>
                </a:cubicBezTo>
                <a:cubicBezTo>
                  <a:pt x="4204481" y="58188"/>
                  <a:pt x="4207546" y="63002"/>
                  <a:pt x="4209079" y="68756"/>
                </a:cubicBezTo>
                <a:cubicBezTo>
                  <a:pt x="4210305" y="73130"/>
                  <a:pt x="4210918" y="81532"/>
                  <a:pt x="4210918" y="93962"/>
                </a:cubicBezTo>
                <a:lnTo>
                  <a:pt x="4210918" y="135852"/>
                </a:lnTo>
                <a:cubicBezTo>
                  <a:pt x="4210918" y="144127"/>
                  <a:pt x="4211665" y="149280"/>
                  <a:pt x="4213159" y="151310"/>
                </a:cubicBezTo>
                <a:cubicBezTo>
                  <a:pt x="4214653" y="153341"/>
                  <a:pt x="4217775" y="154624"/>
                  <a:pt x="4222526" y="155161"/>
                </a:cubicBezTo>
                <a:lnTo>
                  <a:pt x="4222526" y="159298"/>
                </a:lnTo>
                <a:lnTo>
                  <a:pt x="4168162" y="159298"/>
                </a:lnTo>
                <a:lnTo>
                  <a:pt x="4168162" y="155161"/>
                </a:lnTo>
                <a:cubicBezTo>
                  <a:pt x="4172223" y="154624"/>
                  <a:pt x="4175135" y="152939"/>
                  <a:pt x="4176897" y="150104"/>
                </a:cubicBezTo>
                <a:cubicBezTo>
                  <a:pt x="4178123" y="148188"/>
                  <a:pt x="4178736" y="143437"/>
                  <a:pt x="4178736" y="135852"/>
                </a:cubicBezTo>
                <a:lnTo>
                  <a:pt x="4178736" y="88039"/>
                </a:lnTo>
                <a:cubicBezTo>
                  <a:pt x="4178736" y="79228"/>
                  <a:pt x="4178391" y="73673"/>
                  <a:pt x="4177702" y="71374"/>
                </a:cubicBezTo>
                <a:cubicBezTo>
                  <a:pt x="4177012" y="69075"/>
                  <a:pt x="4175844" y="67294"/>
                  <a:pt x="4174196" y="66030"/>
                </a:cubicBezTo>
                <a:cubicBezTo>
                  <a:pt x="4172549" y="64765"/>
                  <a:pt x="4170729" y="64133"/>
                  <a:pt x="4168737" y="64133"/>
                </a:cubicBezTo>
                <a:cubicBezTo>
                  <a:pt x="4162147" y="64133"/>
                  <a:pt x="4156018" y="68884"/>
                  <a:pt x="4150347" y="78385"/>
                </a:cubicBezTo>
                <a:lnTo>
                  <a:pt x="4150347" y="135852"/>
                </a:lnTo>
                <a:cubicBezTo>
                  <a:pt x="4150347" y="143897"/>
                  <a:pt x="4151094" y="148993"/>
                  <a:pt x="4152589" y="151138"/>
                </a:cubicBezTo>
                <a:cubicBezTo>
                  <a:pt x="4154083" y="153283"/>
                  <a:pt x="4156860" y="154624"/>
                  <a:pt x="4160921" y="155161"/>
                </a:cubicBezTo>
                <a:lnTo>
                  <a:pt x="4160921" y="159298"/>
                </a:lnTo>
                <a:lnTo>
                  <a:pt x="4106558" y="159298"/>
                </a:lnTo>
                <a:lnTo>
                  <a:pt x="4106558" y="155161"/>
                </a:lnTo>
                <a:cubicBezTo>
                  <a:pt x="4111078" y="154701"/>
                  <a:pt x="4114297" y="153245"/>
                  <a:pt x="4116212" y="150793"/>
                </a:cubicBezTo>
                <a:cubicBezTo>
                  <a:pt x="4117515" y="149108"/>
                  <a:pt x="4118166" y="144127"/>
                  <a:pt x="4118166" y="135852"/>
                </a:cubicBezTo>
                <a:lnTo>
                  <a:pt x="4118166" y="75167"/>
                </a:lnTo>
                <a:cubicBezTo>
                  <a:pt x="4118166" y="66947"/>
                  <a:pt x="4117419" y="61828"/>
                  <a:pt x="4115925" y="59812"/>
                </a:cubicBezTo>
                <a:cubicBezTo>
                  <a:pt x="4114431" y="57796"/>
                  <a:pt x="4111308" y="56478"/>
                  <a:pt x="4106558" y="55858"/>
                </a:cubicBezTo>
                <a:lnTo>
                  <a:pt x="4106558" y="51720"/>
                </a:lnTo>
                <a:lnTo>
                  <a:pt x="4150347" y="51720"/>
                </a:lnTo>
                <a:close/>
                <a:moveTo>
                  <a:pt x="4277838" y="12183"/>
                </a:moveTo>
                <a:lnTo>
                  <a:pt x="4277838" y="51720"/>
                </a:lnTo>
                <a:lnTo>
                  <a:pt x="4303353" y="51720"/>
                </a:lnTo>
                <a:lnTo>
                  <a:pt x="4303353" y="62984"/>
                </a:lnTo>
                <a:lnTo>
                  <a:pt x="4277838" y="62984"/>
                </a:lnTo>
                <a:lnTo>
                  <a:pt x="4277838" y="129480"/>
                </a:lnTo>
                <a:cubicBezTo>
                  <a:pt x="4277838" y="135703"/>
                  <a:pt x="4278125" y="139718"/>
                  <a:pt x="4278700" y="141523"/>
                </a:cubicBezTo>
                <a:cubicBezTo>
                  <a:pt x="4279274" y="143329"/>
                  <a:pt x="4280289" y="144789"/>
                  <a:pt x="4281745" y="145905"/>
                </a:cubicBezTo>
                <a:cubicBezTo>
                  <a:pt x="4283201" y="147018"/>
                  <a:pt x="4284542" y="147575"/>
                  <a:pt x="4285768" y="147575"/>
                </a:cubicBezTo>
                <a:cubicBezTo>
                  <a:pt x="4290748" y="147575"/>
                  <a:pt x="4295461" y="143744"/>
                  <a:pt x="4299905" y="136082"/>
                </a:cubicBezTo>
                <a:lnTo>
                  <a:pt x="4303353" y="138635"/>
                </a:lnTo>
                <a:cubicBezTo>
                  <a:pt x="4297146" y="153483"/>
                  <a:pt x="4287071" y="160907"/>
                  <a:pt x="4273125" y="160907"/>
                </a:cubicBezTo>
                <a:cubicBezTo>
                  <a:pt x="4266306" y="160907"/>
                  <a:pt x="4260540" y="159005"/>
                  <a:pt x="4255828" y="155200"/>
                </a:cubicBezTo>
                <a:cubicBezTo>
                  <a:pt x="4251115" y="151393"/>
                  <a:pt x="4248108" y="147144"/>
                  <a:pt x="4246805" y="142453"/>
                </a:cubicBezTo>
                <a:cubicBezTo>
                  <a:pt x="4246039" y="139839"/>
                  <a:pt x="4245656" y="132764"/>
                  <a:pt x="4245656" y="121230"/>
                </a:cubicBezTo>
                <a:lnTo>
                  <a:pt x="4245656" y="62984"/>
                </a:lnTo>
                <a:lnTo>
                  <a:pt x="4231634" y="62984"/>
                </a:lnTo>
                <a:lnTo>
                  <a:pt x="4231634" y="58950"/>
                </a:lnTo>
                <a:cubicBezTo>
                  <a:pt x="4241289" y="52117"/>
                  <a:pt x="4249506" y="44937"/>
                  <a:pt x="4256287" y="37411"/>
                </a:cubicBezTo>
                <a:cubicBezTo>
                  <a:pt x="4263069" y="29885"/>
                  <a:pt x="4268988" y="21476"/>
                  <a:pt x="4274045" y="12183"/>
                </a:cubicBezTo>
                <a:lnTo>
                  <a:pt x="4277838" y="12183"/>
                </a:lnTo>
                <a:close/>
                <a:moveTo>
                  <a:pt x="4339440" y="0"/>
                </a:moveTo>
                <a:cubicBezTo>
                  <a:pt x="4344421" y="0"/>
                  <a:pt x="4348635" y="1749"/>
                  <a:pt x="4352083" y="5247"/>
                </a:cubicBezTo>
                <a:cubicBezTo>
                  <a:pt x="4355531" y="8743"/>
                  <a:pt x="4357255" y="12952"/>
                  <a:pt x="4357255" y="17872"/>
                </a:cubicBezTo>
                <a:cubicBezTo>
                  <a:pt x="4357255" y="22793"/>
                  <a:pt x="4355512" y="26983"/>
                  <a:pt x="4352025" y="30443"/>
                </a:cubicBezTo>
                <a:cubicBezTo>
                  <a:pt x="4348539" y="33901"/>
                  <a:pt x="4344344" y="35630"/>
                  <a:pt x="4339440" y="35630"/>
                </a:cubicBezTo>
                <a:cubicBezTo>
                  <a:pt x="4334536" y="35630"/>
                  <a:pt x="4330360" y="33901"/>
                  <a:pt x="4326912" y="30443"/>
                </a:cubicBezTo>
                <a:cubicBezTo>
                  <a:pt x="4323464" y="26983"/>
                  <a:pt x="4321740" y="22793"/>
                  <a:pt x="4321740" y="17872"/>
                </a:cubicBezTo>
                <a:cubicBezTo>
                  <a:pt x="4321740" y="12952"/>
                  <a:pt x="4323464" y="8743"/>
                  <a:pt x="4326912" y="5247"/>
                </a:cubicBezTo>
                <a:cubicBezTo>
                  <a:pt x="4330360" y="1749"/>
                  <a:pt x="4334536" y="0"/>
                  <a:pt x="4339440" y="0"/>
                </a:cubicBezTo>
                <a:moveTo>
                  <a:pt x="4355531" y="51720"/>
                </a:moveTo>
                <a:lnTo>
                  <a:pt x="4355531" y="137001"/>
                </a:lnTo>
                <a:cubicBezTo>
                  <a:pt x="4355531" y="144587"/>
                  <a:pt x="4356412" y="149433"/>
                  <a:pt x="4358174" y="151540"/>
                </a:cubicBezTo>
                <a:cubicBezTo>
                  <a:pt x="4359937" y="153647"/>
                  <a:pt x="4363385" y="154854"/>
                  <a:pt x="4368518" y="155161"/>
                </a:cubicBezTo>
                <a:lnTo>
                  <a:pt x="4368518" y="159298"/>
                </a:lnTo>
                <a:lnTo>
                  <a:pt x="4310477" y="159298"/>
                </a:lnTo>
                <a:lnTo>
                  <a:pt x="4310477" y="155161"/>
                </a:lnTo>
                <a:cubicBezTo>
                  <a:pt x="4315227" y="155007"/>
                  <a:pt x="4318752" y="153628"/>
                  <a:pt x="4321051" y="151023"/>
                </a:cubicBezTo>
                <a:cubicBezTo>
                  <a:pt x="4322583" y="149261"/>
                  <a:pt x="4323349" y="144587"/>
                  <a:pt x="4323349" y="137001"/>
                </a:cubicBezTo>
                <a:lnTo>
                  <a:pt x="4323349" y="74247"/>
                </a:lnTo>
                <a:cubicBezTo>
                  <a:pt x="4323349" y="66566"/>
                  <a:pt x="4322468" y="61658"/>
                  <a:pt x="4320706" y="59525"/>
                </a:cubicBezTo>
                <a:cubicBezTo>
                  <a:pt x="4318944" y="57392"/>
                  <a:pt x="4315534" y="56169"/>
                  <a:pt x="4310477" y="55858"/>
                </a:cubicBezTo>
                <a:lnTo>
                  <a:pt x="4310477" y="51720"/>
                </a:lnTo>
                <a:lnTo>
                  <a:pt x="4355531" y="51720"/>
                </a:lnTo>
                <a:close/>
                <a:moveTo>
                  <a:pt x="4466712" y="131509"/>
                </a:moveTo>
                <a:lnTo>
                  <a:pt x="4470275" y="134264"/>
                </a:lnTo>
                <a:cubicBezTo>
                  <a:pt x="4465217" y="143797"/>
                  <a:pt x="4458915" y="150889"/>
                  <a:pt x="4451368" y="155541"/>
                </a:cubicBezTo>
                <a:cubicBezTo>
                  <a:pt x="4443821" y="160191"/>
                  <a:pt x="4435794" y="162516"/>
                  <a:pt x="4427289" y="162516"/>
                </a:cubicBezTo>
                <a:cubicBezTo>
                  <a:pt x="4412961" y="162516"/>
                  <a:pt x="4401506" y="157110"/>
                  <a:pt x="4392924" y="146296"/>
                </a:cubicBezTo>
                <a:cubicBezTo>
                  <a:pt x="4384342" y="135481"/>
                  <a:pt x="4380051" y="122480"/>
                  <a:pt x="4380051" y="107294"/>
                </a:cubicBezTo>
                <a:cubicBezTo>
                  <a:pt x="4380051" y="92643"/>
                  <a:pt x="4383959" y="79757"/>
                  <a:pt x="4391775" y="68637"/>
                </a:cubicBezTo>
                <a:cubicBezTo>
                  <a:pt x="4401199" y="55214"/>
                  <a:pt x="4414187" y="48502"/>
                  <a:pt x="4430737" y="48502"/>
                </a:cubicBezTo>
                <a:cubicBezTo>
                  <a:pt x="4441848" y="48502"/>
                  <a:pt x="4450678" y="51307"/>
                  <a:pt x="4457230" y="56917"/>
                </a:cubicBezTo>
                <a:cubicBezTo>
                  <a:pt x="4463781" y="62525"/>
                  <a:pt x="4467056" y="68787"/>
                  <a:pt x="4467056" y="75702"/>
                </a:cubicBezTo>
                <a:cubicBezTo>
                  <a:pt x="4467056" y="80081"/>
                  <a:pt x="4465735" y="83577"/>
                  <a:pt x="4463091" y="86190"/>
                </a:cubicBezTo>
                <a:cubicBezTo>
                  <a:pt x="4460448" y="88802"/>
                  <a:pt x="4456981" y="90108"/>
                  <a:pt x="4452690" y="90108"/>
                </a:cubicBezTo>
                <a:cubicBezTo>
                  <a:pt x="4448169" y="90108"/>
                  <a:pt x="4444434" y="88609"/>
                  <a:pt x="4441484" y="85611"/>
                </a:cubicBezTo>
                <a:cubicBezTo>
                  <a:pt x="4438534" y="82611"/>
                  <a:pt x="4436714" y="77267"/>
                  <a:pt x="4436024" y="69578"/>
                </a:cubicBezTo>
                <a:cubicBezTo>
                  <a:pt x="4435565" y="64734"/>
                  <a:pt x="4434453" y="61351"/>
                  <a:pt x="4432691" y="59428"/>
                </a:cubicBezTo>
                <a:cubicBezTo>
                  <a:pt x="4430929" y="57508"/>
                  <a:pt x="4428860" y="56547"/>
                  <a:pt x="4426485" y="56547"/>
                </a:cubicBezTo>
                <a:cubicBezTo>
                  <a:pt x="4422807" y="56547"/>
                  <a:pt x="4419665" y="58501"/>
                  <a:pt x="4417060" y="62409"/>
                </a:cubicBezTo>
                <a:cubicBezTo>
                  <a:pt x="4413076" y="68309"/>
                  <a:pt x="4411084" y="77350"/>
                  <a:pt x="4411084" y="89533"/>
                </a:cubicBezTo>
                <a:cubicBezTo>
                  <a:pt x="4411084" y="99648"/>
                  <a:pt x="4412693" y="109321"/>
                  <a:pt x="4415911" y="118554"/>
                </a:cubicBezTo>
                <a:cubicBezTo>
                  <a:pt x="4419129" y="127787"/>
                  <a:pt x="4423535" y="134664"/>
                  <a:pt x="4429128" y="139185"/>
                </a:cubicBezTo>
                <a:cubicBezTo>
                  <a:pt x="4433342" y="142480"/>
                  <a:pt x="4438323" y="144127"/>
                  <a:pt x="4444070" y="144127"/>
                </a:cubicBezTo>
                <a:cubicBezTo>
                  <a:pt x="4447824" y="144127"/>
                  <a:pt x="4451387" y="143248"/>
                  <a:pt x="4454758" y="141491"/>
                </a:cubicBezTo>
                <a:cubicBezTo>
                  <a:pt x="4458130" y="139731"/>
                  <a:pt x="4462114" y="136404"/>
                  <a:pt x="4466712" y="131509"/>
                </a:cubicBezTo>
                <a:close/>
                <a:moveTo>
                  <a:pt x="4542834" y="143437"/>
                </a:moveTo>
                <a:cubicBezTo>
                  <a:pt x="4529731" y="155084"/>
                  <a:pt x="4517970" y="160907"/>
                  <a:pt x="4507549" y="160907"/>
                </a:cubicBezTo>
                <a:cubicBezTo>
                  <a:pt x="4501419" y="160907"/>
                  <a:pt x="4496324" y="158890"/>
                  <a:pt x="4492263" y="154855"/>
                </a:cubicBezTo>
                <a:cubicBezTo>
                  <a:pt x="4488202" y="150818"/>
                  <a:pt x="4486171" y="145764"/>
                  <a:pt x="4486171" y="139691"/>
                </a:cubicBezTo>
                <a:cubicBezTo>
                  <a:pt x="4486171" y="131464"/>
                  <a:pt x="4489696" y="124064"/>
                  <a:pt x="4496745" y="117491"/>
                </a:cubicBezTo>
                <a:cubicBezTo>
                  <a:pt x="4503794" y="110918"/>
                  <a:pt x="4519157" y="102174"/>
                  <a:pt x="4542834" y="91257"/>
                </a:cubicBezTo>
                <a:lnTo>
                  <a:pt x="4542834" y="80454"/>
                </a:lnTo>
                <a:cubicBezTo>
                  <a:pt x="4542834" y="72332"/>
                  <a:pt x="4542393" y="67217"/>
                  <a:pt x="4541512" y="65110"/>
                </a:cubicBezTo>
                <a:cubicBezTo>
                  <a:pt x="4540631" y="63003"/>
                  <a:pt x="4538964" y="61164"/>
                  <a:pt x="4536512" y="59593"/>
                </a:cubicBezTo>
                <a:cubicBezTo>
                  <a:pt x="4534060" y="58022"/>
                  <a:pt x="4531302" y="57237"/>
                  <a:pt x="4528237" y="57237"/>
                </a:cubicBezTo>
                <a:cubicBezTo>
                  <a:pt x="4523257" y="57237"/>
                  <a:pt x="4519157" y="58348"/>
                  <a:pt x="4515939" y="60570"/>
                </a:cubicBezTo>
                <a:cubicBezTo>
                  <a:pt x="4513947" y="61949"/>
                  <a:pt x="4512951" y="63558"/>
                  <a:pt x="4512951" y="65397"/>
                </a:cubicBezTo>
                <a:cubicBezTo>
                  <a:pt x="4512951" y="67006"/>
                  <a:pt x="4514024" y="68999"/>
                  <a:pt x="4516169" y="71374"/>
                </a:cubicBezTo>
                <a:cubicBezTo>
                  <a:pt x="4519081" y="74669"/>
                  <a:pt x="4520537" y="77849"/>
                  <a:pt x="4520537" y="80913"/>
                </a:cubicBezTo>
                <a:cubicBezTo>
                  <a:pt x="4520537" y="84668"/>
                  <a:pt x="4519138" y="87867"/>
                  <a:pt x="4516341" y="90510"/>
                </a:cubicBezTo>
                <a:cubicBezTo>
                  <a:pt x="4513545" y="93154"/>
                  <a:pt x="4509886" y="94476"/>
                  <a:pt x="4505365" y="94476"/>
                </a:cubicBezTo>
                <a:cubicBezTo>
                  <a:pt x="4500538" y="94476"/>
                  <a:pt x="4496496" y="93020"/>
                  <a:pt x="4493240" y="90108"/>
                </a:cubicBezTo>
                <a:cubicBezTo>
                  <a:pt x="4489983" y="87196"/>
                  <a:pt x="4488355" y="83787"/>
                  <a:pt x="4488355" y="79879"/>
                </a:cubicBezTo>
                <a:cubicBezTo>
                  <a:pt x="4488355" y="74362"/>
                  <a:pt x="4490539" y="69094"/>
                  <a:pt x="4494906" y="64076"/>
                </a:cubicBezTo>
                <a:cubicBezTo>
                  <a:pt x="4499274" y="59057"/>
                  <a:pt x="4505365" y="55207"/>
                  <a:pt x="4513181" y="52525"/>
                </a:cubicBezTo>
                <a:cubicBezTo>
                  <a:pt x="4520996" y="49843"/>
                  <a:pt x="4529118" y="48502"/>
                  <a:pt x="4537547" y="48502"/>
                </a:cubicBezTo>
                <a:cubicBezTo>
                  <a:pt x="4547738" y="48502"/>
                  <a:pt x="4555802" y="50673"/>
                  <a:pt x="4561740" y="55014"/>
                </a:cubicBezTo>
                <a:cubicBezTo>
                  <a:pt x="4567679" y="59353"/>
                  <a:pt x="4571529" y="64056"/>
                  <a:pt x="4573291" y="69126"/>
                </a:cubicBezTo>
                <a:cubicBezTo>
                  <a:pt x="4574364" y="72351"/>
                  <a:pt x="4574900" y="79762"/>
                  <a:pt x="4574900" y="91358"/>
                </a:cubicBezTo>
                <a:lnTo>
                  <a:pt x="4574900" y="133176"/>
                </a:lnTo>
                <a:cubicBezTo>
                  <a:pt x="4574900" y="138092"/>
                  <a:pt x="4575092" y="141184"/>
                  <a:pt x="4575475" y="142453"/>
                </a:cubicBezTo>
                <a:cubicBezTo>
                  <a:pt x="4575858" y="143720"/>
                  <a:pt x="4576433" y="144661"/>
                  <a:pt x="4577199" y="145276"/>
                </a:cubicBezTo>
                <a:cubicBezTo>
                  <a:pt x="4577965" y="145889"/>
                  <a:pt x="4578846" y="146196"/>
                  <a:pt x="4579842" y="146196"/>
                </a:cubicBezTo>
                <a:cubicBezTo>
                  <a:pt x="4581835" y="146196"/>
                  <a:pt x="4583865" y="144778"/>
                  <a:pt x="4585934" y="141943"/>
                </a:cubicBezTo>
                <a:lnTo>
                  <a:pt x="4589382" y="144702"/>
                </a:lnTo>
                <a:cubicBezTo>
                  <a:pt x="4585551" y="150372"/>
                  <a:pt x="4581586" y="154490"/>
                  <a:pt x="4577486" y="157057"/>
                </a:cubicBezTo>
                <a:cubicBezTo>
                  <a:pt x="4573387" y="159624"/>
                  <a:pt x="4568732" y="160907"/>
                  <a:pt x="4563522" y="160907"/>
                </a:cubicBezTo>
                <a:cubicBezTo>
                  <a:pt x="4557392" y="160907"/>
                  <a:pt x="4552603" y="159461"/>
                  <a:pt x="4549155" y="156569"/>
                </a:cubicBezTo>
                <a:cubicBezTo>
                  <a:pt x="4545707" y="153676"/>
                  <a:pt x="4543600" y="149299"/>
                  <a:pt x="4542834" y="143437"/>
                </a:cubicBezTo>
                <a:moveTo>
                  <a:pt x="4542834" y="134932"/>
                </a:moveTo>
                <a:lnTo>
                  <a:pt x="4542834" y="98980"/>
                </a:lnTo>
                <a:cubicBezTo>
                  <a:pt x="4533562" y="104446"/>
                  <a:pt x="4526666" y="110298"/>
                  <a:pt x="4522146" y="116536"/>
                </a:cubicBezTo>
                <a:cubicBezTo>
                  <a:pt x="4519157" y="120693"/>
                  <a:pt x="4517663" y="124889"/>
                  <a:pt x="4517663" y="129125"/>
                </a:cubicBezTo>
                <a:cubicBezTo>
                  <a:pt x="4517663" y="132666"/>
                  <a:pt x="4518927" y="135785"/>
                  <a:pt x="4521456" y="138481"/>
                </a:cubicBezTo>
                <a:cubicBezTo>
                  <a:pt x="4523372" y="140559"/>
                  <a:pt x="4526053" y="141599"/>
                  <a:pt x="4529501" y="141599"/>
                </a:cubicBezTo>
                <a:cubicBezTo>
                  <a:pt x="4533332" y="141599"/>
                  <a:pt x="4537777" y="139376"/>
                  <a:pt x="4542834" y="134932"/>
                </a:cubicBezTo>
                <a:close/>
                <a:moveTo>
                  <a:pt x="4641977" y="12183"/>
                </a:moveTo>
                <a:lnTo>
                  <a:pt x="4641977" y="51720"/>
                </a:lnTo>
                <a:lnTo>
                  <a:pt x="4667493" y="51720"/>
                </a:lnTo>
                <a:lnTo>
                  <a:pt x="4667493" y="62984"/>
                </a:lnTo>
                <a:lnTo>
                  <a:pt x="4641977" y="62984"/>
                </a:lnTo>
                <a:lnTo>
                  <a:pt x="4641977" y="129480"/>
                </a:lnTo>
                <a:cubicBezTo>
                  <a:pt x="4641977" y="135703"/>
                  <a:pt x="4642265" y="139718"/>
                  <a:pt x="4642839" y="141523"/>
                </a:cubicBezTo>
                <a:cubicBezTo>
                  <a:pt x="4643414" y="143329"/>
                  <a:pt x="4644429" y="144789"/>
                  <a:pt x="4645885" y="145905"/>
                </a:cubicBezTo>
                <a:cubicBezTo>
                  <a:pt x="4647341" y="147018"/>
                  <a:pt x="4648682" y="147575"/>
                  <a:pt x="4649908" y="147575"/>
                </a:cubicBezTo>
                <a:cubicBezTo>
                  <a:pt x="4654888" y="147575"/>
                  <a:pt x="4659601" y="143744"/>
                  <a:pt x="4664045" y="136082"/>
                </a:cubicBezTo>
                <a:lnTo>
                  <a:pt x="4667493" y="138635"/>
                </a:lnTo>
                <a:cubicBezTo>
                  <a:pt x="4661286" y="153483"/>
                  <a:pt x="4651210" y="160907"/>
                  <a:pt x="4637265" y="160907"/>
                </a:cubicBezTo>
                <a:cubicBezTo>
                  <a:pt x="4630446" y="160907"/>
                  <a:pt x="4624680" y="159005"/>
                  <a:pt x="4619967" y="155200"/>
                </a:cubicBezTo>
                <a:cubicBezTo>
                  <a:pt x="4615255" y="151393"/>
                  <a:pt x="4612248" y="147144"/>
                  <a:pt x="4610945" y="142453"/>
                </a:cubicBezTo>
                <a:cubicBezTo>
                  <a:pt x="4610179" y="139839"/>
                  <a:pt x="4609796" y="132764"/>
                  <a:pt x="4609796" y="121230"/>
                </a:cubicBezTo>
                <a:lnTo>
                  <a:pt x="4609796" y="62984"/>
                </a:lnTo>
                <a:lnTo>
                  <a:pt x="4595774" y="62984"/>
                </a:lnTo>
                <a:lnTo>
                  <a:pt x="4595774" y="58950"/>
                </a:lnTo>
                <a:cubicBezTo>
                  <a:pt x="4605428" y="52117"/>
                  <a:pt x="4613646" y="44937"/>
                  <a:pt x="4620427" y="37411"/>
                </a:cubicBezTo>
                <a:cubicBezTo>
                  <a:pt x="4627208" y="29885"/>
                  <a:pt x="4633127" y="21476"/>
                  <a:pt x="4638185" y="12183"/>
                </a:cubicBezTo>
                <a:lnTo>
                  <a:pt x="4641977" y="12183"/>
                </a:lnTo>
                <a:close/>
                <a:moveTo>
                  <a:pt x="4703580" y="0"/>
                </a:moveTo>
                <a:cubicBezTo>
                  <a:pt x="4708560" y="0"/>
                  <a:pt x="4712775" y="1749"/>
                  <a:pt x="4716223" y="5247"/>
                </a:cubicBezTo>
                <a:cubicBezTo>
                  <a:pt x="4719671" y="8743"/>
                  <a:pt x="4721395" y="12952"/>
                  <a:pt x="4721395" y="17872"/>
                </a:cubicBezTo>
                <a:cubicBezTo>
                  <a:pt x="4721395" y="22793"/>
                  <a:pt x="4719652" y="26983"/>
                  <a:pt x="4716165" y="30443"/>
                </a:cubicBezTo>
                <a:cubicBezTo>
                  <a:pt x="4712679" y="33901"/>
                  <a:pt x="4708484" y="35630"/>
                  <a:pt x="4703580" y="35630"/>
                </a:cubicBezTo>
                <a:cubicBezTo>
                  <a:pt x="4698676" y="35630"/>
                  <a:pt x="4694500" y="33901"/>
                  <a:pt x="4691052" y="30443"/>
                </a:cubicBezTo>
                <a:cubicBezTo>
                  <a:pt x="4687604" y="26983"/>
                  <a:pt x="4685880" y="22793"/>
                  <a:pt x="4685880" y="17872"/>
                </a:cubicBezTo>
                <a:cubicBezTo>
                  <a:pt x="4685880" y="12952"/>
                  <a:pt x="4687604" y="8743"/>
                  <a:pt x="4691052" y="5247"/>
                </a:cubicBezTo>
                <a:cubicBezTo>
                  <a:pt x="4694500" y="1749"/>
                  <a:pt x="4698676" y="0"/>
                  <a:pt x="4703580" y="0"/>
                </a:cubicBezTo>
                <a:moveTo>
                  <a:pt x="4719671" y="51720"/>
                </a:moveTo>
                <a:lnTo>
                  <a:pt x="4719671" y="137001"/>
                </a:lnTo>
                <a:cubicBezTo>
                  <a:pt x="4719671" y="144587"/>
                  <a:pt x="4720552" y="149433"/>
                  <a:pt x="4722314" y="151540"/>
                </a:cubicBezTo>
                <a:cubicBezTo>
                  <a:pt x="4724076" y="153647"/>
                  <a:pt x="4727524" y="154854"/>
                  <a:pt x="4732658" y="155161"/>
                </a:cubicBezTo>
                <a:lnTo>
                  <a:pt x="4732658" y="159298"/>
                </a:lnTo>
                <a:lnTo>
                  <a:pt x="4674617" y="159298"/>
                </a:lnTo>
                <a:lnTo>
                  <a:pt x="4674617" y="155161"/>
                </a:lnTo>
                <a:cubicBezTo>
                  <a:pt x="4679367" y="155007"/>
                  <a:pt x="4682892" y="153628"/>
                  <a:pt x="4685191" y="151023"/>
                </a:cubicBezTo>
                <a:cubicBezTo>
                  <a:pt x="4686723" y="149261"/>
                  <a:pt x="4687489" y="144587"/>
                  <a:pt x="4687489" y="137001"/>
                </a:cubicBezTo>
                <a:lnTo>
                  <a:pt x="4687489" y="74247"/>
                </a:lnTo>
                <a:cubicBezTo>
                  <a:pt x="4687489" y="66566"/>
                  <a:pt x="4686608" y="61658"/>
                  <a:pt x="4684846" y="59525"/>
                </a:cubicBezTo>
                <a:cubicBezTo>
                  <a:pt x="4683083" y="57392"/>
                  <a:pt x="4679674" y="56169"/>
                  <a:pt x="4674617" y="55858"/>
                </a:cubicBezTo>
                <a:lnTo>
                  <a:pt x="4674617" y="51720"/>
                </a:lnTo>
                <a:lnTo>
                  <a:pt x="4719671" y="51720"/>
                </a:lnTo>
                <a:close/>
                <a:moveTo>
                  <a:pt x="4793843" y="48502"/>
                </a:moveTo>
                <a:cubicBezTo>
                  <a:pt x="4803191" y="48502"/>
                  <a:pt x="4811887" y="50918"/>
                  <a:pt x="4819933" y="55750"/>
                </a:cubicBezTo>
                <a:cubicBezTo>
                  <a:pt x="4827978" y="60582"/>
                  <a:pt x="4834089" y="67447"/>
                  <a:pt x="4838265" y="76345"/>
                </a:cubicBezTo>
                <a:cubicBezTo>
                  <a:pt x="4842441" y="85243"/>
                  <a:pt x="4844529" y="94983"/>
                  <a:pt x="4844529" y="105567"/>
                </a:cubicBezTo>
                <a:cubicBezTo>
                  <a:pt x="4844529" y="120829"/>
                  <a:pt x="4840659" y="133600"/>
                  <a:pt x="4832920" y="143879"/>
                </a:cubicBezTo>
                <a:cubicBezTo>
                  <a:pt x="4823572" y="156304"/>
                  <a:pt x="4810661" y="162516"/>
                  <a:pt x="4794187" y="162516"/>
                </a:cubicBezTo>
                <a:cubicBezTo>
                  <a:pt x="4778020" y="162516"/>
                  <a:pt x="4765569" y="156840"/>
                  <a:pt x="4756834" y="145488"/>
                </a:cubicBezTo>
                <a:cubicBezTo>
                  <a:pt x="4748099" y="134136"/>
                  <a:pt x="4743732" y="120982"/>
                  <a:pt x="4743732" y="106026"/>
                </a:cubicBezTo>
                <a:cubicBezTo>
                  <a:pt x="4743732" y="90611"/>
                  <a:pt x="4748195" y="77170"/>
                  <a:pt x="4757121" y="65703"/>
                </a:cubicBezTo>
                <a:cubicBezTo>
                  <a:pt x="4766048" y="54236"/>
                  <a:pt x="4778288" y="48502"/>
                  <a:pt x="4793843" y="48502"/>
                </a:cubicBezTo>
                <a:moveTo>
                  <a:pt x="4794302" y="56547"/>
                </a:moveTo>
                <a:cubicBezTo>
                  <a:pt x="4790395" y="56547"/>
                  <a:pt x="4787042" y="58025"/>
                  <a:pt x="4784246" y="60980"/>
                </a:cubicBezTo>
                <a:cubicBezTo>
                  <a:pt x="4781449" y="63932"/>
                  <a:pt x="4779610" y="69761"/>
                  <a:pt x="4778729" y="78468"/>
                </a:cubicBezTo>
                <a:cubicBezTo>
                  <a:pt x="4777848" y="87174"/>
                  <a:pt x="4777407" y="99275"/>
                  <a:pt x="4777407" y="114772"/>
                </a:cubicBezTo>
                <a:cubicBezTo>
                  <a:pt x="4777407" y="122980"/>
                  <a:pt x="4777943" y="130652"/>
                  <a:pt x="4779016" y="137788"/>
                </a:cubicBezTo>
                <a:cubicBezTo>
                  <a:pt x="4779859" y="143233"/>
                  <a:pt x="4781660" y="147375"/>
                  <a:pt x="4784418" y="150215"/>
                </a:cubicBezTo>
                <a:cubicBezTo>
                  <a:pt x="4787177" y="153052"/>
                  <a:pt x="4790318" y="154471"/>
                  <a:pt x="4793843" y="154471"/>
                </a:cubicBezTo>
                <a:cubicBezTo>
                  <a:pt x="4797291" y="154471"/>
                  <a:pt x="4800164" y="153512"/>
                  <a:pt x="4802463" y="151594"/>
                </a:cubicBezTo>
                <a:cubicBezTo>
                  <a:pt x="4805451" y="148987"/>
                  <a:pt x="4807443" y="145342"/>
                  <a:pt x="4808439" y="140661"/>
                </a:cubicBezTo>
                <a:cubicBezTo>
                  <a:pt x="4809972" y="133375"/>
                  <a:pt x="4810738" y="118646"/>
                  <a:pt x="4810738" y="96476"/>
                </a:cubicBezTo>
                <a:cubicBezTo>
                  <a:pt x="4810738" y="83436"/>
                  <a:pt x="4810010" y="74481"/>
                  <a:pt x="4808554" y="69610"/>
                </a:cubicBezTo>
                <a:cubicBezTo>
                  <a:pt x="4807098" y="64738"/>
                  <a:pt x="4804953" y="61189"/>
                  <a:pt x="4802118" y="58965"/>
                </a:cubicBezTo>
                <a:cubicBezTo>
                  <a:pt x="4800126" y="57353"/>
                  <a:pt x="4797521" y="56547"/>
                  <a:pt x="4794302" y="56547"/>
                </a:cubicBezTo>
                <a:close/>
                <a:moveTo>
                  <a:pt x="4903812" y="51720"/>
                </a:moveTo>
                <a:lnTo>
                  <a:pt x="4903812" y="65742"/>
                </a:lnTo>
                <a:cubicBezTo>
                  <a:pt x="4909329" y="59725"/>
                  <a:pt x="4914616" y="55348"/>
                  <a:pt x="4919673" y="52611"/>
                </a:cubicBezTo>
                <a:cubicBezTo>
                  <a:pt x="4924730" y="49872"/>
                  <a:pt x="4930170" y="48502"/>
                  <a:pt x="4935993" y="48502"/>
                </a:cubicBezTo>
                <a:cubicBezTo>
                  <a:pt x="4942966" y="48502"/>
                  <a:pt x="4948751" y="50439"/>
                  <a:pt x="4953348" y="54313"/>
                </a:cubicBezTo>
                <a:cubicBezTo>
                  <a:pt x="4957946" y="58188"/>
                  <a:pt x="4961011" y="63002"/>
                  <a:pt x="4962543" y="68756"/>
                </a:cubicBezTo>
                <a:cubicBezTo>
                  <a:pt x="4963769" y="73130"/>
                  <a:pt x="4964382" y="81532"/>
                  <a:pt x="4964382" y="93962"/>
                </a:cubicBezTo>
                <a:lnTo>
                  <a:pt x="4964382" y="135852"/>
                </a:lnTo>
                <a:cubicBezTo>
                  <a:pt x="4964382" y="144127"/>
                  <a:pt x="4965129" y="149280"/>
                  <a:pt x="4966623" y="151310"/>
                </a:cubicBezTo>
                <a:cubicBezTo>
                  <a:pt x="4968117" y="153341"/>
                  <a:pt x="4971240" y="154624"/>
                  <a:pt x="4975990" y="155161"/>
                </a:cubicBezTo>
                <a:lnTo>
                  <a:pt x="4975990" y="159298"/>
                </a:lnTo>
                <a:lnTo>
                  <a:pt x="4921627" y="159298"/>
                </a:lnTo>
                <a:lnTo>
                  <a:pt x="4921627" y="155161"/>
                </a:lnTo>
                <a:cubicBezTo>
                  <a:pt x="4925688" y="154624"/>
                  <a:pt x="4928599" y="152939"/>
                  <a:pt x="4930362" y="150104"/>
                </a:cubicBezTo>
                <a:cubicBezTo>
                  <a:pt x="4931588" y="148188"/>
                  <a:pt x="4932201" y="143437"/>
                  <a:pt x="4932201" y="135852"/>
                </a:cubicBezTo>
                <a:lnTo>
                  <a:pt x="4932201" y="88039"/>
                </a:lnTo>
                <a:cubicBezTo>
                  <a:pt x="4932201" y="79228"/>
                  <a:pt x="4931856" y="73673"/>
                  <a:pt x="4931166" y="71374"/>
                </a:cubicBezTo>
                <a:cubicBezTo>
                  <a:pt x="4930477" y="69075"/>
                  <a:pt x="4929308" y="67294"/>
                  <a:pt x="4927661" y="66030"/>
                </a:cubicBezTo>
                <a:cubicBezTo>
                  <a:pt x="4926013" y="64765"/>
                  <a:pt x="4924193" y="64133"/>
                  <a:pt x="4922201" y="64133"/>
                </a:cubicBezTo>
                <a:cubicBezTo>
                  <a:pt x="4915612" y="64133"/>
                  <a:pt x="4909482" y="68884"/>
                  <a:pt x="4903812" y="78385"/>
                </a:cubicBezTo>
                <a:lnTo>
                  <a:pt x="4903812" y="135852"/>
                </a:lnTo>
                <a:cubicBezTo>
                  <a:pt x="4903812" y="143897"/>
                  <a:pt x="4904559" y="148993"/>
                  <a:pt x="4906053" y="151138"/>
                </a:cubicBezTo>
                <a:cubicBezTo>
                  <a:pt x="4907547" y="153283"/>
                  <a:pt x="4910325" y="154624"/>
                  <a:pt x="4914386" y="155161"/>
                </a:cubicBezTo>
                <a:lnTo>
                  <a:pt x="4914386" y="159298"/>
                </a:lnTo>
                <a:lnTo>
                  <a:pt x="4860022" y="159298"/>
                </a:lnTo>
                <a:lnTo>
                  <a:pt x="4860022" y="155161"/>
                </a:lnTo>
                <a:cubicBezTo>
                  <a:pt x="4864543" y="154701"/>
                  <a:pt x="4867761" y="153245"/>
                  <a:pt x="4869677" y="150793"/>
                </a:cubicBezTo>
                <a:cubicBezTo>
                  <a:pt x="4870979" y="149108"/>
                  <a:pt x="4871630" y="144127"/>
                  <a:pt x="4871630" y="135852"/>
                </a:cubicBezTo>
                <a:lnTo>
                  <a:pt x="4871630" y="75167"/>
                </a:lnTo>
                <a:cubicBezTo>
                  <a:pt x="4871630" y="66947"/>
                  <a:pt x="4870883" y="61828"/>
                  <a:pt x="4869389" y="59812"/>
                </a:cubicBezTo>
                <a:cubicBezTo>
                  <a:pt x="4867895" y="57796"/>
                  <a:pt x="4864773" y="56478"/>
                  <a:pt x="4860022" y="55858"/>
                </a:cubicBezTo>
                <a:lnTo>
                  <a:pt x="4860022" y="51720"/>
                </a:lnTo>
                <a:lnTo>
                  <a:pt x="4903812" y="5172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EA87C9-0B43-461F-9346-F8B0D9AF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98" y="2523788"/>
            <a:ext cx="1441557" cy="116876"/>
          </a:xfrm>
          <a:custGeom xmlns:a="http://schemas.openxmlformats.org/drawingml/2006/main">
            <a:pathLst>
              <a:path w="1441557" h="116876" fill="none">
                <a:moveTo>
                  <a:pt x="0" y="67725"/>
                </a:moveTo>
                <a:lnTo>
                  <a:pt x="110" y="67782"/>
                </a:lnTo>
                <a:lnTo>
                  <a:pt x="223" y="67838"/>
                </a:lnTo>
                <a:lnTo>
                  <a:pt x="326" y="67866"/>
                </a:lnTo>
                <a:lnTo>
                  <a:pt x="439" y="67923"/>
                </a:lnTo>
                <a:lnTo>
                  <a:pt x="549" y="67980"/>
                </a:lnTo>
                <a:lnTo>
                  <a:pt x="662" y="68008"/>
                </a:lnTo>
                <a:lnTo>
                  <a:pt x="775" y="68065"/>
                </a:lnTo>
                <a:lnTo>
                  <a:pt x="888" y="68121"/>
                </a:lnTo>
                <a:lnTo>
                  <a:pt x="1001" y="68150"/>
                </a:lnTo>
                <a:lnTo>
                  <a:pt x="1101" y="68206"/>
                </a:lnTo>
                <a:lnTo>
                  <a:pt x="1214" y="68263"/>
                </a:lnTo>
                <a:lnTo>
                  <a:pt x="1327" y="68320"/>
                </a:lnTo>
                <a:lnTo>
                  <a:pt x="1440" y="68348"/>
                </a:lnTo>
                <a:lnTo>
                  <a:pt x="1552" y="68404"/>
                </a:lnTo>
                <a:lnTo>
                  <a:pt x="1665" y="68461"/>
                </a:lnTo>
                <a:lnTo>
                  <a:pt x="1776" y="68489"/>
                </a:lnTo>
                <a:lnTo>
                  <a:pt x="1879" y="68546"/>
                </a:lnTo>
                <a:lnTo>
                  <a:pt x="1992" y="68603"/>
                </a:lnTo>
                <a:lnTo>
                  <a:pt x="2104" y="68631"/>
                </a:lnTo>
                <a:lnTo>
                  <a:pt x="2215" y="68688"/>
                </a:lnTo>
                <a:lnTo>
                  <a:pt x="2327" y="68744"/>
                </a:lnTo>
                <a:lnTo>
                  <a:pt x="2440" y="68801"/>
                </a:lnTo>
                <a:lnTo>
                  <a:pt x="2543" y="68829"/>
                </a:lnTo>
                <a:lnTo>
                  <a:pt x="2656" y="68886"/>
                </a:lnTo>
                <a:lnTo>
                  <a:pt x="2767" y="68942"/>
                </a:lnTo>
                <a:lnTo>
                  <a:pt x="2879" y="68999"/>
                </a:lnTo>
                <a:lnTo>
                  <a:pt x="2992" y="69056"/>
                </a:lnTo>
                <a:lnTo>
                  <a:pt x="3105" y="69084"/>
                </a:lnTo>
                <a:lnTo>
                  <a:pt x="3218" y="69141"/>
                </a:lnTo>
                <a:lnTo>
                  <a:pt x="3318" y="69197"/>
                </a:lnTo>
                <a:lnTo>
                  <a:pt x="3431" y="69254"/>
                </a:lnTo>
                <a:lnTo>
                  <a:pt x="3544" y="69310"/>
                </a:lnTo>
                <a:lnTo>
                  <a:pt x="3657" y="69367"/>
                </a:lnTo>
                <a:lnTo>
                  <a:pt x="3770" y="69395"/>
                </a:lnTo>
                <a:lnTo>
                  <a:pt x="3882" y="69452"/>
                </a:lnTo>
                <a:lnTo>
                  <a:pt x="3993" y="69509"/>
                </a:lnTo>
                <a:lnTo>
                  <a:pt x="4096" y="69565"/>
                </a:lnTo>
                <a:lnTo>
                  <a:pt x="4209" y="69622"/>
                </a:lnTo>
                <a:lnTo>
                  <a:pt x="4321" y="69679"/>
                </a:lnTo>
                <a:lnTo>
                  <a:pt x="4432" y="69735"/>
                </a:lnTo>
                <a:lnTo>
                  <a:pt x="4545" y="69763"/>
                </a:lnTo>
                <a:lnTo>
                  <a:pt x="4657" y="69848"/>
                </a:lnTo>
                <a:lnTo>
                  <a:pt x="4770" y="69877"/>
                </a:lnTo>
                <a:lnTo>
                  <a:pt x="4883" y="69933"/>
                </a:lnTo>
                <a:lnTo>
                  <a:pt x="4984" y="69990"/>
                </a:lnTo>
                <a:lnTo>
                  <a:pt x="5096" y="70047"/>
                </a:lnTo>
                <a:lnTo>
                  <a:pt x="5209" y="70103"/>
                </a:lnTo>
                <a:lnTo>
                  <a:pt x="5322" y="70160"/>
                </a:lnTo>
                <a:lnTo>
                  <a:pt x="5435" y="70216"/>
                </a:lnTo>
                <a:lnTo>
                  <a:pt x="5548" y="70273"/>
                </a:lnTo>
                <a:lnTo>
                  <a:pt x="5658" y="70330"/>
                </a:lnTo>
                <a:lnTo>
                  <a:pt x="5761" y="70386"/>
                </a:lnTo>
                <a:lnTo>
                  <a:pt x="5874" y="70443"/>
                </a:lnTo>
                <a:lnTo>
                  <a:pt x="5987" y="70500"/>
                </a:lnTo>
                <a:lnTo>
                  <a:pt x="6097" y="70556"/>
                </a:lnTo>
                <a:lnTo>
                  <a:pt x="6210" y="70613"/>
                </a:lnTo>
                <a:lnTo>
                  <a:pt x="6323" y="70669"/>
                </a:lnTo>
                <a:lnTo>
                  <a:pt x="6435" y="70726"/>
                </a:lnTo>
                <a:lnTo>
                  <a:pt x="6539" y="70783"/>
                </a:lnTo>
                <a:lnTo>
                  <a:pt x="6649" y="70839"/>
                </a:lnTo>
                <a:lnTo>
                  <a:pt x="6762" y="70896"/>
                </a:lnTo>
                <a:lnTo>
                  <a:pt x="6874" y="70953"/>
                </a:lnTo>
                <a:lnTo>
                  <a:pt x="6987" y="71009"/>
                </a:lnTo>
                <a:lnTo>
                  <a:pt x="7100" y="71066"/>
                </a:lnTo>
                <a:lnTo>
                  <a:pt x="7201" y="71123"/>
                </a:lnTo>
                <a:lnTo>
                  <a:pt x="7314" y="71179"/>
                </a:lnTo>
                <a:lnTo>
                  <a:pt x="7426" y="71236"/>
                </a:lnTo>
                <a:lnTo>
                  <a:pt x="7539" y="71292"/>
                </a:lnTo>
                <a:lnTo>
                  <a:pt x="7652" y="71349"/>
                </a:lnTo>
                <a:lnTo>
                  <a:pt x="7762" y="71406"/>
                </a:lnTo>
                <a:lnTo>
                  <a:pt x="7875" y="71462"/>
                </a:lnTo>
                <a:lnTo>
                  <a:pt x="7978" y="71519"/>
                </a:lnTo>
                <a:lnTo>
                  <a:pt x="8091" y="71576"/>
                </a:lnTo>
                <a:lnTo>
                  <a:pt x="8204" y="71660"/>
                </a:lnTo>
                <a:lnTo>
                  <a:pt x="8314" y="71689"/>
                </a:lnTo>
                <a:lnTo>
                  <a:pt x="8427" y="71774"/>
                </a:lnTo>
                <a:lnTo>
                  <a:pt x="8540" y="71802"/>
                </a:lnTo>
                <a:lnTo>
                  <a:pt x="8652" y="71859"/>
                </a:lnTo>
                <a:lnTo>
                  <a:pt x="8753" y="71915"/>
                </a:lnTo>
                <a:lnTo>
                  <a:pt x="8866" y="71972"/>
                </a:lnTo>
                <a:lnTo>
                  <a:pt x="8979" y="72057"/>
                </a:lnTo>
                <a:lnTo>
                  <a:pt x="9092" y="72085"/>
                </a:lnTo>
                <a:lnTo>
                  <a:pt x="9204" y="72170"/>
                </a:lnTo>
                <a:lnTo>
                  <a:pt x="9317" y="72227"/>
                </a:lnTo>
                <a:lnTo>
                  <a:pt x="9418" y="72283"/>
                </a:lnTo>
                <a:lnTo>
                  <a:pt x="9531" y="72340"/>
                </a:lnTo>
                <a:lnTo>
                  <a:pt x="9643" y="72397"/>
                </a:lnTo>
                <a:lnTo>
                  <a:pt x="9756" y="72453"/>
                </a:lnTo>
                <a:lnTo>
                  <a:pt x="9869" y="72510"/>
                </a:lnTo>
                <a:lnTo>
                  <a:pt x="9979" y="72566"/>
                </a:lnTo>
                <a:lnTo>
                  <a:pt x="10092" y="72651"/>
                </a:lnTo>
                <a:lnTo>
                  <a:pt x="10195" y="72708"/>
                </a:lnTo>
                <a:lnTo>
                  <a:pt x="10308" y="72765"/>
                </a:lnTo>
                <a:lnTo>
                  <a:pt x="10418" y="72821"/>
                </a:lnTo>
                <a:lnTo>
                  <a:pt x="10531" y="72906"/>
                </a:lnTo>
                <a:lnTo>
                  <a:pt x="10644" y="72963"/>
                </a:lnTo>
                <a:lnTo>
                  <a:pt x="10757" y="73019"/>
                </a:lnTo>
                <a:lnTo>
                  <a:pt x="10870" y="73076"/>
                </a:lnTo>
                <a:lnTo>
                  <a:pt x="10982" y="73161"/>
                </a:lnTo>
                <a:lnTo>
                  <a:pt x="11083" y="73218"/>
                </a:lnTo>
                <a:lnTo>
                  <a:pt x="11196" y="73274"/>
                </a:lnTo>
                <a:lnTo>
                  <a:pt x="11309" y="73331"/>
                </a:lnTo>
                <a:lnTo>
                  <a:pt x="11421" y="73416"/>
                </a:lnTo>
                <a:lnTo>
                  <a:pt x="11534" y="73472"/>
                </a:lnTo>
                <a:lnTo>
                  <a:pt x="11645" y="73529"/>
                </a:lnTo>
                <a:lnTo>
                  <a:pt x="11757" y="73586"/>
                </a:lnTo>
                <a:lnTo>
                  <a:pt x="11861" y="73671"/>
                </a:lnTo>
                <a:lnTo>
                  <a:pt x="11973" y="73727"/>
                </a:lnTo>
                <a:lnTo>
                  <a:pt x="12084" y="73784"/>
                </a:lnTo>
                <a:lnTo>
                  <a:pt x="12196" y="73841"/>
                </a:lnTo>
                <a:lnTo>
                  <a:pt x="12309" y="73926"/>
                </a:lnTo>
                <a:lnTo>
                  <a:pt x="12422" y="73982"/>
                </a:lnTo>
                <a:lnTo>
                  <a:pt x="12535" y="74067"/>
                </a:lnTo>
                <a:lnTo>
                  <a:pt x="12636" y="74124"/>
                </a:lnTo>
                <a:lnTo>
                  <a:pt x="12748" y="74180"/>
                </a:lnTo>
                <a:lnTo>
                  <a:pt x="12861" y="74265"/>
                </a:lnTo>
                <a:lnTo>
                  <a:pt x="12974" y="74322"/>
                </a:lnTo>
                <a:lnTo>
                  <a:pt x="13087" y="74379"/>
                </a:lnTo>
                <a:lnTo>
                  <a:pt x="13199" y="74435"/>
                </a:lnTo>
                <a:lnTo>
                  <a:pt x="13310" y="74520"/>
                </a:lnTo>
                <a:lnTo>
                  <a:pt x="13413" y="74577"/>
                </a:lnTo>
                <a:lnTo>
                  <a:pt x="13526" y="74633"/>
                </a:lnTo>
                <a:lnTo>
                  <a:pt x="13639" y="74690"/>
                </a:lnTo>
                <a:lnTo>
                  <a:pt x="13751" y="74775"/>
                </a:lnTo>
                <a:lnTo>
                  <a:pt x="13862" y="74832"/>
                </a:lnTo>
                <a:lnTo>
                  <a:pt x="13974" y="74888"/>
                </a:lnTo>
                <a:lnTo>
                  <a:pt x="14078" y="74945"/>
                </a:lnTo>
                <a:lnTo>
                  <a:pt x="14190" y="75030"/>
                </a:lnTo>
                <a:lnTo>
                  <a:pt x="14301" y="75086"/>
                </a:lnTo>
                <a:lnTo>
                  <a:pt x="14414" y="75143"/>
                </a:lnTo>
                <a:lnTo>
                  <a:pt x="14526" y="75200"/>
                </a:lnTo>
                <a:lnTo>
                  <a:pt x="14639" y="75256"/>
                </a:lnTo>
                <a:lnTo>
                  <a:pt x="14752" y="75313"/>
                </a:lnTo>
                <a:lnTo>
                  <a:pt x="14853" y="75369"/>
                </a:lnTo>
                <a:lnTo>
                  <a:pt x="14965" y="75426"/>
                </a:lnTo>
                <a:lnTo>
                  <a:pt x="15078" y="75483"/>
                </a:lnTo>
                <a:lnTo>
                  <a:pt x="15191" y="75539"/>
                </a:lnTo>
                <a:lnTo>
                  <a:pt x="15304" y="75624"/>
                </a:lnTo>
                <a:lnTo>
                  <a:pt x="15417" y="75681"/>
                </a:lnTo>
                <a:lnTo>
                  <a:pt x="15527" y="75738"/>
                </a:lnTo>
                <a:lnTo>
                  <a:pt x="15630" y="75794"/>
                </a:lnTo>
                <a:lnTo>
                  <a:pt x="15743" y="75851"/>
                </a:lnTo>
                <a:lnTo>
                  <a:pt x="15856" y="75907"/>
                </a:lnTo>
                <a:lnTo>
                  <a:pt x="15966" y="75964"/>
                </a:lnTo>
                <a:lnTo>
                  <a:pt x="16079" y="76021"/>
                </a:lnTo>
                <a:lnTo>
                  <a:pt x="16192" y="76077"/>
                </a:lnTo>
                <a:lnTo>
                  <a:pt x="16295" y="76134"/>
                </a:lnTo>
                <a:lnTo>
                  <a:pt x="16407" y="76191"/>
                </a:lnTo>
                <a:lnTo>
                  <a:pt x="16518" y="76247"/>
                </a:lnTo>
                <a:lnTo>
                  <a:pt x="16631" y="76304"/>
                </a:lnTo>
                <a:lnTo>
                  <a:pt x="16743" y="76360"/>
                </a:lnTo>
                <a:lnTo>
                  <a:pt x="16856" y="76417"/>
                </a:lnTo>
                <a:lnTo>
                  <a:pt x="16969" y="76474"/>
                </a:lnTo>
                <a:lnTo>
                  <a:pt x="17082" y="76530"/>
                </a:lnTo>
                <a:lnTo>
                  <a:pt x="17192" y="76587"/>
                </a:lnTo>
                <a:lnTo>
                  <a:pt x="17295" y="76644"/>
                </a:lnTo>
                <a:lnTo>
                  <a:pt x="17408" y="76672"/>
                </a:lnTo>
                <a:lnTo>
                  <a:pt x="17521" y="76757"/>
                </a:lnTo>
                <a:lnTo>
                  <a:pt x="17631" y="76785"/>
                </a:lnTo>
                <a:lnTo>
                  <a:pt x="17744" y="76842"/>
                </a:lnTo>
                <a:lnTo>
                  <a:pt x="17857" y="76898"/>
                </a:lnTo>
                <a:lnTo>
                  <a:pt x="17960" y="76955"/>
                </a:lnTo>
                <a:lnTo>
                  <a:pt x="18073" y="77012"/>
                </a:lnTo>
                <a:lnTo>
                  <a:pt x="18183" y="77068"/>
                </a:lnTo>
                <a:lnTo>
                  <a:pt x="18296" y="77125"/>
                </a:lnTo>
                <a:lnTo>
                  <a:pt x="18409" y="77182"/>
                </a:lnTo>
                <a:lnTo>
                  <a:pt x="18521" y="77238"/>
                </a:lnTo>
                <a:lnTo>
                  <a:pt x="18634" y="77266"/>
                </a:lnTo>
                <a:lnTo>
                  <a:pt x="18735" y="77323"/>
                </a:lnTo>
                <a:lnTo>
                  <a:pt x="18848" y="77380"/>
                </a:lnTo>
                <a:lnTo>
                  <a:pt x="18961" y="77436"/>
                </a:lnTo>
                <a:lnTo>
                  <a:pt x="19073" y="77493"/>
                </a:lnTo>
                <a:lnTo>
                  <a:pt x="19186" y="77550"/>
                </a:lnTo>
                <a:lnTo>
                  <a:pt x="19296" y="77606"/>
                </a:lnTo>
                <a:lnTo>
                  <a:pt x="19409" y="77635"/>
                </a:lnTo>
                <a:lnTo>
                  <a:pt x="19512" y="77691"/>
                </a:lnTo>
                <a:lnTo>
                  <a:pt x="19625" y="77748"/>
                </a:lnTo>
                <a:lnTo>
                  <a:pt x="19738" y="77776"/>
                </a:lnTo>
                <a:lnTo>
                  <a:pt x="19848" y="77833"/>
                </a:lnTo>
                <a:lnTo>
                  <a:pt x="19961" y="77889"/>
                </a:lnTo>
                <a:lnTo>
                  <a:pt x="20074" y="77946"/>
                </a:lnTo>
                <a:lnTo>
                  <a:pt x="20177" y="78003"/>
                </a:lnTo>
                <a:lnTo>
                  <a:pt x="20287" y="78059"/>
                </a:lnTo>
                <a:lnTo>
                  <a:pt x="20400" y="78116"/>
                </a:lnTo>
                <a:lnTo>
                  <a:pt x="20513" y="78144"/>
                </a:lnTo>
                <a:lnTo>
                  <a:pt x="20626" y="78201"/>
                </a:lnTo>
                <a:lnTo>
                  <a:pt x="20739" y="78257"/>
                </a:lnTo>
                <a:lnTo>
                  <a:pt x="20851" y="78314"/>
                </a:lnTo>
                <a:lnTo>
                  <a:pt x="20962" y="78371"/>
                </a:lnTo>
                <a:lnTo>
                  <a:pt x="21065" y="78427"/>
                </a:lnTo>
                <a:lnTo>
                  <a:pt x="21178" y="78484"/>
                </a:lnTo>
                <a:lnTo>
                  <a:pt x="21290" y="78512"/>
                </a:lnTo>
                <a:lnTo>
                  <a:pt x="21403" y="78569"/>
                </a:lnTo>
                <a:lnTo>
                  <a:pt x="21514" y="78625"/>
                </a:lnTo>
                <a:lnTo>
                  <a:pt x="21626" y="78682"/>
                </a:lnTo>
                <a:lnTo>
                  <a:pt x="21729" y="78739"/>
                </a:lnTo>
                <a:lnTo>
                  <a:pt x="21842" y="78795"/>
                </a:lnTo>
                <a:lnTo>
                  <a:pt x="21955" y="78852"/>
                </a:lnTo>
                <a:lnTo>
                  <a:pt x="22065" y="78909"/>
                </a:lnTo>
                <a:lnTo>
                  <a:pt x="22178" y="78965"/>
                </a:lnTo>
                <a:lnTo>
                  <a:pt x="22291" y="79022"/>
                </a:lnTo>
                <a:lnTo>
                  <a:pt x="22404" y="79078"/>
                </a:lnTo>
                <a:lnTo>
                  <a:pt x="22505" y="79107"/>
                </a:lnTo>
                <a:lnTo>
                  <a:pt x="22617" y="79163"/>
                </a:lnTo>
                <a:lnTo>
                  <a:pt x="22730" y="79220"/>
                </a:lnTo>
                <a:lnTo>
                  <a:pt x="22843" y="79277"/>
                </a:lnTo>
                <a:lnTo>
                  <a:pt x="22956" y="79333"/>
                </a:lnTo>
                <a:lnTo>
                  <a:pt x="23068" y="79390"/>
                </a:lnTo>
                <a:lnTo>
                  <a:pt x="23179" y="79418"/>
                </a:lnTo>
                <a:lnTo>
                  <a:pt x="23292" y="79475"/>
                </a:lnTo>
                <a:lnTo>
                  <a:pt x="23395" y="79531"/>
                </a:lnTo>
                <a:lnTo>
                  <a:pt x="23507" y="79588"/>
                </a:lnTo>
                <a:lnTo>
                  <a:pt x="23620" y="79645"/>
                </a:lnTo>
                <a:lnTo>
                  <a:pt x="23731" y="79701"/>
                </a:lnTo>
                <a:lnTo>
                  <a:pt x="23843" y="79758"/>
                </a:lnTo>
                <a:lnTo>
                  <a:pt x="23956" y="79786"/>
                </a:lnTo>
                <a:lnTo>
                  <a:pt x="24069" y="79843"/>
                </a:lnTo>
                <a:lnTo>
                  <a:pt x="24170" y="79900"/>
                </a:lnTo>
                <a:lnTo>
                  <a:pt x="24283" y="79956"/>
                </a:lnTo>
                <a:lnTo>
                  <a:pt x="24395" y="80013"/>
                </a:lnTo>
                <a:lnTo>
                  <a:pt x="24508" y="80041"/>
                </a:lnTo>
                <a:lnTo>
                  <a:pt x="24621" y="80098"/>
                </a:lnTo>
                <a:lnTo>
                  <a:pt x="24734" y="80154"/>
                </a:lnTo>
                <a:lnTo>
                  <a:pt x="24834" y="80183"/>
                </a:lnTo>
                <a:lnTo>
                  <a:pt x="24947" y="80239"/>
                </a:lnTo>
                <a:lnTo>
                  <a:pt x="25060" y="80268"/>
                </a:lnTo>
                <a:lnTo>
                  <a:pt x="25173" y="80324"/>
                </a:lnTo>
                <a:lnTo>
                  <a:pt x="25285" y="80381"/>
                </a:lnTo>
                <a:lnTo>
                  <a:pt x="25396" y="80409"/>
                </a:lnTo>
                <a:lnTo>
                  <a:pt x="25509" y="80466"/>
                </a:lnTo>
                <a:lnTo>
                  <a:pt x="25612" y="80494"/>
                </a:lnTo>
                <a:lnTo>
                  <a:pt x="25725" y="80551"/>
                </a:lnTo>
                <a:lnTo>
                  <a:pt x="25835" y="80607"/>
                </a:lnTo>
                <a:lnTo>
                  <a:pt x="25948" y="80636"/>
                </a:lnTo>
                <a:lnTo>
                  <a:pt x="26061" y="80692"/>
                </a:lnTo>
                <a:lnTo>
                  <a:pt x="26173" y="80721"/>
                </a:lnTo>
                <a:lnTo>
                  <a:pt x="26286" y="80749"/>
                </a:lnTo>
                <a:lnTo>
                  <a:pt x="26387" y="80806"/>
                </a:lnTo>
                <a:lnTo>
                  <a:pt x="26500" y="80834"/>
                </a:lnTo>
                <a:lnTo>
                  <a:pt x="26612" y="80891"/>
                </a:lnTo>
                <a:lnTo>
                  <a:pt x="26725" y="80947"/>
                </a:lnTo>
                <a:lnTo>
                  <a:pt x="26838" y="80975"/>
                </a:lnTo>
                <a:lnTo>
                  <a:pt x="26951" y="81004"/>
                </a:lnTo>
                <a:lnTo>
                  <a:pt x="27051" y="81060"/>
                </a:lnTo>
                <a:lnTo>
                  <a:pt x="27164" y="81089"/>
                </a:lnTo>
                <a:lnTo>
                  <a:pt x="27277" y="81117"/>
                </a:lnTo>
                <a:lnTo>
                  <a:pt x="27390" y="81145"/>
                </a:lnTo>
                <a:lnTo>
                  <a:pt x="27500" y="81202"/>
                </a:lnTo>
                <a:lnTo>
                  <a:pt x="27613" y="81230"/>
                </a:lnTo>
                <a:lnTo>
                  <a:pt x="27726" y="81259"/>
                </a:lnTo>
                <a:lnTo>
                  <a:pt x="27829" y="81315"/>
                </a:lnTo>
                <a:lnTo>
                  <a:pt x="27942" y="81344"/>
                </a:lnTo>
                <a:lnTo>
                  <a:pt x="28052" y="81372"/>
                </a:lnTo>
                <a:lnTo>
                  <a:pt x="28165" y="81400"/>
                </a:lnTo>
                <a:lnTo>
                  <a:pt x="28278" y="81428"/>
                </a:lnTo>
                <a:lnTo>
                  <a:pt x="28390" y="81457"/>
                </a:lnTo>
                <a:lnTo>
                  <a:pt x="28503" y="81485"/>
                </a:lnTo>
                <a:lnTo>
                  <a:pt x="28604" y="81513"/>
                </a:lnTo>
                <a:lnTo>
                  <a:pt x="28717" y="81542"/>
                </a:lnTo>
                <a:lnTo>
                  <a:pt x="28829" y="81570"/>
                </a:lnTo>
                <a:lnTo>
                  <a:pt x="28942" y="81598"/>
                </a:lnTo>
                <a:lnTo>
                  <a:pt x="29055" y="81627"/>
                </a:lnTo>
                <a:lnTo>
                  <a:pt x="29168" y="81683"/>
                </a:lnTo>
                <a:lnTo>
                  <a:pt x="29269" y="81712"/>
                </a:lnTo>
                <a:lnTo>
                  <a:pt x="29391" y="81740"/>
                </a:lnTo>
                <a:lnTo>
                  <a:pt x="29494" y="81740"/>
                </a:lnTo>
                <a:lnTo>
                  <a:pt x="29607" y="81768"/>
                </a:lnTo>
                <a:lnTo>
                  <a:pt x="29717" y="81825"/>
                </a:lnTo>
                <a:lnTo>
                  <a:pt x="29830" y="81853"/>
                </a:lnTo>
                <a:lnTo>
                  <a:pt x="29943" y="81881"/>
                </a:lnTo>
                <a:lnTo>
                  <a:pt x="30056" y="81881"/>
                </a:lnTo>
                <a:lnTo>
                  <a:pt x="30168" y="81938"/>
                </a:lnTo>
                <a:lnTo>
                  <a:pt x="30269" y="81966"/>
                </a:lnTo>
                <a:lnTo>
                  <a:pt x="30382" y="81995"/>
                </a:lnTo>
                <a:lnTo>
                  <a:pt x="30495" y="81995"/>
                </a:lnTo>
                <a:lnTo>
                  <a:pt x="30607" y="82051"/>
                </a:lnTo>
                <a:lnTo>
                  <a:pt x="30720" y="82080"/>
                </a:lnTo>
                <a:lnTo>
                  <a:pt x="30833" y="82080"/>
                </a:lnTo>
                <a:lnTo>
                  <a:pt x="30943" y="82108"/>
                </a:lnTo>
                <a:lnTo>
                  <a:pt x="31047" y="82136"/>
                </a:lnTo>
                <a:lnTo>
                  <a:pt x="31159" y="82193"/>
                </a:lnTo>
                <a:lnTo>
                  <a:pt x="31272" y="82193"/>
                </a:lnTo>
                <a:lnTo>
                  <a:pt x="31382" y="82221"/>
                </a:lnTo>
                <a:lnTo>
                  <a:pt x="31495" y="82250"/>
                </a:lnTo>
                <a:lnTo>
                  <a:pt x="31608" y="82278"/>
                </a:lnTo>
                <a:lnTo>
                  <a:pt x="31711" y="82306"/>
                </a:lnTo>
                <a:lnTo>
                  <a:pt x="31824" y="82334"/>
                </a:lnTo>
                <a:lnTo>
                  <a:pt x="31934" y="82363"/>
                </a:lnTo>
                <a:lnTo>
                  <a:pt x="32047" y="82363"/>
                </a:lnTo>
                <a:lnTo>
                  <a:pt x="32160" y="82391"/>
                </a:lnTo>
                <a:lnTo>
                  <a:pt x="32273" y="82419"/>
                </a:lnTo>
                <a:lnTo>
                  <a:pt x="32385" y="82448"/>
                </a:lnTo>
                <a:lnTo>
                  <a:pt x="32486" y="82476"/>
                </a:lnTo>
                <a:lnTo>
                  <a:pt x="32599" y="82504"/>
                </a:lnTo>
                <a:lnTo>
                  <a:pt x="32712" y="82504"/>
                </a:lnTo>
                <a:lnTo>
                  <a:pt x="32825" y="82533"/>
                </a:lnTo>
                <a:lnTo>
                  <a:pt x="32937" y="82561"/>
                </a:lnTo>
                <a:lnTo>
                  <a:pt x="33048" y="82561"/>
                </a:lnTo>
                <a:lnTo>
                  <a:pt x="33151" y="82589"/>
                </a:lnTo>
                <a:lnTo>
                  <a:pt x="33264" y="82618"/>
                </a:lnTo>
                <a:lnTo>
                  <a:pt x="33376" y="82646"/>
                </a:lnTo>
                <a:lnTo>
                  <a:pt x="33489" y="82674"/>
                </a:lnTo>
                <a:lnTo>
                  <a:pt x="33600" y="82703"/>
                </a:lnTo>
                <a:lnTo>
                  <a:pt x="33712" y="82731"/>
                </a:lnTo>
                <a:lnTo>
                  <a:pt x="33816" y="82759"/>
                </a:lnTo>
                <a:lnTo>
                  <a:pt x="33928" y="82788"/>
                </a:lnTo>
                <a:lnTo>
                  <a:pt x="34039" y="82816"/>
                </a:lnTo>
                <a:lnTo>
                  <a:pt x="34151" y="82844"/>
                </a:lnTo>
                <a:lnTo>
                  <a:pt x="34264" y="82872"/>
                </a:lnTo>
                <a:lnTo>
                  <a:pt x="34377" y="82901"/>
                </a:lnTo>
                <a:lnTo>
                  <a:pt x="34490" y="82929"/>
                </a:lnTo>
                <a:lnTo>
                  <a:pt x="34603" y="82957"/>
                </a:lnTo>
                <a:lnTo>
                  <a:pt x="34703" y="82986"/>
                </a:lnTo>
                <a:lnTo>
                  <a:pt x="34816" y="83014"/>
                </a:lnTo>
                <a:lnTo>
                  <a:pt x="34929" y="83042"/>
                </a:lnTo>
                <a:lnTo>
                  <a:pt x="35042" y="83099"/>
                </a:lnTo>
                <a:lnTo>
                  <a:pt x="35154" y="83127"/>
                </a:lnTo>
                <a:lnTo>
                  <a:pt x="35265" y="83156"/>
                </a:lnTo>
                <a:lnTo>
                  <a:pt x="35378" y="83184"/>
                </a:lnTo>
                <a:lnTo>
                  <a:pt x="35490" y="83212"/>
                </a:lnTo>
                <a:lnTo>
                  <a:pt x="35594" y="83241"/>
                </a:lnTo>
                <a:lnTo>
                  <a:pt x="35704" y="83297"/>
                </a:lnTo>
                <a:lnTo>
                  <a:pt x="35817" y="83325"/>
                </a:lnTo>
                <a:lnTo>
                  <a:pt x="35929" y="83354"/>
                </a:lnTo>
                <a:lnTo>
                  <a:pt x="36042" y="83382"/>
                </a:lnTo>
                <a:lnTo>
                  <a:pt x="36155" y="83439"/>
                </a:lnTo>
                <a:lnTo>
                  <a:pt x="36256" y="83495"/>
                </a:lnTo>
                <a:lnTo>
                  <a:pt x="36369" y="83524"/>
                </a:lnTo>
                <a:lnTo>
                  <a:pt x="36481" y="83552"/>
                </a:lnTo>
                <a:lnTo>
                  <a:pt x="36594" y="83609"/>
                </a:lnTo>
                <a:lnTo>
                  <a:pt x="36707" y="83665"/>
                </a:lnTo>
                <a:lnTo>
                  <a:pt x="36820" y="83694"/>
                </a:lnTo>
                <a:lnTo>
                  <a:pt x="36930" y="83750"/>
                </a:lnTo>
                <a:lnTo>
                  <a:pt x="37043" y="83778"/>
                </a:lnTo>
                <a:lnTo>
                  <a:pt x="37146" y="83835"/>
                </a:lnTo>
                <a:lnTo>
                  <a:pt x="37259" y="83863"/>
                </a:lnTo>
                <a:lnTo>
                  <a:pt x="37372" y="83920"/>
                </a:lnTo>
                <a:lnTo>
                  <a:pt x="37482" y="83977"/>
                </a:lnTo>
                <a:lnTo>
                  <a:pt x="37595" y="84033"/>
                </a:lnTo>
                <a:lnTo>
                  <a:pt x="37707" y="84090"/>
                </a:lnTo>
                <a:lnTo>
                  <a:pt x="37820" y="84147"/>
                </a:lnTo>
                <a:lnTo>
                  <a:pt x="37933" y="84203"/>
                </a:lnTo>
                <a:lnTo>
                  <a:pt x="38034" y="84231"/>
                </a:lnTo>
                <a:lnTo>
                  <a:pt x="38147" y="84288"/>
                </a:lnTo>
                <a:lnTo>
                  <a:pt x="38259" y="84345"/>
                </a:lnTo>
                <a:lnTo>
                  <a:pt x="38372" y="84401"/>
                </a:lnTo>
                <a:lnTo>
                  <a:pt x="38485" y="84458"/>
                </a:lnTo>
                <a:lnTo>
                  <a:pt x="38586" y="84515"/>
                </a:lnTo>
                <a:lnTo>
                  <a:pt x="38698" y="84571"/>
                </a:lnTo>
                <a:lnTo>
                  <a:pt x="38811" y="84628"/>
                </a:lnTo>
                <a:lnTo>
                  <a:pt x="38924" y="84684"/>
                </a:lnTo>
                <a:lnTo>
                  <a:pt x="39037" y="84741"/>
                </a:lnTo>
                <a:lnTo>
                  <a:pt x="39147" y="84798"/>
                </a:lnTo>
                <a:lnTo>
                  <a:pt x="39250" y="84854"/>
                </a:lnTo>
                <a:lnTo>
                  <a:pt x="39363" y="84911"/>
                </a:lnTo>
                <a:lnTo>
                  <a:pt x="39476" y="84968"/>
                </a:lnTo>
                <a:lnTo>
                  <a:pt x="39586" y="85024"/>
                </a:lnTo>
                <a:lnTo>
                  <a:pt x="39699" y="85081"/>
                </a:lnTo>
                <a:lnTo>
                  <a:pt x="39812" y="85137"/>
                </a:lnTo>
                <a:lnTo>
                  <a:pt x="39925" y="85194"/>
                </a:lnTo>
                <a:lnTo>
                  <a:pt x="40028" y="85279"/>
                </a:lnTo>
                <a:lnTo>
                  <a:pt x="40138" y="85307"/>
                </a:lnTo>
                <a:lnTo>
                  <a:pt x="40251" y="85364"/>
                </a:lnTo>
                <a:lnTo>
                  <a:pt x="40364" y="85449"/>
                </a:lnTo>
                <a:lnTo>
                  <a:pt x="40476" y="85506"/>
                </a:lnTo>
                <a:lnTo>
                  <a:pt x="40589" y="85562"/>
                </a:lnTo>
                <a:lnTo>
                  <a:pt x="40702" y="85619"/>
                </a:lnTo>
                <a:lnTo>
                  <a:pt x="40812" y="85675"/>
                </a:lnTo>
                <a:lnTo>
                  <a:pt x="40916" y="85732"/>
                </a:lnTo>
                <a:lnTo>
                  <a:pt x="41028" y="85789"/>
                </a:lnTo>
                <a:lnTo>
                  <a:pt x="41141" y="85845"/>
                </a:lnTo>
                <a:lnTo>
                  <a:pt x="41251" y="85930"/>
                </a:lnTo>
                <a:lnTo>
                  <a:pt x="41364" y="85987"/>
                </a:lnTo>
                <a:lnTo>
                  <a:pt x="41477" y="86044"/>
                </a:lnTo>
                <a:lnTo>
                  <a:pt x="41580" y="86100"/>
                </a:lnTo>
                <a:lnTo>
                  <a:pt x="41693" y="86157"/>
                </a:lnTo>
                <a:lnTo>
                  <a:pt x="41803" y="86213"/>
                </a:lnTo>
                <a:lnTo>
                  <a:pt x="41916" y="86298"/>
                </a:lnTo>
                <a:lnTo>
                  <a:pt x="42029" y="86327"/>
                </a:lnTo>
                <a:lnTo>
                  <a:pt x="42142" y="86383"/>
                </a:lnTo>
                <a:lnTo>
                  <a:pt x="42254" y="86440"/>
                </a:lnTo>
                <a:lnTo>
                  <a:pt x="42367" y="86525"/>
                </a:lnTo>
                <a:lnTo>
                  <a:pt x="42478" y="86581"/>
                </a:lnTo>
                <a:lnTo>
                  <a:pt x="42581" y="86638"/>
                </a:lnTo>
                <a:lnTo>
                  <a:pt x="42694" y="86695"/>
                </a:lnTo>
                <a:lnTo>
                  <a:pt x="42806" y="86751"/>
                </a:lnTo>
                <a:lnTo>
                  <a:pt x="42917" y="86808"/>
                </a:lnTo>
                <a:lnTo>
                  <a:pt x="43029" y="86865"/>
                </a:lnTo>
                <a:lnTo>
                  <a:pt x="43142" y="86921"/>
                </a:lnTo>
                <a:lnTo>
                  <a:pt x="43255" y="86978"/>
                </a:lnTo>
                <a:lnTo>
                  <a:pt x="43358" y="87034"/>
                </a:lnTo>
                <a:lnTo>
                  <a:pt x="43469" y="87063"/>
                </a:lnTo>
                <a:lnTo>
                  <a:pt x="43581" y="87119"/>
                </a:lnTo>
                <a:lnTo>
                  <a:pt x="43694" y="87176"/>
                </a:lnTo>
                <a:lnTo>
                  <a:pt x="43807" y="87233"/>
                </a:lnTo>
                <a:lnTo>
                  <a:pt x="43920" y="87289"/>
                </a:lnTo>
                <a:lnTo>
                  <a:pt x="44020" y="87318"/>
                </a:lnTo>
                <a:lnTo>
                  <a:pt x="44133" y="87374"/>
                </a:lnTo>
                <a:lnTo>
                  <a:pt x="44246" y="87431"/>
                </a:lnTo>
                <a:lnTo>
                  <a:pt x="44359" y="87487"/>
                </a:lnTo>
                <a:lnTo>
                  <a:pt x="44472" y="87544"/>
                </a:lnTo>
                <a:lnTo>
                  <a:pt x="44572" y="87572"/>
                </a:lnTo>
                <a:lnTo>
                  <a:pt x="44685" y="87629"/>
                </a:lnTo>
                <a:lnTo>
                  <a:pt x="44798" y="87686"/>
                </a:lnTo>
                <a:lnTo>
                  <a:pt x="44911" y="87742"/>
                </a:lnTo>
                <a:lnTo>
                  <a:pt x="45023" y="87771"/>
                </a:lnTo>
                <a:lnTo>
                  <a:pt x="45134" y="87827"/>
                </a:lnTo>
                <a:lnTo>
                  <a:pt x="45247" y="87884"/>
                </a:lnTo>
                <a:lnTo>
                  <a:pt x="45359" y="87912"/>
                </a:lnTo>
                <a:lnTo>
                  <a:pt x="45463" y="87969"/>
                </a:lnTo>
                <a:lnTo>
                  <a:pt x="45573" y="87997"/>
                </a:lnTo>
                <a:lnTo>
                  <a:pt x="45686" y="88025"/>
                </a:lnTo>
                <a:lnTo>
                  <a:pt x="45798" y="88082"/>
                </a:lnTo>
                <a:lnTo>
                  <a:pt x="45911" y="88139"/>
                </a:lnTo>
                <a:lnTo>
                  <a:pt x="46024" y="88167"/>
                </a:lnTo>
                <a:lnTo>
                  <a:pt x="46137" y="88195"/>
                </a:lnTo>
                <a:lnTo>
                  <a:pt x="46247" y="88252"/>
                </a:lnTo>
                <a:lnTo>
                  <a:pt x="46350" y="88280"/>
                </a:lnTo>
                <a:lnTo>
                  <a:pt x="46463" y="88309"/>
                </a:lnTo>
                <a:lnTo>
                  <a:pt x="46576" y="88365"/>
                </a:lnTo>
                <a:lnTo>
                  <a:pt x="46689" y="88393"/>
                </a:lnTo>
                <a:lnTo>
                  <a:pt x="46799" y="88422"/>
                </a:lnTo>
                <a:lnTo>
                  <a:pt x="46912" y="88450"/>
                </a:lnTo>
                <a:lnTo>
                  <a:pt x="47015" y="88478"/>
                </a:lnTo>
                <a:lnTo>
                  <a:pt x="47128" y="88507"/>
                </a:lnTo>
                <a:lnTo>
                  <a:pt x="47241" y="88535"/>
                </a:lnTo>
                <a:lnTo>
                  <a:pt x="47351" y="88563"/>
                </a:lnTo>
                <a:lnTo>
                  <a:pt x="47464" y="88620"/>
                </a:lnTo>
                <a:lnTo>
                  <a:pt x="47567" y="88648"/>
                </a:lnTo>
                <a:lnTo>
                  <a:pt x="47680" y="88677"/>
                </a:lnTo>
                <a:lnTo>
                  <a:pt x="47790" y="88705"/>
                </a:lnTo>
                <a:lnTo>
                  <a:pt x="47903" y="88733"/>
                </a:lnTo>
                <a:lnTo>
                  <a:pt x="48016" y="88762"/>
                </a:lnTo>
                <a:lnTo>
                  <a:pt x="48128" y="88790"/>
                </a:lnTo>
                <a:lnTo>
                  <a:pt x="48241" y="88818"/>
                </a:lnTo>
                <a:lnTo>
                  <a:pt x="48354" y="88847"/>
                </a:lnTo>
                <a:lnTo>
                  <a:pt x="48464" y="88875"/>
                </a:lnTo>
                <a:lnTo>
                  <a:pt x="48577" y="88903"/>
                </a:lnTo>
                <a:lnTo>
                  <a:pt x="48690" y="88931"/>
                </a:lnTo>
                <a:lnTo>
                  <a:pt x="48793" y="88960"/>
                </a:lnTo>
                <a:lnTo>
                  <a:pt x="48906" y="88988"/>
                </a:lnTo>
                <a:lnTo>
                  <a:pt x="49016" y="89016"/>
                </a:lnTo>
                <a:lnTo>
                  <a:pt x="49129" y="89016"/>
                </a:lnTo>
                <a:lnTo>
                  <a:pt x="49242" y="89045"/>
                </a:lnTo>
                <a:lnTo>
                  <a:pt x="49354" y="89073"/>
                </a:lnTo>
                <a:lnTo>
                  <a:pt x="49455" y="89101"/>
                </a:lnTo>
                <a:lnTo>
                  <a:pt x="49568" y="89130"/>
                </a:lnTo>
                <a:lnTo>
                  <a:pt x="49681" y="89158"/>
                </a:lnTo>
                <a:lnTo>
                  <a:pt x="49794" y="89158"/>
                </a:lnTo>
                <a:lnTo>
                  <a:pt x="49906" y="89186"/>
                </a:lnTo>
                <a:lnTo>
                  <a:pt x="50007" y="89215"/>
                </a:lnTo>
                <a:lnTo>
                  <a:pt x="50120" y="89243"/>
                </a:lnTo>
                <a:lnTo>
                  <a:pt x="50233" y="89271"/>
                </a:lnTo>
                <a:lnTo>
                  <a:pt x="50345" y="89271"/>
                </a:lnTo>
                <a:lnTo>
                  <a:pt x="50458" y="89300"/>
                </a:lnTo>
                <a:lnTo>
                  <a:pt x="50571" y="89300"/>
                </a:lnTo>
                <a:lnTo>
                  <a:pt x="50681" y="89328"/>
                </a:lnTo>
                <a:lnTo>
                  <a:pt x="50794" y="89356"/>
                </a:lnTo>
                <a:lnTo>
                  <a:pt x="50897" y="89356"/>
                </a:lnTo>
                <a:lnTo>
                  <a:pt x="51010" y="89384"/>
                </a:lnTo>
                <a:lnTo>
                  <a:pt x="51120" y="89384"/>
                </a:lnTo>
                <a:lnTo>
                  <a:pt x="51233" y="89413"/>
                </a:lnTo>
                <a:lnTo>
                  <a:pt x="51346" y="89441"/>
                </a:lnTo>
                <a:lnTo>
                  <a:pt x="51459" y="89441"/>
                </a:lnTo>
                <a:lnTo>
                  <a:pt x="51572" y="89469"/>
                </a:lnTo>
                <a:lnTo>
                  <a:pt x="51672" y="89498"/>
                </a:lnTo>
                <a:lnTo>
                  <a:pt x="51785" y="89498"/>
                </a:lnTo>
                <a:lnTo>
                  <a:pt x="51898" y="89498"/>
                </a:lnTo>
                <a:lnTo>
                  <a:pt x="52011" y="89526"/>
                </a:lnTo>
                <a:lnTo>
                  <a:pt x="52123" y="89526"/>
                </a:lnTo>
                <a:lnTo>
                  <a:pt x="52236" y="89526"/>
                </a:lnTo>
                <a:lnTo>
                  <a:pt x="52347" y="89554"/>
                </a:lnTo>
                <a:lnTo>
                  <a:pt x="52450" y="89554"/>
                </a:lnTo>
                <a:lnTo>
                  <a:pt x="52563" y="89554"/>
                </a:lnTo>
                <a:lnTo>
                  <a:pt x="52675" y="89554"/>
                </a:lnTo>
                <a:lnTo>
                  <a:pt x="52786" y="89554"/>
                </a:lnTo>
                <a:lnTo>
                  <a:pt x="52898" y="89583"/>
                </a:lnTo>
                <a:lnTo>
                  <a:pt x="53002" y="89583"/>
                </a:lnTo>
                <a:lnTo>
                  <a:pt x="53114" y="89583"/>
                </a:lnTo>
                <a:lnTo>
                  <a:pt x="53227" y="89583"/>
                </a:lnTo>
                <a:lnTo>
                  <a:pt x="53338" y="89583"/>
                </a:lnTo>
                <a:lnTo>
                  <a:pt x="53450" y="89583"/>
                </a:lnTo>
                <a:lnTo>
                  <a:pt x="53563" y="89583"/>
                </a:lnTo>
                <a:lnTo>
                  <a:pt x="53676" y="89583"/>
                </a:lnTo>
                <a:lnTo>
                  <a:pt x="53777" y="89583"/>
                </a:lnTo>
                <a:lnTo>
                  <a:pt x="53889" y="89554"/>
                </a:lnTo>
                <a:lnTo>
                  <a:pt x="54002" y="89554"/>
                </a:lnTo>
                <a:lnTo>
                  <a:pt x="54115" y="89554"/>
                </a:lnTo>
                <a:lnTo>
                  <a:pt x="54228" y="89554"/>
                </a:lnTo>
                <a:lnTo>
                  <a:pt x="54340" y="89526"/>
                </a:lnTo>
                <a:lnTo>
                  <a:pt x="54451" y="89526"/>
                </a:lnTo>
                <a:lnTo>
                  <a:pt x="54564" y="89526"/>
                </a:lnTo>
                <a:lnTo>
                  <a:pt x="54676" y="89498"/>
                </a:lnTo>
                <a:lnTo>
                  <a:pt x="54780" y="89498"/>
                </a:lnTo>
                <a:lnTo>
                  <a:pt x="54892" y="89498"/>
                </a:lnTo>
                <a:lnTo>
                  <a:pt x="55003" y="89469"/>
                </a:lnTo>
                <a:lnTo>
                  <a:pt x="55116" y="89441"/>
                </a:lnTo>
                <a:lnTo>
                  <a:pt x="55228" y="89441"/>
                </a:lnTo>
                <a:lnTo>
                  <a:pt x="55341" y="89413"/>
                </a:lnTo>
                <a:lnTo>
                  <a:pt x="55442" y="89384"/>
                </a:lnTo>
                <a:lnTo>
                  <a:pt x="55555" y="89384"/>
                </a:lnTo>
                <a:lnTo>
                  <a:pt x="55667" y="89356"/>
                </a:lnTo>
                <a:lnTo>
                  <a:pt x="55780" y="89328"/>
                </a:lnTo>
                <a:lnTo>
                  <a:pt x="55893" y="89300"/>
                </a:lnTo>
                <a:lnTo>
                  <a:pt x="56006" y="89271"/>
                </a:lnTo>
                <a:lnTo>
                  <a:pt x="56118" y="89271"/>
                </a:lnTo>
                <a:lnTo>
                  <a:pt x="56219" y="89243"/>
                </a:lnTo>
                <a:lnTo>
                  <a:pt x="56332" y="89186"/>
                </a:lnTo>
                <a:lnTo>
                  <a:pt x="56445" y="89158"/>
                </a:lnTo>
                <a:lnTo>
                  <a:pt x="56558" y="89130"/>
                </a:lnTo>
                <a:lnTo>
                  <a:pt x="56668" y="89101"/>
                </a:lnTo>
                <a:lnTo>
                  <a:pt x="56781" y="89073"/>
                </a:lnTo>
                <a:lnTo>
                  <a:pt x="56894" y="89045"/>
                </a:lnTo>
                <a:lnTo>
                  <a:pt x="57006" y="89016"/>
                </a:lnTo>
                <a:lnTo>
                  <a:pt x="57109" y="88988"/>
                </a:lnTo>
                <a:lnTo>
                  <a:pt x="57220" y="88931"/>
                </a:lnTo>
                <a:lnTo>
                  <a:pt x="57333" y="88903"/>
                </a:lnTo>
                <a:lnTo>
                  <a:pt x="57445" y="88847"/>
                </a:lnTo>
                <a:lnTo>
                  <a:pt x="57558" y="88818"/>
                </a:lnTo>
                <a:lnTo>
                  <a:pt x="57671" y="88790"/>
                </a:lnTo>
                <a:lnTo>
                  <a:pt x="57772" y="88733"/>
                </a:lnTo>
                <a:lnTo>
                  <a:pt x="57884" y="88677"/>
                </a:lnTo>
                <a:lnTo>
                  <a:pt x="57997" y="88648"/>
                </a:lnTo>
                <a:lnTo>
                  <a:pt x="58110" y="88620"/>
                </a:lnTo>
                <a:lnTo>
                  <a:pt x="58223" y="88563"/>
                </a:lnTo>
                <a:lnTo>
                  <a:pt x="58333" y="88507"/>
                </a:lnTo>
                <a:lnTo>
                  <a:pt x="58436" y="88450"/>
                </a:lnTo>
                <a:lnTo>
                  <a:pt x="58549" y="88422"/>
                </a:lnTo>
                <a:lnTo>
                  <a:pt x="58662" y="88365"/>
                </a:lnTo>
                <a:lnTo>
                  <a:pt x="58775" y="88309"/>
                </a:lnTo>
                <a:lnTo>
                  <a:pt x="58885" y="88252"/>
                </a:lnTo>
                <a:lnTo>
                  <a:pt x="58998" y="88195"/>
                </a:lnTo>
                <a:lnTo>
                  <a:pt x="59101" y="88139"/>
                </a:lnTo>
                <a:lnTo>
                  <a:pt x="59214" y="88082"/>
                </a:lnTo>
                <a:lnTo>
                  <a:pt x="59324" y="88054"/>
                </a:lnTo>
                <a:lnTo>
                  <a:pt x="59437" y="87997"/>
                </a:lnTo>
                <a:lnTo>
                  <a:pt x="59550" y="87940"/>
                </a:lnTo>
                <a:lnTo>
                  <a:pt x="59662" y="87884"/>
                </a:lnTo>
                <a:lnTo>
                  <a:pt x="59775" y="87827"/>
                </a:lnTo>
                <a:lnTo>
                  <a:pt x="59888" y="87771"/>
                </a:lnTo>
                <a:lnTo>
                  <a:pt x="59989" y="87714"/>
                </a:lnTo>
                <a:lnTo>
                  <a:pt x="60102" y="87657"/>
                </a:lnTo>
                <a:lnTo>
                  <a:pt x="60214" y="87601"/>
                </a:lnTo>
                <a:lnTo>
                  <a:pt x="60327" y="87544"/>
                </a:lnTo>
                <a:lnTo>
                  <a:pt x="60440" y="87487"/>
                </a:lnTo>
                <a:lnTo>
                  <a:pt x="60550" y="87431"/>
                </a:lnTo>
                <a:lnTo>
                  <a:pt x="60663" y="87346"/>
                </a:lnTo>
                <a:lnTo>
                  <a:pt x="60766" y="87318"/>
                </a:lnTo>
                <a:lnTo>
                  <a:pt x="60879" y="87261"/>
                </a:lnTo>
                <a:lnTo>
                  <a:pt x="60989" y="87176"/>
                </a:lnTo>
                <a:lnTo>
                  <a:pt x="61102" y="87119"/>
                </a:lnTo>
                <a:lnTo>
                  <a:pt x="61215" y="87063"/>
                </a:lnTo>
                <a:lnTo>
                  <a:pt x="61328" y="87006"/>
                </a:lnTo>
                <a:lnTo>
                  <a:pt x="61440" y="86950"/>
                </a:lnTo>
                <a:lnTo>
                  <a:pt x="61541" y="86865"/>
                </a:lnTo>
                <a:lnTo>
                  <a:pt x="61654" y="86808"/>
                </a:lnTo>
                <a:lnTo>
                  <a:pt x="61767" y="86751"/>
                </a:lnTo>
                <a:lnTo>
                  <a:pt x="61880" y="86695"/>
                </a:lnTo>
                <a:lnTo>
                  <a:pt x="61992" y="86610"/>
                </a:lnTo>
                <a:lnTo>
                  <a:pt x="62105" y="86553"/>
                </a:lnTo>
                <a:lnTo>
                  <a:pt x="62216" y="86497"/>
                </a:lnTo>
                <a:lnTo>
                  <a:pt x="62328" y="86440"/>
                </a:lnTo>
                <a:lnTo>
                  <a:pt x="62431" y="86355"/>
                </a:lnTo>
                <a:lnTo>
                  <a:pt x="62544" y="86298"/>
                </a:lnTo>
                <a:lnTo>
                  <a:pt x="62657" y="86213"/>
                </a:lnTo>
                <a:lnTo>
                  <a:pt x="62767" y="86157"/>
                </a:lnTo>
                <a:lnTo>
                  <a:pt x="62880" y="86072"/>
                </a:lnTo>
                <a:lnTo>
                  <a:pt x="62993" y="86015"/>
                </a:lnTo>
                <a:lnTo>
                  <a:pt x="63106" y="85930"/>
                </a:lnTo>
                <a:lnTo>
                  <a:pt x="63206" y="85845"/>
                </a:lnTo>
                <a:lnTo>
                  <a:pt x="63319" y="85789"/>
                </a:lnTo>
                <a:lnTo>
                  <a:pt x="63432" y="85704"/>
                </a:lnTo>
                <a:lnTo>
                  <a:pt x="63545" y="85647"/>
                </a:lnTo>
                <a:lnTo>
                  <a:pt x="63658" y="85562"/>
                </a:lnTo>
                <a:lnTo>
                  <a:pt x="63770" y="85477"/>
                </a:lnTo>
                <a:lnTo>
                  <a:pt x="63871" y="85392"/>
                </a:lnTo>
                <a:lnTo>
                  <a:pt x="63984" y="85307"/>
                </a:lnTo>
                <a:lnTo>
                  <a:pt x="64097" y="85251"/>
                </a:lnTo>
                <a:lnTo>
                  <a:pt x="64209" y="85166"/>
                </a:lnTo>
                <a:lnTo>
                  <a:pt x="64322" y="85081"/>
                </a:lnTo>
                <a:lnTo>
                  <a:pt x="64433" y="85024"/>
                </a:lnTo>
                <a:lnTo>
                  <a:pt x="64536" y="84939"/>
                </a:lnTo>
                <a:lnTo>
                  <a:pt x="64649" y="84854"/>
                </a:lnTo>
                <a:lnTo>
                  <a:pt x="64761" y="84769"/>
                </a:lnTo>
                <a:lnTo>
                  <a:pt x="64872" y="84684"/>
                </a:lnTo>
                <a:lnTo>
                  <a:pt x="64984" y="84600"/>
                </a:lnTo>
                <a:lnTo>
                  <a:pt x="65097" y="84543"/>
                </a:lnTo>
                <a:lnTo>
                  <a:pt x="65210" y="84458"/>
                </a:lnTo>
                <a:lnTo>
                  <a:pt x="65311" y="84373"/>
                </a:lnTo>
                <a:lnTo>
                  <a:pt x="65424" y="84288"/>
                </a:lnTo>
                <a:lnTo>
                  <a:pt x="65536" y="84203"/>
                </a:lnTo>
                <a:lnTo>
                  <a:pt x="65649" y="84118"/>
                </a:lnTo>
                <a:lnTo>
                  <a:pt x="65762" y="84062"/>
                </a:lnTo>
                <a:lnTo>
                  <a:pt x="65875" y="83977"/>
                </a:lnTo>
                <a:lnTo>
                  <a:pt x="65987" y="83892"/>
                </a:lnTo>
                <a:lnTo>
                  <a:pt x="66098" y="83807"/>
                </a:lnTo>
                <a:lnTo>
                  <a:pt x="66201" y="83722"/>
                </a:lnTo>
                <a:lnTo>
                  <a:pt x="66314" y="83637"/>
                </a:lnTo>
                <a:lnTo>
                  <a:pt x="66427" y="83552"/>
                </a:lnTo>
                <a:lnTo>
                  <a:pt x="66537" y="83467"/>
                </a:lnTo>
                <a:lnTo>
                  <a:pt x="66650" y="83382"/>
                </a:lnTo>
                <a:lnTo>
                  <a:pt x="66762" y="83297"/>
                </a:lnTo>
                <a:lnTo>
                  <a:pt x="66866" y="83212"/>
                </a:lnTo>
                <a:lnTo>
                  <a:pt x="66978" y="83127"/>
                </a:lnTo>
                <a:lnTo>
                  <a:pt x="67089" y="83042"/>
                </a:lnTo>
                <a:lnTo>
                  <a:pt x="67202" y="82957"/>
                </a:lnTo>
                <a:lnTo>
                  <a:pt x="67314" y="82872"/>
                </a:lnTo>
                <a:lnTo>
                  <a:pt x="67427" y="82759"/>
                </a:lnTo>
                <a:lnTo>
                  <a:pt x="67540" y="82674"/>
                </a:lnTo>
                <a:lnTo>
                  <a:pt x="67653" y="82589"/>
                </a:lnTo>
                <a:lnTo>
                  <a:pt x="67763" y="82504"/>
                </a:lnTo>
                <a:lnTo>
                  <a:pt x="67866" y="82419"/>
                </a:lnTo>
                <a:lnTo>
                  <a:pt x="67979" y="82334"/>
                </a:lnTo>
                <a:lnTo>
                  <a:pt x="68092" y="82250"/>
                </a:lnTo>
                <a:lnTo>
                  <a:pt x="68202" y="82136"/>
                </a:lnTo>
                <a:lnTo>
                  <a:pt x="68315" y="82051"/>
                </a:lnTo>
                <a:lnTo>
                  <a:pt x="68428" y="81966"/>
                </a:lnTo>
                <a:lnTo>
                  <a:pt x="68540" y="81881"/>
                </a:lnTo>
                <a:lnTo>
                  <a:pt x="68644" y="81768"/>
                </a:lnTo>
                <a:lnTo>
                  <a:pt x="68754" y="81683"/>
                </a:lnTo>
                <a:lnTo>
                  <a:pt x="68867" y="81598"/>
                </a:lnTo>
                <a:lnTo>
                  <a:pt x="68980" y="81485"/>
                </a:lnTo>
                <a:lnTo>
                  <a:pt x="69092" y="81400"/>
                </a:lnTo>
                <a:lnTo>
                  <a:pt x="69193" y="81315"/>
                </a:lnTo>
                <a:lnTo>
                  <a:pt x="69306" y="81230"/>
                </a:lnTo>
                <a:lnTo>
                  <a:pt x="69419" y="81117"/>
                </a:lnTo>
                <a:lnTo>
                  <a:pt x="69531" y="81032"/>
                </a:lnTo>
                <a:lnTo>
                  <a:pt x="69644" y="80947"/>
                </a:lnTo>
                <a:lnTo>
                  <a:pt x="69757" y="80834"/>
                </a:lnTo>
                <a:lnTo>
                  <a:pt x="69858" y="80721"/>
                </a:lnTo>
                <a:lnTo>
                  <a:pt x="69971" y="80636"/>
                </a:lnTo>
                <a:lnTo>
                  <a:pt x="70083" y="80551"/>
                </a:lnTo>
                <a:lnTo>
                  <a:pt x="70196" y="80438"/>
                </a:lnTo>
                <a:lnTo>
                  <a:pt x="70309" y="80353"/>
                </a:lnTo>
                <a:lnTo>
                  <a:pt x="70419" y="80239"/>
                </a:lnTo>
                <a:lnTo>
                  <a:pt x="70532" y="80126"/>
                </a:lnTo>
                <a:lnTo>
                  <a:pt x="70645" y="80041"/>
                </a:lnTo>
                <a:lnTo>
                  <a:pt x="70748" y="79928"/>
                </a:lnTo>
                <a:lnTo>
                  <a:pt x="70858" y="79843"/>
                </a:lnTo>
                <a:lnTo>
                  <a:pt x="70971" y="79730"/>
                </a:lnTo>
                <a:lnTo>
                  <a:pt x="71084" y="79616"/>
                </a:lnTo>
                <a:lnTo>
                  <a:pt x="71197" y="79531"/>
                </a:lnTo>
                <a:lnTo>
                  <a:pt x="71309" y="79418"/>
                </a:lnTo>
                <a:lnTo>
                  <a:pt x="71422" y="79305"/>
                </a:lnTo>
                <a:lnTo>
                  <a:pt x="71533" y="79220"/>
                </a:lnTo>
                <a:lnTo>
                  <a:pt x="71636" y="79107"/>
                </a:lnTo>
                <a:lnTo>
                  <a:pt x="71749" y="79022"/>
                </a:lnTo>
                <a:lnTo>
                  <a:pt x="71861" y="78909"/>
                </a:lnTo>
                <a:lnTo>
                  <a:pt x="71974" y="78795"/>
                </a:lnTo>
                <a:lnTo>
                  <a:pt x="72084" y="78682"/>
                </a:lnTo>
                <a:lnTo>
                  <a:pt x="72188" y="78597"/>
                </a:lnTo>
                <a:lnTo>
                  <a:pt x="72300" y="78484"/>
                </a:lnTo>
                <a:lnTo>
                  <a:pt x="72413" y="78371"/>
                </a:lnTo>
                <a:lnTo>
                  <a:pt x="72526" y="78257"/>
                </a:lnTo>
                <a:lnTo>
                  <a:pt x="72636" y="78144"/>
                </a:lnTo>
                <a:lnTo>
                  <a:pt x="72749" y="78031"/>
                </a:lnTo>
                <a:lnTo>
                  <a:pt x="72852" y="77946"/>
                </a:lnTo>
                <a:lnTo>
                  <a:pt x="72965" y="77833"/>
                </a:lnTo>
                <a:lnTo>
                  <a:pt x="73075" y="77719"/>
                </a:lnTo>
                <a:lnTo>
                  <a:pt x="73188" y="77606"/>
                </a:lnTo>
                <a:lnTo>
                  <a:pt x="73301" y="77493"/>
                </a:lnTo>
                <a:lnTo>
                  <a:pt x="73414" y="77380"/>
                </a:lnTo>
                <a:lnTo>
                  <a:pt x="73527" y="77266"/>
                </a:lnTo>
                <a:lnTo>
                  <a:pt x="73639" y="77182"/>
                </a:lnTo>
                <a:lnTo>
                  <a:pt x="73750" y="77068"/>
                </a:lnTo>
                <a:lnTo>
                  <a:pt x="73862" y="76955"/>
                </a:lnTo>
                <a:lnTo>
                  <a:pt x="73975" y="76842"/>
                </a:lnTo>
                <a:lnTo>
                  <a:pt x="74078" y="76728"/>
                </a:lnTo>
                <a:lnTo>
                  <a:pt x="74191" y="76615"/>
                </a:lnTo>
                <a:lnTo>
                  <a:pt x="74302" y="76502"/>
                </a:lnTo>
                <a:lnTo>
                  <a:pt x="74414" y="76417"/>
                </a:lnTo>
                <a:lnTo>
                  <a:pt x="74527" y="76304"/>
                </a:lnTo>
                <a:lnTo>
                  <a:pt x="74630" y="76191"/>
                </a:lnTo>
                <a:lnTo>
                  <a:pt x="74741" y="76077"/>
                </a:lnTo>
                <a:lnTo>
                  <a:pt x="74853" y="75992"/>
                </a:lnTo>
                <a:lnTo>
                  <a:pt x="74966" y="75879"/>
                </a:lnTo>
                <a:lnTo>
                  <a:pt x="75079" y="75766"/>
                </a:lnTo>
                <a:lnTo>
                  <a:pt x="75192" y="75653"/>
                </a:lnTo>
                <a:lnTo>
                  <a:pt x="75293" y="75539"/>
                </a:lnTo>
                <a:lnTo>
                  <a:pt x="75405" y="75454"/>
                </a:lnTo>
                <a:lnTo>
                  <a:pt x="75518" y="75341"/>
                </a:lnTo>
                <a:lnTo>
                  <a:pt x="75631" y="75228"/>
                </a:lnTo>
                <a:lnTo>
                  <a:pt x="75744" y="75115"/>
                </a:lnTo>
                <a:lnTo>
                  <a:pt x="75856" y="75030"/>
                </a:lnTo>
                <a:lnTo>
                  <a:pt x="75967" y="74916"/>
                </a:lnTo>
                <a:lnTo>
                  <a:pt x="76080" y="74803"/>
                </a:lnTo>
                <a:lnTo>
                  <a:pt x="76183" y="74690"/>
                </a:lnTo>
                <a:lnTo>
                  <a:pt x="76295" y="74577"/>
                </a:lnTo>
                <a:lnTo>
                  <a:pt x="76406" y="74492"/>
                </a:lnTo>
                <a:lnTo>
                  <a:pt x="76519" y="74379"/>
                </a:lnTo>
                <a:lnTo>
                  <a:pt x="76631" y="74265"/>
                </a:lnTo>
                <a:lnTo>
                  <a:pt x="76744" y="74152"/>
                </a:lnTo>
                <a:lnTo>
                  <a:pt x="76857" y="74067"/>
                </a:lnTo>
                <a:lnTo>
                  <a:pt x="76958" y="73954"/>
                </a:lnTo>
                <a:lnTo>
                  <a:pt x="77071" y="73841"/>
                </a:lnTo>
                <a:lnTo>
                  <a:pt x="77183" y="73727"/>
                </a:lnTo>
                <a:lnTo>
                  <a:pt x="77296" y="73642"/>
                </a:lnTo>
                <a:lnTo>
                  <a:pt x="77409" y="73529"/>
                </a:lnTo>
                <a:lnTo>
                  <a:pt x="77522" y="73416"/>
                </a:lnTo>
                <a:lnTo>
                  <a:pt x="77622" y="73303"/>
                </a:lnTo>
                <a:lnTo>
                  <a:pt x="77735" y="73189"/>
                </a:lnTo>
                <a:lnTo>
                  <a:pt x="77848" y="73076"/>
                </a:lnTo>
                <a:lnTo>
                  <a:pt x="77961" y="72991"/>
                </a:lnTo>
                <a:lnTo>
                  <a:pt x="78071" y="72878"/>
                </a:lnTo>
                <a:lnTo>
                  <a:pt x="78184" y="72765"/>
                </a:lnTo>
                <a:lnTo>
                  <a:pt x="78287" y="72651"/>
                </a:lnTo>
                <a:lnTo>
                  <a:pt x="78400" y="72538"/>
                </a:lnTo>
                <a:lnTo>
                  <a:pt x="78513" y="72425"/>
                </a:lnTo>
                <a:lnTo>
                  <a:pt x="78623" y="72340"/>
                </a:lnTo>
                <a:lnTo>
                  <a:pt x="78736" y="72227"/>
                </a:lnTo>
                <a:lnTo>
                  <a:pt x="78849" y="72113"/>
                </a:lnTo>
                <a:lnTo>
                  <a:pt x="78961" y="72000"/>
                </a:lnTo>
                <a:lnTo>
                  <a:pt x="79062" y="71887"/>
                </a:lnTo>
                <a:lnTo>
                  <a:pt x="79175" y="71774"/>
                </a:lnTo>
                <a:lnTo>
                  <a:pt x="79288" y="71660"/>
                </a:lnTo>
                <a:lnTo>
                  <a:pt x="79400" y="71547"/>
                </a:lnTo>
                <a:lnTo>
                  <a:pt x="79513" y="71434"/>
                </a:lnTo>
                <a:lnTo>
                  <a:pt x="79626" y="71321"/>
                </a:lnTo>
                <a:lnTo>
                  <a:pt x="79736" y="71207"/>
                </a:lnTo>
                <a:lnTo>
                  <a:pt x="79849" y="71123"/>
                </a:lnTo>
                <a:lnTo>
                  <a:pt x="79962" y="71009"/>
                </a:lnTo>
                <a:lnTo>
                  <a:pt x="80065" y="70868"/>
                </a:lnTo>
                <a:lnTo>
                  <a:pt x="80178" y="70783"/>
                </a:lnTo>
                <a:lnTo>
                  <a:pt x="80288" y="70669"/>
                </a:lnTo>
                <a:lnTo>
                  <a:pt x="80401" y="70556"/>
                </a:lnTo>
                <a:lnTo>
                  <a:pt x="80514" y="70443"/>
                </a:lnTo>
                <a:lnTo>
                  <a:pt x="80617" y="70301"/>
                </a:lnTo>
                <a:lnTo>
                  <a:pt x="80727" y="70188"/>
                </a:lnTo>
                <a:lnTo>
                  <a:pt x="80840" y="70075"/>
                </a:lnTo>
                <a:lnTo>
                  <a:pt x="80953" y="69962"/>
                </a:lnTo>
                <a:lnTo>
                  <a:pt x="81066" y="69848"/>
                </a:lnTo>
                <a:lnTo>
                  <a:pt x="81178" y="69735"/>
                </a:lnTo>
                <a:lnTo>
                  <a:pt x="81291" y="69622"/>
                </a:lnTo>
                <a:lnTo>
                  <a:pt x="81404" y="69480"/>
                </a:lnTo>
                <a:lnTo>
                  <a:pt x="81505" y="69367"/>
                </a:lnTo>
                <a:lnTo>
                  <a:pt x="81617" y="69254"/>
                </a:lnTo>
                <a:lnTo>
                  <a:pt x="81730" y="69141"/>
                </a:lnTo>
                <a:lnTo>
                  <a:pt x="81843" y="69027"/>
                </a:lnTo>
                <a:lnTo>
                  <a:pt x="81953" y="68886"/>
                </a:lnTo>
                <a:lnTo>
                  <a:pt x="82066" y="68773"/>
                </a:lnTo>
                <a:lnTo>
                  <a:pt x="82179" y="68659"/>
                </a:lnTo>
                <a:lnTo>
                  <a:pt x="82292" y="68546"/>
                </a:lnTo>
                <a:lnTo>
                  <a:pt x="82395" y="68433"/>
                </a:lnTo>
                <a:lnTo>
                  <a:pt x="82505" y="68320"/>
                </a:lnTo>
                <a:lnTo>
                  <a:pt x="82618" y="68178"/>
                </a:lnTo>
                <a:lnTo>
                  <a:pt x="82731" y="68065"/>
                </a:lnTo>
                <a:lnTo>
                  <a:pt x="82844" y="67951"/>
                </a:lnTo>
                <a:lnTo>
                  <a:pt x="82956" y="67838"/>
                </a:lnTo>
                <a:lnTo>
                  <a:pt x="83057" y="67697"/>
                </a:lnTo>
                <a:lnTo>
                  <a:pt x="83170" y="67583"/>
                </a:lnTo>
                <a:lnTo>
                  <a:pt x="83283" y="67470"/>
                </a:lnTo>
                <a:lnTo>
                  <a:pt x="83395" y="67357"/>
                </a:lnTo>
                <a:lnTo>
                  <a:pt x="83508" y="67215"/>
                </a:lnTo>
                <a:lnTo>
                  <a:pt x="83609" y="67102"/>
                </a:lnTo>
                <a:lnTo>
                  <a:pt x="83722" y="66989"/>
                </a:lnTo>
                <a:lnTo>
                  <a:pt x="83835" y="66847"/>
                </a:lnTo>
                <a:lnTo>
                  <a:pt x="83947" y="66734"/>
                </a:lnTo>
                <a:lnTo>
                  <a:pt x="84060" y="66621"/>
                </a:lnTo>
                <a:lnTo>
                  <a:pt x="84170" y="66507"/>
                </a:lnTo>
                <a:lnTo>
                  <a:pt x="84283" y="66366"/>
                </a:lnTo>
                <a:lnTo>
                  <a:pt x="84386" y="66253"/>
                </a:lnTo>
                <a:lnTo>
                  <a:pt x="84499" y="66139"/>
                </a:lnTo>
                <a:lnTo>
                  <a:pt x="84610" y="65998"/>
                </a:lnTo>
                <a:lnTo>
                  <a:pt x="84722" y="65885"/>
                </a:lnTo>
                <a:lnTo>
                  <a:pt x="84835" y="65743"/>
                </a:lnTo>
                <a:lnTo>
                  <a:pt x="84948" y="65630"/>
                </a:lnTo>
                <a:lnTo>
                  <a:pt x="85061" y="65488"/>
                </a:lnTo>
                <a:lnTo>
                  <a:pt x="85173" y="65375"/>
                </a:lnTo>
                <a:lnTo>
                  <a:pt x="85274" y="65233"/>
                </a:lnTo>
                <a:lnTo>
                  <a:pt x="85387" y="65120"/>
                </a:lnTo>
                <a:lnTo>
                  <a:pt x="85500" y="65007"/>
                </a:lnTo>
                <a:lnTo>
                  <a:pt x="85613" y="64865"/>
                </a:lnTo>
                <a:lnTo>
                  <a:pt x="85725" y="64752"/>
                </a:lnTo>
                <a:lnTo>
                  <a:pt x="85836" y="64610"/>
                </a:lnTo>
                <a:lnTo>
                  <a:pt x="85948" y="64497"/>
                </a:lnTo>
                <a:lnTo>
                  <a:pt x="86052" y="64356"/>
                </a:lnTo>
                <a:lnTo>
                  <a:pt x="86164" y="64242"/>
                </a:lnTo>
                <a:lnTo>
                  <a:pt x="86275" y="64101"/>
                </a:lnTo>
                <a:lnTo>
                  <a:pt x="86388" y="63988"/>
                </a:lnTo>
                <a:lnTo>
                  <a:pt x="86500" y="63846"/>
                </a:lnTo>
                <a:lnTo>
                  <a:pt x="86613" y="63733"/>
                </a:lnTo>
                <a:lnTo>
                  <a:pt x="86726" y="63591"/>
                </a:lnTo>
                <a:lnTo>
                  <a:pt x="86827" y="63478"/>
                </a:lnTo>
                <a:lnTo>
                  <a:pt x="86939" y="63336"/>
                </a:lnTo>
                <a:lnTo>
                  <a:pt x="87052" y="63195"/>
                </a:lnTo>
                <a:lnTo>
                  <a:pt x="87165" y="63082"/>
                </a:lnTo>
                <a:lnTo>
                  <a:pt x="87278" y="62940"/>
                </a:lnTo>
                <a:lnTo>
                  <a:pt x="87391" y="62827"/>
                </a:lnTo>
                <a:lnTo>
                  <a:pt x="87501" y="62685"/>
                </a:lnTo>
                <a:lnTo>
                  <a:pt x="87614" y="62544"/>
                </a:lnTo>
                <a:lnTo>
                  <a:pt x="87717" y="62430"/>
                </a:lnTo>
                <a:lnTo>
                  <a:pt x="87830" y="62289"/>
                </a:lnTo>
                <a:lnTo>
                  <a:pt x="87942" y="62147"/>
                </a:lnTo>
                <a:lnTo>
                  <a:pt x="88053" y="62034"/>
                </a:lnTo>
                <a:lnTo>
                  <a:pt x="88166" y="61892"/>
                </a:lnTo>
                <a:lnTo>
                  <a:pt x="88278" y="61751"/>
                </a:lnTo>
                <a:lnTo>
                  <a:pt x="88391" y="61638"/>
                </a:lnTo>
                <a:lnTo>
                  <a:pt x="88492" y="61496"/>
                </a:lnTo>
                <a:lnTo>
                  <a:pt x="88605" y="61354"/>
                </a:lnTo>
                <a:lnTo>
                  <a:pt x="88717" y="61213"/>
                </a:lnTo>
                <a:lnTo>
                  <a:pt x="88830" y="61071"/>
                </a:lnTo>
                <a:lnTo>
                  <a:pt x="88943" y="60958"/>
                </a:lnTo>
                <a:lnTo>
                  <a:pt x="89044" y="60817"/>
                </a:lnTo>
                <a:lnTo>
                  <a:pt x="89157" y="60675"/>
                </a:lnTo>
                <a:lnTo>
                  <a:pt x="89269" y="60533"/>
                </a:lnTo>
                <a:lnTo>
                  <a:pt x="89382" y="60420"/>
                </a:lnTo>
                <a:lnTo>
                  <a:pt x="89495" y="60279"/>
                </a:lnTo>
                <a:lnTo>
                  <a:pt x="89608" y="60137"/>
                </a:lnTo>
                <a:lnTo>
                  <a:pt x="89718" y="59995"/>
                </a:lnTo>
                <a:lnTo>
                  <a:pt x="89821" y="59854"/>
                </a:lnTo>
                <a:lnTo>
                  <a:pt x="89934" y="59712"/>
                </a:lnTo>
                <a:lnTo>
                  <a:pt x="90047" y="59571"/>
                </a:lnTo>
                <a:lnTo>
                  <a:pt x="90157" y="59429"/>
                </a:lnTo>
                <a:lnTo>
                  <a:pt x="90270" y="59288"/>
                </a:lnTo>
                <a:lnTo>
                  <a:pt x="90383" y="59146"/>
                </a:lnTo>
                <a:lnTo>
                  <a:pt x="90495" y="59004"/>
                </a:lnTo>
                <a:lnTo>
                  <a:pt x="90599" y="58863"/>
                </a:lnTo>
                <a:lnTo>
                  <a:pt x="90709" y="58721"/>
                </a:lnTo>
                <a:lnTo>
                  <a:pt x="90822" y="58580"/>
                </a:lnTo>
                <a:lnTo>
                  <a:pt x="90935" y="58438"/>
                </a:lnTo>
                <a:lnTo>
                  <a:pt x="91047" y="58297"/>
                </a:lnTo>
                <a:lnTo>
                  <a:pt x="91160" y="58155"/>
                </a:lnTo>
                <a:lnTo>
                  <a:pt x="91273" y="58014"/>
                </a:lnTo>
                <a:lnTo>
                  <a:pt x="91383" y="57872"/>
                </a:lnTo>
                <a:lnTo>
                  <a:pt x="91486" y="57730"/>
                </a:lnTo>
                <a:lnTo>
                  <a:pt x="91599" y="57589"/>
                </a:lnTo>
                <a:lnTo>
                  <a:pt x="91712" y="57447"/>
                </a:lnTo>
                <a:lnTo>
                  <a:pt x="91822" y="57306"/>
                </a:lnTo>
                <a:lnTo>
                  <a:pt x="91935" y="57164"/>
                </a:lnTo>
                <a:lnTo>
                  <a:pt x="92038" y="57023"/>
                </a:lnTo>
                <a:lnTo>
                  <a:pt x="92151" y="56853"/>
                </a:lnTo>
                <a:lnTo>
                  <a:pt x="92264" y="56711"/>
                </a:lnTo>
                <a:lnTo>
                  <a:pt x="92374" y="56570"/>
                </a:lnTo>
                <a:lnTo>
                  <a:pt x="92487" y="56428"/>
                </a:lnTo>
                <a:lnTo>
                  <a:pt x="92600" y="56286"/>
                </a:lnTo>
                <a:lnTo>
                  <a:pt x="92713" y="56145"/>
                </a:lnTo>
                <a:lnTo>
                  <a:pt x="92825" y="56003"/>
                </a:lnTo>
                <a:lnTo>
                  <a:pt x="92938" y="55833"/>
                </a:lnTo>
                <a:lnTo>
                  <a:pt x="93048" y="55692"/>
                </a:lnTo>
                <a:lnTo>
                  <a:pt x="93152" y="55550"/>
                </a:lnTo>
                <a:lnTo>
                  <a:pt x="93264" y="55409"/>
                </a:lnTo>
                <a:lnTo>
                  <a:pt x="93377" y="55267"/>
                </a:lnTo>
                <a:lnTo>
                  <a:pt x="93488" y="55126"/>
                </a:lnTo>
                <a:lnTo>
                  <a:pt x="93600" y="54956"/>
                </a:lnTo>
                <a:lnTo>
                  <a:pt x="93713" y="54814"/>
                </a:lnTo>
                <a:lnTo>
                  <a:pt x="93816" y="54673"/>
                </a:lnTo>
                <a:lnTo>
                  <a:pt x="93929" y="54503"/>
                </a:lnTo>
                <a:lnTo>
                  <a:pt x="94039" y="54361"/>
                </a:lnTo>
                <a:lnTo>
                  <a:pt x="94152" y="54220"/>
                </a:lnTo>
                <a:lnTo>
                  <a:pt x="94265" y="54078"/>
                </a:lnTo>
                <a:lnTo>
                  <a:pt x="94378" y="53908"/>
                </a:lnTo>
                <a:lnTo>
                  <a:pt x="94479" y="53767"/>
                </a:lnTo>
                <a:lnTo>
                  <a:pt x="94591" y="53625"/>
                </a:lnTo>
                <a:lnTo>
                  <a:pt x="94704" y="53483"/>
                </a:lnTo>
                <a:lnTo>
                  <a:pt x="94817" y="53314"/>
                </a:lnTo>
                <a:lnTo>
                  <a:pt x="94930" y="53172"/>
                </a:lnTo>
                <a:lnTo>
                  <a:pt x="95042" y="53030"/>
                </a:lnTo>
                <a:lnTo>
                  <a:pt x="95143" y="52889"/>
                </a:lnTo>
                <a:lnTo>
                  <a:pt x="95256" y="52719"/>
                </a:lnTo>
                <a:lnTo>
                  <a:pt x="95369" y="52577"/>
                </a:lnTo>
                <a:lnTo>
                  <a:pt x="95481" y="52436"/>
                </a:lnTo>
                <a:lnTo>
                  <a:pt x="95594" y="52266"/>
                </a:lnTo>
                <a:lnTo>
                  <a:pt x="95705" y="52124"/>
                </a:lnTo>
                <a:lnTo>
                  <a:pt x="95817" y="51983"/>
                </a:lnTo>
                <a:lnTo>
                  <a:pt x="95930" y="51841"/>
                </a:lnTo>
                <a:lnTo>
                  <a:pt x="96033" y="51671"/>
                </a:lnTo>
                <a:lnTo>
                  <a:pt x="96144" y="51530"/>
                </a:lnTo>
                <a:lnTo>
                  <a:pt x="96257" y="51388"/>
                </a:lnTo>
                <a:lnTo>
                  <a:pt x="96369" y="51247"/>
                </a:lnTo>
                <a:lnTo>
                  <a:pt x="96482" y="51105"/>
                </a:lnTo>
                <a:lnTo>
                  <a:pt x="96595" y="50935"/>
                </a:lnTo>
                <a:lnTo>
                  <a:pt x="96708" y="50794"/>
                </a:lnTo>
                <a:lnTo>
                  <a:pt x="96820" y="50652"/>
                </a:lnTo>
                <a:lnTo>
                  <a:pt x="96921" y="50511"/>
                </a:lnTo>
                <a:lnTo>
                  <a:pt x="97034" y="50369"/>
                </a:lnTo>
                <a:lnTo>
                  <a:pt x="97147" y="50227"/>
                </a:lnTo>
                <a:lnTo>
                  <a:pt x="97259" y="50058"/>
                </a:lnTo>
                <a:lnTo>
                  <a:pt x="97370" y="49916"/>
                </a:lnTo>
                <a:lnTo>
                  <a:pt x="97473" y="49774"/>
                </a:lnTo>
                <a:lnTo>
                  <a:pt x="97586" y="49633"/>
                </a:lnTo>
                <a:lnTo>
                  <a:pt x="97699" y="49491"/>
                </a:lnTo>
                <a:lnTo>
                  <a:pt x="97811" y="49350"/>
                </a:lnTo>
                <a:lnTo>
                  <a:pt x="97922" y="49180"/>
                </a:lnTo>
                <a:lnTo>
                  <a:pt x="98025" y="49038"/>
                </a:lnTo>
                <a:lnTo>
                  <a:pt x="98138" y="48897"/>
                </a:lnTo>
                <a:lnTo>
                  <a:pt x="98250" y="48755"/>
                </a:lnTo>
                <a:lnTo>
                  <a:pt x="98373" y="48614"/>
                </a:lnTo>
                <a:lnTo>
                  <a:pt x="98474" y="48472"/>
                </a:lnTo>
                <a:lnTo>
                  <a:pt x="98586" y="48330"/>
                </a:lnTo>
                <a:lnTo>
                  <a:pt x="98699" y="48189"/>
                </a:lnTo>
                <a:lnTo>
                  <a:pt x="98812" y="48047"/>
                </a:lnTo>
                <a:lnTo>
                  <a:pt x="98925" y="47906"/>
                </a:lnTo>
                <a:lnTo>
                  <a:pt x="99035" y="47764"/>
                </a:lnTo>
                <a:lnTo>
                  <a:pt x="99148" y="47623"/>
                </a:lnTo>
                <a:lnTo>
                  <a:pt x="99251" y="47481"/>
                </a:lnTo>
                <a:lnTo>
                  <a:pt x="99364" y="47340"/>
                </a:lnTo>
                <a:lnTo>
                  <a:pt x="99477" y="47198"/>
                </a:lnTo>
                <a:lnTo>
                  <a:pt x="99587" y="47056"/>
                </a:lnTo>
                <a:lnTo>
                  <a:pt x="99700" y="46915"/>
                </a:lnTo>
                <a:lnTo>
                  <a:pt x="99813" y="46802"/>
                </a:lnTo>
                <a:lnTo>
                  <a:pt x="99916" y="46660"/>
                </a:lnTo>
                <a:lnTo>
                  <a:pt x="100026" y="46518"/>
                </a:lnTo>
                <a:lnTo>
                  <a:pt x="100139" y="46377"/>
                </a:lnTo>
                <a:lnTo>
                  <a:pt x="100252" y="46235"/>
                </a:lnTo>
                <a:lnTo>
                  <a:pt x="100364" y="46094"/>
                </a:lnTo>
                <a:lnTo>
                  <a:pt x="100468" y="45952"/>
                </a:lnTo>
                <a:lnTo>
                  <a:pt x="100578" y="45839"/>
                </a:lnTo>
                <a:lnTo>
                  <a:pt x="100691" y="45697"/>
                </a:lnTo>
                <a:lnTo>
                  <a:pt x="100803" y="45556"/>
                </a:lnTo>
                <a:lnTo>
                  <a:pt x="100916" y="45414"/>
                </a:lnTo>
                <a:lnTo>
                  <a:pt x="101029" y="45301"/>
                </a:lnTo>
                <a:lnTo>
                  <a:pt x="101142" y="45159"/>
                </a:lnTo>
                <a:lnTo>
                  <a:pt x="101252" y="45018"/>
                </a:lnTo>
                <a:lnTo>
                  <a:pt x="101365" y="44876"/>
                </a:lnTo>
                <a:lnTo>
                  <a:pt x="101468" y="44763"/>
                </a:lnTo>
                <a:lnTo>
                  <a:pt x="101581" y="44621"/>
                </a:lnTo>
                <a:lnTo>
                  <a:pt x="101691" y="44480"/>
                </a:lnTo>
                <a:lnTo>
                  <a:pt x="101804" y="44367"/>
                </a:lnTo>
                <a:lnTo>
                  <a:pt x="101917" y="44225"/>
                </a:lnTo>
                <a:lnTo>
                  <a:pt x="102030" y="44083"/>
                </a:lnTo>
                <a:lnTo>
                  <a:pt x="102142" y="43970"/>
                </a:lnTo>
                <a:lnTo>
                  <a:pt x="102243" y="43829"/>
                </a:lnTo>
                <a:lnTo>
                  <a:pt x="102356" y="43715"/>
                </a:lnTo>
                <a:lnTo>
                  <a:pt x="102469" y="43574"/>
                </a:lnTo>
                <a:lnTo>
                  <a:pt x="102581" y="43461"/>
                </a:lnTo>
                <a:lnTo>
                  <a:pt x="102694" y="43319"/>
                </a:lnTo>
                <a:lnTo>
                  <a:pt x="102807" y="43206"/>
                </a:lnTo>
                <a:lnTo>
                  <a:pt x="102908" y="43064"/>
                </a:lnTo>
                <a:lnTo>
                  <a:pt x="103021" y="42951"/>
                </a:lnTo>
                <a:lnTo>
                  <a:pt x="103133" y="42809"/>
                </a:lnTo>
                <a:lnTo>
                  <a:pt x="103246" y="42696"/>
                </a:lnTo>
                <a:lnTo>
                  <a:pt x="103359" y="42583"/>
                </a:lnTo>
                <a:lnTo>
                  <a:pt x="103460" y="42441"/>
                </a:lnTo>
                <a:lnTo>
                  <a:pt x="103572" y="42328"/>
                </a:lnTo>
                <a:lnTo>
                  <a:pt x="103685" y="42215"/>
                </a:lnTo>
                <a:lnTo>
                  <a:pt x="103798" y="42073"/>
                </a:lnTo>
                <a:lnTo>
                  <a:pt x="103908" y="41960"/>
                </a:lnTo>
                <a:lnTo>
                  <a:pt x="104021" y="41847"/>
                </a:lnTo>
                <a:lnTo>
                  <a:pt x="104134" y="41705"/>
                </a:lnTo>
                <a:lnTo>
                  <a:pt x="104247" y="41592"/>
                </a:lnTo>
                <a:lnTo>
                  <a:pt x="104350" y="41479"/>
                </a:lnTo>
                <a:lnTo>
                  <a:pt x="104460" y="41337"/>
                </a:lnTo>
                <a:lnTo>
                  <a:pt x="104583" y="41224"/>
                </a:lnTo>
                <a:lnTo>
                  <a:pt x="104686" y="41111"/>
                </a:lnTo>
                <a:lnTo>
                  <a:pt x="104799" y="40997"/>
                </a:lnTo>
                <a:lnTo>
                  <a:pt x="104911" y="40856"/>
                </a:lnTo>
                <a:lnTo>
                  <a:pt x="105024" y="40743"/>
                </a:lnTo>
                <a:lnTo>
                  <a:pt x="105134" y="40629"/>
                </a:lnTo>
                <a:lnTo>
                  <a:pt x="105238" y="40516"/>
                </a:lnTo>
                <a:lnTo>
                  <a:pt x="105350" y="40374"/>
                </a:lnTo>
                <a:lnTo>
                  <a:pt x="105463" y="40261"/>
                </a:lnTo>
                <a:lnTo>
                  <a:pt x="105574" y="40148"/>
                </a:lnTo>
                <a:lnTo>
                  <a:pt x="105686" y="40035"/>
                </a:lnTo>
                <a:lnTo>
                  <a:pt x="105799" y="39893"/>
                </a:lnTo>
                <a:lnTo>
                  <a:pt x="105902" y="39780"/>
                </a:lnTo>
                <a:lnTo>
                  <a:pt x="106015" y="39667"/>
                </a:lnTo>
                <a:lnTo>
                  <a:pt x="106125" y="39553"/>
                </a:lnTo>
                <a:lnTo>
                  <a:pt x="106238" y="39440"/>
                </a:lnTo>
                <a:lnTo>
                  <a:pt x="106351" y="39327"/>
                </a:lnTo>
                <a:lnTo>
                  <a:pt x="106464" y="39214"/>
                </a:lnTo>
                <a:lnTo>
                  <a:pt x="106577" y="39100"/>
                </a:lnTo>
                <a:lnTo>
                  <a:pt x="106677" y="38987"/>
                </a:lnTo>
                <a:lnTo>
                  <a:pt x="106790" y="38846"/>
                </a:lnTo>
                <a:lnTo>
                  <a:pt x="106903" y="38732"/>
                </a:lnTo>
                <a:lnTo>
                  <a:pt x="107016" y="38619"/>
                </a:lnTo>
                <a:lnTo>
                  <a:pt x="107128" y="38506"/>
                </a:lnTo>
                <a:lnTo>
                  <a:pt x="107239" y="38393"/>
                </a:lnTo>
                <a:lnTo>
                  <a:pt x="107352" y="38279"/>
                </a:lnTo>
                <a:lnTo>
                  <a:pt x="107464" y="38166"/>
                </a:lnTo>
                <a:lnTo>
                  <a:pt x="107577" y="38053"/>
                </a:lnTo>
                <a:lnTo>
                  <a:pt x="107680" y="37940"/>
                </a:lnTo>
                <a:lnTo>
                  <a:pt x="107791" y="37855"/>
                </a:lnTo>
                <a:lnTo>
                  <a:pt x="107903" y="37741"/>
                </a:lnTo>
                <a:lnTo>
                  <a:pt x="108016" y="37628"/>
                </a:lnTo>
                <a:lnTo>
                  <a:pt x="108129" y="37515"/>
                </a:lnTo>
                <a:lnTo>
                  <a:pt x="108230" y="37402"/>
                </a:lnTo>
                <a:lnTo>
                  <a:pt x="108343" y="37317"/>
                </a:lnTo>
                <a:lnTo>
                  <a:pt x="108455" y="37203"/>
                </a:lnTo>
                <a:lnTo>
                  <a:pt x="108568" y="37118"/>
                </a:lnTo>
                <a:lnTo>
                  <a:pt x="108681" y="37005"/>
                </a:lnTo>
                <a:lnTo>
                  <a:pt x="108794" y="36892"/>
                </a:lnTo>
                <a:lnTo>
                  <a:pt x="108894" y="36807"/>
                </a:lnTo>
                <a:lnTo>
                  <a:pt x="109007" y="36694"/>
                </a:lnTo>
                <a:lnTo>
                  <a:pt x="109120" y="36609"/>
                </a:lnTo>
                <a:lnTo>
                  <a:pt x="109233" y="36496"/>
                </a:lnTo>
                <a:lnTo>
                  <a:pt x="109346" y="36411"/>
                </a:lnTo>
                <a:lnTo>
                  <a:pt x="109456" y="36297"/>
                </a:lnTo>
                <a:lnTo>
                  <a:pt x="109569" y="36212"/>
                </a:lnTo>
                <a:lnTo>
                  <a:pt x="109672" y="36128"/>
                </a:lnTo>
                <a:lnTo>
                  <a:pt x="109785" y="36043"/>
                </a:lnTo>
                <a:lnTo>
                  <a:pt x="109895" y="35929"/>
                </a:lnTo>
                <a:lnTo>
                  <a:pt x="110008" y="35873"/>
                </a:lnTo>
                <a:lnTo>
                  <a:pt x="110121" y="35759"/>
                </a:lnTo>
                <a:lnTo>
                  <a:pt x="110233" y="35675"/>
                </a:lnTo>
                <a:lnTo>
                  <a:pt x="110346" y="35590"/>
                </a:lnTo>
                <a:lnTo>
                  <a:pt x="110459" y="35505"/>
                </a:lnTo>
                <a:lnTo>
                  <a:pt x="110560" y="35420"/>
                </a:lnTo>
                <a:lnTo>
                  <a:pt x="110672" y="35335"/>
                </a:lnTo>
                <a:lnTo>
                  <a:pt x="110785" y="35250"/>
                </a:lnTo>
                <a:lnTo>
                  <a:pt x="110898" y="35165"/>
                </a:lnTo>
                <a:lnTo>
                  <a:pt x="111011" y="35080"/>
                </a:lnTo>
                <a:lnTo>
                  <a:pt x="111121" y="35023"/>
                </a:lnTo>
                <a:lnTo>
                  <a:pt x="111224" y="34938"/>
                </a:lnTo>
                <a:lnTo>
                  <a:pt x="111337" y="34853"/>
                </a:lnTo>
                <a:lnTo>
                  <a:pt x="111450" y="34797"/>
                </a:lnTo>
                <a:lnTo>
                  <a:pt x="111560" y="34712"/>
                </a:lnTo>
                <a:lnTo>
                  <a:pt x="111673" y="34627"/>
                </a:lnTo>
                <a:lnTo>
                  <a:pt x="111786" y="34570"/>
                </a:lnTo>
                <a:lnTo>
                  <a:pt x="111899" y="34514"/>
                </a:lnTo>
                <a:lnTo>
                  <a:pt x="112011" y="34429"/>
                </a:lnTo>
                <a:lnTo>
                  <a:pt x="112112" y="34344"/>
                </a:lnTo>
                <a:lnTo>
                  <a:pt x="112225" y="34287"/>
                </a:lnTo>
                <a:lnTo>
                  <a:pt x="112338" y="34202"/>
                </a:lnTo>
                <a:lnTo>
                  <a:pt x="112450" y="34146"/>
                </a:lnTo>
                <a:lnTo>
                  <a:pt x="112563" y="34061"/>
                </a:lnTo>
                <a:lnTo>
                  <a:pt x="112676" y="34004"/>
                </a:lnTo>
                <a:lnTo>
                  <a:pt x="112786" y="33947"/>
                </a:lnTo>
                <a:lnTo>
                  <a:pt x="112899" y="33862"/>
                </a:lnTo>
                <a:lnTo>
                  <a:pt x="113002" y="33806"/>
                </a:lnTo>
                <a:lnTo>
                  <a:pt x="113115" y="33721"/>
                </a:lnTo>
                <a:lnTo>
                  <a:pt x="113228" y="33664"/>
                </a:lnTo>
                <a:lnTo>
                  <a:pt x="113338" y="33579"/>
                </a:lnTo>
                <a:lnTo>
                  <a:pt x="113451" y="33523"/>
                </a:lnTo>
                <a:lnTo>
                  <a:pt x="113564" y="33466"/>
                </a:lnTo>
                <a:lnTo>
                  <a:pt x="113667" y="33409"/>
                </a:lnTo>
                <a:lnTo>
                  <a:pt x="113777" y="33325"/>
                </a:lnTo>
                <a:lnTo>
                  <a:pt x="113890" y="33268"/>
                </a:lnTo>
                <a:lnTo>
                  <a:pt x="114003" y="33211"/>
                </a:lnTo>
                <a:lnTo>
                  <a:pt x="114116" y="33155"/>
                </a:lnTo>
                <a:lnTo>
                  <a:pt x="114228" y="33070"/>
                </a:lnTo>
                <a:lnTo>
                  <a:pt x="114329" y="33013"/>
                </a:lnTo>
                <a:lnTo>
                  <a:pt x="114442" y="32956"/>
                </a:lnTo>
                <a:lnTo>
                  <a:pt x="114555" y="32900"/>
                </a:lnTo>
                <a:lnTo>
                  <a:pt x="114668" y="32843"/>
                </a:lnTo>
                <a:lnTo>
                  <a:pt x="114780" y="32787"/>
                </a:lnTo>
                <a:lnTo>
                  <a:pt x="114893" y="32730"/>
                </a:lnTo>
                <a:lnTo>
                  <a:pt x="114994" y="32673"/>
                </a:lnTo>
                <a:lnTo>
                  <a:pt x="115107" y="32617"/>
                </a:lnTo>
                <a:lnTo>
                  <a:pt x="115219" y="32560"/>
                </a:lnTo>
                <a:lnTo>
                  <a:pt x="115332" y="32503"/>
                </a:lnTo>
                <a:lnTo>
                  <a:pt x="115443" y="32447"/>
                </a:lnTo>
                <a:lnTo>
                  <a:pt x="115555" y="32418"/>
                </a:lnTo>
                <a:lnTo>
                  <a:pt x="115668" y="32334"/>
                </a:lnTo>
                <a:lnTo>
                  <a:pt x="115781" y="32305"/>
                </a:lnTo>
                <a:lnTo>
                  <a:pt x="115884" y="32249"/>
                </a:lnTo>
                <a:lnTo>
                  <a:pt x="115994" y="32192"/>
                </a:lnTo>
                <a:lnTo>
                  <a:pt x="116107" y="32135"/>
                </a:lnTo>
                <a:lnTo>
                  <a:pt x="116220" y="32079"/>
                </a:lnTo>
                <a:lnTo>
                  <a:pt x="116333" y="32050"/>
                </a:lnTo>
                <a:lnTo>
                  <a:pt x="116446" y="31994"/>
                </a:lnTo>
                <a:lnTo>
                  <a:pt x="116558" y="31937"/>
                </a:lnTo>
                <a:lnTo>
                  <a:pt x="116659" y="31881"/>
                </a:lnTo>
                <a:lnTo>
                  <a:pt x="116772" y="31824"/>
                </a:lnTo>
                <a:lnTo>
                  <a:pt x="116885" y="31796"/>
                </a:lnTo>
                <a:lnTo>
                  <a:pt x="116997" y="31739"/>
                </a:lnTo>
                <a:lnTo>
                  <a:pt x="117108" y="31682"/>
                </a:lnTo>
                <a:lnTo>
                  <a:pt x="117221" y="31626"/>
                </a:lnTo>
                <a:lnTo>
                  <a:pt x="117324" y="31569"/>
                </a:lnTo>
                <a:lnTo>
                  <a:pt x="117436" y="31541"/>
                </a:lnTo>
                <a:lnTo>
                  <a:pt x="117549" y="31484"/>
                </a:lnTo>
                <a:lnTo>
                  <a:pt x="117660" y="31428"/>
                </a:lnTo>
                <a:lnTo>
                  <a:pt x="117772" y="31371"/>
                </a:lnTo>
                <a:lnTo>
                  <a:pt x="117885" y="31314"/>
                </a:lnTo>
                <a:lnTo>
                  <a:pt x="117998" y="31286"/>
                </a:lnTo>
                <a:lnTo>
                  <a:pt x="118111" y="31229"/>
                </a:lnTo>
                <a:lnTo>
                  <a:pt x="118224" y="31173"/>
                </a:lnTo>
                <a:lnTo>
                  <a:pt x="118324" y="31116"/>
                </a:lnTo>
                <a:lnTo>
                  <a:pt x="118437" y="31059"/>
                </a:lnTo>
                <a:lnTo>
                  <a:pt x="118550" y="31003"/>
                </a:lnTo>
                <a:lnTo>
                  <a:pt x="118663" y="30946"/>
                </a:lnTo>
                <a:lnTo>
                  <a:pt x="118773" y="30890"/>
                </a:lnTo>
                <a:lnTo>
                  <a:pt x="118886" y="30833"/>
                </a:lnTo>
                <a:lnTo>
                  <a:pt x="118999" y="30776"/>
                </a:lnTo>
                <a:lnTo>
                  <a:pt x="119102" y="30720"/>
                </a:lnTo>
                <a:lnTo>
                  <a:pt x="119214" y="30663"/>
                </a:lnTo>
                <a:lnTo>
                  <a:pt x="119325" y="30578"/>
                </a:lnTo>
                <a:lnTo>
                  <a:pt x="119438" y="30522"/>
                </a:lnTo>
                <a:lnTo>
                  <a:pt x="119550" y="30465"/>
                </a:lnTo>
                <a:lnTo>
                  <a:pt x="119654" y="30408"/>
                </a:lnTo>
                <a:lnTo>
                  <a:pt x="119766" y="30352"/>
                </a:lnTo>
                <a:lnTo>
                  <a:pt x="119877" y="30295"/>
                </a:lnTo>
                <a:lnTo>
                  <a:pt x="119989" y="30210"/>
                </a:lnTo>
                <a:lnTo>
                  <a:pt x="120102" y="30153"/>
                </a:lnTo>
                <a:lnTo>
                  <a:pt x="120215" y="30097"/>
                </a:lnTo>
                <a:lnTo>
                  <a:pt x="120328" y="30012"/>
                </a:lnTo>
                <a:lnTo>
                  <a:pt x="120429" y="29955"/>
                </a:lnTo>
                <a:lnTo>
                  <a:pt x="120541" y="29899"/>
                </a:lnTo>
                <a:lnTo>
                  <a:pt x="120654" y="29814"/>
                </a:lnTo>
                <a:lnTo>
                  <a:pt x="120767" y="29757"/>
                </a:lnTo>
                <a:lnTo>
                  <a:pt x="120880" y="29700"/>
                </a:lnTo>
                <a:lnTo>
                  <a:pt x="120990" y="29616"/>
                </a:lnTo>
                <a:lnTo>
                  <a:pt x="121103" y="29559"/>
                </a:lnTo>
                <a:lnTo>
                  <a:pt x="121216" y="29474"/>
                </a:lnTo>
                <a:lnTo>
                  <a:pt x="121319" y="29389"/>
                </a:lnTo>
                <a:lnTo>
                  <a:pt x="121432" y="29332"/>
                </a:lnTo>
                <a:lnTo>
                  <a:pt x="121542" y="29247"/>
                </a:lnTo>
                <a:lnTo>
                  <a:pt x="121655" y="29191"/>
                </a:lnTo>
                <a:lnTo>
                  <a:pt x="121767" y="29106"/>
                </a:lnTo>
                <a:lnTo>
                  <a:pt x="121880" y="29049"/>
                </a:lnTo>
                <a:lnTo>
                  <a:pt x="121993" y="28964"/>
                </a:lnTo>
                <a:lnTo>
                  <a:pt x="122094" y="28879"/>
                </a:lnTo>
                <a:lnTo>
                  <a:pt x="122207" y="28823"/>
                </a:lnTo>
                <a:lnTo>
                  <a:pt x="122319" y="28738"/>
                </a:lnTo>
                <a:lnTo>
                  <a:pt x="122432" y="28653"/>
                </a:lnTo>
                <a:lnTo>
                  <a:pt x="122545" y="28568"/>
                </a:lnTo>
                <a:lnTo>
                  <a:pt x="122646" y="28511"/>
                </a:lnTo>
                <a:lnTo>
                  <a:pt x="122758" y="28426"/>
                </a:lnTo>
                <a:lnTo>
                  <a:pt x="122871" y="28341"/>
                </a:lnTo>
                <a:lnTo>
                  <a:pt x="122984" y="28256"/>
                </a:lnTo>
                <a:lnTo>
                  <a:pt x="123097" y="28172"/>
                </a:lnTo>
                <a:lnTo>
                  <a:pt x="123207" y="28087"/>
                </a:lnTo>
                <a:lnTo>
                  <a:pt x="123310" y="28002"/>
                </a:lnTo>
                <a:lnTo>
                  <a:pt x="123423" y="27945"/>
                </a:lnTo>
                <a:lnTo>
                  <a:pt x="123545" y="27860"/>
                </a:lnTo>
                <a:lnTo>
                  <a:pt x="123646" y="27747"/>
                </a:lnTo>
                <a:lnTo>
                  <a:pt x="123759" y="27662"/>
                </a:lnTo>
                <a:lnTo>
                  <a:pt x="123872" y="27605"/>
                </a:lnTo>
                <a:lnTo>
                  <a:pt x="123985" y="27520"/>
                </a:lnTo>
                <a:lnTo>
                  <a:pt x="124097" y="27407"/>
                </a:lnTo>
                <a:lnTo>
                  <a:pt x="124210" y="27350"/>
                </a:lnTo>
                <a:lnTo>
                  <a:pt x="124321" y="27237"/>
                </a:lnTo>
                <a:lnTo>
                  <a:pt x="124433" y="27152"/>
                </a:lnTo>
                <a:lnTo>
                  <a:pt x="124536" y="27096"/>
                </a:lnTo>
                <a:lnTo>
                  <a:pt x="124649" y="26982"/>
                </a:lnTo>
                <a:lnTo>
                  <a:pt x="124762" y="26897"/>
                </a:lnTo>
                <a:lnTo>
                  <a:pt x="124872" y="26813"/>
                </a:lnTo>
                <a:lnTo>
                  <a:pt x="124985" y="26728"/>
                </a:lnTo>
                <a:lnTo>
                  <a:pt x="125088" y="26643"/>
                </a:lnTo>
                <a:lnTo>
                  <a:pt x="125201" y="26558"/>
                </a:lnTo>
                <a:lnTo>
                  <a:pt x="125311" y="26473"/>
                </a:lnTo>
                <a:lnTo>
                  <a:pt x="125424" y="26359"/>
                </a:lnTo>
                <a:lnTo>
                  <a:pt x="125537" y="26275"/>
                </a:lnTo>
                <a:lnTo>
                  <a:pt x="125650" y="26190"/>
                </a:lnTo>
                <a:lnTo>
                  <a:pt x="125753" y="26105"/>
                </a:lnTo>
                <a:lnTo>
                  <a:pt x="125863" y="26020"/>
                </a:lnTo>
                <a:lnTo>
                  <a:pt x="125976" y="25935"/>
                </a:lnTo>
                <a:lnTo>
                  <a:pt x="126089" y="25850"/>
                </a:lnTo>
                <a:lnTo>
                  <a:pt x="126202" y="25765"/>
                </a:lnTo>
                <a:lnTo>
                  <a:pt x="126314" y="25652"/>
                </a:lnTo>
                <a:lnTo>
                  <a:pt x="126427" y="25567"/>
                </a:lnTo>
                <a:lnTo>
                  <a:pt x="126538" y="25482"/>
                </a:lnTo>
                <a:lnTo>
                  <a:pt x="126641" y="25397"/>
                </a:lnTo>
                <a:lnTo>
                  <a:pt x="126754" y="25312"/>
                </a:lnTo>
                <a:lnTo>
                  <a:pt x="126866" y="25227"/>
                </a:lnTo>
                <a:lnTo>
                  <a:pt x="126977" y="25114"/>
                </a:lnTo>
                <a:lnTo>
                  <a:pt x="127089" y="25029"/>
                </a:lnTo>
                <a:lnTo>
                  <a:pt x="127202" y="24916"/>
                </a:lnTo>
                <a:lnTo>
                  <a:pt x="127315" y="24831"/>
                </a:lnTo>
                <a:lnTo>
                  <a:pt x="127428" y="24746"/>
                </a:lnTo>
                <a:lnTo>
                  <a:pt x="127529" y="24661"/>
                </a:lnTo>
                <a:lnTo>
                  <a:pt x="127641" y="24547"/>
                </a:lnTo>
                <a:lnTo>
                  <a:pt x="127754" y="24463"/>
                </a:lnTo>
                <a:lnTo>
                  <a:pt x="127867" y="24378"/>
                </a:lnTo>
                <a:lnTo>
                  <a:pt x="127980" y="24264"/>
                </a:lnTo>
                <a:lnTo>
                  <a:pt x="128080" y="24179"/>
                </a:lnTo>
                <a:lnTo>
                  <a:pt x="128193" y="24066"/>
                </a:lnTo>
                <a:lnTo>
                  <a:pt x="128306" y="23981"/>
                </a:lnTo>
                <a:lnTo>
                  <a:pt x="128419" y="23896"/>
                </a:lnTo>
                <a:lnTo>
                  <a:pt x="128532" y="23783"/>
                </a:lnTo>
                <a:lnTo>
                  <a:pt x="128644" y="23698"/>
                </a:lnTo>
                <a:lnTo>
                  <a:pt x="128745" y="23585"/>
                </a:lnTo>
                <a:lnTo>
                  <a:pt x="128858" y="23500"/>
                </a:lnTo>
                <a:lnTo>
                  <a:pt x="128971" y="23387"/>
                </a:lnTo>
                <a:lnTo>
                  <a:pt x="129083" y="23273"/>
                </a:lnTo>
                <a:lnTo>
                  <a:pt x="129194" y="23188"/>
                </a:lnTo>
                <a:lnTo>
                  <a:pt x="129307" y="23075"/>
                </a:lnTo>
                <a:lnTo>
                  <a:pt x="129419" y="22990"/>
                </a:lnTo>
                <a:lnTo>
                  <a:pt x="129532" y="22877"/>
                </a:lnTo>
                <a:lnTo>
                  <a:pt x="129645" y="22792"/>
                </a:lnTo>
                <a:lnTo>
                  <a:pt x="129746" y="22679"/>
                </a:lnTo>
                <a:lnTo>
                  <a:pt x="129858" y="22566"/>
                </a:lnTo>
                <a:lnTo>
                  <a:pt x="129971" y="22481"/>
                </a:lnTo>
                <a:lnTo>
                  <a:pt x="130084" y="22367"/>
                </a:lnTo>
                <a:lnTo>
                  <a:pt x="130197" y="22282"/>
                </a:lnTo>
                <a:lnTo>
                  <a:pt x="130310" y="22169"/>
                </a:lnTo>
                <a:lnTo>
                  <a:pt x="130420" y="22056"/>
                </a:lnTo>
                <a:lnTo>
                  <a:pt x="130523" y="21943"/>
                </a:lnTo>
                <a:lnTo>
                  <a:pt x="130636" y="21829"/>
                </a:lnTo>
                <a:lnTo>
                  <a:pt x="130749" y="21744"/>
                </a:lnTo>
                <a:lnTo>
                  <a:pt x="130859" y="21631"/>
                </a:lnTo>
                <a:lnTo>
                  <a:pt x="130972" y="21518"/>
                </a:lnTo>
                <a:lnTo>
                  <a:pt x="131085" y="21405"/>
                </a:lnTo>
                <a:lnTo>
                  <a:pt x="131188" y="21291"/>
                </a:lnTo>
                <a:lnTo>
                  <a:pt x="131301" y="21178"/>
                </a:lnTo>
                <a:lnTo>
                  <a:pt x="131411" y="21065"/>
                </a:lnTo>
                <a:lnTo>
                  <a:pt x="131524" y="20980"/>
                </a:lnTo>
                <a:lnTo>
                  <a:pt x="131636" y="20867"/>
                </a:lnTo>
                <a:lnTo>
                  <a:pt x="131749" y="20754"/>
                </a:lnTo>
                <a:lnTo>
                  <a:pt x="131862" y="20640"/>
                </a:lnTo>
                <a:lnTo>
                  <a:pt x="131975" y="20527"/>
                </a:lnTo>
                <a:lnTo>
                  <a:pt x="132076" y="20414"/>
                </a:lnTo>
                <a:lnTo>
                  <a:pt x="132188" y="20300"/>
                </a:lnTo>
                <a:lnTo>
                  <a:pt x="132301" y="20187"/>
                </a:lnTo>
                <a:lnTo>
                  <a:pt x="132414" y="20074"/>
                </a:lnTo>
                <a:lnTo>
                  <a:pt x="132524" y="19989"/>
                </a:lnTo>
                <a:lnTo>
                  <a:pt x="132637" y="19876"/>
                </a:lnTo>
                <a:lnTo>
                  <a:pt x="132750" y="19763"/>
                </a:lnTo>
                <a:lnTo>
                  <a:pt x="132853" y="19649"/>
                </a:lnTo>
                <a:lnTo>
                  <a:pt x="132966" y="19536"/>
                </a:lnTo>
                <a:lnTo>
                  <a:pt x="133076" y="19423"/>
                </a:lnTo>
                <a:lnTo>
                  <a:pt x="133189" y="19310"/>
                </a:lnTo>
                <a:lnTo>
                  <a:pt x="133302" y="19196"/>
                </a:lnTo>
                <a:lnTo>
                  <a:pt x="133414" y="19111"/>
                </a:lnTo>
                <a:lnTo>
                  <a:pt x="133515" y="18998"/>
                </a:lnTo>
                <a:lnTo>
                  <a:pt x="133628" y="18885"/>
                </a:lnTo>
                <a:lnTo>
                  <a:pt x="133741" y="18772"/>
                </a:lnTo>
                <a:lnTo>
                  <a:pt x="133854" y="18658"/>
                </a:lnTo>
                <a:lnTo>
                  <a:pt x="133966" y="18545"/>
                </a:lnTo>
                <a:lnTo>
                  <a:pt x="134079" y="18432"/>
                </a:lnTo>
                <a:lnTo>
                  <a:pt x="134180" y="18347"/>
                </a:lnTo>
                <a:lnTo>
                  <a:pt x="134293" y="18234"/>
                </a:lnTo>
                <a:lnTo>
                  <a:pt x="134405" y="18120"/>
                </a:lnTo>
                <a:lnTo>
                  <a:pt x="134518" y="18007"/>
                </a:lnTo>
                <a:lnTo>
                  <a:pt x="134631" y="17894"/>
                </a:lnTo>
                <a:lnTo>
                  <a:pt x="134741" y="17781"/>
                </a:lnTo>
                <a:lnTo>
                  <a:pt x="134854" y="17696"/>
                </a:lnTo>
                <a:lnTo>
                  <a:pt x="134957" y="17582"/>
                </a:lnTo>
                <a:lnTo>
                  <a:pt x="135070" y="17469"/>
                </a:lnTo>
                <a:lnTo>
                  <a:pt x="135180" y="17356"/>
                </a:lnTo>
                <a:lnTo>
                  <a:pt x="135293" y="17243"/>
                </a:lnTo>
                <a:lnTo>
                  <a:pt x="135406" y="17129"/>
                </a:lnTo>
                <a:lnTo>
                  <a:pt x="135519" y="17044"/>
                </a:lnTo>
                <a:lnTo>
                  <a:pt x="135632" y="16931"/>
                </a:lnTo>
                <a:lnTo>
                  <a:pt x="135744" y="16846"/>
                </a:lnTo>
                <a:lnTo>
                  <a:pt x="135857" y="16733"/>
                </a:lnTo>
                <a:lnTo>
                  <a:pt x="135958" y="16620"/>
                </a:lnTo>
                <a:lnTo>
                  <a:pt x="136071" y="16507"/>
                </a:lnTo>
                <a:lnTo>
                  <a:pt x="136183" y="16422"/>
                </a:lnTo>
                <a:lnTo>
                  <a:pt x="136296" y="16308"/>
                </a:lnTo>
                <a:lnTo>
                  <a:pt x="136407" y="16195"/>
                </a:lnTo>
                <a:lnTo>
                  <a:pt x="136510" y="16082"/>
                </a:lnTo>
                <a:lnTo>
                  <a:pt x="136623" y="15969"/>
                </a:lnTo>
                <a:lnTo>
                  <a:pt x="136735" y="15884"/>
                </a:lnTo>
                <a:lnTo>
                  <a:pt x="136848" y="15770"/>
                </a:lnTo>
                <a:lnTo>
                  <a:pt x="136958" y="15657"/>
                </a:lnTo>
                <a:lnTo>
                  <a:pt x="137071" y="15544"/>
                </a:lnTo>
                <a:lnTo>
                  <a:pt x="137184" y="15431"/>
                </a:lnTo>
                <a:lnTo>
                  <a:pt x="137297" y="15346"/>
                </a:lnTo>
                <a:lnTo>
                  <a:pt x="137398" y="15232"/>
                </a:lnTo>
                <a:lnTo>
                  <a:pt x="137510" y="15119"/>
                </a:lnTo>
                <a:lnTo>
                  <a:pt x="137623" y="15006"/>
                </a:lnTo>
                <a:lnTo>
                  <a:pt x="137736" y="14893"/>
                </a:lnTo>
                <a:lnTo>
                  <a:pt x="137849" y="14808"/>
                </a:lnTo>
                <a:lnTo>
                  <a:pt x="137961" y="14694"/>
                </a:lnTo>
                <a:lnTo>
                  <a:pt x="138072" y="14610"/>
                </a:lnTo>
                <a:lnTo>
                  <a:pt x="138185" y="14496"/>
                </a:lnTo>
                <a:lnTo>
                  <a:pt x="138288" y="14383"/>
                </a:lnTo>
                <a:lnTo>
                  <a:pt x="138400" y="14270"/>
                </a:lnTo>
                <a:lnTo>
                  <a:pt x="138513" y="14185"/>
                </a:lnTo>
                <a:lnTo>
                  <a:pt x="138624" y="14072"/>
                </a:lnTo>
                <a:lnTo>
                  <a:pt x="138736" y="13987"/>
                </a:lnTo>
                <a:lnTo>
                  <a:pt x="138849" y="13873"/>
                </a:lnTo>
                <a:lnTo>
                  <a:pt x="138952" y="13760"/>
                </a:lnTo>
                <a:lnTo>
                  <a:pt x="139063" y="13647"/>
                </a:lnTo>
                <a:lnTo>
                  <a:pt x="139176" y="13562"/>
                </a:lnTo>
                <a:lnTo>
                  <a:pt x="139288" y="13477"/>
                </a:lnTo>
                <a:lnTo>
                  <a:pt x="139401" y="13364"/>
                </a:lnTo>
                <a:lnTo>
                  <a:pt x="139504" y="13251"/>
                </a:lnTo>
                <a:lnTo>
                  <a:pt x="139615" y="13166"/>
                </a:lnTo>
                <a:lnTo>
                  <a:pt x="139727" y="13052"/>
                </a:lnTo>
                <a:lnTo>
                  <a:pt x="139840" y="12967"/>
                </a:lnTo>
                <a:lnTo>
                  <a:pt x="139953" y="12854"/>
                </a:lnTo>
                <a:lnTo>
                  <a:pt x="140066" y="12769"/>
                </a:lnTo>
                <a:lnTo>
                  <a:pt x="140178" y="12656"/>
                </a:lnTo>
                <a:lnTo>
                  <a:pt x="140289" y="12571"/>
                </a:lnTo>
                <a:lnTo>
                  <a:pt x="140392" y="12458"/>
                </a:lnTo>
                <a:lnTo>
                  <a:pt x="140505" y="12373"/>
                </a:lnTo>
                <a:lnTo>
                  <a:pt x="140618" y="12260"/>
                </a:lnTo>
                <a:lnTo>
                  <a:pt x="140728" y="12146"/>
                </a:lnTo>
                <a:lnTo>
                  <a:pt x="140841" y="12061"/>
                </a:lnTo>
                <a:lnTo>
                  <a:pt x="140954" y="11976"/>
                </a:lnTo>
                <a:lnTo>
                  <a:pt x="141066" y="11863"/>
                </a:lnTo>
                <a:lnTo>
                  <a:pt x="141169" y="11750"/>
                </a:lnTo>
                <a:lnTo>
                  <a:pt x="141280" y="11665"/>
                </a:lnTo>
                <a:lnTo>
                  <a:pt x="141393" y="11580"/>
                </a:lnTo>
                <a:lnTo>
                  <a:pt x="141505" y="11467"/>
                </a:lnTo>
                <a:lnTo>
                  <a:pt x="141618" y="11382"/>
                </a:lnTo>
                <a:lnTo>
                  <a:pt x="141731" y="11269"/>
                </a:lnTo>
                <a:lnTo>
                  <a:pt x="141844" y="11184"/>
                </a:lnTo>
                <a:lnTo>
                  <a:pt x="141944" y="11099"/>
                </a:lnTo>
                <a:lnTo>
                  <a:pt x="142057" y="11014"/>
                </a:lnTo>
                <a:lnTo>
                  <a:pt x="142170" y="10901"/>
                </a:lnTo>
                <a:lnTo>
                  <a:pt x="142283" y="10816"/>
                </a:lnTo>
                <a:lnTo>
                  <a:pt x="142393" y="10731"/>
                </a:lnTo>
                <a:lnTo>
                  <a:pt x="142506" y="10617"/>
                </a:lnTo>
                <a:lnTo>
                  <a:pt x="142619" y="10532"/>
                </a:lnTo>
                <a:lnTo>
                  <a:pt x="142732" y="10448"/>
                </a:lnTo>
                <a:lnTo>
                  <a:pt x="142835" y="10334"/>
                </a:lnTo>
                <a:lnTo>
                  <a:pt x="142945" y="10249"/>
                </a:lnTo>
                <a:lnTo>
                  <a:pt x="143058" y="10164"/>
                </a:lnTo>
                <a:lnTo>
                  <a:pt x="143171" y="10051"/>
                </a:lnTo>
                <a:lnTo>
                  <a:pt x="143283" y="9966"/>
                </a:lnTo>
                <a:lnTo>
                  <a:pt x="143396" y="9881"/>
                </a:lnTo>
                <a:lnTo>
                  <a:pt x="143509" y="9796"/>
                </a:lnTo>
                <a:lnTo>
                  <a:pt x="143619" y="9711"/>
                </a:lnTo>
                <a:lnTo>
                  <a:pt x="143722" y="9626"/>
                </a:lnTo>
                <a:lnTo>
                  <a:pt x="143835" y="9513"/>
                </a:lnTo>
                <a:lnTo>
                  <a:pt x="143948" y="9428"/>
                </a:lnTo>
                <a:lnTo>
                  <a:pt x="144058" y="9343"/>
                </a:lnTo>
                <a:lnTo>
                  <a:pt x="144171" y="9258"/>
                </a:lnTo>
                <a:lnTo>
                  <a:pt x="144274" y="9173"/>
                </a:lnTo>
                <a:lnTo>
                  <a:pt x="144387" y="9060"/>
                </a:lnTo>
                <a:lnTo>
                  <a:pt x="144500" y="8975"/>
                </a:lnTo>
                <a:lnTo>
                  <a:pt x="144610" y="8890"/>
                </a:lnTo>
                <a:lnTo>
                  <a:pt x="144723" y="8805"/>
                </a:lnTo>
                <a:lnTo>
                  <a:pt x="144836" y="8692"/>
                </a:lnTo>
                <a:lnTo>
                  <a:pt x="144939" y="8635"/>
                </a:lnTo>
                <a:lnTo>
                  <a:pt x="145052" y="8522"/>
                </a:lnTo>
                <a:lnTo>
                  <a:pt x="145162" y="8437"/>
                </a:lnTo>
                <a:lnTo>
                  <a:pt x="145275" y="8352"/>
                </a:lnTo>
                <a:lnTo>
                  <a:pt x="145388" y="8267"/>
                </a:lnTo>
                <a:lnTo>
                  <a:pt x="145500" y="8182"/>
                </a:lnTo>
                <a:lnTo>
                  <a:pt x="145613" y="8098"/>
                </a:lnTo>
                <a:lnTo>
                  <a:pt x="145714" y="8013"/>
                </a:lnTo>
                <a:lnTo>
                  <a:pt x="145827" y="7928"/>
                </a:lnTo>
                <a:lnTo>
                  <a:pt x="145940" y="7843"/>
                </a:lnTo>
                <a:lnTo>
                  <a:pt x="146052" y="7758"/>
                </a:lnTo>
                <a:lnTo>
                  <a:pt x="146165" y="7673"/>
                </a:lnTo>
                <a:lnTo>
                  <a:pt x="146275" y="7588"/>
                </a:lnTo>
                <a:lnTo>
                  <a:pt x="146388" y="7503"/>
                </a:lnTo>
                <a:lnTo>
                  <a:pt x="146501" y="7418"/>
                </a:lnTo>
                <a:lnTo>
                  <a:pt x="146604" y="7333"/>
                </a:lnTo>
                <a:lnTo>
                  <a:pt x="146717" y="7248"/>
                </a:lnTo>
                <a:lnTo>
                  <a:pt x="146827" y="7163"/>
                </a:lnTo>
                <a:lnTo>
                  <a:pt x="146940" y="7078"/>
                </a:lnTo>
                <a:lnTo>
                  <a:pt x="147053" y="6993"/>
                </a:lnTo>
                <a:lnTo>
                  <a:pt x="147166" y="6908"/>
                </a:lnTo>
                <a:lnTo>
                  <a:pt x="147266" y="6823"/>
                </a:lnTo>
                <a:lnTo>
                  <a:pt x="147379" y="6739"/>
                </a:lnTo>
                <a:lnTo>
                  <a:pt x="147492" y="6654"/>
                </a:lnTo>
                <a:lnTo>
                  <a:pt x="147605" y="6569"/>
                </a:lnTo>
                <a:lnTo>
                  <a:pt x="147718" y="6484"/>
                </a:lnTo>
                <a:lnTo>
                  <a:pt x="147830" y="6399"/>
                </a:lnTo>
                <a:lnTo>
                  <a:pt x="147931" y="6314"/>
                </a:lnTo>
                <a:lnTo>
                  <a:pt x="148044" y="6229"/>
                </a:lnTo>
                <a:lnTo>
                  <a:pt x="148157" y="6144"/>
                </a:lnTo>
                <a:lnTo>
                  <a:pt x="148269" y="6087"/>
                </a:lnTo>
                <a:lnTo>
                  <a:pt x="148382" y="5974"/>
                </a:lnTo>
                <a:lnTo>
                  <a:pt x="148493" y="5917"/>
                </a:lnTo>
                <a:lnTo>
                  <a:pt x="148605" y="5832"/>
                </a:lnTo>
                <a:lnTo>
                  <a:pt x="148718" y="5748"/>
                </a:lnTo>
                <a:lnTo>
                  <a:pt x="148831" y="5663"/>
                </a:lnTo>
                <a:lnTo>
                  <a:pt x="148944" y="5578"/>
                </a:lnTo>
                <a:lnTo>
                  <a:pt x="149044" y="5521"/>
                </a:lnTo>
                <a:lnTo>
                  <a:pt x="149157" y="5436"/>
                </a:lnTo>
                <a:lnTo>
                  <a:pt x="149270" y="5351"/>
                </a:lnTo>
                <a:lnTo>
                  <a:pt x="149383" y="5295"/>
                </a:lnTo>
                <a:lnTo>
                  <a:pt x="149496" y="5210"/>
                </a:lnTo>
                <a:lnTo>
                  <a:pt x="149606" y="5153"/>
                </a:lnTo>
                <a:lnTo>
                  <a:pt x="149709" y="5068"/>
                </a:lnTo>
                <a:lnTo>
                  <a:pt x="149822" y="4983"/>
                </a:lnTo>
                <a:lnTo>
                  <a:pt x="149935" y="4926"/>
                </a:lnTo>
                <a:lnTo>
                  <a:pt x="150047" y="4842"/>
                </a:lnTo>
                <a:lnTo>
                  <a:pt x="150158" y="4785"/>
                </a:lnTo>
                <a:lnTo>
                  <a:pt x="150271" y="4700"/>
                </a:lnTo>
                <a:lnTo>
                  <a:pt x="150374" y="4615"/>
                </a:lnTo>
                <a:lnTo>
                  <a:pt x="150487" y="4558"/>
                </a:lnTo>
                <a:lnTo>
                  <a:pt x="150597" y="4473"/>
                </a:lnTo>
                <a:lnTo>
                  <a:pt x="150710" y="4417"/>
                </a:lnTo>
                <a:lnTo>
                  <a:pt x="150822" y="4360"/>
                </a:lnTo>
                <a:lnTo>
                  <a:pt x="150935" y="4275"/>
                </a:lnTo>
                <a:lnTo>
                  <a:pt x="151048" y="4219"/>
                </a:lnTo>
                <a:lnTo>
                  <a:pt x="151149" y="4162"/>
                </a:lnTo>
                <a:lnTo>
                  <a:pt x="151262" y="4077"/>
                </a:lnTo>
                <a:lnTo>
                  <a:pt x="151374" y="4020"/>
                </a:lnTo>
                <a:lnTo>
                  <a:pt x="151487" y="3964"/>
                </a:lnTo>
                <a:lnTo>
                  <a:pt x="151600" y="3907"/>
                </a:lnTo>
                <a:lnTo>
                  <a:pt x="151713" y="3851"/>
                </a:lnTo>
                <a:lnTo>
                  <a:pt x="151823" y="3794"/>
                </a:lnTo>
                <a:lnTo>
                  <a:pt x="151926" y="3709"/>
                </a:lnTo>
                <a:lnTo>
                  <a:pt x="152039" y="3652"/>
                </a:lnTo>
                <a:lnTo>
                  <a:pt x="152152" y="3596"/>
                </a:lnTo>
                <a:lnTo>
                  <a:pt x="152262" y="3539"/>
                </a:lnTo>
                <a:lnTo>
                  <a:pt x="152375" y="3483"/>
                </a:lnTo>
                <a:lnTo>
                  <a:pt x="152488" y="3426"/>
                </a:lnTo>
                <a:lnTo>
                  <a:pt x="152600" y="3369"/>
                </a:lnTo>
                <a:lnTo>
                  <a:pt x="152704" y="3313"/>
                </a:lnTo>
                <a:lnTo>
                  <a:pt x="152814" y="3256"/>
                </a:lnTo>
                <a:lnTo>
                  <a:pt x="152927" y="3199"/>
                </a:lnTo>
                <a:lnTo>
                  <a:pt x="153040" y="3143"/>
                </a:lnTo>
                <a:lnTo>
                  <a:pt x="153152" y="3086"/>
                </a:lnTo>
                <a:lnTo>
                  <a:pt x="153265" y="3058"/>
                </a:lnTo>
                <a:lnTo>
                  <a:pt x="153366" y="3001"/>
                </a:lnTo>
                <a:lnTo>
                  <a:pt x="153479" y="2945"/>
                </a:lnTo>
                <a:lnTo>
                  <a:pt x="153591" y="2888"/>
                </a:lnTo>
                <a:lnTo>
                  <a:pt x="153704" y="2860"/>
                </a:lnTo>
                <a:lnTo>
                  <a:pt x="153817" y="2803"/>
                </a:lnTo>
                <a:lnTo>
                  <a:pt x="153930" y="2746"/>
                </a:lnTo>
                <a:lnTo>
                  <a:pt x="154031" y="2690"/>
                </a:lnTo>
                <a:lnTo>
                  <a:pt x="154143" y="2661"/>
                </a:lnTo>
                <a:lnTo>
                  <a:pt x="154256" y="2605"/>
                </a:lnTo>
                <a:lnTo>
                  <a:pt x="154369" y="2576"/>
                </a:lnTo>
                <a:lnTo>
                  <a:pt x="154479" y="2520"/>
                </a:lnTo>
                <a:lnTo>
                  <a:pt x="154592" y="2492"/>
                </a:lnTo>
                <a:lnTo>
                  <a:pt x="154705" y="2463"/>
                </a:lnTo>
                <a:lnTo>
                  <a:pt x="154818" y="2407"/>
                </a:lnTo>
                <a:lnTo>
                  <a:pt x="154921" y="2378"/>
                </a:lnTo>
                <a:lnTo>
                  <a:pt x="155043" y="2350"/>
                </a:lnTo>
                <a:lnTo>
                  <a:pt x="155144" y="2322"/>
                </a:lnTo>
                <a:lnTo>
                  <a:pt x="155257" y="2265"/>
                </a:lnTo>
                <a:lnTo>
                  <a:pt x="155369" y="2237"/>
                </a:lnTo>
                <a:lnTo>
                  <a:pt x="155482" y="2208"/>
                </a:lnTo>
                <a:lnTo>
                  <a:pt x="155595" y="2180"/>
                </a:lnTo>
                <a:lnTo>
                  <a:pt x="155696" y="2152"/>
                </a:lnTo>
                <a:lnTo>
                  <a:pt x="155809" y="2123"/>
                </a:lnTo>
                <a:lnTo>
                  <a:pt x="155921" y="2123"/>
                </a:lnTo>
                <a:lnTo>
                  <a:pt x="156034" y="2095"/>
                </a:lnTo>
                <a:lnTo>
                  <a:pt x="156144" y="2067"/>
                </a:lnTo>
                <a:lnTo>
                  <a:pt x="156257" y="2039"/>
                </a:lnTo>
                <a:lnTo>
                  <a:pt x="156370" y="2010"/>
                </a:lnTo>
                <a:lnTo>
                  <a:pt x="156473" y="2010"/>
                </a:lnTo>
                <a:lnTo>
                  <a:pt x="156586" y="1982"/>
                </a:lnTo>
                <a:lnTo>
                  <a:pt x="156696" y="1982"/>
                </a:lnTo>
                <a:lnTo>
                  <a:pt x="156809" y="1954"/>
                </a:lnTo>
                <a:lnTo>
                  <a:pt x="156922" y="1954"/>
                </a:lnTo>
                <a:lnTo>
                  <a:pt x="157035" y="1925"/>
                </a:lnTo>
                <a:lnTo>
                  <a:pt x="157147" y="1925"/>
                </a:lnTo>
                <a:lnTo>
                  <a:pt x="157260" y="1897"/>
                </a:lnTo>
                <a:lnTo>
                  <a:pt x="157361" y="1897"/>
                </a:lnTo>
                <a:lnTo>
                  <a:pt x="157474" y="1897"/>
                </a:lnTo>
                <a:lnTo>
                  <a:pt x="157587" y="1897"/>
                </a:lnTo>
                <a:lnTo>
                  <a:pt x="157699" y="1869"/>
                </a:lnTo>
                <a:lnTo>
                  <a:pt x="157810" y="1869"/>
                </a:lnTo>
                <a:lnTo>
                  <a:pt x="157922" y="1869"/>
                </a:lnTo>
                <a:lnTo>
                  <a:pt x="158035" y="1869"/>
                </a:lnTo>
                <a:lnTo>
                  <a:pt x="158138" y="1869"/>
                </a:lnTo>
                <a:lnTo>
                  <a:pt x="158251" y="1869"/>
                </a:lnTo>
                <a:lnTo>
                  <a:pt x="158362" y="1869"/>
                </a:lnTo>
                <a:lnTo>
                  <a:pt x="158474" y="1897"/>
                </a:lnTo>
                <a:lnTo>
                  <a:pt x="158587" y="1897"/>
                </a:lnTo>
                <a:lnTo>
                  <a:pt x="158690" y="1897"/>
                </a:lnTo>
                <a:lnTo>
                  <a:pt x="158801" y="1897"/>
                </a:lnTo>
                <a:lnTo>
                  <a:pt x="158913" y="1897"/>
                </a:lnTo>
                <a:lnTo>
                  <a:pt x="159026" y="1925"/>
                </a:lnTo>
                <a:lnTo>
                  <a:pt x="159139" y="1925"/>
                </a:lnTo>
                <a:lnTo>
                  <a:pt x="159252" y="1954"/>
                </a:lnTo>
                <a:lnTo>
                  <a:pt x="159365" y="1954"/>
                </a:lnTo>
                <a:lnTo>
                  <a:pt x="159465" y="1982"/>
                </a:lnTo>
                <a:lnTo>
                  <a:pt x="159578" y="1982"/>
                </a:lnTo>
                <a:lnTo>
                  <a:pt x="159691" y="2010"/>
                </a:lnTo>
                <a:lnTo>
                  <a:pt x="159804" y="2010"/>
                </a:lnTo>
                <a:lnTo>
                  <a:pt x="159916" y="2039"/>
                </a:lnTo>
                <a:lnTo>
                  <a:pt x="160027" y="2067"/>
                </a:lnTo>
                <a:lnTo>
                  <a:pt x="160140" y="2095"/>
                </a:lnTo>
                <a:lnTo>
                  <a:pt x="160243" y="2095"/>
                </a:lnTo>
                <a:lnTo>
                  <a:pt x="160355" y="2123"/>
                </a:lnTo>
                <a:lnTo>
                  <a:pt x="160468" y="2152"/>
                </a:lnTo>
                <a:lnTo>
                  <a:pt x="160579" y="2152"/>
                </a:lnTo>
                <a:lnTo>
                  <a:pt x="160691" y="2208"/>
                </a:lnTo>
                <a:lnTo>
                  <a:pt x="160804" y="2208"/>
                </a:lnTo>
                <a:lnTo>
                  <a:pt x="160917" y="2237"/>
                </a:lnTo>
                <a:lnTo>
                  <a:pt x="161030" y="2265"/>
                </a:lnTo>
                <a:lnTo>
                  <a:pt x="161131" y="2322"/>
                </a:lnTo>
                <a:lnTo>
                  <a:pt x="161243" y="2322"/>
                </a:lnTo>
                <a:lnTo>
                  <a:pt x="161356" y="2378"/>
                </a:lnTo>
                <a:lnTo>
                  <a:pt x="161469" y="2407"/>
                </a:lnTo>
                <a:lnTo>
                  <a:pt x="161582" y="2435"/>
                </a:lnTo>
                <a:lnTo>
                  <a:pt x="161692" y="2463"/>
                </a:lnTo>
                <a:lnTo>
                  <a:pt x="161795" y="2520"/>
                </a:lnTo>
                <a:lnTo>
                  <a:pt x="161908" y="2548"/>
                </a:lnTo>
                <a:lnTo>
                  <a:pt x="162021" y="2576"/>
                </a:lnTo>
                <a:lnTo>
                  <a:pt x="162133" y="2633"/>
                </a:lnTo>
                <a:lnTo>
                  <a:pt x="162244" y="2661"/>
                </a:lnTo>
                <a:lnTo>
                  <a:pt x="162357" y="2718"/>
                </a:lnTo>
                <a:lnTo>
                  <a:pt x="162469" y="2746"/>
                </a:lnTo>
                <a:lnTo>
                  <a:pt x="162582" y="2803"/>
                </a:lnTo>
                <a:lnTo>
                  <a:pt x="162683" y="2860"/>
                </a:lnTo>
                <a:lnTo>
                  <a:pt x="162796" y="2888"/>
                </a:lnTo>
                <a:lnTo>
                  <a:pt x="162909" y="2945"/>
                </a:lnTo>
                <a:lnTo>
                  <a:pt x="163021" y="3001"/>
                </a:lnTo>
                <a:lnTo>
                  <a:pt x="163134" y="3058"/>
                </a:lnTo>
                <a:lnTo>
                  <a:pt x="163247" y="3086"/>
                </a:lnTo>
                <a:lnTo>
                  <a:pt x="163357" y="3143"/>
                </a:lnTo>
                <a:lnTo>
                  <a:pt x="163470" y="3199"/>
                </a:lnTo>
                <a:lnTo>
                  <a:pt x="163573" y="3256"/>
                </a:lnTo>
                <a:lnTo>
                  <a:pt x="163686" y="3313"/>
                </a:lnTo>
                <a:lnTo>
                  <a:pt x="163799" y="3369"/>
                </a:lnTo>
                <a:lnTo>
                  <a:pt x="163909" y="3426"/>
                </a:lnTo>
                <a:lnTo>
                  <a:pt x="164022" y="3511"/>
                </a:lnTo>
                <a:lnTo>
                  <a:pt x="164125" y="3567"/>
                </a:lnTo>
                <a:lnTo>
                  <a:pt x="164238" y="3624"/>
                </a:lnTo>
                <a:lnTo>
                  <a:pt x="164348" y="3681"/>
                </a:lnTo>
                <a:lnTo>
                  <a:pt x="164461" y="3737"/>
                </a:lnTo>
                <a:lnTo>
                  <a:pt x="164574" y="3822"/>
                </a:lnTo>
                <a:lnTo>
                  <a:pt x="164687" y="3879"/>
                </a:lnTo>
                <a:lnTo>
                  <a:pt x="164790" y="3936"/>
                </a:lnTo>
                <a:lnTo>
                  <a:pt x="164900" y="4020"/>
                </a:lnTo>
                <a:lnTo>
                  <a:pt x="165013" y="4077"/>
                </a:lnTo>
                <a:lnTo>
                  <a:pt x="165126" y="4162"/>
                </a:lnTo>
                <a:lnTo>
                  <a:pt x="165238" y="4219"/>
                </a:lnTo>
                <a:lnTo>
                  <a:pt x="165351" y="4275"/>
                </a:lnTo>
                <a:lnTo>
                  <a:pt x="165464" y="4360"/>
                </a:lnTo>
                <a:lnTo>
                  <a:pt x="165574" y="4445"/>
                </a:lnTo>
                <a:lnTo>
                  <a:pt x="165677" y="4502"/>
                </a:lnTo>
                <a:lnTo>
                  <a:pt x="165790" y="4587"/>
                </a:lnTo>
                <a:lnTo>
                  <a:pt x="165903" y="4643"/>
                </a:lnTo>
                <a:lnTo>
                  <a:pt x="166013" y="4728"/>
                </a:lnTo>
                <a:lnTo>
                  <a:pt x="166126" y="4813"/>
                </a:lnTo>
                <a:lnTo>
                  <a:pt x="166239" y="4870"/>
                </a:lnTo>
                <a:lnTo>
                  <a:pt x="166352" y="4955"/>
                </a:lnTo>
                <a:lnTo>
                  <a:pt x="166455" y="5040"/>
                </a:lnTo>
                <a:lnTo>
                  <a:pt x="166565" y="5096"/>
                </a:lnTo>
                <a:lnTo>
                  <a:pt x="166678" y="5181"/>
                </a:lnTo>
                <a:lnTo>
                  <a:pt x="166791" y="5266"/>
                </a:lnTo>
                <a:lnTo>
                  <a:pt x="166904" y="5351"/>
                </a:lnTo>
                <a:lnTo>
                  <a:pt x="167016" y="5408"/>
                </a:lnTo>
                <a:lnTo>
                  <a:pt x="167117" y="5493"/>
                </a:lnTo>
                <a:lnTo>
                  <a:pt x="167230" y="5578"/>
                </a:lnTo>
                <a:lnTo>
                  <a:pt x="167343" y="5663"/>
                </a:lnTo>
                <a:lnTo>
                  <a:pt x="167455" y="5748"/>
                </a:lnTo>
                <a:lnTo>
                  <a:pt x="167568" y="5832"/>
                </a:lnTo>
                <a:lnTo>
                  <a:pt x="167679" y="5917"/>
                </a:lnTo>
                <a:lnTo>
                  <a:pt x="167791" y="5974"/>
                </a:lnTo>
                <a:lnTo>
                  <a:pt x="167904" y="6087"/>
                </a:lnTo>
                <a:lnTo>
                  <a:pt x="168017" y="6172"/>
                </a:lnTo>
                <a:lnTo>
                  <a:pt x="168120" y="6257"/>
                </a:lnTo>
                <a:lnTo>
                  <a:pt x="168231" y="6342"/>
                </a:lnTo>
                <a:lnTo>
                  <a:pt x="168343" y="6427"/>
                </a:lnTo>
                <a:lnTo>
                  <a:pt x="168456" y="6512"/>
                </a:lnTo>
                <a:lnTo>
                  <a:pt x="168569" y="6597"/>
                </a:lnTo>
                <a:lnTo>
                  <a:pt x="168682" y="6682"/>
                </a:lnTo>
                <a:lnTo>
                  <a:pt x="168794" y="6767"/>
                </a:lnTo>
                <a:lnTo>
                  <a:pt x="168905" y="6852"/>
                </a:lnTo>
                <a:lnTo>
                  <a:pt x="169008" y="6965"/>
                </a:lnTo>
                <a:lnTo>
                  <a:pt x="169121" y="7050"/>
                </a:lnTo>
                <a:lnTo>
                  <a:pt x="169233" y="7135"/>
                </a:lnTo>
                <a:lnTo>
                  <a:pt x="169346" y="7220"/>
                </a:lnTo>
                <a:lnTo>
                  <a:pt x="169457" y="7305"/>
                </a:lnTo>
                <a:lnTo>
                  <a:pt x="169560" y="7390"/>
                </a:lnTo>
                <a:lnTo>
                  <a:pt x="169673" y="7503"/>
                </a:lnTo>
                <a:lnTo>
                  <a:pt x="169785" y="7588"/>
                </a:lnTo>
                <a:lnTo>
                  <a:pt x="169896" y="7673"/>
                </a:lnTo>
                <a:lnTo>
                  <a:pt x="170009" y="7758"/>
                </a:lnTo>
                <a:lnTo>
                  <a:pt x="170112" y="7843"/>
                </a:lnTo>
                <a:lnTo>
                  <a:pt x="170224" y="7928"/>
                </a:lnTo>
                <a:lnTo>
                  <a:pt x="170337" y="8041"/>
                </a:lnTo>
                <a:lnTo>
                  <a:pt x="170448" y="8126"/>
                </a:lnTo>
                <a:lnTo>
                  <a:pt x="170560" y="8211"/>
                </a:lnTo>
                <a:lnTo>
                  <a:pt x="170673" y="8296"/>
                </a:lnTo>
                <a:lnTo>
                  <a:pt x="170786" y="8409"/>
                </a:lnTo>
                <a:lnTo>
                  <a:pt x="170899" y="8494"/>
                </a:lnTo>
                <a:lnTo>
                  <a:pt x="170999" y="8579"/>
                </a:lnTo>
                <a:lnTo>
                  <a:pt x="171112" y="8664"/>
                </a:lnTo>
                <a:lnTo>
                  <a:pt x="171225" y="8777"/>
                </a:lnTo>
                <a:lnTo>
                  <a:pt x="171338" y="8862"/>
                </a:lnTo>
                <a:lnTo>
                  <a:pt x="171451" y="8947"/>
                </a:lnTo>
                <a:lnTo>
                  <a:pt x="171561" y="9060"/>
                </a:lnTo>
                <a:lnTo>
                  <a:pt x="171674" y="9145"/>
                </a:lnTo>
                <a:lnTo>
                  <a:pt x="171787" y="9230"/>
                </a:lnTo>
                <a:lnTo>
                  <a:pt x="171890" y="9315"/>
                </a:lnTo>
                <a:lnTo>
                  <a:pt x="172002" y="9428"/>
                </a:lnTo>
                <a:lnTo>
                  <a:pt x="172113" y="9513"/>
                </a:lnTo>
                <a:lnTo>
                  <a:pt x="172226" y="9626"/>
                </a:lnTo>
                <a:lnTo>
                  <a:pt x="172338" y="9711"/>
                </a:lnTo>
                <a:lnTo>
                  <a:pt x="172451" y="9796"/>
                </a:lnTo>
                <a:lnTo>
                  <a:pt x="172552" y="9910"/>
                </a:lnTo>
                <a:lnTo>
                  <a:pt x="172665" y="9995"/>
                </a:lnTo>
                <a:lnTo>
                  <a:pt x="172777" y="10079"/>
                </a:lnTo>
                <a:lnTo>
                  <a:pt x="172890" y="10164"/>
                </a:lnTo>
                <a:lnTo>
                  <a:pt x="173003" y="10278"/>
                </a:lnTo>
                <a:lnTo>
                  <a:pt x="173104" y="10363"/>
                </a:lnTo>
                <a:lnTo>
                  <a:pt x="173217" y="10448"/>
                </a:lnTo>
                <a:lnTo>
                  <a:pt x="173329" y="10561"/>
                </a:lnTo>
                <a:lnTo>
                  <a:pt x="173442" y="10646"/>
                </a:lnTo>
                <a:lnTo>
                  <a:pt x="173555" y="10759"/>
                </a:lnTo>
                <a:lnTo>
                  <a:pt x="173668" y="10844"/>
                </a:lnTo>
                <a:lnTo>
                  <a:pt x="173778" y="10929"/>
                </a:lnTo>
                <a:lnTo>
                  <a:pt x="173891" y="11042"/>
                </a:lnTo>
                <a:lnTo>
                  <a:pt x="174004" y="11127"/>
                </a:lnTo>
                <a:lnTo>
                  <a:pt x="174116" y="11240"/>
                </a:lnTo>
                <a:lnTo>
                  <a:pt x="174229" y="11325"/>
                </a:lnTo>
                <a:lnTo>
                  <a:pt x="174330" y="11410"/>
                </a:lnTo>
                <a:lnTo>
                  <a:pt x="174443" y="11523"/>
                </a:lnTo>
                <a:lnTo>
                  <a:pt x="174555" y="11637"/>
                </a:lnTo>
                <a:lnTo>
                  <a:pt x="174668" y="11722"/>
                </a:lnTo>
                <a:lnTo>
                  <a:pt x="174781" y="11807"/>
                </a:lnTo>
                <a:lnTo>
                  <a:pt x="174891" y="11920"/>
                </a:lnTo>
                <a:lnTo>
                  <a:pt x="174995" y="12033"/>
                </a:lnTo>
                <a:lnTo>
                  <a:pt x="175107" y="12118"/>
                </a:lnTo>
                <a:lnTo>
                  <a:pt x="175220" y="12231"/>
                </a:lnTo>
                <a:lnTo>
                  <a:pt x="175333" y="12345"/>
                </a:lnTo>
                <a:lnTo>
                  <a:pt x="175443" y="12429"/>
                </a:lnTo>
                <a:lnTo>
                  <a:pt x="175546" y="12514"/>
                </a:lnTo>
                <a:lnTo>
                  <a:pt x="175659" y="12628"/>
                </a:lnTo>
                <a:lnTo>
                  <a:pt x="175772" y="12741"/>
                </a:lnTo>
                <a:lnTo>
                  <a:pt x="175882" y="12854"/>
                </a:lnTo>
                <a:lnTo>
                  <a:pt x="175995" y="12939"/>
                </a:lnTo>
                <a:lnTo>
                  <a:pt x="176108" y="13052"/>
                </a:lnTo>
                <a:lnTo>
                  <a:pt x="176221" y="13166"/>
                </a:lnTo>
                <a:lnTo>
                  <a:pt x="176333" y="13251"/>
                </a:lnTo>
                <a:lnTo>
                  <a:pt x="176434" y="13364"/>
                </a:lnTo>
                <a:lnTo>
                  <a:pt x="176547" y="13449"/>
                </a:lnTo>
                <a:lnTo>
                  <a:pt x="176660" y="13562"/>
                </a:lnTo>
                <a:lnTo>
                  <a:pt x="176773" y="13647"/>
                </a:lnTo>
                <a:lnTo>
                  <a:pt x="176885" y="13760"/>
                </a:lnTo>
                <a:lnTo>
                  <a:pt x="176998" y="13873"/>
                </a:lnTo>
                <a:lnTo>
                  <a:pt x="177109" y="13958"/>
                </a:lnTo>
                <a:lnTo>
                  <a:pt x="177212" y="14072"/>
                </a:lnTo>
                <a:lnTo>
                  <a:pt x="177324" y="14157"/>
                </a:lnTo>
                <a:lnTo>
                  <a:pt x="177437" y="14270"/>
                </a:lnTo>
                <a:lnTo>
                  <a:pt x="177548" y="14383"/>
                </a:lnTo>
                <a:lnTo>
                  <a:pt x="177660" y="14468"/>
                </a:lnTo>
                <a:lnTo>
                  <a:pt x="177773" y="14581"/>
                </a:lnTo>
                <a:lnTo>
                  <a:pt x="177886" y="14694"/>
                </a:lnTo>
                <a:lnTo>
                  <a:pt x="177989" y="14779"/>
                </a:lnTo>
                <a:lnTo>
                  <a:pt x="178099" y="14864"/>
                </a:lnTo>
                <a:lnTo>
                  <a:pt x="178212" y="14978"/>
                </a:lnTo>
                <a:lnTo>
                  <a:pt x="178325" y="15091"/>
                </a:lnTo>
                <a:lnTo>
                  <a:pt x="178438" y="15176"/>
                </a:lnTo>
                <a:lnTo>
                  <a:pt x="178539" y="15289"/>
                </a:lnTo>
                <a:lnTo>
                  <a:pt x="178651" y="15374"/>
                </a:lnTo>
                <a:lnTo>
                  <a:pt x="178764" y="15487"/>
                </a:lnTo>
                <a:lnTo>
                  <a:pt x="178877" y="15601"/>
                </a:lnTo>
                <a:lnTo>
                  <a:pt x="178990" y="15685"/>
                </a:lnTo>
                <a:lnTo>
                  <a:pt x="179102" y="15799"/>
                </a:lnTo>
                <a:lnTo>
                  <a:pt x="179215" y="15884"/>
                </a:lnTo>
                <a:lnTo>
                  <a:pt x="179316" y="15997"/>
                </a:lnTo>
                <a:lnTo>
                  <a:pt x="179429" y="16082"/>
                </a:lnTo>
                <a:lnTo>
                  <a:pt x="179542" y="16195"/>
                </a:lnTo>
                <a:lnTo>
                  <a:pt x="179654" y="16280"/>
                </a:lnTo>
                <a:lnTo>
                  <a:pt x="179765" y="16393"/>
                </a:lnTo>
                <a:lnTo>
                  <a:pt x="179877" y="16478"/>
                </a:lnTo>
                <a:lnTo>
                  <a:pt x="179990" y="16591"/>
                </a:lnTo>
                <a:lnTo>
                  <a:pt x="180103" y="16676"/>
                </a:lnTo>
                <a:lnTo>
                  <a:pt x="180216" y="16761"/>
                </a:lnTo>
                <a:lnTo>
                  <a:pt x="180317" y="16875"/>
                </a:lnTo>
                <a:lnTo>
                  <a:pt x="180429" y="16960"/>
                </a:lnTo>
                <a:lnTo>
                  <a:pt x="180542" y="17073"/>
                </a:lnTo>
                <a:lnTo>
                  <a:pt x="180655" y="17158"/>
                </a:lnTo>
                <a:lnTo>
                  <a:pt x="180768" y="17271"/>
                </a:lnTo>
                <a:lnTo>
                  <a:pt x="180880" y="17356"/>
                </a:lnTo>
                <a:lnTo>
                  <a:pt x="180981" y="17469"/>
                </a:lnTo>
                <a:lnTo>
                  <a:pt x="181094" y="17582"/>
                </a:lnTo>
                <a:lnTo>
                  <a:pt x="181207" y="17667"/>
                </a:lnTo>
                <a:lnTo>
                  <a:pt x="181320" y="17752"/>
                </a:lnTo>
                <a:lnTo>
                  <a:pt x="181430" y="17866"/>
                </a:lnTo>
                <a:lnTo>
                  <a:pt x="181543" y="17979"/>
                </a:lnTo>
                <a:lnTo>
                  <a:pt x="181655" y="18064"/>
                </a:lnTo>
                <a:lnTo>
                  <a:pt x="181759" y="18177"/>
                </a:lnTo>
                <a:lnTo>
                  <a:pt x="181871" y="18290"/>
                </a:lnTo>
                <a:lnTo>
                  <a:pt x="181982" y="18375"/>
                </a:lnTo>
                <a:lnTo>
                  <a:pt x="182095" y="18488"/>
                </a:lnTo>
                <a:lnTo>
                  <a:pt x="182207" y="18573"/>
                </a:lnTo>
                <a:lnTo>
                  <a:pt x="182320" y="18687"/>
                </a:lnTo>
                <a:lnTo>
                  <a:pt x="182433" y="18800"/>
                </a:lnTo>
                <a:lnTo>
                  <a:pt x="182546" y="18885"/>
                </a:lnTo>
                <a:lnTo>
                  <a:pt x="182646" y="18998"/>
                </a:lnTo>
                <a:lnTo>
                  <a:pt x="182759" y="19083"/>
                </a:lnTo>
                <a:lnTo>
                  <a:pt x="182872" y="19196"/>
                </a:lnTo>
                <a:lnTo>
                  <a:pt x="182985" y="19310"/>
                </a:lnTo>
                <a:lnTo>
                  <a:pt x="183095" y="19423"/>
                </a:lnTo>
                <a:lnTo>
                  <a:pt x="183208" y="19536"/>
                </a:lnTo>
                <a:lnTo>
                  <a:pt x="183321" y="19649"/>
                </a:lnTo>
                <a:lnTo>
                  <a:pt x="183424" y="19734"/>
                </a:lnTo>
                <a:lnTo>
                  <a:pt x="183537" y="19847"/>
                </a:lnTo>
                <a:lnTo>
                  <a:pt x="183647" y="19961"/>
                </a:lnTo>
                <a:lnTo>
                  <a:pt x="183760" y="20074"/>
                </a:lnTo>
                <a:lnTo>
                  <a:pt x="183873" y="20187"/>
                </a:lnTo>
                <a:lnTo>
                  <a:pt x="183976" y="20300"/>
                </a:lnTo>
                <a:lnTo>
                  <a:pt x="184086" y="20414"/>
                </a:lnTo>
                <a:lnTo>
                  <a:pt x="184199" y="20527"/>
                </a:lnTo>
                <a:lnTo>
                  <a:pt x="184312" y="20640"/>
                </a:lnTo>
                <a:lnTo>
                  <a:pt x="184424" y="20754"/>
                </a:lnTo>
                <a:lnTo>
                  <a:pt x="184537" y="20867"/>
                </a:lnTo>
                <a:lnTo>
                  <a:pt x="184650" y="21008"/>
                </a:lnTo>
                <a:lnTo>
                  <a:pt x="184751" y="21093"/>
                </a:lnTo>
                <a:lnTo>
                  <a:pt x="184864" y="21235"/>
                </a:lnTo>
                <a:lnTo>
                  <a:pt x="184976" y="21348"/>
                </a:lnTo>
                <a:lnTo>
                  <a:pt x="185089" y="21461"/>
                </a:lnTo>
                <a:lnTo>
                  <a:pt x="185202" y="21603"/>
                </a:lnTo>
                <a:lnTo>
                  <a:pt x="185312" y="21744"/>
                </a:lnTo>
                <a:lnTo>
                  <a:pt x="185425" y="21858"/>
                </a:lnTo>
                <a:lnTo>
                  <a:pt x="185528" y="21971"/>
                </a:lnTo>
                <a:lnTo>
                  <a:pt x="185641" y="22113"/>
                </a:lnTo>
                <a:lnTo>
                  <a:pt x="185751" y="22254"/>
                </a:lnTo>
                <a:lnTo>
                  <a:pt x="185864" y="22367"/>
                </a:lnTo>
                <a:lnTo>
                  <a:pt x="185977" y="22509"/>
                </a:lnTo>
                <a:lnTo>
                  <a:pt x="186090" y="22622"/>
                </a:lnTo>
                <a:lnTo>
                  <a:pt x="186202" y="22764"/>
                </a:lnTo>
                <a:lnTo>
                  <a:pt x="186315" y="22877"/>
                </a:lnTo>
                <a:lnTo>
                  <a:pt x="186416" y="23019"/>
                </a:lnTo>
                <a:lnTo>
                  <a:pt x="186529" y="23160"/>
                </a:lnTo>
                <a:lnTo>
                  <a:pt x="186642" y="23273"/>
                </a:lnTo>
                <a:lnTo>
                  <a:pt x="186754" y="23415"/>
                </a:lnTo>
                <a:lnTo>
                  <a:pt x="186867" y="23528"/>
                </a:lnTo>
                <a:lnTo>
                  <a:pt x="186977" y="23670"/>
                </a:lnTo>
                <a:lnTo>
                  <a:pt x="187081" y="23811"/>
                </a:lnTo>
                <a:lnTo>
                  <a:pt x="187193" y="23925"/>
                </a:lnTo>
                <a:lnTo>
                  <a:pt x="187306" y="24066"/>
                </a:lnTo>
                <a:lnTo>
                  <a:pt x="187417" y="24208"/>
                </a:lnTo>
                <a:lnTo>
                  <a:pt x="187529" y="24349"/>
                </a:lnTo>
                <a:lnTo>
                  <a:pt x="187642" y="24463"/>
                </a:lnTo>
                <a:lnTo>
                  <a:pt x="187755" y="24604"/>
                </a:lnTo>
                <a:lnTo>
                  <a:pt x="187868" y="24746"/>
                </a:lnTo>
                <a:lnTo>
                  <a:pt x="187968" y="24887"/>
                </a:lnTo>
                <a:lnTo>
                  <a:pt x="188081" y="25000"/>
                </a:lnTo>
                <a:lnTo>
                  <a:pt x="188194" y="25142"/>
                </a:lnTo>
                <a:lnTo>
                  <a:pt x="188307" y="25284"/>
                </a:lnTo>
                <a:lnTo>
                  <a:pt x="188420" y="25425"/>
                </a:lnTo>
                <a:lnTo>
                  <a:pt x="188532" y="25538"/>
                </a:lnTo>
                <a:lnTo>
                  <a:pt x="188643" y="25680"/>
                </a:lnTo>
                <a:lnTo>
                  <a:pt x="188746" y="25822"/>
                </a:lnTo>
                <a:lnTo>
                  <a:pt x="188859" y="25963"/>
                </a:lnTo>
                <a:lnTo>
                  <a:pt x="188971" y="26105"/>
                </a:lnTo>
                <a:lnTo>
                  <a:pt x="189084" y="26218"/>
                </a:lnTo>
                <a:lnTo>
                  <a:pt x="189195" y="26359"/>
                </a:lnTo>
                <a:lnTo>
                  <a:pt x="189307" y="26501"/>
                </a:lnTo>
                <a:lnTo>
                  <a:pt x="189411" y="26643"/>
                </a:lnTo>
                <a:lnTo>
                  <a:pt x="189523" y="26784"/>
                </a:lnTo>
                <a:lnTo>
                  <a:pt x="189634" y="26926"/>
                </a:lnTo>
                <a:lnTo>
                  <a:pt x="189746" y="27039"/>
                </a:lnTo>
                <a:lnTo>
                  <a:pt x="189859" y="27209"/>
                </a:lnTo>
                <a:lnTo>
                  <a:pt x="189962" y="27322"/>
                </a:lnTo>
                <a:lnTo>
                  <a:pt x="190075" y="27464"/>
                </a:lnTo>
                <a:lnTo>
                  <a:pt x="190186" y="27605"/>
                </a:lnTo>
                <a:lnTo>
                  <a:pt x="190298" y="27747"/>
                </a:lnTo>
                <a:lnTo>
                  <a:pt x="190411" y="27888"/>
                </a:lnTo>
                <a:lnTo>
                  <a:pt x="190524" y="28030"/>
                </a:lnTo>
                <a:lnTo>
                  <a:pt x="190637" y="28172"/>
                </a:lnTo>
                <a:lnTo>
                  <a:pt x="190749" y="28313"/>
                </a:lnTo>
                <a:lnTo>
                  <a:pt x="190860" y="28455"/>
                </a:lnTo>
                <a:lnTo>
                  <a:pt x="190963" y="28596"/>
                </a:lnTo>
                <a:lnTo>
                  <a:pt x="191076" y="28709"/>
                </a:lnTo>
                <a:lnTo>
                  <a:pt x="191189" y="28851"/>
                </a:lnTo>
                <a:lnTo>
                  <a:pt x="191299" y="28993"/>
                </a:lnTo>
                <a:lnTo>
                  <a:pt x="191412" y="29134"/>
                </a:lnTo>
                <a:lnTo>
                  <a:pt x="191524" y="29276"/>
                </a:lnTo>
                <a:lnTo>
                  <a:pt x="191637" y="29389"/>
                </a:lnTo>
                <a:lnTo>
                  <a:pt x="191740" y="29559"/>
                </a:lnTo>
                <a:lnTo>
                  <a:pt x="191851" y="29672"/>
                </a:lnTo>
                <a:lnTo>
                  <a:pt x="191964" y="29814"/>
                </a:lnTo>
                <a:lnTo>
                  <a:pt x="192076" y="29955"/>
                </a:lnTo>
                <a:lnTo>
                  <a:pt x="192189" y="30069"/>
                </a:lnTo>
                <a:lnTo>
                  <a:pt x="192302" y="30210"/>
                </a:lnTo>
                <a:lnTo>
                  <a:pt x="192403" y="30352"/>
                </a:lnTo>
                <a:lnTo>
                  <a:pt x="192515" y="30465"/>
                </a:lnTo>
                <a:lnTo>
                  <a:pt x="192628" y="30606"/>
                </a:lnTo>
                <a:lnTo>
                  <a:pt x="192741" y="30748"/>
                </a:lnTo>
                <a:lnTo>
                  <a:pt x="192854" y="30890"/>
                </a:lnTo>
                <a:lnTo>
                  <a:pt x="192964" y="31003"/>
                </a:lnTo>
                <a:lnTo>
                  <a:pt x="193077" y="31144"/>
                </a:lnTo>
                <a:lnTo>
                  <a:pt x="193190" y="31286"/>
                </a:lnTo>
                <a:lnTo>
                  <a:pt x="193293" y="31428"/>
                </a:lnTo>
                <a:lnTo>
                  <a:pt x="193406" y="31541"/>
                </a:lnTo>
                <a:lnTo>
                  <a:pt x="193516" y="31682"/>
                </a:lnTo>
                <a:lnTo>
                  <a:pt x="193629" y="31824"/>
                </a:lnTo>
                <a:lnTo>
                  <a:pt x="193742" y="31937"/>
                </a:lnTo>
                <a:lnTo>
                  <a:pt x="193854" y="32079"/>
                </a:lnTo>
                <a:lnTo>
                  <a:pt x="193967" y="32220"/>
                </a:lnTo>
                <a:lnTo>
                  <a:pt x="194080" y="32334"/>
                </a:lnTo>
                <a:lnTo>
                  <a:pt x="194181" y="32475"/>
                </a:lnTo>
                <a:lnTo>
                  <a:pt x="194293" y="32617"/>
                </a:lnTo>
                <a:lnTo>
                  <a:pt x="194406" y="32730"/>
                </a:lnTo>
                <a:lnTo>
                  <a:pt x="194519" y="32872"/>
                </a:lnTo>
                <a:lnTo>
                  <a:pt x="194629" y="32985"/>
                </a:lnTo>
                <a:lnTo>
                  <a:pt x="194733" y="33126"/>
                </a:lnTo>
                <a:lnTo>
                  <a:pt x="194845" y="33268"/>
                </a:lnTo>
                <a:lnTo>
                  <a:pt x="194958" y="33381"/>
                </a:lnTo>
                <a:lnTo>
                  <a:pt x="195071" y="33523"/>
                </a:lnTo>
                <a:lnTo>
                  <a:pt x="195181" y="33636"/>
                </a:lnTo>
                <a:lnTo>
                  <a:pt x="195294" y="33778"/>
                </a:lnTo>
                <a:lnTo>
                  <a:pt x="195397" y="33891"/>
                </a:lnTo>
                <a:lnTo>
                  <a:pt x="195510" y="34032"/>
                </a:lnTo>
                <a:lnTo>
                  <a:pt x="195620" y="34146"/>
                </a:lnTo>
                <a:lnTo>
                  <a:pt x="195733" y="34287"/>
                </a:lnTo>
                <a:lnTo>
                  <a:pt x="195846" y="34400"/>
                </a:lnTo>
                <a:lnTo>
                  <a:pt x="195959" y="34514"/>
                </a:lnTo>
                <a:lnTo>
                  <a:pt x="196071" y="34655"/>
                </a:lnTo>
                <a:lnTo>
                  <a:pt x="196184" y="34768"/>
                </a:lnTo>
                <a:lnTo>
                  <a:pt x="196285" y="34910"/>
                </a:lnTo>
                <a:lnTo>
                  <a:pt x="196398" y="35023"/>
                </a:lnTo>
                <a:lnTo>
                  <a:pt x="196511" y="35137"/>
                </a:lnTo>
                <a:lnTo>
                  <a:pt x="196623" y="35278"/>
                </a:lnTo>
                <a:lnTo>
                  <a:pt x="196736" y="35391"/>
                </a:lnTo>
                <a:lnTo>
                  <a:pt x="196846" y="35505"/>
                </a:lnTo>
                <a:lnTo>
                  <a:pt x="196959" y="35646"/>
                </a:lnTo>
                <a:lnTo>
                  <a:pt x="197072" y="35759"/>
                </a:lnTo>
                <a:lnTo>
                  <a:pt x="197175" y="35873"/>
                </a:lnTo>
                <a:lnTo>
                  <a:pt x="197286" y="36014"/>
                </a:lnTo>
                <a:lnTo>
                  <a:pt x="197398" y="36128"/>
                </a:lnTo>
                <a:lnTo>
                  <a:pt x="197511" y="36241"/>
                </a:lnTo>
                <a:lnTo>
                  <a:pt x="197624" y="36354"/>
                </a:lnTo>
                <a:lnTo>
                  <a:pt x="197737" y="36467"/>
                </a:lnTo>
                <a:lnTo>
                  <a:pt x="197837" y="36609"/>
                </a:lnTo>
                <a:lnTo>
                  <a:pt x="197950" y="36722"/>
                </a:lnTo>
                <a:lnTo>
                  <a:pt x="198063" y="36835"/>
                </a:lnTo>
                <a:lnTo>
                  <a:pt x="198176" y="36977"/>
                </a:lnTo>
                <a:lnTo>
                  <a:pt x="198289" y="37090"/>
                </a:lnTo>
                <a:lnTo>
                  <a:pt x="198389" y="37203"/>
                </a:lnTo>
                <a:lnTo>
                  <a:pt x="198502" y="37317"/>
                </a:lnTo>
                <a:lnTo>
                  <a:pt x="198615" y="37430"/>
                </a:lnTo>
                <a:lnTo>
                  <a:pt x="198728" y="37543"/>
                </a:lnTo>
                <a:lnTo>
                  <a:pt x="198840" y="37656"/>
                </a:lnTo>
                <a:lnTo>
                  <a:pt x="198953" y="37798"/>
                </a:lnTo>
                <a:lnTo>
                  <a:pt x="199064" y="37911"/>
                </a:lnTo>
                <a:lnTo>
                  <a:pt x="199176" y="38024"/>
                </a:lnTo>
                <a:lnTo>
                  <a:pt x="199289" y="38138"/>
                </a:lnTo>
                <a:lnTo>
                  <a:pt x="199402" y="38279"/>
                </a:lnTo>
                <a:lnTo>
                  <a:pt x="199503" y="38393"/>
                </a:lnTo>
                <a:lnTo>
                  <a:pt x="199615" y="38506"/>
                </a:lnTo>
                <a:lnTo>
                  <a:pt x="199728" y="38619"/>
                </a:lnTo>
                <a:lnTo>
                  <a:pt x="199841" y="38732"/>
                </a:lnTo>
                <a:lnTo>
                  <a:pt x="199954" y="38874"/>
                </a:lnTo>
                <a:lnTo>
                  <a:pt x="200067" y="38987"/>
                </a:lnTo>
                <a:lnTo>
                  <a:pt x="200167" y="39100"/>
                </a:lnTo>
                <a:lnTo>
                  <a:pt x="200280" y="39214"/>
                </a:lnTo>
                <a:lnTo>
                  <a:pt x="200393" y="39327"/>
                </a:lnTo>
                <a:lnTo>
                  <a:pt x="200506" y="39468"/>
                </a:lnTo>
                <a:lnTo>
                  <a:pt x="200618" y="39582"/>
                </a:lnTo>
                <a:lnTo>
                  <a:pt x="200729" y="39667"/>
                </a:lnTo>
                <a:lnTo>
                  <a:pt x="200832" y="39780"/>
                </a:lnTo>
                <a:lnTo>
                  <a:pt x="200945" y="39893"/>
                </a:lnTo>
                <a:lnTo>
                  <a:pt x="201058" y="40006"/>
                </a:lnTo>
                <a:lnTo>
                  <a:pt x="201168" y="40120"/>
                </a:lnTo>
                <a:lnTo>
                  <a:pt x="201281" y="40233"/>
                </a:lnTo>
                <a:lnTo>
                  <a:pt x="201393" y="40346"/>
                </a:lnTo>
                <a:lnTo>
                  <a:pt x="201506" y="40459"/>
                </a:lnTo>
                <a:lnTo>
                  <a:pt x="201609" y="40573"/>
                </a:lnTo>
                <a:lnTo>
                  <a:pt x="201720" y="40658"/>
                </a:lnTo>
                <a:lnTo>
                  <a:pt x="201833" y="40771"/>
                </a:lnTo>
                <a:lnTo>
                  <a:pt x="201945" y="40884"/>
                </a:lnTo>
                <a:lnTo>
                  <a:pt x="202058" y="40997"/>
                </a:lnTo>
                <a:lnTo>
                  <a:pt x="202171" y="41111"/>
                </a:lnTo>
                <a:lnTo>
                  <a:pt x="202284" y="41196"/>
                </a:lnTo>
                <a:lnTo>
                  <a:pt x="202394" y="41309"/>
                </a:lnTo>
                <a:lnTo>
                  <a:pt x="202497" y="41422"/>
                </a:lnTo>
                <a:lnTo>
                  <a:pt x="202610" y="41507"/>
                </a:lnTo>
                <a:lnTo>
                  <a:pt x="202723" y="41620"/>
                </a:lnTo>
                <a:lnTo>
                  <a:pt x="202833" y="41705"/>
                </a:lnTo>
                <a:lnTo>
                  <a:pt x="202946" y="41818"/>
                </a:lnTo>
                <a:lnTo>
                  <a:pt x="203059" y="41932"/>
                </a:lnTo>
                <a:lnTo>
                  <a:pt x="203162" y="42017"/>
                </a:lnTo>
                <a:lnTo>
                  <a:pt x="203275" y="42102"/>
                </a:lnTo>
                <a:lnTo>
                  <a:pt x="203385" y="42215"/>
                </a:lnTo>
                <a:lnTo>
                  <a:pt x="203498" y="42300"/>
                </a:lnTo>
                <a:lnTo>
                  <a:pt x="203611" y="42413"/>
                </a:lnTo>
                <a:lnTo>
                  <a:pt x="203723" y="42498"/>
                </a:lnTo>
                <a:lnTo>
                  <a:pt x="203824" y="42583"/>
                </a:lnTo>
                <a:lnTo>
                  <a:pt x="203937" y="42696"/>
                </a:lnTo>
                <a:lnTo>
                  <a:pt x="204050" y="42781"/>
                </a:lnTo>
                <a:lnTo>
                  <a:pt x="204162" y="42866"/>
                </a:lnTo>
                <a:lnTo>
                  <a:pt x="204275" y="42979"/>
                </a:lnTo>
                <a:lnTo>
                  <a:pt x="204388" y="43064"/>
                </a:lnTo>
                <a:lnTo>
                  <a:pt x="204489" y="43149"/>
                </a:lnTo>
                <a:lnTo>
                  <a:pt x="204602" y="43234"/>
                </a:lnTo>
                <a:lnTo>
                  <a:pt x="204714" y="43319"/>
                </a:lnTo>
                <a:lnTo>
                  <a:pt x="204827" y="43404"/>
                </a:lnTo>
                <a:lnTo>
                  <a:pt x="204940" y="43489"/>
                </a:lnTo>
                <a:lnTo>
                  <a:pt x="205050" y="43574"/>
                </a:lnTo>
                <a:lnTo>
                  <a:pt x="205163" y="43659"/>
                </a:lnTo>
                <a:lnTo>
                  <a:pt x="205276" y="43744"/>
                </a:lnTo>
                <a:lnTo>
                  <a:pt x="205389" y="43829"/>
                </a:lnTo>
                <a:lnTo>
                  <a:pt x="205501" y="43914"/>
                </a:lnTo>
                <a:lnTo>
                  <a:pt x="205602" y="43999"/>
                </a:lnTo>
                <a:lnTo>
                  <a:pt x="205715" y="44083"/>
                </a:lnTo>
                <a:lnTo>
                  <a:pt x="205828" y="44168"/>
                </a:lnTo>
                <a:lnTo>
                  <a:pt x="205940" y="44225"/>
                </a:lnTo>
                <a:lnTo>
                  <a:pt x="206053" y="44310"/>
                </a:lnTo>
                <a:lnTo>
                  <a:pt x="206154" y="44395"/>
                </a:lnTo>
                <a:lnTo>
                  <a:pt x="206267" y="44480"/>
                </a:lnTo>
                <a:lnTo>
                  <a:pt x="206380" y="44565"/>
                </a:lnTo>
                <a:lnTo>
                  <a:pt x="206492" y="44621"/>
                </a:lnTo>
                <a:lnTo>
                  <a:pt x="206605" y="44706"/>
                </a:lnTo>
                <a:lnTo>
                  <a:pt x="206715" y="44791"/>
                </a:lnTo>
                <a:lnTo>
                  <a:pt x="206828" y="44876"/>
                </a:lnTo>
                <a:lnTo>
                  <a:pt x="206941" y="44933"/>
                </a:lnTo>
                <a:lnTo>
                  <a:pt x="207044" y="45018"/>
                </a:lnTo>
                <a:lnTo>
                  <a:pt x="207157" y="45103"/>
                </a:lnTo>
                <a:lnTo>
                  <a:pt x="207267" y="45159"/>
                </a:lnTo>
                <a:lnTo>
                  <a:pt x="207380" y="45244"/>
                </a:lnTo>
                <a:lnTo>
                  <a:pt x="207493" y="45301"/>
                </a:lnTo>
                <a:lnTo>
                  <a:pt x="207606" y="45386"/>
                </a:lnTo>
                <a:lnTo>
                  <a:pt x="207718" y="45443"/>
                </a:lnTo>
                <a:lnTo>
                  <a:pt x="207819" y="45527"/>
                </a:lnTo>
                <a:lnTo>
                  <a:pt x="207932" y="45612"/>
                </a:lnTo>
                <a:lnTo>
                  <a:pt x="208045" y="45669"/>
                </a:lnTo>
                <a:lnTo>
                  <a:pt x="208158" y="45754"/>
                </a:lnTo>
                <a:lnTo>
                  <a:pt x="208270" y="45811"/>
                </a:lnTo>
                <a:lnTo>
                  <a:pt x="208381" y="45896"/>
                </a:lnTo>
                <a:lnTo>
                  <a:pt x="208493" y="45952"/>
                </a:lnTo>
                <a:lnTo>
                  <a:pt x="208597" y="46037"/>
                </a:lnTo>
                <a:lnTo>
                  <a:pt x="208709" y="46094"/>
                </a:lnTo>
                <a:lnTo>
                  <a:pt x="208822" y="46150"/>
                </a:lnTo>
                <a:lnTo>
                  <a:pt x="208933" y="46235"/>
                </a:lnTo>
                <a:lnTo>
                  <a:pt x="209045" y="46292"/>
                </a:lnTo>
                <a:lnTo>
                  <a:pt x="209148" y="46349"/>
                </a:lnTo>
                <a:lnTo>
                  <a:pt x="209261" y="46433"/>
                </a:lnTo>
                <a:lnTo>
                  <a:pt x="209372" y="46490"/>
                </a:lnTo>
                <a:lnTo>
                  <a:pt x="209484" y="46575"/>
                </a:lnTo>
                <a:lnTo>
                  <a:pt x="209597" y="46632"/>
                </a:lnTo>
                <a:lnTo>
                  <a:pt x="209710" y="46688"/>
                </a:lnTo>
                <a:lnTo>
                  <a:pt x="209813" y="46773"/>
                </a:lnTo>
                <a:lnTo>
                  <a:pt x="209924" y="46802"/>
                </a:lnTo>
                <a:lnTo>
                  <a:pt x="210036" y="46886"/>
                </a:lnTo>
                <a:lnTo>
                  <a:pt x="210149" y="46943"/>
                </a:lnTo>
                <a:lnTo>
                  <a:pt x="210262" y="47000"/>
                </a:lnTo>
                <a:lnTo>
                  <a:pt x="210375" y="47056"/>
                </a:lnTo>
                <a:lnTo>
                  <a:pt x="210487" y="47113"/>
                </a:lnTo>
                <a:lnTo>
                  <a:pt x="210598" y="47170"/>
                </a:lnTo>
                <a:lnTo>
                  <a:pt x="210711" y="47226"/>
                </a:lnTo>
                <a:lnTo>
                  <a:pt x="210814" y="47283"/>
                </a:lnTo>
                <a:lnTo>
                  <a:pt x="210926" y="47340"/>
                </a:lnTo>
                <a:lnTo>
                  <a:pt x="211037" y="47396"/>
                </a:lnTo>
                <a:lnTo>
                  <a:pt x="211150" y="47424"/>
                </a:lnTo>
                <a:lnTo>
                  <a:pt x="211262" y="47481"/>
                </a:lnTo>
                <a:lnTo>
                  <a:pt x="211375" y="47538"/>
                </a:lnTo>
                <a:lnTo>
                  <a:pt x="211488" y="47594"/>
                </a:lnTo>
                <a:lnTo>
                  <a:pt x="211589" y="47651"/>
                </a:lnTo>
                <a:lnTo>
                  <a:pt x="211702" y="47679"/>
                </a:lnTo>
                <a:lnTo>
                  <a:pt x="211814" y="47708"/>
                </a:lnTo>
                <a:lnTo>
                  <a:pt x="211927" y="47764"/>
                </a:lnTo>
                <a:lnTo>
                  <a:pt x="212040" y="47821"/>
                </a:lnTo>
                <a:lnTo>
                  <a:pt x="212153" y="47877"/>
                </a:lnTo>
                <a:lnTo>
                  <a:pt x="212263" y="47906"/>
                </a:lnTo>
                <a:lnTo>
                  <a:pt x="212366" y="47934"/>
                </a:lnTo>
                <a:lnTo>
                  <a:pt x="212479" y="47962"/>
                </a:lnTo>
                <a:lnTo>
                  <a:pt x="212592" y="48019"/>
                </a:lnTo>
                <a:lnTo>
                  <a:pt x="212702" y="48047"/>
                </a:lnTo>
                <a:lnTo>
                  <a:pt x="212815" y="48104"/>
                </a:lnTo>
                <a:lnTo>
                  <a:pt x="212928" y="48132"/>
                </a:lnTo>
                <a:lnTo>
                  <a:pt x="213040" y="48189"/>
                </a:lnTo>
                <a:lnTo>
                  <a:pt x="213144" y="48217"/>
                </a:lnTo>
                <a:lnTo>
                  <a:pt x="213254" y="48246"/>
                </a:lnTo>
                <a:lnTo>
                  <a:pt x="213367" y="48274"/>
                </a:lnTo>
                <a:lnTo>
                  <a:pt x="213480" y="48302"/>
                </a:lnTo>
                <a:lnTo>
                  <a:pt x="213592" y="48359"/>
                </a:lnTo>
                <a:lnTo>
                  <a:pt x="213705" y="48387"/>
                </a:lnTo>
                <a:lnTo>
                  <a:pt x="213818" y="48415"/>
                </a:lnTo>
                <a:lnTo>
                  <a:pt x="213928" y="48444"/>
                </a:lnTo>
                <a:lnTo>
                  <a:pt x="214031" y="48472"/>
                </a:lnTo>
                <a:lnTo>
                  <a:pt x="214144" y="48529"/>
                </a:lnTo>
                <a:lnTo>
                  <a:pt x="214257" y="48529"/>
                </a:lnTo>
                <a:lnTo>
                  <a:pt x="214367" y="48557"/>
                </a:lnTo>
                <a:lnTo>
                  <a:pt x="214480" y="48585"/>
                </a:lnTo>
                <a:lnTo>
                  <a:pt x="214583" y="48642"/>
                </a:lnTo>
                <a:lnTo>
                  <a:pt x="214696" y="48670"/>
                </a:lnTo>
                <a:lnTo>
                  <a:pt x="214809" y="48699"/>
                </a:lnTo>
                <a:lnTo>
                  <a:pt x="214919" y="48699"/>
                </a:lnTo>
                <a:lnTo>
                  <a:pt x="215032" y="48755"/>
                </a:lnTo>
                <a:lnTo>
                  <a:pt x="215145" y="48755"/>
                </a:lnTo>
                <a:lnTo>
                  <a:pt x="215248" y="48783"/>
                </a:lnTo>
                <a:lnTo>
                  <a:pt x="215358" y="48812"/>
                </a:lnTo>
                <a:lnTo>
                  <a:pt x="215471" y="48840"/>
                </a:lnTo>
                <a:lnTo>
                  <a:pt x="215584" y="48868"/>
                </a:lnTo>
                <a:lnTo>
                  <a:pt x="215697" y="48897"/>
                </a:lnTo>
                <a:lnTo>
                  <a:pt x="215809" y="48925"/>
                </a:lnTo>
                <a:lnTo>
                  <a:pt x="215922" y="48953"/>
                </a:lnTo>
                <a:lnTo>
                  <a:pt x="216035" y="48982"/>
                </a:lnTo>
                <a:lnTo>
                  <a:pt x="216136" y="49010"/>
                </a:lnTo>
                <a:lnTo>
                  <a:pt x="216248" y="49038"/>
                </a:lnTo>
                <a:lnTo>
                  <a:pt x="216361" y="49067"/>
                </a:lnTo>
                <a:lnTo>
                  <a:pt x="216474" y="49123"/>
                </a:lnTo>
                <a:lnTo>
                  <a:pt x="216584" y="49123"/>
                </a:lnTo>
                <a:lnTo>
                  <a:pt x="216697" y="49180"/>
                </a:lnTo>
                <a:lnTo>
                  <a:pt x="216810" y="49180"/>
                </a:lnTo>
                <a:lnTo>
                  <a:pt x="216923" y="49236"/>
                </a:lnTo>
                <a:lnTo>
                  <a:pt x="217026" y="49265"/>
                </a:lnTo>
                <a:lnTo>
                  <a:pt x="217136" y="49265"/>
                </a:lnTo>
                <a:lnTo>
                  <a:pt x="217249" y="49293"/>
                </a:lnTo>
                <a:lnTo>
                  <a:pt x="217362" y="49321"/>
                </a:lnTo>
                <a:lnTo>
                  <a:pt x="217475" y="49378"/>
                </a:lnTo>
                <a:lnTo>
                  <a:pt x="217575" y="49406"/>
                </a:lnTo>
                <a:lnTo>
                  <a:pt x="217688" y="49406"/>
                </a:lnTo>
                <a:lnTo>
                  <a:pt x="217801" y="49435"/>
                </a:lnTo>
                <a:lnTo>
                  <a:pt x="217914" y="49491"/>
                </a:lnTo>
                <a:lnTo>
                  <a:pt x="218026" y="49520"/>
                </a:lnTo>
                <a:lnTo>
                  <a:pt x="218139" y="49520"/>
                </a:lnTo>
                <a:lnTo>
                  <a:pt x="218250" y="49548"/>
                </a:lnTo>
                <a:lnTo>
                  <a:pt x="218362" y="49576"/>
                </a:lnTo>
                <a:lnTo>
                  <a:pt x="218475" y="49633"/>
                </a:lnTo>
                <a:lnTo>
                  <a:pt x="218578" y="49633"/>
                </a:lnTo>
                <a:lnTo>
                  <a:pt x="218691" y="49661"/>
                </a:lnTo>
                <a:lnTo>
                  <a:pt x="218801" y="49689"/>
                </a:lnTo>
                <a:lnTo>
                  <a:pt x="218914" y="49718"/>
                </a:lnTo>
                <a:lnTo>
                  <a:pt x="219027" y="49746"/>
                </a:lnTo>
                <a:lnTo>
                  <a:pt x="219140" y="49774"/>
                </a:lnTo>
                <a:lnTo>
                  <a:pt x="219253" y="49803"/>
                </a:lnTo>
                <a:lnTo>
                  <a:pt x="219353" y="49831"/>
                </a:lnTo>
                <a:lnTo>
                  <a:pt x="219466" y="49859"/>
                </a:lnTo>
                <a:lnTo>
                  <a:pt x="219579" y="49888"/>
                </a:lnTo>
                <a:lnTo>
                  <a:pt x="219692" y="49888"/>
                </a:lnTo>
                <a:lnTo>
                  <a:pt x="219804" y="49916"/>
                </a:lnTo>
                <a:lnTo>
                  <a:pt x="219915" y="49944"/>
                </a:lnTo>
                <a:lnTo>
                  <a:pt x="220018" y="49973"/>
                </a:lnTo>
                <a:lnTo>
                  <a:pt x="220131" y="50001"/>
                </a:lnTo>
                <a:lnTo>
                  <a:pt x="220244" y="50029"/>
                </a:lnTo>
                <a:lnTo>
                  <a:pt x="220356" y="50058"/>
                </a:lnTo>
                <a:lnTo>
                  <a:pt x="220467" y="50058"/>
                </a:lnTo>
                <a:lnTo>
                  <a:pt x="220579" y="50086"/>
                </a:lnTo>
                <a:lnTo>
                  <a:pt x="220683" y="50114"/>
                </a:lnTo>
                <a:lnTo>
                  <a:pt x="220795" y="50142"/>
                </a:lnTo>
                <a:lnTo>
                  <a:pt x="220906" y="50171"/>
                </a:lnTo>
                <a:lnTo>
                  <a:pt x="221019" y="50171"/>
                </a:lnTo>
                <a:lnTo>
                  <a:pt x="221131" y="50199"/>
                </a:lnTo>
                <a:lnTo>
                  <a:pt x="221244" y="50227"/>
                </a:lnTo>
                <a:lnTo>
                  <a:pt x="221357" y="50256"/>
                </a:lnTo>
                <a:lnTo>
                  <a:pt x="221458" y="50256"/>
                </a:lnTo>
                <a:lnTo>
                  <a:pt x="221570" y="50284"/>
                </a:lnTo>
                <a:lnTo>
                  <a:pt x="221683" y="50284"/>
                </a:lnTo>
                <a:lnTo>
                  <a:pt x="221796" y="50312"/>
                </a:lnTo>
                <a:lnTo>
                  <a:pt x="221909" y="50341"/>
                </a:lnTo>
                <a:lnTo>
                  <a:pt x="222022" y="50369"/>
                </a:lnTo>
                <a:lnTo>
                  <a:pt x="222132" y="50369"/>
                </a:lnTo>
                <a:lnTo>
                  <a:pt x="222245" y="50397"/>
                </a:lnTo>
                <a:lnTo>
                  <a:pt x="222357" y="50397"/>
                </a:lnTo>
                <a:lnTo>
                  <a:pt x="222461" y="50426"/>
                </a:lnTo>
                <a:lnTo>
                  <a:pt x="222571" y="50454"/>
                </a:lnTo>
                <a:lnTo>
                  <a:pt x="222684" y="50482"/>
                </a:lnTo>
                <a:lnTo>
                  <a:pt x="222797" y="50482"/>
                </a:lnTo>
                <a:lnTo>
                  <a:pt x="222909" y="50511"/>
                </a:lnTo>
                <a:lnTo>
                  <a:pt x="223013" y="50511"/>
                </a:lnTo>
                <a:lnTo>
                  <a:pt x="223123" y="50539"/>
                </a:lnTo>
                <a:lnTo>
                  <a:pt x="223236" y="50539"/>
                </a:lnTo>
                <a:lnTo>
                  <a:pt x="223348" y="50567"/>
                </a:lnTo>
                <a:lnTo>
                  <a:pt x="223461" y="50567"/>
                </a:lnTo>
                <a:lnTo>
                  <a:pt x="223562" y="50596"/>
                </a:lnTo>
                <a:lnTo>
                  <a:pt x="223675" y="50624"/>
                </a:lnTo>
                <a:lnTo>
                  <a:pt x="223788" y="50624"/>
                </a:lnTo>
                <a:lnTo>
                  <a:pt x="223900" y="50652"/>
                </a:lnTo>
                <a:lnTo>
                  <a:pt x="224013" y="50680"/>
                </a:lnTo>
                <a:lnTo>
                  <a:pt x="224126" y="50680"/>
                </a:lnTo>
                <a:lnTo>
                  <a:pt x="224236" y="50709"/>
                </a:lnTo>
                <a:lnTo>
                  <a:pt x="224349" y="50737"/>
                </a:lnTo>
                <a:lnTo>
                  <a:pt x="224462" y="50737"/>
                </a:lnTo>
                <a:lnTo>
                  <a:pt x="224575" y="50765"/>
                </a:lnTo>
                <a:lnTo>
                  <a:pt x="224687" y="50794"/>
                </a:lnTo>
                <a:lnTo>
                  <a:pt x="224788" y="50794"/>
                </a:lnTo>
                <a:lnTo>
                  <a:pt x="224901" y="50822"/>
                </a:lnTo>
                <a:lnTo>
                  <a:pt x="225014" y="50850"/>
                </a:lnTo>
                <a:lnTo>
                  <a:pt x="225126" y="50879"/>
                </a:lnTo>
                <a:lnTo>
                  <a:pt x="225239" y="50879"/>
                </a:lnTo>
                <a:lnTo>
                  <a:pt x="225352" y="50907"/>
                </a:lnTo>
                <a:lnTo>
                  <a:pt x="225453" y="50907"/>
                </a:lnTo>
                <a:lnTo>
                  <a:pt x="225566" y="50935"/>
                </a:lnTo>
                <a:lnTo>
                  <a:pt x="225678" y="50964"/>
                </a:lnTo>
                <a:lnTo>
                  <a:pt x="225791" y="50992"/>
                </a:lnTo>
                <a:lnTo>
                  <a:pt x="225904" y="51020"/>
                </a:lnTo>
                <a:lnTo>
                  <a:pt x="226005" y="51020"/>
                </a:lnTo>
                <a:lnTo>
                  <a:pt x="226117" y="51049"/>
                </a:lnTo>
                <a:lnTo>
                  <a:pt x="226230" y="51077"/>
                </a:lnTo>
                <a:lnTo>
                  <a:pt x="226343" y="51105"/>
                </a:lnTo>
                <a:lnTo>
                  <a:pt x="226453" y="51133"/>
                </a:lnTo>
                <a:lnTo>
                  <a:pt x="226566" y="51133"/>
                </a:lnTo>
                <a:lnTo>
                  <a:pt x="226679" y="51162"/>
                </a:lnTo>
                <a:lnTo>
                  <a:pt x="226792" y="51190"/>
                </a:lnTo>
                <a:lnTo>
                  <a:pt x="226895" y="51218"/>
                </a:lnTo>
                <a:lnTo>
                  <a:pt x="227005" y="51247"/>
                </a:lnTo>
                <a:lnTo>
                  <a:pt x="227118" y="51247"/>
                </a:lnTo>
                <a:lnTo>
                  <a:pt x="227231" y="51275"/>
                </a:lnTo>
                <a:lnTo>
                  <a:pt x="227344" y="51303"/>
                </a:lnTo>
                <a:lnTo>
                  <a:pt x="227456" y="51303"/>
                </a:lnTo>
                <a:lnTo>
                  <a:pt x="227569" y="51360"/>
                </a:lnTo>
                <a:lnTo>
                  <a:pt x="227670" y="51360"/>
                </a:lnTo>
                <a:lnTo>
                  <a:pt x="227783" y="51388"/>
                </a:lnTo>
                <a:lnTo>
                  <a:pt x="227895" y="51417"/>
                </a:lnTo>
                <a:lnTo>
                  <a:pt x="228008" y="51445"/>
                </a:lnTo>
                <a:lnTo>
                  <a:pt x="228119" y="51473"/>
                </a:lnTo>
                <a:lnTo>
                  <a:pt x="228231" y="51502"/>
                </a:lnTo>
                <a:lnTo>
                  <a:pt x="228344" y="51530"/>
                </a:lnTo>
                <a:lnTo>
                  <a:pt x="228447" y="51558"/>
                </a:lnTo>
                <a:lnTo>
                  <a:pt x="228560" y="51586"/>
                </a:lnTo>
                <a:lnTo>
                  <a:pt x="228670" y="51615"/>
                </a:lnTo>
                <a:lnTo>
                  <a:pt x="228783" y="51643"/>
                </a:lnTo>
                <a:lnTo>
                  <a:pt x="228896" y="51671"/>
                </a:lnTo>
                <a:lnTo>
                  <a:pt x="228999" y="51671"/>
                </a:lnTo>
                <a:lnTo>
                  <a:pt x="229110" y="51728"/>
                </a:lnTo>
                <a:lnTo>
                  <a:pt x="229222" y="51756"/>
                </a:lnTo>
                <a:lnTo>
                  <a:pt x="229335" y="51785"/>
                </a:lnTo>
                <a:lnTo>
                  <a:pt x="229448" y="51813"/>
                </a:lnTo>
                <a:lnTo>
                  <a:pt x="229561" y="51841"/>
                </a:lnTo>
                <a:lnTo>
                  <a:pt x="229673" y="51870"/>
                </a:lnTo>
                <a:lnTo>
                  <a:pt x="229774" y="51898"/>
                </a:lnTo>
                <a:lnTo>
                  <a:pt x="229887" y="51926"/>
                </a:lnTo>
                <a:lnTo>
                  <a:pt x="230000" y="51955"/>
                </a:lnTo>
                <a:lnTo>
                  <a:pt x="230113" y="51983"/>
                </a:lnTo>
                <a:lnTo>
                  <a:pt x="230225" y="52011"/>
                </a:lnTo>
                <a:lnTo>
                  <a:pt x="230336" y="52039"/>
                </a:lnTo>
                <a:lnTo>
                  <a:pt x="230448" y="52096"/>
                </a:lnTo>
                <a:lnTo>
                  <a:pt x="230561" y="52124"/>
                </a:lnTo>
                <a:lnTo>
                  <a:pt x="230674" y="52153"/>
                </a:lnTo>
                <a:lnTo>
                  <a:pt x="230775" y="52181"/>
                </a:lnTo>
                <a:lnTo>
                  <a:pt x="230888" y="52209"/>
                </a:lnTo>
                <a:lnTo>
                  <a:pt x="231000" y="52238"/>
                </a:lnTo>
                <a:lnTo>
                  <a:pt x="231113" y="52266"/>
                </a:lnTo>
                <a:lnTo>
                  <a:pt x="231226" y="52323"/>
                </a:lnTo>
                <a:lnTo>
                  <a:pt x="231339" y="52351"/>
                </a:lnTo>
                <a:lnTo>
                  <a:pt x="231439" y="52379"/>
                </a:lnTo>
                <a:lnTo>
                  <a:pt x="231552" y="52408"/>
                </a:lnTo>
                <a:lnTo>
                  <a:pt x="231665" y="52464"/>
                </a:lnTo>
                <a:lnTo>
                  <a:pt x="231778" y="52492"/>
                </a:lnTo>
                <a:lnTo>
                  <a:pt x="231891" y="52521"/>
                </a:lnTo>
                <a:lnTo>
                  <a:pt x="232001" y="52549"/>
                </a:lnTo>
                <a:lnTo>
                  <a:pt x="232114" y="52577"/>
                </a:lnTo>
                <a:lnTo>
                  <a:pt x="232226" y="52606"/>
                </a:lnTo>
                <a:lnTo>
                  <a:pt x="232330" y="52634"/>
                </a:lnTo>
                <a:lnTo>
                  <a:pt x="232442" y="52691"/>
                </a:lnTo>
                <a:lnTo>
                  <a:pt x="232553" y="52719"/>
                </a:lnTo>
                <a:lnTo>
                  <a:pt x="232666" y="52747"/>
                </a:lnTo>
                <a:lnTo>
                  <a:pt x="232778" y="52776"/>
                </a:lnTo>
                <a:lnTo>
                  <a:pt x="232891" y="52832"/>
                </a:lnTo>
                <a:lnTo>
                  <a:pt x="233004" y="52861"/>
                </a:lnTo>
                <a:lnTo>
                  <a:pt x="233105" y="52889"/>
                </a:lnTo>
                <a:lnTo>
                  <a:pt x="233217" y="52917"/>
                </a:lnTo>
                <a:lnTo>
                  <a:pt x="233330" y="52945"/>
                </a:lnTo>
                <a:lnTo>
                  <a:pt x="233443" y="53002"/>
                </a:lnTo>
                <a:lnTo>
                  <a:pt x="233556" y="53030"/>
                </a:lnTo>
                <a:lnTo>
                  <a:pt x="233666" y="53059"/>
                </a:lnTo>
                <a:lnTo>
                  <a:pt x="233769" y="53087"/>
                </a:lnTo>
                <a:lnTo>
                  <a:pt x="233882" y="53115"/>
                </a:lnTo>
                <a:lnTo>
                  <a:pt x="233995" y="53144"/>
                </a:lnTo>
                <a:lnTo>
                  <a:pt x="234108" y="53172"/>
                </a:lnTo>
                <a:lnTo>
                  <a:pt x="234218" y="53200"/>
                </a:lnTo>
                <a:lnTo>
                  <a:pt x="234331" y="53229"/>
                </a:lnTo>
                <a:lnTo>
                  <a:pt x="234434" y="53257"/>
                </a:lnTo>
                <a:lnTo>
                  <a:pt x="234547" y="53285"/>
                </a:lnTo>
                <a:lnTo>
                  <a:pt x="234657" y="53314"/>
                </a:lnTo>
                <a:lnTo>
                  <a:pt x="234770" y="53342"/>
                </a:lnTo>
                <a:lnTo>
                  <a:pt x="234883" y="53370"/>
                </a:lnTo>
                <a:lnTo>
                  <a:pt x="234995" y="53399"/>
                </a:lnTo>
                <a:lnTo>
                  <a:pt x="235108" y="53427"/>
                </a:lnTo>
                <a:lnTo>
                  <a:pt x="235209" y="53455"/>
                </a:lnTo>
                <a:lnTo>
                  <a:pt x="235322" y="53483"/>
                </a:lnTo>
                <a:lnTo>
                  <a:pt x="235435" y="53512"/>
                </a:lnTo>
                <a:lnTo>
                  <a:pt x="235547" y="53540"/>
                </a:lnTo>
                <a:lnTo>
                  <a:pt x="235660" y="53568"/>
                </a:lnTo>
                <a:lnTo>
                  <a:pt x="235773" y="53597"/>
                </a:lnTo>
                <a:lnTo>
                  <a:pt x="235883" y="53597"/>
                </a:lnTo>
                <a:lnTo>
                  <a:pt x="235996" y="53625"/>
                </a:lnTo>
                <a:lnTo>
                  <a:pt x="236099" y="53653"/>
                </a:lnTo>
                <a:lnTo>
                  <a:pt x="236212" y="53682"/>
                </a:lnTo>
                <a:lnTo>
                  <a:pt x="236322" y="53710"/>
                </a:lnTo>
                <a:lnTo>
                  <a:pt x="236435" y="53738"/>
                </a:lnTo>
                <a:lnTo>
                  <a:pt x="236548" y="53767"/>
                </a:lnTo>
                <a:lnTo>
                  <a:pt x="236661" y="53767"/>
                </a:lnTo>
                <a:lnTo>
                  <a:pt x="236773" y="53823"/>
                </a:lnTo>
                <a:lnTo>
                  <a:pt x="236874" y="53823"/>
                </a:lnTo>
                <a:lnTo>
                  <a:pt x="236987" y="53852"/>
                </a:lnTo>
                <a:lnTo>
                  <a:pt x="237100" y="53880"/>
                </a:lnTo>
                <a:lnTo>
                  <a:pt x="237213" y="53908"/>
                </a:lnTo>
                <a:lnTo>
                  <a:pt x="237325" y="53936"/>
                </a:lnTo>
                <a:lnTo>
                  <a:pt x="237438" y="53965"/>
                </a:lnTo>
                <a:lnTo>
                  <a:pt x="237548" y="53993"/>
                </a:lnTo>
                <a:lnTo>
                  <a:pt x="237652" y="53993"/>
                </a:lnTo>
                <a:lnTo>
                  <a:pt x="237764" y="54021"/>
                </a:lnTo>
                <a:lnTo>
                  <a:pt x="237877" y="54078"/>
                </a:lnTo>
                <a:lnTo>
                  <a:pt x="237988" y="54078"/>
                </a:lnTo>
                <a:lnTo>
                  <a:pt x="238100" y="54106"/>
                </a:lnTo>
                <a:lnTo>
                  <a:pt x="238213" y="54135"/>
                </a:lnTo>
                <a:lnTo>
                  <a:pt x="238326" y="54163"/>
                </a:lnTo>
                <a:lnTo>
                  <a:pt x="238439" y="54191"/>
                </a:lnTo>
                <a:lnTo>
                  <a:pt x="238539" y="54220"/>
                </a:lnTo>
                <a:lnTo>
                  <a:pt x="238652" y="54248"/>
                </a:lnTo>
                <a:lnTo>
                  <a:pt x="238765" y="54248"/>
                </a:lnTo>
                <a:lnTo>
                  <a:pt x="238878" y="54276"/>
                </a:lnTo>
                <a:lnTo>
                  <a:pt x="238991" y="54305"/>
                </a:lnTo>
                <a:lnTo>
                  <a:pt x="239103" y="54333"/>
                </a:lnTo>
                <a:lnTo>
                  <a:pt x="239204" y="54361"/>
                </a:lnTo>
                <a:lnTo>
                  <a:pt x="239317" y="54361"/>
                </a:lnTo>
                <a:lnTo>
                  <a:pt x="239430" y="54389"/>
                </a:lnTo>
                <a:lnTo>
                  <a:pt x="239542" y="54418"/>
                </a:lnTo>
                <a:lnTo>
                  <a:pt x="239653" y="54446"/>
                </a:lnTo>
                <a:lnTo>
                  <a:pt x="239766" y="54446"/>
                </a:lnTo>
                <a:lnTo>
                  <a:pt x="239869" y="54474"/>
                </a:lnTo>
                <a:lnTo>
                  <a:pt x="239981" y="54503"/>
                </a:lnTo>
                <a:lnTo>
                  <a:pt x="240094" y="54531"/>
                </a:lnTo>
                <a:lnTo>
                  <a:pt x="240205" y="54531"/>
                </a:lnTo>
                <a:lnTo>
                  <a:pt x="240317" y="54559"/>
                </a:lnTo>
                <a:lnTo>
                  <a:pt x="240430" y="54588"/>
                </a:lnTo>
                <a:lnTo>
                  <a:pt x="240533" y="54616"/>
                </a:lnTo>
                <a:lnTo>
                  <a:pt x="240644" y="54616"/>
                </a:lnTo>
                <a:lnTo>
                  <a:pt x="240757" y="54644"/>
                </a:lnTo>
                <a:lnTo>
                  <a:pt x="240869" y="54673"/>
                </a:lnTo>
                <a:lnTo>
                  <a:pt x="240982" y="54701"/>
                </a:lnTo>
                <a:lnTo>
                  <a:pt x="241095" y="54729"/>
                </a:lnTo>
                <a:lnTo>
                  <a:pt x="241208" y="54758"/>
                </a:lnTo>
                <a:lnTo>
                  <a:pt x="241320" y="54758"/>
                </a:lnTo>
                <a:lnTo>
                  <a:pt x="241421" y="54786"/>
                </a:lnTo>
                <a:lnTo>
                  <a:pt x="241534" y="54814"/>
                </a:lnTo>
                <a:lnTo>
                  <a:pt x="241647" y="54842"/>
                </a:lnTo>
                <a:lnTo>
                  <a:pt x="241759" y="54871"/>
                </a:lnTo>
                <a:lnTo>
                  <a:pt x="241870" y="54871"/>
                </a:lnTo>
                <a:lnTo>
                  <a:pt x="241983" y="54899"/>
                </a:lnTo>
                <a:lnTo>
                  <a:pt x="242095" y="54927"/>
                </a:lnTo>
                <a:lnTo>
                  <a:pt x="242199" y="54956"/>
                </a:lnTo>
                <a:lnTo>
                  <a:pt x="242311" y="54984"/>
                </a:lnTo>
                <a:lnTo>
                  <a:pt x="242422" y="55012"/>
                </a:lnTo>
                <a:lnTo>
                  <a:pt x="242535" y="55012"/>
                </a:lnTo>
                <a:lnTo>
                  <a:pt x="242647" y="55041"/>
                </a:lnTo>
                <a:lnTo>
                  <a:pt x="242760" y="55069"/>
                </a:lnTo>
                <a:lnTo>
                  <a:pt x="242861" y="55097"/>
                </a:lnTo>
                <a:lnTo>
                  <a:pt x="242974" y="55097"/>
                </a:lnTo>
                <a:lnTo>
                  <a:pt x="243086" y="55126"/>
                </a:lnTo>
                <a:lnTo>
                  <a:pt x="243199" y="55154"/>
                </a:lnTo>
                <a:lnTo>
                  <a:pt x="243312" y="55182"/>
                </a:lnTo>
                <a:lnTo>
                  <a:pt x="243425" y="55182"/>
                </a:lnTo>
                <a:lnTo>
                  <a:pt x="243535" y="55211"/>
                </a:lnTo>
                <a:lnTo>
                  <a:pt x="243648" y="55211"/>
                </a:lnTo>
                <a:lnTo>
                  <a:pt x="243761" y="55239"/>
                </a:lnTo>
                <a:lnTo>
                  <a:pt x="243864" y="55267"/>
                </a:lnTo>
                <a:lnTo>
                  <a:pt x="243977" y="55267"/>
                </a:lnTo>
                <a:lnTo>
                  <a:pt x="244087" y="55295"/>
                </a:lnTo>
                <a:lnTo>
                  <a:pt x="244200" y="55324"/>
                </a:lnTo>
                <a:lnTo>
                  <a:pt x="244313" y="55324"/>
                </a:lnTo>
                <a:lnTo>
                  <a:pt x="244425" y="55352"/>
                </a:lnTo>
                <a:lnTo>
                  <a:pt x="244538" y="55352"/>
                </a:lnTo>
                <a:lnTo>
                  <a:pt x="244639" y="55352"/>
                </a:lnTo>
                <a:lnTo>
                  <a:pt x="244752" y="55380"/>
                </a:lnTo>
                <a:lnTo>
                  <a:pt x="244864" y="55380"/>
                </a:lnTo>
                <a:lnTo>
                  <a:pt x="244977" y="55380"/>
                </a:lnTo>
                <a:lnTo>
                  <a:pt x="245090" y="55409"/>
                </a:lnTo>
                <a:lnTo>
                  <a:pt x="245191" y="55437"/>
                </a:lnTo>
                <a:lnTo>
                  <a:pt x="245303" y="55437"/>
                </a:lnTo>
                <a:lnTo>
                  <a:pt x="245416" y="55437"/>
                </a:lnTo>
                <a:lnTo>
                  <a:pt x="245529" y="55465"/>
                </a:lnTo>
                <a:lnTo>
                  <a:pt x="245642" y="55465"/>
                </a:lnTo>
                <a:lnTo>
                  <a:pt x="245752" y="55465"/>
                </a:lnTo>
                <a:lnTo>
                  <a:pt x="245865" y="55494"/>
                </a:lnTo>
                <a:lnTo>
                  <a:pt x="245968" y="55494"/>
                </a:lnTo>
                <a:lnTo>
                  <a:pt x="246081" y="55494"/>
                </a:lnTo>
                <a:lnTo>
                  <a:pt x="246191" y="55494"/>
                </a:lnTo>
                <a:lnTo>
                  <a:pt x="246304" y="55522"/>
                </a:lnTo>
                <a:lnTo>
                  <a:pt x="246417" y="55522"/>
                </a:lnTo>
                <a:lnTo>
                  <a:pt x="246530" y="55522"/>
                </a:lnTo>
                <a:lnTo>
                  <a:pt x="246642" y="55522"/>
                </a:lnTo>
                <a:lnTo>
                  <a:pt x="246743" y="55522"/>
                </a:lnTo>
                <a:lnTo>
                  <a:pt x="246856" y="55522"/>
                </a:lnTo>
                <a:lnTo>
                  <a:pt x="246969" y="55550"/>
                </a:lnTo>
                <a:lnTo>
                  <a:pt x="247081" y="55550"/>
                </a:lnTo>
                <a:lnTo>
                  <a:pt x="247194" y="55550"/>
                </a:lnTo>
                <a:lnTo>
                  <a:pt x="247307" y="55550"/>
                </a:lnTo>
                <a:lnTo>
                  <a:pt x="247417" y="55550"/>
                </a:lnTo>
                <a:lnTo>
                  <a:pt x="247530" y="55550"/>
                </a:lnTo>
                <a:lnTo>
                  <a:pt x="247633" y="55550"/>
                </a:lnTo>
                <a:lnTo>
                  <a:pt x="247746" y="55550"/>
                </a:lnTo>
                <a:lnTo>
                  <a:pt x="247857" y="55550"/>
                </a:lnTo>
                <a:lnTo>
                  <a:pt x="247969" y="55550"/>
                </a:lnTo>
                <a:lnTo>
                  <a:pt x="248082" y="55550"/>
                </a:lnTo>
                <a:lnTo>
                  <a:pt x="248185" y="55550"/>
                </a:lnTo>
                <a:lnTo>
                  <a:pt x="248298" y="55550"/>
                </a:lnTo>
                <a:lnTo>
                  <a:pt x="248408" y="55550"/>
                </a:lnTo>
                <a:lnTo>
                  <a:pt x="248521" y="55550"/>
                </a:lnTo>
                <a:lnTo>
                  <a:pt x="248634" y="55550"/>
                </a:lnTo>
                <a:lnTo>
                  <a:pt x="248747" y="55522"/>
                </a:lnTo>
                <a:lnTo>
                  <a:pt x="248847" y="55522"/>
                </a:lnTo>
                <a:lnTo>
                  <a:pt x="248960" y="55522"/>
                </a:lnTo>
                <a:lnTo>
                  <a:pt x="249083" y="55522"/>
                </a:lnTo>
                <a:lnTo>
                  <a:pt x="249186" y="55522"/>
                </a:lnTo>
                <a:lnTo>
                  <a:pt x="249299" y="55522"/>
                </a:lnTo>
                <a:lnTo>
                  <a:pt x="249411" y="55494"/>
                </a:lnTo>
                <a:lnTo>
                  <a:pt x="249522" y="55494"/>
                </a:lnTo>
                <a:lnTo>
                  <a:pt x="249635" y="55494"/>
                </a:lnTo>
                <a:lnTo>
                  <a:pt x="249747" y="55494"/>
                </a:lnTo>
                <a:lnTo>
                  <a:pt x="249860" y="55494"/>
                </a:lnTo>
                <a:lnTo>
                  <a:pt x="249973" y="55494"/>
                </a:lnTo>
                <a:lnTo>
                  <a:pt x="250074" y="55465"/>
                </a:lnTo>
                <a:lnTo>
                  <a:pt x="250186" y="55465"/>
                </a:lnTo>
                <a:lnTo>
                  <a:pt x="250299" y="55465"/>
                </a:lnTo>
                <a:lnTo>
                  <a:pt x="250412" y="55465"/>
                </a:lnTo>
                <a:lnTo>
                  <a:pt x="250525" y="55465"/>
                </a:lnTo>
                <a:lnTo>
                  <a:pt x="250625" y="55437"/>
                </a:lnTo>
                <a:lnTo>
                  <a:pt x="250738" y="55437"/>
                </a:lnTo>
                <a:lnTo>
                  <a:pt x="250851" y="55437"/>
                </a:lnTo>
                <a:lnTo>
                  <a:pt x="250964" y="55409"/>
                </a:lnTo>
                <a:lnTo>
                  <a:pt x="251077" y="55409"/>
                </a:lnTo>
                <a:lnTo>
                  <a:pt x="251189" y="55409"/>
                </a:lnTo>
                <a:lnTo>
                  <a:pt x="251290" y="55380"/>
                </a:lnTo>
                <a:lnTo>
                  <a:pt x="251403" y="55380"/>
                </a:lnTo>
                <a:lnTo>
                  <a:pt x="251516" y="55380"/>
                </a:lnTo>
                <a:lnTo>
                  <a:pt x="251628" y="55380"/>
                </a:lnTo>
                <a:lnTo>
                  <a:pt x="251739" y="55352"/>
                </a:lnTo>
                <a:lnTo>
                  <a:pt x="251852" y="55352"/>
                </a:lnTo>
                <a:lnTo>
                  <a:pt x="251964" y="55324"/>
                </a:lnTo>
                <a:lnTo>
                  <a:pt x="252077" y="55324"/>
                </a:lnTo>
                <a:lnTo>
                  <a:pt x="252180" y="55324"/>
                </a:lnTo>
                <a:lnTo>
                  <a:pt x="252291" y="55295"/>
                </a:lnTo>
                <a:lnTo>
                  <a:pt x="252403" y="55267"/>
                </a:lnTo>
                <a:lnTo>
                  <a:pt x="252516" y="55267"/>
                </a:lnTo>
                <a:lnTo>
                  <a:pt x="252629" y="55267"/>
                </a:lnTo>
                <a:lnTo>
                  <a:pt x="252742" y="55239"/>
                </a:lnTo>
                <a:lnTo>
                  <a:pt x="252855" y="55239"/>
                </a:lnTo>
                <a:lnTo>
                  <a:pt x="252965" y="55211"/>
                </a:lnTo>
                <a:lnTo>
                  <a:pt x="253068" y="55211"/>
                </a:lnTo>
                <a:lnTo>
                  <a:pt x="253181" y="55182"/>
                </a:lnTo>
                <a:lnTo>
                  <a:pt x="253294" y="55182"/>
                </a:lnTo>
                <a:lnTo>
                  <a:pt x="253404" y="55182"/>
                </a:lnTo>
                <a:lnTo>
                  <a:pt x="253517" y="55154"/>
                </a:lnTo>
                <a:lnTo>
                  <a:pt x="253620" y="55126"/>
                </a:lnTo>
                <a:lnTo>
                  <a:pt x="253733" y="55126"/>
                </a:lnTo>
                <a:lnTo>
                  <a:pt x="253846" y="55097"/>
                </a:lnTo>
                <a:lnTo>
                  <a:pt x="253956" y="55097"/>
                </a:lnTo>
                <a:lnTo>
                  <a:pt x="254069" y="55069"/>
                </a:lnTo>
                <a:lnTo>
                  <a:pt x="254181" y="55069"/>
                </a:lnTo>
                <a:lnTo>
                  <a:pt x="254285" y="55041"/>
                </a:lnTo>
                <a:lnTo>
                  <a:pt x="254395" y="55012"/>
                </a:lnTo>
                <a:lnTo>
                  <a:pt x="254508" y="55012"/>
                </a:lnTo>
                <a:lnTo>
                  <a:pt x="254621" y="54984"/>
                </a:lnTo>
                <a:lnTo>
                  <a:pt x="254733" y="54984"/>
                </a:lnTo>
                <a:lnTo>
                  <a:pt x="254846" y="54956"/>
                </a:lnTo>
                <a:lnTo>
                  <a:pt x="254959" y="54956"/>
                </a:lnTo>
                <a:lnTo>
                  <a:pt x="255060" y="54927"/>
                </a:lnTo>
                <a:lnTo>
                  <a:pt x="255172" y="54899"/>
                </a:lnTo>
                <a:lnTo>
                  <a:pt x="255295" y="54871"/>
                </a:lnTo>
                <a:lnTo>
                  <a:pt x="255398" y="54871"/>
                </a:lnTo>
                <a:lnTo>
                  <a:pt x="255511" y="54842"/>
                </a:lnTo>
                <a:lnTo>
                  <a:pt x="255621" y="54842"/>
                </a:lnTo>
                <a:lnTo>
                  <a:pt x="255734" y="54814"/>
                </a:lnTo>
                <a:lnTo>
                  <a:pt x="255847" y="54786"/>
                </a:lnTo>
                <a:lnTo>
                  <a:pt x="255959" y="54758"/>
                </a:lnTo>
                <a:lnTo>
                  <a:pt x="256060" y="54758"/>
                </a:lnTo>
                <a:lnTo>
                  <a:pt x="256173" y="54729"/>
                </a:lnTo>
                <a:lnTo>
                  <a:pt x="256286" y="54729"/>
                </a:lnTo>
                <a:lnTo>
                  <a:pt x="256399" y="54701"/>
                </a:lnTo>
                <a:lnTo>
                  <a:pt x="256511" y="54673"/>
                </a:lnTo>
                <a:lnTo>
                  <a:pt x="256624" y="54644"/>
                </a:lnTo>
                <a:lnTo>
                  <a:pt x="256725" y="54644"/>
                </a:lnTo>
                <a:lnTo>
                  <a:pt x="256838" y="54616"/>
                </a:lnTo>
                <a:lnTo>
                  <a:pt x="256950" y="54588"/>
                </a:lnTo>
                <a:lnTo>
                  <a:pt x="257063" y="54588"/>
                </a:lnTo>
                <a:lnTo>
                  <a:pt x="257176" y="54559"/>
                </a:lnTo>
                <a:lnTo>
                  <a:pt x="257286" y="54531"/>
                </a:lnTo>
                <a:lnTo>
                  <a:pt x="257399" y="54503"/>
                </a:lnTo>
                <a:lnTo>
                  <a:pt x="257502" y="54503"/>
                </a:lnTo>
                <a:lnTo>
                  <a:pt x="257615" y="54474"/>
                </a:lnTo>
                <a:lnTo>
                  <a:pt x="257725" y="54446"/>
                </a:lnTo>
                <a:lnTo>
                  <a:pt x="257838" y="54418"/>
                </a:lnTo>
                <a:lnTo>
                  <a:pt x="257951" y="54418"/>
                </a:lnTo>
                <a:lnTo>
                  <a:pt x="258064" y="54389"/>
                </a:lnTo>
                <a:lnTo>
                  <a:pt x="258177" y="54361"/>
                </a:lnTo>
                <a:lnTo>
                  <a:pt x="258289" y="54361"/>
                </a:lnTo>
                <a:lnTo>
                  <a:pt x="258390" y="54333"/>
                </a:lnTo>
                <a:lnTo>
                  <a:pt x="258503" y="54305"/>
                </a:lnTo>
                <a:lnTo>
                  <a:pt x="258616" y="54276"/>
                </a:lnTo>
                <a:lnTo>
                  <a:pt x="258728" y="54276"/>
                </a:lnTo>
                <a:lnTo>
                  <a:pt x="258841" y="54248"/>
                </a:lnTo>
                <a:lnTo>
                  <a:pt x="258952" y="54248"/>
                </a:lnTo>
                <a:lnTo>
                  <a:pt x="259055" y="54220"/>
                </a:lnTo>
                <a:lnTo>
                  <a:pt x="259168" y="54220"/>
                </a:lnTo>
                <a:lnTo>
                  <a:pt x="259280" y="54191"/>
                </a:lnTo>
                <a:lnTo>
                  <a:pt x="259391" y="54191"/>
                </a:lnTo>
                <a:lnTo>
                  <a:pt x="259503" y="54163"/>
                </a:lnTo>
                <a:lnTo>
                  <a:pt x="259607" y="54163"/>
                </a:lnTo>
                <a:lnTo>
                  <a:pt x="259719" y="54135"/>
                </a:lnTo>
                <a:lnTo>
                  <a:pt x="259832" y="54135"/>
                </a:lnTo>
                <a:lnTo>
                  <a:pt x="259943" y="54106"/>
                </a:lnTo>
                <a:lnTo>
                  <a:pt x="260055" y="54106"/>
                </a:lnTo>
                <a:lnTo>
                  <a:pt x="260168" y="54078"/>
                </a:lnTo>
                <a:lnTo>
                  <a:pt x="260281" y="54078"/>
                </a:lnTo>
                <a:lnTo>
                  <a:pt x="260394" y="54078"/>
                </a:lnTo>
                <a:lnTo>
                  <a:pt x="260494" y="54050"/>
                </a:lnTo>
                <a:lnTo>
                  <a:pt x="260607" y="54050"/>
                </a:lnTo>
                <a:lnTo>
                  <a:pt x="260720" y="54021"/>
                </a:lnTo>
                <a:lnTo>
                  <a:pt x="260833" y="54021"/>
                </a:lnTo>
                <a:lnTo>
                  <a:pt x="260946" y="54021"/>
                </a:lnTo>
                <a:lnTo>
                  <a:pt x="261058" y="53993"/>
                </a:lnTo>
                <a:lnTo>
                  <a:pt x="261169" y="53993"/>
                </a:lnTo>
                <a:lnTo>
                  <a:pt x="261281" y="53993"/>
                </a:lnTo>
                <a:lnTo>
                  <a:pt x="261385" y="53965"/>
                </a:lnTo>
                <a:lnTo>
                  <a:pt x="261497" y="53965"/>
                </a:lnTo>
                <a:lnTo>
                  <a:pt x="261608" y="53965"/>
                </a:lnTo>
                <a:lnTo>
                  <a:pt x="261721" y="53936"/>
                </a:lnTo>
                <a:lnTo>
                  <a:pt x="261833" y="53936"/>
                </a:lnTo>
                <a:lnTo>
                  <a:pt x="261946" y="53908"/>
                </a:lnTo>
                <a:lnTo>
                  <a:pt x="262049" y="53908"/>
                </a:lnTo>
                <a:lnTo>
                  <a:pt x="262160" y="53880"/>
                </a:lnTo>
                <a:lnTo>
                  <a:pt x="262272" y="53880"/>
                </a:lnTo>
                <a:lnTo>
                  <a:pt x="262385" y="53852"/>
                </a:lnTo>
                <a:lnTo>
                  <a:pt x="262498" y="53852"/>
                </a:lnTo>
                <a:lnTo>
                  <a:pt x="262611" y="53852"/>
                </a:lnTo>
                <a:lnTo>
                  <a:pt x="262724" y="53823"/>
                </a:lnTo>
                <a:lnTo>
                  <a:pt x="262834" y="53823"/>
                </a:lnTo>
                <a:lnTo>
                  <a:pt x="262937" y="53795"/>
                </a:lnTo>
                <a:lnTo>
                  <a:pt x="263050" y="53795"/>
                </a:lnTo>
                <a:lnTo>
                  <a:pt x="263163" y="53767"/>
                </a:lnTo>
                <a:lnTo>
                  <a:pt x="263273" y="53767"/>
                </a:lnTo>
                <a:lnTo>
                  <a:pt x="263386" y="53738"/>
                </a:lnTo>
                <a:lnTo>
                  <a:pt x="263499" y="53738"/>
                </a:lnTo>
                <a:lnTo>
                  <a:pt x="263611" y="53710"/>
                </a:lnTo>
                <a:lnTo>
                  <a:pt x="263724" y="53710"/>
                </a:lnTo>
                <a:lnTo>
                  <a:pt x="263825" y="53682"/>
                </a:lnTo>
                <a:lnTo>
                  <a:pt x="263938" y="53653"/>
                </a:lnTo>
                <a:lnTo>
                  <a:pt x="264050" y="53653"/>
                </a:lnTo>
                <a:lnTo>
                  <a:pt x="264163" y="53625"/>
                </a:lnTo>
                <a:lnTo>
                  <a:pt x="264276" y="53597"/>
                </a:lnTo>
                <a:lnTo>
                  <a:pt x="264389" y="53597"/>
                </a:lnTo>
                <a:lnTo>
                  <a:pt x="264490" y="53568"/>
                </a:lnTo>
                <a:lnTo>
                  <a:pt x="264602" y="53568"/>
                </a:lnTo>
                <a:lnTo>
                  <a:pt x="264715" y="53540"/>
                </a:lnTo>
                <a:lnTo>
                  <a:pt x="264828" y="53512"/>
                </a:lnTo>
                <a:lnTo>
                  <a:pt x="264938" y="53512"/>
                </a:lnTo>
                <a:lnTo>
                  <a:pt x="265041" y="53483"/>
                </a:lnTo>
                <a:lnTo>
                  <a:pt x="265154" y="53483"/>
                </a:lnTo>
                <a:lnTo>
                  <a:pt x="265267" y="53455"/>
                </a:lnTo>
                <a:lnTo>
                  <a:pt x="265380" y="53427"/>
                </a:lnTo>
                <a:lnTo>
                  <a:pt x="265490" y="53399"/>
                </a:lnTo>
                <a:lnTo>
                  <a:pt x="265603" y="53399"/>
                </a:lnTo>
                <a:lnTo>
                  <a:pt x="265716" y="53370"/>
                </a:lnTo>
                <a:lnTo>
                  <a:pt x="265819" y="53342"/>
                </a:lnTo>
                <a:lnTo>
                  <a:pt x="265929" y="53342"/>
                </a:lnTo>
                <a:lnTo>
                  <a:pt x="266042" y="53314"/>
                </a:lnTo>
                <a:lnTo>
                  <a:pt x="266155" y="53285"/>
                </a:lnTo>
                <a:lnTo>
                  <a:pt x="266268" y="53257"/>
                </a:lnTo>
                <a:lnTo>
                  <a:pt x="266380" y="53229"/>
                </a:lnTo>
                <a:lnTo>
                  <a:pt x="266493" y="53229"/>
                </a:lnTo>
                <a:lnTo>
                  <a:pt x="266606" y="53200"/>
                </a:lnTo>
                <a:lnTo>
                  <a:pt x="266707" y="53172"/>
                </a:lnTo>
                <a:lnTo>
                  <a:pt x="266819" y="53144"/>
                </a:lnTo>
                <a:lnTo>
                  <a:pt x="266932" y="53115"/>
                </a:lnTo>
                <a:lnTo>
                  <a:pt x="267045" y="53087"/>
                </a:lnTo>
                <a:lnTo>
                  <a:pt x="267155" y="53087"/>
                </a:lnTo>
                <a:lnTo>
                  <a:pt x="267268" y="53030"/>
                </a:lnTo>
                <a:lnTo>
                  <a:pt x="267381" y="53002"/>
                </a:lnTo>
                <a:lnTo>
                  <a:pt x="267484" y="53002"/>
                </a:lnTo>
                <a:lnTo>
                  <a:pt x="267597" y="52974"/>
                </a:lnTo>
                <a:lnTo>
                  <a:pt x="267707" y="52945"/>
                </a:lnTo>
                <a:lnTo>
                  <a:pt x="267820" y="52917"/>
                </a:lnTo>
                <a:lnTo>
                  <a:pt x="267933" y="52889"/>
                </a:lnTo>
                <a:lnTo>
                  <a:pt x="268046" y="52861"/>
                </a:lnTo>
                <a:lnTo>
                  <a:pt x="268158" y="52832"/>
                </a:lnTo>
                <a:lnTo>
                  <a:pt x="268259" y="52804"/>
                </a:lnTo>
                <a:lnTo>
                  <a:pt x="268372" y="52776"/>
                </a:lnTo>
                <a:lnTo>
                  <a:pt x="268485" y="52747"/>
                </a:lnTo>
                <a:lnTo>
                  <a:pt x="268597" y="52719"/>
                </a:lnTo>
                <a:lnTo>
                  <a:pt x="268710" y="52691"/>
                </a:lnTo>
                <a:lnTo>
                  <a:pt x="268821" y="52662"/>
                </a:lnTo>
                <a:lnTo>
                  <a:pt x="268933" y="52634"/>
                </a:lnTo>
                <a:lnTo>
                  <a:pt x="269046" y="52606"/>
                </a:lnTo>
                <a:lnTo>
                  <a:pt x="269149" y="52549"/>
                </a:lnTo>
                <a:lnTo>
                  <a:pt x="269262" y="52521"/>
                </a:lnTo>
                <a:lnTo>
                  <a:pt x="269372" y="52492"/>
                </a:lnTo>
                <a:lnTo>
                  <a:pt x="269485" y="52464"/>
                </a:lnTo>
                <a:lnTo>
                  <a:pt x="269598" y="52436"/>
                </a:lnTo>
                <a:lnTo>
                  <a:pt x="269711" y="52408"/>
                </a:lnTo>
                <a:lnTo>
                  <a:pt x="269824" y="52379"/>
                </a:lnTo>
                <a:lnTo>
                  <a:pt x="269924" y="52351"/>
                </a:lnTo>
                <a:lnTo>
                  <a:pt x="270037" y="52294"/>
                </a:lnTo>
                <a:lnTo>
                  <a:pt x="270150" y="52266"/>
                </a:lnTo>
                <a:lnTo>
                  <a:pt x="270263" y="52238"/>
                </a:lnTo>
                <a:lnTo>
                  <a:pt x="270375" y="52209"/>
                </a:lnTo>
                <a:lnTo>
                  <a:pt x="270476" y="52181"/>
                </a:lnTo>
                <a:lnTo>
                  <a:pt x="270589" y="52124"/>
                </a:lnTo>
                <a:lnTo>
                  <a:pt x="270702" y="52124"/>
                </a:lnTo>
                <a:lnTo>
                  <a:pt x="270814" y="52068"/>
                </a:lnTo>
                <a:lnTo>
                  <a:pt x="270927" y="52039"/>
                </a:lnTo>
                <a:lnTo>
                  <a:pt x="271038" y="52011"/>
                </a:lnTo>
                <a:lnTo>
                  <a:pt x="271150" y="51983"/>
                </a:lnTo>
                <a:lnTo>
                  <a:pt x="271254" y="51955"/>
                </a:lnTo>
                <a:lnTo>
                  <a:pt x="271366" y="51926"/>
                </a:lnTo>
                <a:lnTo>
                  <a:pt x="271477" y="51898"/>
                </a:lnTo>
                <a:lnTo>
                  <a:pt x="271590" y="51870"/>
                </a:lnTo>
                <a:lnTo>
                  <a:pt x="271702" y="51813"/>
                </a:lnTo>
                <a:lnTo>
                  <a:pt x="271815" y="51785"/>
                </a:lnTo>
                <a:lnTo>
                  <a:pt x="271928" y="51756"/>
                </a:lnTo>
                <a:lnTo>
                  <a:pt x="272029" y="51728"/>
                </a:lnTo>
                <a:lnTo>
                  <a:pt x="272141" y="51700"/>
                </a:lnTo>
                <a:lnTo>
                  <a:pt x="272254" y="51671"/>
                </a:lnTo>
                <a:lnTo>
                  <a:pt x="272367" y="51643"/>
                </a:lnTo>
                <a:lnTo>
                  <a:pt x="272480" y="51615"/>
                </a:lnTo>
                <a:lnTo>
                  <a:pt x="272592" y="51558"/>
                </a:lnTo>
                <a:lnTo>
                  <a:pt x="272703" y="51530"/>
                </a:lnTo>
                <a:lnTo>
                  <a:pt x="272816" y="51530"/>
                </a:lnTo>
                <a:lnTo>
                  <a:pt x="272919" y="51502"/>
                </a:lnTo>
                <a:lnTo>
                  <a:pt x="273032" y="51473"/>
                </a:lnTo>
                <a:lnTo>
                  <a:pt x="273142" y="51417"/>
                </a:lnTo>
                <a:lnTo>
                  <a:pt x="273255" y="51388"/>
                </a:lnTo>
                <a:lnTo>
                  <a:pt x="273368" y="51360"/>
                </a:lnTo>
                <a:lnTo>
                  <a:pt x="273471" y="51360"/>
                </a:lnTo>
                <a:lnTo>
                  <a:pt x="273583" y="51303"/>
                </a:lnTo>
                <a:lnTo>
                  <a:pt x="273694" y="51275"/>
                </a:lnTo>
                <a:lnTo>
                  <a:pt x="273807" y="51247"/>
                </a:lnTo>
                <a:lnTo>
                  <a:pt x="273919" y="51218"/>
                </a:lnTo>
                <a:lnTo>
                  <a:pt x="274032" y="51218"/>
                </a:lnTo>
                <a:lnTo>
                  <a:pt x="274133" y="51162"/>
                </a:lnTo>
                <a:lnTo>
                  <a:pt x="274246" y="51133"/>
                </a:lnTo>
                <a:lnTo>
                  <a:pt x="274368" y="51133"/>
                </a:lnTo>
                <a:lnTo>
                  <a:pt x="274471" y="51105"/>
                </a:lnTo>
                <a:lnTo>
                  <a:pt x="274584" y="51049"/>
                </a:lnTo>
                <a:lnTo>
                  <a:pt x="274697" y="51049"/>
                </a:lnTo>
                <a:lnTo>
                  <a:pt x="274807" y="51020"/>
                </a:lnTo>
                <a:lnTo>
                  <a:pt x="274920" y="50992"/>
                </a:lnTo>
                <a:lnTo>
                  <a:pt x="275033" y="50964"/>
                </a:lnTo>
                <a:lnTo>
                  <a:pt x="275146" y="50935"/>
                </a:lnTo>
                <a:lnTo>
                  <a:pt x="275249" y="50907"/>
                </a:lnTo>
                <a:lnTo>
                  <a:pt x="275359" y="50879"/>
                </a:lnTo>
                <a:lnTo>
                  <a:pt x="275472" y="50850"/>
                </a:lnTo>
                <a:lnTo>
                  <a:pt x="275585" y="50822"/>
                </a:lnTo>
                <a:lnTo>
                  <a:pt x="275697" y="50794"/>
                </a:lnTo>
                <a:lnTo>
                  <a:pt x="275810" y="50765"/>
                </a:lnTo>
                <a:lnTo>
                  <a:pt x="275911" y="50737"/>
                </a:lnTo>
                <a:lnTo>
                  <a:pt x="276024" y="50709"/>
                </a:lnTo>
                <a:lnTo>
                  <a:pt x="276136" y="50680"/>
                </a:lnTo>
                <a:lnTo>
                  <a:pt x="276249" y="50652"/>
                </a:lnTo>
                <a:lnTo>
                  <a:pt x="276362" y="50624"/>
                </a:lnTo>
                <a:lnTo>
                  <a:pt x="276475" y="50596"/>
                </a:lnTo>
                <a:lnTo>
                  <a:pt x="276576" y="50539"/>
                </a:lnTo>
                <a:lnTo>
                  <a:pt x="276688" y="50511"/>
                </a:lnTo>
                <a:lnTo>
                  <a:pt x="276801" y="50482"/>
                </a:lnTo>
                <a:lnTo>
                  <a:pt x="276914" y="50454"/>
                </a:lnTo>
                <a:lnTo>
                  <a:pt x="277024" y="50426"/>
                </a:lnTo>
                <a:lnTo>
                  <a:pt x="277137" y="50397"/>
                </a:lnTo>
                <a:lnTo>
                  <a:pt x="277250" y="50369"/>
                </a:lnTo>
                <a:lnTo>
                  <a:pt x="277363" y="50312"/>
                </a:lnTo>
                <a:lnTo>
                  <a:pt x="277466" y="50284"/>
                </a:lnTo>
                <a:lnTo>
                  <a:pt x="277576" y="50256"/>
                </a:lnTo>
                <a:lnTo>
                  <a:pt x="277689" y="50227"/>
                </a:lnTo>
                <a:lnTo>
                  <a:pt x="277802" y="50199"/>
                </a:lnTo>
                <a:lnTo>
                  <a:pt x="277914" y="50142"/>
                </a:lnTo>
                <a:lnTo>
                  <a:pt x="278027" y="50114"/>
                </a:lnTo>
                <a:lnTo>
                  <a:pt x="278140" y="50086"/>
                </a:lnTo>
                <a:lnTo>
                  <a:pt x="278241" y="50058"/>
                </a:lnTo>
                <a:lnTo>
                  <a:pt x="278354" y="50029"/>
                </a:lnTo>
                <a:lnTo>
                  <a:pt x="278466" y="49973"/>
                </a:lnTo>
                <a:lnTo>
                  <a:pt x="278579" y="49944"/>
                </a:lnTo>
                <a:lnTo>
                  <a:pt x="278690" y="49916"/>
                </a:lnTo>
                <a:lnTo>
                  <a:pt x="278802" y="49888"/>
                </a:lnTo>
                <a:lnTo>
                  <a:pt x="278905" y="49831"/>
                </a:lnTo>
                <a:lnTo>
                  <a:pt x="279018" y="49803"/>
                </a:lnTo>
                <a:lnTo>
                  <a:pt x="279131" y="49774"/>
                </a:lnTo>
                <a:lnTo>
                  <a:pt x="279241" y="49718"/>
                </a:lnTo>
                <a:lnTo>
                  <a:pt x="279354" y="49689"/>
                </a:lnTo>
                <a:lnTo>
                  <a:pt x="279457" y="49633"/>
                </a:lnTo>
                <a:lnTo>
                  <a:pt x="279570" y="49605"/>
                </a:lnTo>
                <a:lnTo>
                  <a:pt x="279680" y="49548"/>
                </a:lnTo>
                <a:lnTo>
                  <a:pt x="279793" y="49520"/>
                </a:lnTo>
                <a:lnTo>
                  <a:pt x="279906" y="49491"/>
                </a:lnTo>
                <a:lnTo>
                  <a:pt x="280019" y="49435"/>
                </a:lnTo>
                <a:lnTo>
                  <a:pt x="280132" y="49406"/>
                </a:lnTo>
                <a:lnTo>
                  <a:pt x="280244" y="49350"/>
                </a:lnTo>
                <a:lnTo>
                  <a:pt x="280345" y="49293"/>
                </a:lnTo>
                <a:lnTo>
                  <a:pt x="280458" y="49265"/>
                </a:lnTo>
                <a:lnTo>
                  <a:pt x="280580" y="49236"/>
                </a:lnTo>
                <a:lnTo>
                  <a:pt x="280683" y="49180"/>
                </a:lnTo>
                <a:lnTo>
                  <a:pt x="280796" y="49123"/>
                </a:lnTo>
                <a:lnTo>
                  <a:pt x="280907" y="49067"/>
                </a:lnTo>
                <a:lnTo>
                  <a:pt x="281019" y="49038"/>
                </a:lnTo>
                <a:lnTo>
                  <a:pt x="281132" y="49010"/>
                </a:lnTo>
                <a:lnTo>
                  <a:pt x="281235" y="48953"/>
                </a:lnTo>
                <a:lnTo>
                  <a:pt x="281346" y="48897"/>
                </a:lnTo>
                <a:lnTo>
                  <a:pt x="281458" y="48868"/>
                </a:lnTo>
                <a:lnTo>
                  <a:pt x="281571" y="48812"/>
                </a:lnTo>
                <a:lnTo>
                  <a:pt x="281684" y="48783"/>
                </a:lnTo>
                <a:lnTo>
                  <a:pt x="281797" y="48727"/>
                </a:lnTo>
                <a:lnTo>
                  <a:pt x="281910" y="48670"/>
                </a:lnTo>
                <a:lnTo>
                  <a:pt x="282010" y="48642"/>
                </a:lnTo>
                <a:lnTo>
                  <a:pt x="282123" y="48585"/>
                </a:lnTo>
                <a:lnTo>
                  <a:pt x="282236" y="48557"/>
                </a:lnTo>
                <a:lnTo>
                  <a:pt x="282349" y="48529"/>
                </a:lnTo>
                <a:lnTo>
                  <a:pt x="282461" y="48472"/>
                </a:lnTo>
                <a:lnTo>
                  <a:pt x="282572" y="48415"/>
                </a:lnTo>
                <a:lnTo>
                  <a:pt x="282685" y="48387"/>
                </a:lnTo>
                <a:lnTo>
                  <a:pt x="282788" y="48330"/>
                </a:lnTo>
                <a:lnTo>
                  <a:pt x="282901" y="48302"/>
                </a:lnTo>
                <a:lnTo>
                  <a:pt x="283011" y="48274"/>
                </a:lnTo>
                <a:lnTo>
                  <a:pt x="283124" y="48217"/>
                </a:lnTo>
                <a:lnTo>
                  <a:pt x="283236" y="48189"/>
                </a:lnTo>
                <a:lnTo>
                  <a:pt x="283349" y="48161"/>
                </a:lnTo>
                <a:lnTo>
                  <a:pt x="283462" y="48132"/>
                </a:lnTo>
                <a:lnTo>
                  <a:pt x="283575" y="48076"/>
                </a:lnTo>
                <a:lnTo>
                  <a:pt x="283676" y="48047"/>
                </a:lnTo>
                <a:lnTo>
                  <a:pt x="283788" y="48019"/>
                </a:lnTo>
                <a:lnTo>
                  <a:pt x="283901" y="47962"/>
                </a:lnTo>
                <a:lnTo>
                  <a:pt x="284014" y="47934"/>
                </a:lnTo>
                <a:lnTo>
                  <a:pt x="284127" y="47906"/>
                </a:lnTo>
                <a:lnTo>
                  <a:pt x="284237" y="47877"/>
                </a:lnTo>
                <a:lnTo>
                  <a:pt x="284340" y="47821"/>
                </a:lnTo>
                <a:lnTo>
                  <a:pt x="284453" y="47793"/>
                </a:lnTo>
                <a:lnTo>
                  <a:pt x="284566" y="47764"/>
                </a:lnTo>
                <a:lnTo>
                  <a:pt x="284676" y="47708"/>
                </a:lnTo>
                <a:lnTo>
                  <a:pt x="284789" y="47679"/>
                </a:lnTo>
                <a:lnTo>
                  <a:pt x="284892" y="47651"/>
                </a:lnTo>
                <a:lnTo>
                  <a:pt x="285005" y="47623"/>
                </a:lnTo>
                <a:lnTo>
                  <a:pt x="285118" y="47594"/>
                </a:lnTo>
                <a:lnTo>
                  <a:pt x="285228" y="47566"/>
                </a:lnTo>
                <a:lnTo>
                  <a:pt x="285341" y="47538"/>
                </a:lnTo>
                <a:lnTo>
                  <a:pt x="285454" y="47509"/>
                </a:lnTo>
                <a:lnTo>
                  <a:pt x="285566" y="47453"/>
                </a:lnTo>
                <a:lnTo>
                  <a:pt x="285679" y="47424"/>
                </a:lnTo>
                <a:lnTo>
                  <a:pt x="285780" y="47396"/>
                </a:lnTo>
                <a:lnTo>
                  <a:pt x="285893" y="47368"/>
                </a:lnTo>
                <a:lnTo>
                  <a:pt x="286005" y="47340"/>
                </a:lnTo>
                <a:lnTo>
                  <a:pt x="286118" y="47311"/>
                </a:lnTo>
                <a:lnTo>
                  <a:pt x="286231" y="47283"/>
                </a:lnTo>
                <a:lnTo>
                  <a:pt x="286344" y="47255"/>
                </a:lnTo>
                <a:lnTo>
                  <a:pt x="286454" y="47198"/>
                </a:lnTo>
                <a:lnTo>
                  <a:pt x="286567" y="47198"/>
                </a:lnTo>
                <a:lnTo>
                  <a:pt x="286670" y="47170"/>
                </a:lnTo>
                <a:lnTo>
                  <a:pt x="286783" y="47141"/>
                </a:lnTo>
                <a:lnTo>
                  <a:pt x="286893" y="47085"/>
                </a:lnTo>
                <a:lnTo>
                  <a:pt x="287006" y="47056"/>
                </a:lnTo>
                <a:lnTo>
                  <a:pt x="287119" y="47028"/>
                </a:lnTo>
                <a:lnTo>
                  <a:pt x="287232" y="47000"/>
                </a:lnTo>
                <a:lnTo>
                  <a:pt x="287335" y="46971"/>
                </a:lnTo>
                <a:lnTo>
                  <a:pt x="287445" y="46943"/>
                </a:lnTo>
                <a:lnTo>
                  <a:pt x="287558" y="46915"/>
                </a:lnTo>
                <a:lnTo>
                  <a:pt x="287671" y="46886"/>
                </a:lnTo>
                <a:lnTo>
                  <a:pt x="287783" y="46886"/>
                </a:lnTo>
                <a:lnTo>
                  <a:pt x="287896" y="46830"/>
                </a:lnTo>
                <a:lnTo>
                  <a:pt x="288009" y="46802"/>
                </a:lnTo>
                <a:lnTo>
                  <a:pt x="288119" y="46773"/>
                </a:lnTo>
                <a:lnTo>
                  <a:pt x="288223" y="46773"/>
                </a:lnTo>
                <a:lnTo>
                  <a:pt x="288335" y="46717"/>
                </a:lnTo>
                <a:lnTo>
                  <a:pt x="288448" y="46717"/>
                </a:lnTo>
                <a:lnTo>
                  <a:pt x="288558" y="46688"/>
                </a:lnTo>
                <a:lnTo>
                  <a:pt x="288671" y="46660"/>
                </a:lnTo>
                <a:lnTo>
                  <a:pt x="288784" y="46632"/>
                </a:lnTo>
                <a:lnTo>
                  <a:pt x="288897" y="46603"/>
                </a:lnTo>
                <a:lnTo>
                  <a:pt x="289010" y="46575"/>
                </a:lnTo>
                <a:lnTo>
                  <a:pt x="289110" y="46575"/>
                </a:lnTo>
                <a:lnTo>
                  <a:pt x="289223" y="46547"/>
                </a:lnTo>
                <a:lnTo>
                  <a:pt x="289336" y="46518"/>
                </a:lnTo>
                <a:lnTo>
                  <a:pt x="289449" y="46518"/>
                </a:lnTo>
                <a:lnTo>
                  <a:pt x="289561" y="46490"/>
                </a:lnTo>
                <a:lnTo>
                  <a:pt x="289662" y="46462"/>
                </a:lnTo>
                <a:lnTo>
                  <a:pt x="289775" y="46462"/>
                </a:lnTo>
                <a:lnTo>
                  <a:pt x="289888" y="46433"/>
                </a:lnTo>
                <a:lnTo>
                  <a:pt x="290001" y="46405"/>
                </a:lnTo>
                <a:lnTo>
                  <a:pt x="290113" y="46405"/>
                </a:lnTo>
                <a:lnTo>
                  <a:pt x="290224" y="46405"/>
                </a:lnTo>
                <a:lnTo>
                  <a:pt x="290327" y="46377"/>
                </a:lnTo>
                <a:lnTo>
                  <a:pt x="290440" y="46349"/>
                </a:lnTo>
                <a:lnTo>
                  <a:pt x="290552" y="46349"/>
                </a:lnTo>
                <a:lnTo>
                  <a:pt x="290665" y="46320"/>
                </a:lnTo>
                <a:lnTo>
                  <a:pt x="290776" y="46320"/>
                </a:lnTo>
                <a:lnTo>
                  <a:pt x="290888" y="46320"/>
                </a:lnTo>
                <a:lnTo>
                  <a:pt x="291001" y="46292"/>
                </a:lnTo>
                <a:lnTo>
                  <a:pt x="291104" y="46292"/>
                </a:lnTo>
                <a:lnTo>
                  <a:pt x="291215" y="46292"/>
                </a:lnTo>
                <a:lnTo>
                  <a:pt x="291327" y="46292"/>
                </a:lnTo>
                <a:lnTo>
                  <a:pt x="291440" y="46264"/>
                </a:lnTo>
                <a:lnTo>
                  <a:pt x="291553" y="46264"/>
                </a:lnTo>
                <a:lnTo>
                  <a:pt x="291666" y="46264"/>
                </a:lnTo>
                <a:lnTo>
                  <a:pt x="291779" y="46264"/>
                </a:lnTo>
                <a:lnTo>
                  <a:pt x="291891" y="46264"/>
                </a:lnTo>
                <a:lnTo>
                  <a:pt x="291992" y="46264"/>
                </a:lnTo>
                <a:lnTo>
                  <a:pt x="292105" y="46264"/>
                </a:lnTo>
                <a:lnTo>
                  <a:pt x="292218" y="46264"/>
                </a:lnTo>
                <a:lnTo>
                  <a:pt x="292330" y="46264"/>
                </a:lnTo>
                <a:lnTo>
                  <a:pt x="292441" y="46264"/>
                </a:lnTo>
                <a:lnTo>
                  <a:pt x="292554" y="46264"/>
                </a:lnTo>
                <a:lnTo>
                  <a:pt x="292657" y="46264"/>
                </a:lnTo>
                <a:lnTo>
                  <a:pt x="292769" y="46264"/>
                </a:lnTo>
                <a:lnTo>
                  <a:pt x="292882" y="46264"/>
                </a:lnTo>
                <a:lnTo>
                  <a:pt x="292993" y="46264"/>
                </a:lnTo>
                <a:lnTo>
                  <a:pt x="293105" y="46264"/>
                </a:lnTo>
                <a:lnTo>
                  <a:pt x="293218" y="46292"/>
                </a:lnTo>
                <a:lnTo>
                  <a:pt x="293331" y="46292"/>
                </a:lnTo>
                <a:lnTo>
                  <a:pt x="293444" y="46292"/>
                </a:lnTo>
                <a:lnTo>
                  <a:pt x="293545" y="46292"/>
                </a:lnTo>
                <a:lnTo>
                  <a:pt x="293657" y="46320"/>
                </a:lnTo>
                <a:lnTo>
                  <a:pt x="293770" y="46320"/>
                </a:lnTo>
                <a:lnTo>
                  <a:pt x="293883" y="46349"/>
                </a:lnTo>
                <a:lnTo>
                  <a:pt x="293996" y="46349"/>
                </a:lnTo>
                <a:lnTo>
                  <a:pt x="294106" y="46377"/>
                </a:lnTo>
                <a:lnTo>
                  <a:pt x="294219" y="46405"/>
                </a:lnTo>
                <a:lnTo>
                  <a:pt x="294332" y="46405"/>
                </a:lnTo>
                <a:lnTo>
                  <a:pt x="294435" y="46433"/>
                </a:lnTo>
                <a:lnTo>
                  <a:pt x="294547" y="46462"/>
                </a:lnTo>
                <a:lnTo>
                  <a:pt x="294658" y="46490"/>
                </a:lnTo>
                <a:lnTo>
                  <a:pt x="294771" y="46518"/>
                </a:lnTo>
                <a:lnTo>
                  <a:pt x="294883" y="46547"/>
                </a:lnTo>
                <a:lnTo>
                  <a:pt x="294996" y="46575"/>
                </a:lnTo>
                <a:lnTo>
                  <a:pt x="295097" y="46603"/>
                </a:lnTo>
                <a:lnTo>
                  <a:pt x="295210" y="46632"/>
                </a:lnTo>
                <a:lnTo>
                  <a:pt x="295323" y="46660"/>
                </a:lnTo>
                <a:lnTo>
                  <a:pt x="295435" y="46688"/>
                </a:lnTo>
                <a:lnTo>
                  <a:pt x="295548" y="46717"/>
                </a:lnTo>
                <a:lnTo>
                  <a:pt x="295649" y="46773"/>
                </a:lnTo>
                <a:lnTo>
                  <a:pt x="295762" y="46802"/>
                </a:lnTo>
                <a:lnTo>
                  <a:pt x="295874" y="46830"/>
                </a:lnTo>
                <a:lnTo>
                  <a:pt x="295987" y="46886"/>
                </a:lnTo>
                <a:lnTo>
                  <a:pt x="296100" y="46915"/>
                </a:lnTo>
                <a:lnTo>
                  <a:pt x="296213" y="46943"/>
                </a:lnTo>
                <a:lnTo>
                  <a:pt x="296323" y="47000"/>
                </a:lnTo>
                <a:lnTo>
                  <a:pt x="296436" y="47028"/>
                </a:lnTo>
                <a:lnTo>
                  <a:pt x="296539" y="47085"/>
                </a:lnTo>
                <a:lnTo>
                  <a:pt x="296652" y="47113"/>
                </a:lnTo>
                <a:lnTo>
                  <a:pt x="296762" y="47170"/>
                </a:lnTo>
                <a:lnTo>
                  <a:pt x="296875" y="47198"/>
                </a:lnTo>
                <a:lnTo>
                  <a:pt x="296988" y="47255"/>
                </a:lnTo>
                <a:lnTo>
                  <a:pt x="297101" y="47311"/>
                </a:lnTo>
                <a:lnTo>
                  <a:pt x="297213" y="47340"/>
                </a:lnTo>
                <a:lnTo>
                  <a:pt x="297314" y="47396"/>
                </a:lnTo>
                <a:lnTo>
                  <a:pt x="297427" y="47424"/>
                </a:lnTo>
                <a:lnTo>
                  <a:pt x="297540" y="47481"/>
                </a:lnTo>
                <a:lnTo>
                  <a:pt x="297652" y="47538"/>
                </a:lnTo>
                <a:lnTo>
                  <a:pt x="297765" y="47566"/>
                </a:lnTo>
                <a:lnTo>
                  <a:pt x="297878" y="47623"/>
                </a:lnTo>
                <a:lnTo>
                  <a:pt x="297988" y="47679"/>
                </a:lnTo>
                <a:lnTo>
                  <a:pt x="298091" y="47708"/>
                </a:lnTo>
                <a:lnTo>
                  <a:pt x="298204" y="47793"/>
                </a:lnTo>
                <a:lnTo>
                  <a:pt x="298317" y="47821"/>
                </a:lnTo>
                <a:lnTo>
                  <a:pt x="298427" y="47877"/>
                </a:lnTo>
                <a:lnTo>
                  <a:pt x="298540" y="47934"/>
                </a:lnTo>
                <a:lnTo>
                  <a:pt x="298653" y="47991"/>
                </a:lnTo>
                <a:lnTo>
                  <a:pt x="298756" y="48047"/>
                </a:lnTo>
                <a:lnTo>
                  <a:pt x="298869" y="48076"/>
                </a:lnTo>
                <a:lnTo>
                  <a:pt x="298979" y="48161"/>
                </a:lnTo>
                <a:lnTo>
                  <a:pt x="299092" y="48189"/>
                </a:lnTo>
                <a:lnTo>
                  <a:pt x="299205" y="48274"/>
                </a:lnTo>
                <a:lnTo>
                  <a:pt x="299318" y="48302"/>
                </a:lnTo>
                <a:lnTo>
                  <a:pt x="299430" y="48387"/>
                </a:lnTo>
                <a:lnTo>
                  <a:pt x="299543" y="48415"/>
                </a:lnTo>
                <a:lnTo>
                  <a:pt x="299654" y="48500"/>
                </a:lnTo>
                <a:lnTo>
                  <a:pt x="299757" y="48557"/>
                </a:lnTo>
                <a:lnTo>
                  <a:pt x="299869" y="48614"/>
                </a:lnTo>
                <a:lnTo>
                  <a:pt x="299982" y="48670"/>
                </a:lnTo>
                <a:lnTo>
                  <a:pt x="300093" y="48727"/>
                </a:lnTo>
                <a:lnTo>
                  <a:pt x="300205" y="48783"/>
                </a:lnTo>
                <a:lnTo>
                  <a:pt x="300318" y="48840"/>
                </a:lnTo>
                <a:lnTo>
                  <a:pt x="300431" y="48897"/>
                </a:lnTo>
                <a:lnTo>
                  <a:pt x="300534" y="48953"/>
                </a:lnTo>
                <a:lnTo>
                  <a:pt x="300645" y="49038"/>
                </a:lnTo>
                <a:lnTo>
                  <a:pt x="300757" y="49095"/>
                </a:lnTo>
                <a:lnTo>
                  <a:pt x="300870" y="49152"/>
                </a:lnTo>
                <a:lnTo>
                  <a:pt x="300983" y="49208"/>
                </a:lnTo>
                <a:lnTo>
                  <a:pt x="301086" y="49265"/>
                </a:lnTo>
                <a:lnTo>
                  <a:pt x="301196" y="49350"/>
                </a:lnTo>
                <a:lnTo>
                  <a:pt x="301309" y="49406"/>
                </a:lnTo>
                <a:lnTo>
                  <a:pt x="301422" y="49463"/>
                </a:lnTo>
                <a:lnTo>
                  <a:pt x="301535" y="49520"/>
                </a:lnTo>
                <a:lnTo>
                  <a:pt x="301647" y="49605"/>
                </a:lnTo>
                <a:lnTo>
                  <a:pt x="301748" y="49661"/>
                </a:lnTo>
                <a:lnTo>
                  <a:pt x="301861" y="49746"/>
                </a:lnTo>
                <a:lnTo>
                  <a:pt x="301974" y="49803"/>
                </a:lnTo>
                <a:lnTo>
                  <a:pt x="302087" y="49859"/>
                </a:lnTo>
                <a:lnTo>
                  <a:pt x="302199" y="49944"/>
                </a:lnTo>
                <a:lnTo>
                  <a:pt x="302310" y="50001"/>
                </a:lnTo>
                <a:lnTo>
                  <a:pt x="302423" y="50058"/>
                </a:lnTo>
                <a:lnTo>
                  <a:pt x="302535" y="50142"/>
                </a:lnTo>
                <a:lnTo>
                  <a:pt x="302648" y="50227"/>
                </a:lnTo>
                <a:lnTo>
                  <a:pt x="302751" y="50284"/>
                </a:lnTo>
                <a:lnTo>
                  <a:pt x="302862" y="50341"/>
                </a:lnTo>
                <a:lnTo>
                  <a:pt x="302974" y="50426"/>
                </a:lnTo>
                <a:lnTo>
                  <a:pt x="303087" y="50482"/>
                </a:lnTo>
                <a:lnTo>
                  <a:pt x="303200" y="50539"/>
                </a:lnTo>
                <a:lnTo>
                  <a:pt x="303313" y="50624"/>
                </a:lnTo>
                <a:lnTo>
                  <a:pt x="303425" y="50680"/>
                </a:lnTo>
                <a:lnTo>
                  <a:pt x="303526" y="50765"/>
                </a:lnTo>
                <a:lnTo>
                  <a:pt x="303639" y="50850"/>
                </a:lnTo>
                <a:lnTo>
                  <a:pt x="303752" y="50907"/>
                </a:lnTo>
                <a:lnTo>
                  <a:pt x="303865" y="50964"/>
                </a:lnTo>
                <a:lnTo>
                  <a:pt x="303975" y="51049"/>
                </a:lnTo>
                <a:lnTo>
                  <a:pt x="304078" y="51105"/>
                </a:lnTo>
                <a:lnTo>
                  <a:pt x="304191" y="51190"/>
                </a:lnTo>
                <a:lnTo>
                  <a:pt x="304304" y="51247"/>
                </a:lnTo>
                <a:lnTo>
                  <a:pt x="304416" y="51303"/>
                </a:lnTo>
                <a:lnTo>
                  <a:pt x="304527" y="51388"/>
                </a:lnTo>
                <a:lnTo>
                  <a:pt x="304640" y="51473"/>
                </a:lnTo>
                <a:lnTo>
                  <a:pt x="304743" y="51530"/>
                </a:lnTo>
                <a:lnTo>
                  <a:pt x="304856" y="51586"/>
                </a:lnTo>
                <a:lnTo>
                  <a:pt x="304966" y="51671"/>
                </a:lnTo>
                <a:lnTo>
                  <a:pt x="305079" y="51728"/>
                </a:lnTo>
                <a:lnTo>
                  <a:pt x="305191" y="51813"/>
                </a:lnTo>
                <a:lnTo>
                  <a:pt x="305304" y="51870"/>
                </a:lnTo>
                <a:lnTo>
                  <a:pt x="305417" y="51926"/>
                </a:lnTo>
                <a:lnTo>
                  <a:pt x="305530" y="52011"/>
                </a:lnTo>
                <a:lnTo>
                  <a:pt x="305640" y="52096"/>
                </a:lnTo>
                <a:lnTo>
                  <a:pt x="305753" y="52153"/>
                </a:lnTo>
                <a:lnTo>
                  <a:pt x="305856" y="52209"/>
                </a:lnTo>
                <a:lnTo>
                  <a:pt x="305969" y="52266"/>
                </a:lnTo>
                <a:lnTo>
                  <a:pt x="306082" y="52351"/>
                </a:lnTo>
                <a:lnTo>
                  <a:pt x="306192" y="52408"/>
                </a:lnTo>
                <a:lnTo>
                  <a:pt x="306305" y="52464"/>
                </a:lnTo>
                <a:lnTo>
                  <a:pt x="306418" y="52521"/>
                </a:lnTo>
                <a:lnTo>
                  <a:pt x="306521" y="52606"/>
                </a:lnTo>
                <a:lnTo>
                  <a:pt x="306631" y="52662"/>
                </a:lnTo>
                <a:lnTo>
                  <a:pt x="306744" y="52719"/>
                </a:lnTo>
                <a:lnTo>
                  <a:pt x="306857" y="52776"/>
                </a:lnTo>
                <a:lnTo>
                  <a:pt x="306969" y="52832"/>
                </a:lnTo>
                <a:lnTo>
                  <a:pt x="307082" y="52889"/>
                </a:lnTo>
                <a:lnTo>
                  <a:pt x="307183" y="52974"/>
                </a:lnTo>
                <a:lnTo>
                  <a:pt x="307296" y="53030"/>
                </a:lnTo>
                <a:lnTo>
                  <a:pt x="307409" y="53087"/>
                </a:lnTo>
                <a:lnTo>
                  <a:pt x="307521" y="53144"/>
                </a:lnTo>
                <a:lnTo>
                  <a:pt x="307634" y="53200"/>
                </a:lnTo>
                <a:lnTo>
                  <a:pt x="307747" y="53257"/>
                </a:lnTo>
                <a:lnTo>
                  <a:pt x="307857" y="53314"/>
                </a:lnTo>
                <a:lnTo>
                  <a:pt x="307970" y="53370"/>
                </a:lnTo>
                <a:lnTo>
                  <a:pt x="308073" y="53427"/>
                </a:lnTo>
                <a:lnTo>
                  <a:pt x="308186" y="53483"/>
                </a:lnTo>
                <a:lnTo>
                  <a:pt x="308296" y="53540"/>
                </a:lnTo>
                <a:lnTo>
                  <a:pt x="308409" y="53597"/>
                </a:lnTo>
                <a:lnTo>
                  <a:pt x="308522" y="53653"/>
                </a:lnTo>
                <a:lnTo>
                  <a:pt x="308635" y="53710"/>
                </a:lnTo>
                <a:lnTo>
                  <a:pt x="308747" y="53738"/>
                </a:lnTo>
                <a:lnTo>
                  <a:pt x="308860" y="53795"/>
                </a:lnTo>
                <a:lnTo>
                  <a:pt x="308961" y="53852"/>
                </a:lnTo>
                <a:lnTo>
                  <a:pt x="309074" y="53880"/>
                </a:lnTo>
                <a:lnTo>
                  <a:pt x="309187" y="53936"/>
                </a:lnTo>
                <a:lnTo>
                  <a:pt x="309299" y="53993"/>
                </a:lnTo>
                <a:lnTo>
                  <a:pt x="309412" y="54050"/>
                </a:lnTo>
                <a:lnTo>
                  <a:pt x="309513" y="54078"/>
                </a:lnTo>
                <a:lnTo>
                  <a:pt x="309626" y="54135"/>
                </a:lnTo>
                <a:lnTo>
                  <a:pt x="309738" y="54191"/>
                </a:lnTo>
                <a:lnTo>
                  <a:pt x="309851" y="54220"/>
                </a:lnTo>
                <a:lnTo>
                  <a:pt x="309964" y="54276"/>
                </a:lnTo>
                <a:lnTo>
                  <a:pt x="310074" y="54305"/>
                </a:lnTo>
                <a:lnTo>
                  <a:pt x="310178" y="54361"/>
                </a:lnTo>
                <a:lnTo>
                  <a:pt x="310290" y="54389"/>
                </a:lnTo>
                <a:lnTo>
                  <a:pt x="310403" y="54446"/>
                </a:lnTo>
                <a:lnTo>
                  <a:pt x="310513" y="54474"/>
                </a:lnTo>
                <a:lnTo>
                  <a:pt x="310626" y="54503"/>
                </a:lnTo>
                <a:lnTo>
                  <a:pt x="310739" y="54531"/>
                </a:lnTo>
                <a:lnTo>
                  <a:pt x="310852" y="54588"/>
                </a:lnTo>
                <a:lnTo>
                  <a:pt x="310955" y="54616"/>
                </a:lnTo>
                <a:lnTo>
                  <a:pt x="311065" y="54644"/>
                </a:lnTo>
                <a:lnTo>
                  <a:pt x="311178" y="54673"/>
                </a:lnTo>
                <a:lnTo>
                  <a:pt x="311291" y="54729"/>
                </a:lnTo>
                <a:lnTo>
                  <a:pt x="311404" y="54729"/>
                </a:lnTo>
                <a:lnTo>
                  <a:pt x="311516" y="54786"/>
                </a:lnTo>
                <a:lnTo>
                  <a:pt x="311629" y="54814"/>
                </a:lnTo>
                <a:lnTo>
                  <a:pt x="311740" y="54842"/>
                </a:lnTo>
                <a:lnTo>
                  <a:pt x="311852" y="54871"/>
                </a:lnTo>
                <a:lnTo>
                  <a:pt x="311956" y="54899"/>
                </a:lnTo>
                <a:lnTo>
                  <a:pt x="312068" y="54927"/>
                </a:lnTo>
                <a:lnTo>
                  <a:pt x="312179" y="54956"/>
                </a:lnTo>
                <a:lnTo>
                  <a:pt x="312291" y="54956"/>
                </a:lnTo>
                <a:lnTo>
                  <a:pt x="312404" y="54984"/>
                </a:lnTo>
                <a:lnTo>
                  <a:pt x="312507" y="55012"/>
                </a:lnTo>
                <a:lnTo>
                  <a:pt x="312620" y="55041"/>
                </a:lnTo>
                <a:lnTo>
                  <a:pt x="312731" y="55069"/>
                </a:lnTo>
                <a:lnTo>
                  <a:pt x="312843" y="55069"/>
                </a:lnTo>
                <a:lnTo>
                  <a:pt x="312956" y="55097"/>
                </a:lnTo>
                <a:lnTo>
                  <a:pt x="313069" y="55126"/>
                </a:lnTo>
                <a:lnTo>
                  <a:pt x="313182" y="55126"/>
                </a:lnTo>
                <a:lnTo>
                  <a:pt x="313294" y="55154"/>
                </a:lnTo>
                <a:lnTo>
                  <a:pt x="313405" y="55182"/>
                </a:lnTo>
                <a:lnTo>
                  <a:pt x="313508" y="55182"/>
                </a:lnTo>
                <a:lnTo>
                  <a:pt x="313621" y="55211"/>
                </a:lnTo>
                <a:lnTo>
                  <a:pt x="313734" y="55239"/>
                </a:lnTo>
                <a:lnTo>
                  <a:pt x="313844" y="55239"/>
                </a:lnTo>
                <a:lnTo>
                  <a:pt x="313957" y="55267"/>
                </a:lnTo>
                <a:lnTo>
                  <a:pt x="314069" y="55267"/>
                </a:lnTo>
                <a:lnTo>
                  <a:pt x="314182" y="55295"/>
                </a:lnTo>
                <a:lnTo>
                  <a:pt x="314285" y="55295"/>
                </a:lnTo>
                <a:lnTo>
                  <a:pt x="314396" y="55324"/>
                </a:lnTo>
                <a:lnTo>
                  <a:pt x="314509" y="55324"/>
                </a:lnTo>
                <a:lnTo>
                  <a:pt x="314621" y="55352"/>
                </a:lnTo>
                <a:lnTo>
                  <a:pt x="314734" y="55352"/>
                </a:lnTo>
                <a:lnTo>
                  <a:pt x="314847" y="55380"/>
                </a:lnTo>
                <a:lnTo>
                  <a:pt x="314948" y="55380"/>
                </a:lnTo>
                <a:lnTo>
                  <a:pt x="315060" y="55380"/>
                </a:lnTo>
                <a:lnTo>
                  <a:pt x="315173" y="55409"/>
                </a:lnTo>
                <a:lnTo>
                  <a:pt x="315286" y="55409"/>
                </a:lnTo>
                <a:lnTo>
                  <a:pt x="315399" y="55437"/>
                </a:lnTo>
                <a:lnTo>
                  <a:pt x="315500" y="55437"/>
                </a:lnTo>
                <a:lnTo>
                  <a:pt x="315612" y="55437"/>
                </a:lnTo>
                <a:lnTo>
                  <a:pt x="315725" y="55437"/>
                </a:lnTo>
                <a:lnTo>
                  <a:pt x="315838" y="55437"/>
                </a:lnTo>
                <a:lnTo>
                  <a:pt x="315951" y="55437"/>
                </a:lnTo>
                <a:lnTo>
                  <a:pt x="316061" y="55437"/>
                </a:lnTo>
                <a:lnTo>
                  <a:pt x="316174" y="55437"/>
                </a:lnTo>
                <a:lnTo>
                  <a:pt x="316287" y="55437"/>
                </a:lnTo>
                <a:lnTo>
                  <a:pt x="316390" y="55437"/>
                </a:lnTo>
                <a:lnTo>
                  <a:pt x="316500" y="55437"/>
                </a:lnTo>
                <a:lnTo>
                  <a:pt x="316613" y="55437"/>
                </a:lnTo>
                <a:lnTo>
                  <a:pt x="316726" y="55437"/>
                </a:lnTo>
                <a:lnTo>
                  <a:pt x="316838" y="55437"/>
                </a:lnTo>
                <a:lnTo>
                  <a:pt x="316951" y="55437"/>
                </a:lnTo>
                <a:lnTo>
                  <a:pt x="317064" y="55437"/>
                </a:lnTo>
                <a:lnTo>
                  <a:pt x="317174" y="55437"/>
                </a:lnTo>
                <a:lnTo>
                  <a:pt x="317278" y="55437"/>
                </a:lnTo>
                <a:lnTo>
                  <a:pt x="317390" y="55437"/>
                </a:lnTo>
                <a:lnTo>
                  <a:pt x="317503" y="55437"/>
                </a:lnTo>
                <a:lnTo>
                  <a:pt x="317616" y="55437"/>
                </a:lnTo>
                <a:lnTo>
                  <a:pt x="317726" y="55437"/>
                </a:lnTo>
                <a:lnTo>
                  <a:pt x="317839" y="55409"/>
                </a:lnTo>
                <a:lnTo>
                  <a:pt x="317942" y="55409"/>
                </a:lnTo>
                <a:lnTo>
                  <a:pt x="318055" y="55409"/>
                </a:lnTo>
                <a:lnTo>
                  <a:pt x="318165" y="55409"/>
                </a:lnTo>
                <a:lnTo>
                  <a:pt x="318278" y="55380"/>
                </a:lnTo>
                <a:lnTo>
                  <a:pt x="318391" y="55380"/>
                </a:lnTo>
                <a:lnTo>
                  <a:pt x="318504" y="55380"/>
                </a:lnTo>
                <a:lnTo>
                  <a:pt x="318616" y="55380"/>
                </a:lnTo>
                <a:lnTo>
                  <a:pt x="318729" y="55352"/>
                </a:lnTo>
                <a:lnTo>
                  <a:pt x="318830" y="55352"/>
                </a:lnTo>
                <a:lnTo>
                  <a:pt x="318943" y="55352"/>
                </a:lnTo>
                <a:lnTo>
                  <a:pt x="319056" y="55324"/>
                </a:lnTo>
                <a:lnTo>
                  <a:pt x="319168" y="55324"/>
                </a:lnTo>
                <a:lnTo>
                  <a:pt x="319281" y="55295"/>
                </a:lnTo>
                <a:lnTo>
                  <a:pt x="319391" y="55295"/>
                </a:lnTo>
                <a:lnTo>
                  <a:pt x="319504" y="55267"/>
                </a:lnTo>
                <a:lnTo>
                  <a:pt x="319617" y="55267"/>
                </a:lnTo>
                <a:lnTo>
                  <a:pt x="319720" y="55239"/>
                </a:lnTo>
                <a:lnTo>
                  <a:pt x="319833" y="55211"/>
                </a:lnTo>
                <a:lnTo>
                  <a:pt x="319943" y="55211"/>
                </a:lnTo>
                <a:lnTo>
                  <a:pt x="320056" y="55182"/>
                </a:lnTo>
                <a:lnTo>
                  <a:pt x="320169" y="55182"/>
                </a:lnTo>
                <a:lnTo>
                  <a:pt x="320272" y="55154"/>
                </a:lnTo>
                <a:lnTo>
                  <a:pt x="320382" y="55126"/>
                </a:lnTo>
                <a:lnTo>
                  <a:pt x="320495" y="55097"/>
                </a:lnTo>
                <a:lnTo>
                  <a:pt x="320608" y="55069"/>
                </a:lnTo>
                <a:lnTo>
                  <a:pt x="320721" y="55069"/>
                </a:lnTo>
                <a:lnTo>
                  <a:pt x="320834" y="55012"/>
                </a:lnTo>
                <a:lnTo>
                  <a:pt x="320934" y="55012"/>
                </a:lnTo>
                <a:lnTo>
                  <a:pt x="321047" y="54984"/>
                </a:lnTo>
                <a:lnTo>
                  <a:pt x="321160" y="54956"/>
                </a:lnTo>
                <a:lnTo>
                  <a:pt x="321273" y="54927"/>
                </a:lnTo>
                <a:lnTo>
                  <a:pt x="321385" y="54899"/>
                </a:lnTo>
                <a:lnTo>
                  <a:pt x="321498" y="54871"/>
                </a:lnTo>
                <a:lnTo>
                  <a:pt x="321609" y="54842"/>
                </a:lnTo>
                <a:lnTo>
                  <a:pt x="321712" y="54842"/>
                </a:lnTo>
                <a:lnTo>
                  <a:pt x="321825" y="54814"/>
                </a:lnTo>
                <a:lnTo>
                  <a:pt x="321937" y="54758"/>
                </a:lnTo>
                <a:lnTo>
                  <a:pt x="322048" y="54729"/>
                </a:lnTo>
                <a:lnTo>
                  <a:pt x="322160" y="54729"/>
                </a:lnTo>
                <a:lnTo>
                  <a:pt x="322273" y="54701"/>
                </a:lnTo>
                <a:lnTo>
                  <a:pt x="322386" y="54644"/>
                </a:lnTo>
                <a:lnTo>
                  <a:pt x="322499" y="54616"/>
                </a:lnTo>
                <a:lnTo>
                  <a:pt x="322600" y="54588"/>
                </a:lnTo>
                <a:lnTo>
                  <a:pt x="322712" y="54559"/>
                </a:lnTo>
                <a:lnTo>
                  <a:pt x="322825" y="54531"/>
                </a:lnTo>
                <a:lnTo>
                  <a:pt x="322938" y="54503"/>
                </a:lnTo>
                <a:lnTo>
                  <a:pt x="323051" y="54474"/>
                </a:lnTo>
                <a:lnTo>
                  <a:pt x="323163" y="54446"/>
                </a:lnTo>
                <a:lnTo>
                  <a:pt x="323274" y="54418"/>
                </a:lnTo>
                <a:lnTo>
                  <a:pt x="323377" y="54389"/>
                </a:lnTo>
                <a:lnTo>
                  <a:pt x="323490" y="54361"/>
                </a:lnTo>
                <a:lnTo>
                  <a:pt x="323603" y="54333"/>
                </a:lnTo>
                <a:lnTo>
                  <a:pt x="323713" y="54305"/>
                </a:lnTo>
                <a:lnTo>
                  <a:pt x="323826" y="54276"/>
                </a:lnTo>
                <a:lnTo>
                  <a:pt x="323929" y="54248"/>
                </a:lnTo>
                <a:lnTo>
                  <a:pt x="324042" y="54220"/>
                </a:lnTo>
                <a:lnTo>
                  <a:pt x="324154" y="54191"/>
                </a:lnTo>
                <a:lnTo>
                  <a:pt x="324265" y="54163"/>
                </a:lnTo>
                <a:lnTo>
                  <a:pt x="324378" y="54135"/>
                </a:lnTo>
                <a:lnTo>
                  <a:pt x="324490" y="54106"/>
                </a:lnTo>
                <a:lnTo>
                  <a:pt x="324603" y="54078"/>
                </a:lnTo>
                <a:lnTo>
                  <a:pt x="324716" y="54021"/>
                </a:lnTo>
                <a:lnTo>
                  <a:pt x="324829" y="53993"/>
                </a:lnTo>
                <a:lnTo>
                  <a:pt x="324939" y="53965"/>
                </a:lnTo>
                <a:lnTo>
                  <a:pt x="325052" y="53965"/>
                </a:lnTo>
                <a:lnTo>
                  <a:pt x="325155" y="53908"/>
                </a:lnTo>
                <a:lnTo>
                  <a:pt x="325268" y="53880"/>
                </a:lnTo>
                <a:lnTo>
                  <a:pt x="325378" y="53852"/>
                </a:lnTo>
                <a:lnTo>
                  <a:pt x="325491" y="53852"/>
                </a:lnTo>
                <a:lnTo>
                  <a:pt x="325604" y="53823"/>
                </a:lnTo>
                <a:lnTo>
                  <a:pt x="325707" y="53767"/>
                </a:lnTo>
                <a:lnTo>
                  <a:pt x="325820" y="53738"/>
                </a:lnTo>
                <a:lnTo>
                  <a:pt x="325930" y="53710"/>
                </a:lnTo>
                <a:lnTo>
                  <a:pt x="326043" y="53682"/>
                </a:lnTo>
                <a:lnTo>
                  <a:pt x="326156" y="53653"/>
                </a:lnTo>
                <a:lnTo>
                  <a:pt x="326268" y="53625"/>
                </a:lnTo>
                <a:lnTo>
                  <a:pt x="326369" y="53597"/>
                </a:lnTo>
                <a:lnTo>
                  <a:pt x="326482" y="53568"/>
                </a:lnTo>
                <a:lnTo>
                  <a:pt x="326595" y="53540"/>
                </a:lnTo>
                <a:lnTo>
                  <a:pt x="326707" y="53512"/>
                </a:lnTo>
                <a:lnTo>
                  <a:pt x="326820" y="53483"/>
                </a:lnTo>
                <a:lnTo>
                  <a:pt x="326933" y="53455"/>
                </a:lnTo>
                <a:lnTo>
                  <a:pt x="327046" y="53427"/>
                </a:lnTo>
                <a:lnTo>
                  <a:pt x="327147" y="53399"/>
                </a:lnTo>
                <a:lnTo>
                  <a:pt x="327259" y="53399"/>
                </a:lnTo>
                <a:lnTo>
                  <a:pt x="327372" y="53370"/>
                </a:lnTo>
                <a:lnTo>
                  <a:pt x="327485" y="53342"/>
                </a:lnTo>
                <a:lnTo>
                  <a:pt x="327595" y="53314"/>
                </a:lnTo>
                <a:lnTo>
                  <a:pt x="327708" y="53285"/>
                </a:lnTo>
                <a:lnTo>
                  <a:pt x="327821" y="53257"/>
                </a:lnTo>
                <a:lnTo>
                  <a:pt x="327934" y="53229"/>
                </a:lnTo>
                <a:lnTo>
                  <a:pt x="328034" y="53229"/>
                </a:lnTo>
                <a:lnTo>
                  <a:pt x="328147" y="53200"/>
                </a:lnTo>
                <a:lnTo>
                  <a:pt x="328260" y="53172"/>
                </a:lnTo>
                <a:lnTo>
                  <a:pt x="328373" y="53144"/>
                </a:lnTo>
                <a:lnTo>
                  <a:pt x="328485" y="53144"/>
                </a:lnTo>
                <a:lnTo>
                  <a:pt x="328598" y="53115"/>
                </a:lnTo>
                <a:lnTo>
                  <a:pt x="328699" y="53087"/>
                </a:lnTo>
                <a:lnTo>
                  <a:pt x="328812" y="53087"/>
                </a:lnTo>
                <a:lnTo>
                  <a:pt x="328925" y="53030"/>
                </a:lnTo>
                <a:lnTo>
                  <a:pt x="329037" y="53030"/>
                </a:lnTo>
                <a:lnTo>
                  <a:pt x="329150" y="53002"/>
                </a:lnTo>
                <a:lnTo>
                  <a:pt x="329260" y="53002"/>
                </a:lnTo>
                <a:lnTo>
                  <a:pt x="329364" y="52974"/>
                </a:lnTo>
                <a:lnTo>
                  <a:pt x="329476" y="52945"/>
                </a:lnTo>
                <a:lnTo>
                  <a:pt x="329589" y="52945"/>
                </a:lnTo>
                <a:lnTo>
                  <a:pt x="329702" y="52917"/>
                </a:lnTo>
                <a:lnTo>
                  <a:pt x="329812" y="52917"/>
                </a:lnTo>
                <a:lnTo>
                  <a:pt x="329925" y="52889"/>
                </a:lnTo>
                <a:lnTo>
                  <a:pt x="330028" y="52889"/>
                </a:lnTo>
                <a:lnTo>
                  <a:pt x="330141" y="52889"/>
                </a:lnTo>
                <a:lnTo>
                  <a:pt x="330251" y="52861"/>
                </a:lnTo>
                <a:lnTo>
                  <a:pt x="330364" y="52861"/>
                </a:lnTo>
                <a:lnTo>
                  <a:pt x="330477" y="52861"/>
                </a:lnTo>
                <a:lnTo>
                  <a:pt x="330590" y="52861"/>
                </a:lnTo>
                <a:lnTo>
                  <a:pt x="330702" y="52832"/>
                </a:lnTo>
                <a:lnTo>
                  <a:pt x="330815" y="52832"/>
                </a:lnTo>
                <a:lnTo>
                  <a:pt x="330926" y="52832"/>
                </a:lnTo>
                <a:lnTo>
                  <a:pt x="331038" y="52832"/>
                </a:lnTo>
                <a:lnTo>
                  <a:pt x="331142" y="52832"/>
                </a:lnTo>
                <a:lnTo>
                  <a:pt x="331254" y="52832"/>
                </a:lnTo>
                <a:lnTo>
                  <a:pt x="331367" y="52832"/>
                </a:lnTo>
                <a:lnTo>
                  <a:pt x="331478" y="52832"/>
                </a:lnTo>
                <a:lnTo>
                  <a:pt x="331590" y="52832"/>
                </a:lnTo>
                <a:lnTo>
                  <a:pt x="331693" y="52832"/>
                </a:lnTo>
                <a:lnTo>
                  <a:pt x="331806" y="52832"/>
                </a:lnTo>
                <a:lnTo>
                  <a:pt x="331917" y="52832"/>
                </a:lnTo>
                <a:lnTo>
                  <a:pt x="332029" y="52832"/>
                </a:lnTo>
                <a:lnTo>
                  <a:pt x="332142" y="52832"/>
                </a:lnTo>
                <a:lnTo>
                  <a:pt x="332255" y="52861"/>
                </a:lnTo>
                <a:lnTo>
                  <a:pt x="332368" y="52861"/>
                </a:lnTo>
                <a:lnTo>
                  <a:pt x="332468" y="52861"/>
                </a:lnTo>
                <a:lnTo>
                  <a:pt x="332581" y="52861"/>
                </a:lnTo>
                <a:lnTo>
                  <a:pt x="332694" y="52889"/>
                </a:lnTo>
                <a:lnTo>
                  <a:pt x="332807" y="52889"/>
                </a:lnTo>
                <a:lnTo>
                  <a:pt x="332920" y="52889"/>
                </a:lnTo>
                <a:lnTo>
                  <a:pt x="333032" y="52917"/>
                </a:lnTo>
                <a:lnTo>
                  <a:pt x="333143" y="52917"/>
                </a:lnTo>
                <a:lnTo>
                  <a:pt x="333256" y="52945"/>
                </a:lnTo>
                <a:lnTo>
                  <a:pt x="333359" y="52945"/>
                </a:lnTo>
                <a:lnTo>
                  <a:pt x="333471" y="52974"/>
                </a:lnTo>
                <a:lnTo>
                  <a:pt x="333582" y="53002"/>
                </a:lnTo>
                <a:lnTo>
                  <a:pt x="333695" y="53002"/>
                </a:lnTo>
                <a:lnTo>
                  <a:pt x="333807" y="53030"/>
                </a:lnTo>
                <a:lnTo>
                  <a:pt x="333920" y="53030"/>
                </a:lnTo>
                <a:lnTo>
                  <a:pt x="334033" y="53059"/>
                </a:lnTo>
                <a:lnTo>
                  <a:pt x="334134" y="53087"/>
                </a:lnTo>
                <a:lnTo>
                  <a:pt x="334246" y="53115"/>
                </a:lnTo>
                <a:lnTo>
                  <a:pt x="334359" y="53144"/>
                </a:lnTo>
                <a:lnTo>
                  <a:pt x="334472" y="53172"/>
                </a:lnTo>
                <a:lnTo>
                  <a:pt x="334585" y="53200"/>
                </a:lnTo>
                <a:lnTo>
                  <a:pt x="334686" y="53229"/>
                </a:lnTo>
                <a:lnTo>
                  <a:pt x="334798" y="53257"/>
                </a:lnTo>
                <a:lnTo>
                  <a:pt x="334911" y="53285"/>
                </a:lnTo>
                <a:lnTo>
                  <a:pt x="335024" y="53314"/>
                </a:lnTo>
                <a:lnTo>
                  <a:pt x="335137" y="53342"/>
                </a:lnTo>
                <a:lnTo>
                  <a:pt x="335249" y="53370"/>
                </a:lnTo>
                <a:lnTo>
                  <a:pt x="335360" y="53427"/>
                </a:lnTo>
                <a:lnTo>
                  <a:pt x="335463" y="53455"/>
                </a:lnTo>
                <a:lnTo>
                  <a:pt x="335576" y="53483"/>
                </a:lnTo>
                <a:lnTo>
                  <a:pt x="335689" y="53540"/>
                </a:lnTo>
                <a:lnTo>
                  <a:pt x="335799" y="53568"/>
                </a:lnTo>
                <a:lnTo>
                  <a:pt x="335912" y="53597"/>
                </a:lnTo>
                <a:lnTo>
                  <a:pt x="336024" y="53653"/>
                </a:lnTo>
                <a:lnTo>
                  <a:pt x="336137" y="53710"/>
                </a:lnTo>
                <a:lnTo>
                  <a:pt x="336240" y="53738"/>
                </a:lnTo>
                <a:lnTo>
                  <a:pt x="336351" y="53767"/>
                </a:lnTo>
                <a:lnTo>
                  <a:pt x="336464" y="53823"/>
                </a:lnTo>
                <a:lnTo>
                  <a:pt x="336576" y="53852"/>
                </a:lnTo>
                <a:lnTo>
                  <a:pt x="336689" y="53908"/>
                </a:lnTo>
                <a:lnTo>
                  <a:pt x="336802" y="53965"/>
                </a:lnTo>
                <a:lnTo>
                  <a:pt x="336915" y="53993"/>
                </a:lnTo>
                <a:lnTo>
                  <a:pt x="337025" y="54021"/>
                </a:lnTo>
                <a:lnTo>
                  <a:pt x="337128" y="54078"/>
                </a:lnTo>
                <a:lnTo>
                  <a:pt x="337241" y="54135"/>
                </a:lnTo>
                <a:lnTo>
                  <a:pt x="337354" y="54191"/>
                </a:lnTo>
                <a:lnTo>
                  <a:pt x="337464" y="54220"/>
                </a:lnTo>
                <a:lnTo>
                  <a:pt x="337577" y="54276"/>
                </a:lnTo>
                <a:lnTo>
                  <a:pt x="337690" y="54305"/>
                </a:lnTo>
                <a:lnTo>
                  <a:pt x="337793" y="54361"/>
                </a:lnTo>
                <a:lnTo>
                  <a:pt x="337906" y="54418"/>
                </a:lnTo>
                <a:lnTo>
                  <a:pt x="338016" y="54474"/>
                </a:lnTo>
                <a:lnTo>
                  <a:pt x="338129" y="54503"/>
                </a:lnTo>
                <a:lnTo>
                  <a:pt x="338242" y="54559"/>
                </a:lnTo>
                <a:lnTo>
                  <a:pt x="338354" y="54616"/>
                </a:lnTo>
                <a:lnTo>
                  <a:pt x="338467" y="54644"/>
                </a:lnTo>
                <a:lnTo>
                  <a:pt x="338580" y="54729"/>
                </a:lnTo>
                <a:lnTo>
                  <a:pt x="338681" y="54758"/>
                </a:lnTo>
                <a:lnTo>
                  <a:pt x="338793" y="54814"/>
                </a:lnTo>
                <a:lnTo>
                  <a:pt x="338906" y="54871"/>
                </a:lnTo>
                <a:lnTo>
                  <a:pt x="339019" y="54927"/>
                </a:lnTo>
                <a:lnTo>
                  <a:pt x="339129" y="54984"/>
                </a:lnTo>
                <a:lnTo>
                  <a:pt x="339242" y="55012"/>
                </a:lnTo>
                <a:lnTo>
                  <a:pt x="339355" y="55097"/>
                </a:lnTo>
                <a:lnTo>
                  <a:pt x="339468" y="55154"/>
                </a:lnTo>
                <a:lnTo>
                  <a:pt x="339571" y="55211"/>
                </a:lnTo>
                <a:lnTo>
                  <a:pt x="339681" y="55267"/>
                </a:lnTo>
                <a:lnTo>
                  <a:pt x="339794" y="55324"/>
                </a:lnTo>
                <a:lnTo>
                  <a:pt x="339907" y="55380"/>
                </a:lnTo>
                <a:lnTo>
                  <a:pt x="340020" y="55437"/>
                </a:lnTo>
                <a:lnTo>
                  <a:pt x="340120" y="55494"/>
                </a:lnTo>
                <a:lnTo>
                  <a:pt x="340233" y="55550"/>
                </a:lnTo>
                <a:lnTo>
                  <a:pt x="340346" y="55607"/>
                </a:lnTo>
                <a:lnTo>
                  <a:pt x="340459" y="55664"/>
                </a:lnTo>
                <a:lnTo>
                  <a:pt x="340571" y="55720"/>
                </a:lnTo>
                <a:lnTo>
                  <a:pt x="340684" y="55777"/>
                </a:lnTo>
                <a:lnTo>
                  <a:pt x="340785" y="55833"/>
                </a:lnTo>
                <a:lnTo>
                  <a:pt x="340898" y="55890"/>
                </a:lnTo>
                <a:lnTo>
                  <a:pt x="341011" y="55947"/>
                </a:lnTo>
                <a:lnTo>
                  <a:pt x="341123" y="56003"/>
                </a:lnTo>
                <a:lnTo>
                  <a:pt x="341236" y="56088"/>
                </a:lnTo>
                <a:lnTo>
                  <a:pt x="341346" y="56145"/>
                </a:lnTo>
                <a:lnTo>
                  <a:pt x="341459" y="56202"/>
                </a:lnTo>
                <a:lnTo>
                  <a:pt x="341572" y="56258"/>
                </a:lnTo>
                <a:lnTo>
                  <a:pt x="341675" y="56315"/>
                </a:lnTo>
                <a:lnTo>
                  <a:pt x="341786" y="56371"/>
                </a:lnTo>
                <a:lnTo>
                  <a:pt x="341898" y="56428"/>
                </a:lnTo>
                <a:lnTo>
                  <a:pt x="342011" y="56485"/>
                </a:lnTo>
                <a:lnTo>
                  <a:pt x="342124" y="56541"/>
                </a:lnTo>
                <a:lnTo>
                  <a:pt x="342237" y="56598"/>
                </a:lnTo>
                <a:lnTo>
                  <a:pt x="342349" y="56655"/>
                </a:lnTo>
                <a:lnTo>
                  <a:pt x="342460" y="56711"/>
                </a:lnTo>
                <a:lnTo>
                  <a:pt x="342563" y="56768"/>
                </a:lnTo>
                <a:lnTo>
                  <a:pt x="342676" y="56824"/>
                </a:lnTo>
                <a:lnTo>
                  <a:pt x="342789" y="56881"/>
                </a:lnTo>
                <a:lnTo>
                  <a:pt x="342901" y="56938"/>
                </a:lnTo>
                <a:lnTo>
                  <a:pt x="343012" y="56994"/>
                </a:lnTo>
                <a:lnTo>
                  <a:pt x="343115" y="57051"/>
                </a:lnTo>
                <a:lnTo>
                  <a:pt x="343228" y="57108"/>
                </a:lnTo>
                <a:lnTo>
                  <a:pt x="343340" y="57164"/>
                </a:lnTo>
                <a:lnTo>
                  <a:pt x="343451" y="57221"/>
                </a:lnTo>
                <a:lnTo>
                  <a:pt x="343564" y="57277"/>
                </a:lnTo>
                <a:lnTo>
                  <a:pt x="343676" y="57334"/>
                </a:lnTo>
                <a:lnTo>
                  <a:pt x="343789" y="57362"/>
                </a:lnTo>
                <a:lnTo>
                  <a:pt x="343902" y="57447"/>
                </a:lnTo>
                <a:lnTo>
                  <a:pt x="344003" y="57476"/>
                </a:lnTo>
                <a:lnTo>
                  <a:pt x="344115" y="57561"/>
                </a:lnTo>
                <a:lnTo>
                  <a:pt x="344228" y="57589"/>
                </a:lnTo>
                <a:lnTo>
                  <a:pt x="344341" y="57674"/>
                </a:lnTo>
                <a:lnTo>
                  <a:pt x="344454" y="57730"/>
                </a:lnTo>
                <a:lnTo>
                  <a:pt x="344567" y="57787"/>
                </a:lnTo>
                <a:lnTo>
                  <a:pt x="344677" y="57844"/>
                </a:lnTo>
                <a:lnTo>
                  <a:pt x="344790" y="57900"/>
                </a:lnTo>
                <a:lnTo>
                  <a:pt x="344902" y="57957"/>
                </a:lnTo>
                <a:lnTo>
                  <a:pt x="345006" y="58014"/>
                </a:lnTo>
                <a:lnTo>
                  <a:pt x="345118" y="58070"/>
                </a:lnTo>
                <a:lnTo>
                  <a:pt x="345229" y="58127"/>
                </a:lnTo>
                <a:lnTo>
                  <a:pt x="345342" y="58183"/>
                </a:lnTo>
                <a:lnTo>
                  <a:pt x="345454" y="58240"/>
                </a:lnTo>
                <a:lnTo>
                  <a:pt x="345558" y="58297"/>
                </a:lnTo>
                <a:lnTo>
                  <a:pt x="345668" y="58353"/>
                </a:lnTo>
                <a:lnTo>
                  <a:pt x="345781" y="58438"/>
                </a:lnTo>
                <a:lnTo>
                  <a:pt x="345893" y="58467"/>
                </a:lnTo>
                <a:lnTo>
                  <a:pt x="346006" y="58551"/>
                </a:lnTo>
                <a:lnTo>
                  <a:pt x="346109" y="58608"/>
                </a:lnTo>
                <a:lnTo>
                  <a:pt x="346220" y="58665"/>
                </a:lnTo>
                <a:lnTo>
                  <a:pt x="346333" y="58721"/>
                </a:lnTo>
                <a:lnTo>
                  <a:pt x="346445" y="58778"/>
                </a:lnTo>
                <a:lnTo>
                  <a:pt x="346558" y="58835"/>
                </a:lnTo>
                <a:lnTo>
                  <a:pt x="346671" y="58891"/>
                </a:lnTo>
                <a:lnTo>
                  <a:pt x="346784" y="58976"/>
                </a:lnTo>
                <a:lnTo>
                  <a:pt x="346894" y="59033"/>
                </a:lnTo>
                <a:lnTo>
                  <a:pt x="346997" y="59089"/>
                </a:lnTo>
                <a:lnTo>
                  <a:pt x="347110" y="59146"/>
                </a:lnTo>
                <a:lnTo>
                  <a:pt x="347223" y="59203"/>
                </a:lnTo>
                <a:lnTo>
                  <a:pt x="347333" y="59288"/>
                </a:lnTo>
                <a:lnTo>
                  <a:pt x="347446" y="59344"/>
                </a:lnTo>
                <a:lnTo>
                  <a:pt x="347559" y="59401"/>
                </a:lnTo>
                <a:lnTo>
                  <a:pt x="347671" y="59458"/>
                </a:lnTo>
                <a:lnTo>
                  <a:pt x="347784" y="59542"/>
                </a:lnTo>
                <a:lnTo>
                  <a:pt x="347885" y="59599"/>
                </a:lnTo>
                <a:lnTo>
                  <a:pt x="347998" y="59656"/>
                </a:lnTo>
                <a:lnTo>
                  <a:pt x="348111" y="59712"/>
                </a:lnTo>
                <a:lnTo>
                  <a:pt x="348223" y="59797"/>
                </a:lnTo>
                <a:lnTo>
                  <a:pt x="348336" y="59854"/>
                </a:lnTo>
                <a:lnTo>
                  <a:pt x="348449" y="59939"/>
                </a:lnTo>
                <a:lnTo>
                  <a:pt x="348550" y="59995"/>
                </a:lnTo>
                <a:lnTo>
                  <a:pt x="348662" y="60052"/>
                </a:lnTo>
                <a:lnTo>
                  <a:pt x="348775" y="60137"/>
                </a:lnTo>
                <a:lnTo>
                  <a:pt x="348888" y="60194"/>
                </a:lnTo>
                <a:lnTo>
                  <a:pt x="348998" y="60279"/>
                </a:lnTo>
                <a:lnTo>
                  <a:pt x="349111" y="60335"/>
                </a:lnTo>
                <a:lnTo>
                  <a:pt x="349214" y="60420"/>
                </a:lnTo>
                <a:lnTo>
                  <a:pt x="349327" y="60477"/>
                </a:lnTo>
                <a:lnTo>
                  <a:pt x="349440" y="60562"/>
                </a:lnTo>
                <a:lnTo>
                  <a:pt x="349550" y="60618"/>
                </a:lnTo>
                <a:lnTo>
                  <a:pt x="349663" y="60703"/>
                </a:lnTo>
                <a:lnTo>
                  <a:pt x="349776" y="60760"/>
                </a:lnTo>
                <a:lnTo>
                  <a:pt x="349889" y="60845"/>
                </a:lnTo>
                <a:lnTo>
                  <a:pt x="350001" y="60901"/>
                </a:lnTo>
                <a:lnTo>
                  <a:pt x="350114" y="60986"/>
                </a:lnTo>
                <a:lnTo>
                  <a:pt x="350224" y="61071"/>
                </a:lnTo>
                <a:lnTo>
                  <a:pt x="350328" y="61156"/>
                </a:lnTo>
                <a:lnTo>
                  <a:pt x="350440" y="61213"/>
                </a:lnTo>
                <a:lnTo>
                  <a:pt x="350553" y="61298"/>
                </a:lnTo>
                <a:lnTo>
                  <a:pt x="350664" y="61383"/>
                </a:lnTo>
                <a:lnTo>
                  <a:pt x="350776" y="61439"/>
                </a:lnTo>
                <a:lnTo>
                  <a:pt x="350889" y="61524"/>
                </a:lnTo>
                <a:lnTo>
                  <a:pt x="350992" y="61609"/>
                </a:lnTo>
                <a:lnTo>
                  <a:pt x="351105" y="61694"/>
                </a:lnTo>
                <a:lnTo>
                  <a:pt x="351215" y="61779"/>
                </a:lnTo>
                <a:lnTo>
                  <a:pt x="351328" y="61836"/>
                </a:lnTo>
                <a:lnTo>
                  <a:pt x="351441" y="61921"/>
                </a:lnTo>
                <a:lnTo>
                  <a:pt x="351544" y="62006"/>
                </a:lnTo>
                <a:lnTo>
                  <a:pt x="351655" y="62091"/>
                </a:lnTo>
                <a:lnTo>
                  <a:pt x="351767" y="62176"/>
                </a:lnTo>
                <a:lnTo>
                  <a:pt x="351880" y="62261"/>
                </a:lnTo>
                <a:lnTo>
                  <a:pt x="351993" y="62317"/>
                </a:lnTo>
                <a:lnTo>
                  <a:pt x="352106" y="62402"/>
                </a:lnTo>
                <a:lnTo>
                  <a:pt x="352218" y="62487"/>
                </a:lnTo>
                <a:lnTo>
                  <a:pt x="352329" y="62572"/>
                </a:lnTo>
                <a:lnTo>
                  <a:pt x="352432" y="62657"/>
                </a:lnTo>
                <a:lnTo>
                  <a:pt x="352545" y="62742"/>
                </a:lnTo>
                <a:lnTo>
                  <a:pt x="352658" y="62827"/>
                </a:lnTo>
                <a:lnTo>
                  <a:pt x="352770" y="62912"/>
                </a:lnTo>
                <a:lnTo>
                  <a:pt x="352881" y="62997"/>
                </a:lnTo>
                <a:lnTo>
                  <a:pt x="352993" y="63082"/>
                </a:lnTo>
                <a:lnTo>
                  <a:pt x="353106" y="63167"/>
                </a:lnTo>
                <a:lnTo>
                  <a:pt x="353219" y="63251"/>
                </a:lnTo>
                <a:lnTo>
                  <a:pt x="353320" y="63336"/>
                </a:lnTo>
                <a:lnTo>
                  <a:pt x="353433" y="63421"/>
                </a:lnTo>
                <a:lnTo>
                  <a:pt x="353545" y="63506"/>
                </a:lnTo>
                <a:lnTo>
                  <a:pt x="353658" y="63591"/>
                </a:lnTo>
                <a:lnTo>
                  <a:pt x="353771" y="63676"/>
                </a:lnTo>
                <a:lnTo>
                  <a:pt x="353884" y="63761"/>
                </a:lnTo>
                <a:lnTo>
                  <a:pt x="353984" y="63846"/>
                </a:lnTo>
                <a:lnTo>
                  <a:pt x="354097" y="63931"/>
                </a:lnTo>
                <a:lnTo>
                  <a:pt x="354210" y="64016"/>
                </a:lnTo>
                <a:lnTo>
                  <a:pt x="354323" y="64101"/>
                </a:lnTo>
                <a:lnTo>
                  <a:pt x="354436" y="64186"/>
                </a:lnTo>
                <a:lnTo>
                  <a:pt x="354536" y="64271"/>
                </a:lnTo>
                <a:lnTo>
                  <a:pt x="354649" y="64356"/>
                </a:lnTo>
                <a:lnTo>
                  <a:pt x="354762" y="64441"/>
                </a:lnTo>
                <a:lnTo>
                  <a:pt x="354875" y="64526"/>
                </a:lnTo>
                <a:lnTo>
                  <a:pt x="354987" y="64610"/>
                </a:lnTo>
                <a:lnTo>
                  <a:pt x="355098" y="64695"/>
                </a:lnTo>
                <a:lnTo>
                  <a:pt x="355211" y="64780"/>
                </a:lnTo>
                <a:lnTo>
                  <a:pt x="355323" y="64865"/>
                </a:lnTo>
                <a:lnTo>
                  <a:pt x="355427" y="64979"/>
                </a:lnTo>
                <a:lnTo>
                  <a:pt x="355537" y="65035"/>
                </a:lnTo>
                <a:lnTo>
                  <a:pt x="355650" y="65148"/>
                </a:lnTo>
                <a:lnTo>
                  <a:pt x="355762" y="65233"/>
                </a:lnTo>
                <a:lnTo>
                  <a:pt x="355875" y="65318"/>
                </a:lnTo>
                <a:lnTo>
                  <a:pt x="355988" y="65403"/>
                </a:lnTo>
                <a:lnTo>
                  <a:pt x="356101" y="65488"/>
                </a:lnTo>
                <a:lnTo>
                  <a:pt x="356211" y="65601"/>
                </a:lnTo>
                <a:lnTo>
                  <a:pt x="356324" y="65686"/>
                </a:lnTo>
                <a:lnTo>
                  <a:pt x="356427" y="65771"/>
                </a:lnTo>
                <a:lnTo>
                  <a:pt x="356540" y="65856"/>
                </a:lnTo>
                <a:lnTo>
                  <a:pt x="356653" y="65970"/>
                </a:lnTo>
                <a:lnTo>
                  <a:pt x="356763" y="66054"/>
                </a:lnTo>
                <a:lnTo>
                  <a:pt x="356876" y="66139"/>
                </a:lnTo>
                <a:lnTo>
                  <a:pt x="356979" y="66224"/>
                </a:lnTo>
                <a:lnTo>
                  <a:pt x="357092" y="66338"/>
                </a:lnTo>
                <a:lnTo>
                  <a:pt x="357202" y="66423"/>
                </a:lnTo>
                <a:lnTo>
                  <a:pt x="357315" y="66507"/>
                </a:lnTo>
                <a:lnTo>
                  <a:pt x="357428" y="66621"/>
                </a:lnTo>
                <a:lnTo>
                  <a:pt x="357540" y="66706"/>
                </a:lnTo>
                <a:lnTo>
                  <a:pt x="357653" y="66819"/>
                </a:lnTo>
                <a:lnTo>
                  <a:pt x="357754" y="66904"/>
                </a:lnTo>
                <a:lnTo>
                  <a:pt x="357867" y="66989"/>
                </a:lnTo>
                <a:lnTo>
                  <a:pt x="357980" y="67102"/>
                </a:lnTo>
                <a:lnTo>
                  <a:pt x="358092" y="67187"/>
                </a:lnTo>
                <a:lnTo>
                  <a:pt x="358205" y="67300"/>
                </a:lnTo>
                <a:lnTo>
                  <a:pt x="358318" y="67385"/>
                </a:lnTo>
                <a:lnTo>
                  <a:pt x="358428" y="67498"/>
                </a:lnTo>
                <a:lnTo>
                  <a:pt x="358541" y="67583"/>
                </a:lnTo>
                <a:lnTo>
                  <a:pt x="358644" y="67697"/>
                </a:lnTo>
                <a:lnTo>
                  <a:pt x="358757" y="67782"/>
                </a:lnTo>
                <a:lnTo>
                  <a:pt x="358867" y="67895"/>
                </a:lnTo>
                <a:lnTo>
                  <a:pt x="358980" y="67980"/>
                </a:lnTo>
                <a:lnTo>
                  <a:pt x="359093" y="68093"/>
                </a:lnTo>
                <a:lnTo>
                  <a:pt x="359206" y="68178"/>
                </a:lnTo>
                <a:lnTo>
                  <a:pt x="359318" y="68263"/>
                </a:lnTo>
                <a:lnTo>
                  <a:pt x="359419" y="68376"/>
                </a:lnTo>
                <a:lnTo>
                  <a:pt x="359532" y="68489"/>
                </a:lnTo>
                <a:lnTo>
                  <a:pt x="359645" y="68574"/>
                </a:lnTo>
                <a:lnTo>
                  <a:pt x="359758" y="68688"/>
                </a:lnTo>
                <a:lnTo>
                  <a:pt x="359870" y="68773"/>
                </a:lnTo>
                <a:lnTo>
                  <a:pt x="359971" y="68886"/>
                </a:lnTo>
                <a:lnTo>
                  <a:pt x="360084" y="68971"/>
                </a:lnTo>
                <a:lnTo>
                  <a:pt x="360197" y="69084"/>
                </a:lnTo>
                <a:lnTo>
                  <a:pt x="360309" y="69169"/>
                </a:lnTo>
                <a:lnTo>
                  <a:pt x="360422" y="69254"/>
                </a:lnTo>
                <a:lnTo>
                  <a:pt x="360533" y="69367"/>
                </a:lnTo>
                <a:lnTo>
                  <a:pt x="360645" y="69452"/>
                </a:lnTo>
                <a:lnTo>
                  <a:pt x="360749" y="69565"/>
                </a:lnTo>
                <a:lnTo>
                  <a:pt x="360861" y="69679"/>
                </a:lnTo>
                <a:lnTo>
                  <a:pt x="360974" y="69763"/>
                </a:lnTo>
                <a:lnTo>
                  <a:pt x="361084" y="69848"/>
                </a:lnTo>
                <a:lnTo>
                  <a:pt x="361197" y="69962"/>
                </a:lnTo>
                <a:lnTo>
                  <a:pt x="361310" y="70047"/>
                </a:lnTo>
                <a:lnTo>
                  <a:pt x="361423" y="70160"/>
                </a:lnTo>
                <a:lnTo>
                  <a:pt x="361524" y="70245"/>
                </a:lnTo>
                <a:lnTo>
                  <a:pt x="361636" y="70358"/>
                </a:lnTo>
                <a:lnTo>
                  <a:pt x="361749" y="70443"/>
                </a:lnTo>
                <a:lnTo>
                  <a:pt x="361862" y="70556"/>
                </a:lnTo>
                <a:lnTo>
                  <a:pt x="361975" y="70641"/>
                </a:lnTo>
                <a:lnTo>
                  <a:pt x="362087" y="70726"/>
                </a:lnTo>
                <a:lnTo>
                  <a:pt x="362198" y="70839"/>
                </a:lnTo>
                <a:lnTo>
                  <a:pt x="362311" y="70924"/>
                </a:lnTo>
                <a:lnTo>
                  <a:pt x="362414" y="71038"/>
                </a:lnTo>
                <a:lnTo>
                  <a:pt x="362527" y="71123"/>
                </a:lnTo>
                <a:lnTo>
                  <a:pt x="362639" y="71207"/>
                </a:lnTo>
                <a:lnTo>
                  <a:pt x="362750" y="71321"/>
                </a:lnTo>
                <a:lnTo>
                  <a:pt x="362862" y="71434"/>
                </a:lnTo>
                <a:lnTo>
                  <a:pt x="362975" y="71519"/>
                </a:lnTo>
                <a:lnTo>
                  <a:pt x="363078" y="71604"/>
                </a:lnTo>
                <a:lnTo>
                  <a:pt x="363191" y="71717"/>
                </a:lnTo>
                <a:lnTo>
                  <a:pt x="363302" y="71802"/>
                </a:lnTo>
                <a:lnTo>
                  <a:pt x="363414" y="71915"/>
                </a:lnTo>
                <a:lnTo>
                  <a:pt x="363527" y="72000"/>
                </a:lnTo>
                <a:lnTo>
                  <a:pt x="363640" y="72085"/>
                </a:lnTo>
                <a:lnTo>
                  <a:pt x="363753" y="72198"/>
                </a:lnTo>
                <a:lnTo>
                  <a:pt x="363865" y="72283"/>
                </a:lnTo>
                <a:lnTo>
                  <a:pt x="363966" y="72397"/>
                </a:lnTo>
                <a:lnTo>
                  <a:pt x="364079" y="72482"/>
                </a:lnTo>
                <a:lnTo>
                  <a:pt x="364192" y="72595"/>
                </a:lnTo>
                <a:lnTo>
                  <a:pt x="364305" y="72680"/>
                </a:lnTo>
                <a:lnTo>
                  <a:pt x="364415" y="72793"/>
                </a:lnTo>
                <a:lnTo>
                  <a:pt x="364528" y="72878"/>
                </a:lnTo>
                <a:lnTo>
                  <a:pt x="364640" y="72963"/>
                </a:lnTo>
                <a:lnTo>
                  <a:pt x="364744" y="73076"/>
                </a:lnTo>
                <a:lnTo>
                  <a:pt x="364856" y="73189"/>
                </a:lnTo>
                <a:lnTo>
                  <a:pt x="364967" y="73274"/>
                </a:lnTo>
                <a:lnTo>
                  <a:pt x="365080" y="73388"/>
                </a:lnTo>
                <a:lnTo>
                  <a:pt x="365192" y="73472"/>
                </a:lnTo>
                <a:lnTo>
                  <a:pt x="365305" y="73586"/>
                </a:lnTo>
                <a:lnTo>
                  <a:pt x="365406" y="73699"/>
                </a:lnTo>
                <a:lnTo>
                  <a:pt x="365519" y="73784"/>
                </a:lnTo>
                <a:lnTo>
                  <a:pt x="365631" y="73897"/>
                </a:lnTo>
                <a:lnTo>
                  <a:pt x="365744" y="74010"/>
                </a:lnTo>
                <a:lnTo>
                  <a:pt x="365857" y="74095"/>
                </a:lnTo>
                <a:lnTo>
                  <a:pt x="365970" y="74209"/>
                </a:lnTo>
                <a:lnTo>
                  <a:pt x="366071" y="74294"/>
                </a:lnTo>
                <a:lnTo>
                  <a:pt x="366183" y="74407"/>
                </a:lnTo>
                <a:lnTo>
                  <a:pt x="366296" y="74520"/>
                </a:lnTo>
                <a:lnTo>
                  <a:pt x="366409" y="74633"/>
                </a:lnTo>
                <a:lnTo>
                  <a:pt x="366522" y="74718"/>
                </a:lnTo>
                <a:lnTo>
                  <a:pt x="366632" y="74832"/>
                </a:lnTo>
                <a:lnTo>
                  <a:pt x="366745" y="74945"/>
                </a:lnTo>
                <a:lnTo>
                  <a:pt x="366858" y="75030"/>
                </a:lnTo>
                <a:lnTo>
                  <a:pt x="366961" y="75143"/>
                </a:lnTo>
                <a:lnTo>
                  <a:pt x="367071" y="75256"/>
                </a:lnTo>
                <a:lnTo>
                  <a:pt x="367184" y="75369"/>
                </a:lnTo>
                <a:lnTo>
                  <a:pt x="367297" y="75454"/>
                </a:lnTo>
                <a:lnTo>
                  <a:pt x="367409" y="75568"/>
                </a:lnTo>
                <a:lnTo>
                  <a:pt x="367522" y="75681"/>
                </a:lnTo>
                <a:lnTo>
                  <a:pt x="367635" y="75794"/>
                </a:lnTo>
                <a:lnTo>
                  <a:pt x="367736" y="75907"/>
                </a:lnTo>
                <a:lnTo>
                  <a:pt x="367849" y="75992"/>
                </a:lnTo>
                <a:lnTo>
                  <a:pt x="367961" y="76106"/>
                </a:lnTo>
                <a:lnTo>
                  <a:pt x="368074" y="76219"/>
                </a:lnTo>
                <a:lnTo>
                  <a:pt x="368187" y="76332"/>
                </a:lnTo>
                <a:lnTo>
                  <a:pt x="368297" y="76417"/>
                </a:lnTo>
                <a:lnTo>
                  <a:pt x="368410" y="76530"/>
                </a:lnTo>
                <a:lnTo>
                  <a:pt x="368513" y="76644"/>
                </a:lnTo>
                <a:lnTo>
                  <a:pt x="368626" y="76757"/>
                </a:lnTo>
                <a:lnTo>
                  <a:pt x="368736" y="76842"/>
                </a:lnTo>
                <a:lnTo>
                  <a:pt x="368849" y="76955"/>
                </a:lnTo>
                <a:lnTo>
                  <a:pt x="368962" y="77068"/>
                </a:lnTo>
                <a:lnTo>
                  <a:pt x="369075" y="77153"/>
                </a:lnTo>
                <a:lnTo>
                  <a:pt x="369187" y="77266"/>
                </a:lnTo>
                <a:lnTo>
                  <a:pt x="369300" y="77380"/>
                </a:lnTo>
                <a:lnTo>
                  <a:pt x="369401" y="77493"/>
                </a:lnTo>
                <a:lnTo>
                  <a:pt x="369514" y="77606"/>
                </a:lnTo>
                <a:lnTo>
                  <a:pt x="369627" y="77691"/>
                </a:lnTo>
                <a:lnTo>
                  <a:pt x="369739" y="77804"/>
                </a:lnTo>
                <a:lnTo>
                  <a:pt x="369852" y="77918"/>
                </a:lnTo>
                <a:lnTo>
                  <a:pt x="369962" y="78003"/>
                </a:lnTo>
                <a:lnTo>
                  <a:pt x="370075" y="78116"/>
                </a:lnTo>
                <a:lnTo>
                  <a:pt x="370178" y="78229"/>
                </a:lnTo>
                <a:lnTo>
                  <a:pt x="370291" y="78342"/>
                </a:lnTo>
                <a:lnTo>
                  <a:pt x="370402" y="78427"/>
                </a:lnTo>
                <a:lnTo>
                  <a:pt x="370514" y="78541"/>
                </a:lnTo>
                <a:lnTo>
                  <a:pt x="370627" y="78654"/>
                </a:lnTo>
                <a:lnTo>
                  <a:pt x="370730" y="78767"/>
                </a:lnTo>
                <a:lnTo>
                  <a:pt x="370843" y="78880"/>
                </a:lnTo>
                <a:lnTo>
                  <a:pt x="370953" y="78965"/>
                </a:lnTo>
                <a:lnTo>
                  <a:pt x="371066" y="79078"/>
                </a:lnTo>
                <a:lnTo>
                  <a:pt x="371179" y="79192"/>
                </a:lnTo>
                <a:lnTo>
                  <a:pt x="371292" y="79277"/>
                </a:lnTo>
                <a:lnTo>
                  <a:pt x="371393" y="79390"/>
                </a:lnTo>
                <a:lnTo>
                  <a:pt x="371505" y="79503"/>
                </a:lnTo>
                <a:lnTo>
                  <a:pt x="371618" y="79616"/>
                </a:lnTo>
                <a:lnTo>
                  <a:pt x="371731" y="79701"/>
                </a:lnTo>
                <a:lnTo>
                  <a:pt x="371844" y="79815"/>
                </a:lnTo>
                <a:lnTo>
                  <a:pt x="371956" y="79928"/>
                </a:lnTo>
                <a:lnTo>
                  <a:pt x="372067" y="80013"/>
                </a:lnTo>
                <a:lnTo>
                  <a:pt x="372180" y="80126"/>
                </a:lnTo>
                <a:lnTo>
                  <a:pt x="372292" y="80239"/>
                </a:lnTo>
                <a:lnTo>
                  <a:pt x="372395" y="80324"/>
                </a:lnTo>
                <a:lnTo>
                  <a:pt x="372508" y="80438"/>
                </a:lnTo>
                <a:lnTo>
                  <a:pt x="372619" y="80551"/>
                </a:lnTo>
                <a:lnTo>
                  <a:pt x="372731" y="80636"/>
                </a:lnTo>
                <a:lnTo>
                  <a:pt x="372844" y="80749"/>
                </a:lnTo>
                <a:lnTo>
                  <a:pt x="372957" y="80862"/>
                </a:lnTo>
                <a:lnTo>
                  <a:pt x="373070" y="80947"/>
                </a:lnTo>
                <a:lnTo>
                  <a:pt x="373171" y="81060"/>
                </a:lnTo>
                <a:lnTo>
                  <a:pt x="373283" y="81145"/>
                </a:lnTo>
                <a:lnTo>
                  <a:pt x="373396" y="81259"/>
                </a:lnTo>
                <a:lnTo>
                  <a:pt x="373509" y="81372"/>
                </a:lnTo>
                <a:lnTo>
                  <a:pt x="373622" y="81457"/>
                </a:lnTo>
                <a:lnTo>
                  <a:pt x="373734" y="81570"/>
                </a:lnTo>
                <a:lnTo>
                  <a:pt x="373835" y="81683"/>
                </a:lnTo>
                <a:lnTo>
                  <a:pt x="373948" y="81768"/>
                </a:lnTo>
                <a:lnTo>
                  <a:pt x="374061" y="81881"/>
                </a:lnTo>
                <a:lnTo>
                  <a:pt x="374173" y="81966"/>
                </a:lnTo>
                <a:lnTo>
                  <a:pt x="374284" y="82080"/>
                </a:lnTo>
                <a:lnTo>
                  <a:pt x="374387" y="82165"/>
                </a:lnTo>
                <a:lnTo>
                  <a:pt x="374500" y="82250"/>
                </a:lnTo>
                <a:lnTo>
                  <a:pt x="374622" y="82363"/>
                </a:lnTo>
                <a:lnTo>
                  <a:pt x="374725" y="82476"/>
                </a:lnTo>
                <a:lnTo>
                  <a:pt x="374836" y="82561"/>
                </a:lnTo>
                <a:lnTo>
                  <a:pt x="374949" y="82646"/>
                </a:lnTo>
                <a:lnTo>
                  <a:pt x="375061" y="82731"/>
                </a:lnTo>
                <a:lnTo>
                  <a:pt x="375174" y="82844"/>
                </a:lnTo>
                <a:lnTo>
                  <a:pt x="375287" y="82929"/>
                </a:lnTo>
                <a:lnTo>
                  <a:pt x="375400" y="83042"/>
                </a:lnTo>
                <a:lnTo>
                  <a:pt x="375510" y="83127"/>
                </a:lnTo>
                <a:lnTo>
                  <a:pt x="375613" y="83212"/>
                </a:lnTo>
                <a:lnTo>
                  <a:pt x="375726" y="83325"/>
                </a:lnTo>
                <a:lnTo>
                  <a:pt x="375839" y="83410"/>
                </a:lnTo>
                <a:lnTo>
                  <a:pt x="375949" y="83495"/>
                </a:lnTo>
                <a:lnTo>
                  <a:pt x="376062" y="83609"/>
                </a:lnTo>
                <a:lnTo>
                  <a:pt x="376165" y="83694"/>
                </a:lnTo>
                <a:lnTo>
                  <a:pt x="376278" y="83778"/>
                </a:lnTo>
                <a:lnTo>
                  <a:pt x="376391" y="83863"/>
                </a:lnTo>
                <a:lnTo>
                  <a:pt x="376501" y="83977"/>
                </a:lnTo>
                <a:lnTo>
                  <a:pt x="376614" y="84062"/>
                </a:lnTo>
                <a:lnTo>
                  <a:pt x="376727" y="84147"/>
                </a:lnTo>
                <a:lnTo>
                  <a:pt x="376830" y="84231"/>
                </a:lnTo>
                <a:lnTo>
                  <a:pt x="376940" y="84345"/>
                </a:lnTo>
                <a:lnTo>
                  <a:pt x="377053" y="84430"/>
                </a:lnTo>
                <a:lnTo>
                  <a:pt x="377166" y="84515"/>
                </a:lnTo>
                <a:lnTo>
                  <a:pt x="377278" y="84600"/>
                </a:lnTo>
                <a:lnTo>
                  <a:pt x="377391" y="84684"/>
                </a:lnTo>
                <a:lnTo>
                  <a:pt x="377504" y="84769"/>
                </a:lnTo>
                <a:lnTo>
                  <a:pt x="377614" y="84854"/>
                </a:lnTo>
                <a:lnTo>
                  <a:pt x="377717" y="84939"/>
                </a:lnTo>
                <a:lnTo>
                  <a:pt x="377830" y="85053"/>
                </a:lnTo>
                <a:lnTo>
                  <a:pt x="377943" y="85109"/>
                </a:lnTo>
                <a:lnTo>
                  <a:pt x="378056" y="85222"/>
                </a:lnTo>
                <a:lnTo>
                  <a:pt x="378166" y="85307"/>
                </a:lnTo>
                <a:lnTo>
                  <a:pt x="378279" y="85392"/>
                </a:lnTo>
                <a:lnTo>
                  <a:pt x="378392" y="85477"/>
                </a:lnTo>
                <a:lnTo>
                  <a:pt x="378504" y="85562"/>
                </a:lnTo>
                <a:lnTo>
                  <a:pt x="378605" y="85647"/>
                </a:lnTo>
                <a:lnTo>
                  <a:pt x="378718" y="85732"/>
                </a:lnTo>
                <a:lnTo>
                  <a:pt x="378831" y="85817"/>
                </a:lnTo>
                <a:lnTo>
                  <a:pt x="378944" y="85902"/>
                </a:lnTo>
                <a:lnTo>
                  <a:pt x="379056" y="85987"/>
                </a:lnTo>
                <a:lnTo>
                  <a:pt x="379157" y="86072"/>
                </a:lnTo>
                <a:lnTo>
                  <a:pt x="379270" y="86157"/>
                </a:lnTo>
                <a:lnTo>
                  <a:pt x="379383" y="86242"/>
                </a:lnTo>
                <a:lnTo>
                  <a:pt x="379495" y="86327"/>
                </a:lnTo>
                <a:lnTo>
                  <a:pt x="379608" y="86412"/>
                </a:lnTo>
                <a:lnTo>
                  <a:pt x="379721" y="86497"/>
                </a:lnTo>
                <a:lnTo>
                  <a:pt x="379822" y="86581"/>
                </a:lnTo>
                <a:lnTo>
                  <a:pt x="379935" y="86666"/>
                </a:lnTo>
                <a:lnTo>
                  <a:pt x="380047" y="86751"/>
                </a:lnTo>
                <a:lnTo>
                  <a:pt x="380160" y="86808"/>
                </a:lnTo>
                <a:lnTo>
                  <a:pt x="380271" y="86893"/>
                </a:lnTo>
                <a:lnTo>
                  <a:pt x="380383" y="86978"/>
                </a:lnTo>
                <a:lnTo>
                  <a:pt x="380496" y="87063"/>
                </a:lnTo>
                <a:lnTo>
                  <a:pt x="380609" y="87148"/>
                </a:lnTo>
                <a:lnTo>
                  <a:pt x="380712" y="87233"/>
                </a:lnTo>
                <a:lnTo>
                  <a:pt x="380834" y="87318"/>
                </a:lnTo>
                <a:lnTo>
                  <a:pt x="380935" y="87374"/>
                </a:lnTo>
                <a:lnTo>
                  <a:pt x="381048" y="87459"/>
                </a:lnTo>
                <a:lnTo>
                  <a:pt x="381161" y="87544"/>
                </a:lnTo>
                <a:lnTo>
                  <a:pt x="381273" y="87629"/>
                </a:lnTo>
                <a:lnTo>
                  <a:pt x="381386" y="87714"/>
                </a:lnTo>
                <a:lnTo>
                  <a:pt x="381497" y="87771"/>
                </a:lnTo>
                <a:lnTo>
                  <a:pt x="381600" y="87856"/>
                </a:lnTo>
                <a:lnTo>
                  <a:pt x="381713" y="87940"/>
                </a:lnTo>
                <a:lnTo>
                  <a:pt x="381825" y="88025"/>
                </a:lnTo>
                <a:lnTo>
                  <a:pt x="381938" y="88082"/>
                </a:lnTo>
                <a:lnTo>
                  <a:pt x="382048" y="88167"/>
                </a:lnTo>
                <a:lnTo>
                  <a:pt x="382152" y="88252"/>
                </a:lnTo>
                <a:lnTo>
                  <a:pt x="382264" y="88337"/>
                </a:lnTo>
                <a:lnTo>
                  <a:pt x="382377" y="88422"/>
                </a:lnTo>
                <a:lnTo>
                  <a:pt x="382488" y="88507"/>
                </a:lnTo>
                <a:lnTo>
                  <a:pt x="382600" y="88563"/>
                </a:lnTo>
                <a:lnTo>
                  <a:pt x="382713" y="88648"/>
                </a:lnTo>
                <a:lnTo>
                  <a:pt x="382826" y="88705"/>
                </a:lnTo>
                <a:lnTo>
                  <a:pt x="382939" y="88790"/>
                </a:lnTo>
                <a:lnTo>
                  <a:pt x="383039" y="88875"/>
                </a:lnTo>
                <a:lnTo>
                  <a:pt x="383152" y="88931"/>
                </a:lnTo>
                <a:lnTo>
                  <a:pt x="383265" y="89016"/>
                </a:lnTo>
                <a:lnTo>
                  <a:pt x="383378" y="89073"/>
                </a:lnTo>
                <a:lnTo>
                  <a:pt x="383491" y="89158"/>
                </a:lnTo>
                <a:lnTo>
                  <a:pt x="383603" y="89243"/>
                </a:lnTo>
                <a:lnTo>
                  <a:pt x="383714" y="89300"/>
                </a:lnTo>
                <a:lnTo>
                  <a:pt x="383826" y="89356"/>
                </a:lnTo>
                <a:lnTo>
                  <a:pt x="383930" y="89441"/>
                </a:lnTo>
                <a:lnTo>
                  <a:pt x="384042" y="89498"/>
                </a:lnTo>
                <a:lnTo>
                  <a:pt x="384153" y="89554"/>
                </a:lnTo>
                <a:lnTo>
                  <a:pt x="384266" y="89639"/>
                </a:lnTo>
                <a:lnTo>
                  <a:pt x="384378" y="89696"/>
                </a:lnTo>
                <a:lnTo>
                  <a:pt x="384491" y="89781"/>
                </a:lnTo>
                <a:lnTo>
                  <a:pt x="384594" y="89866"/>
                </a:lnTo>
                <a:lnTo>
                  <a:pt x="384705" y="89922"/>
                </a:lnTo>
                <a:lnTo>
                  <a:pt x="384817" y="90007"/>
                </a:lnTo>
                <a:lnTo>
                  <a:pt x="384930" y="90064"/>
                </a:lnTo>
                <a:lnTo>
                  <a:pt x="385043" y="90121"/>
                </a:lnTo>
                <a:lnTo>
                  <a:pt x="385156" y="90177"/>
                </a:lnTo>
                <a:lnTo>
                  <a:pt x="385257" y="90262"/>
                </a:lnTo>
                <a:lnTo>
                  <a:pt x="385369" y="90319"/>
                </a:lnTo>
                <a:lnTo>
                  <a:pt x="385482" y="90375"/>
                </a:lnTo>
                <a:lnTo>
                  <a:pt x="385595" y="90460"/>
                </a:lnTo>
                <a:lnTo>
                  <a:pt x="385708" y="90517"/>
                </a:lnTo>
                <a:lnTo>
                  <a:pt x="385818" y="90574"/>
                </a:lnTo>
                <a:lnTo>
                  <a:pt x="385931" y="90630"/>
                </a:lnTo>
                <a:lnTo>
                  <a:pt x="386034" y="90687"/>
                </a:lnTo>
                <a:lnTo>
                  <a:pt x="386147" y="90772"/>
                </a:lnTo>
                <a:lnTo>
                  <a:pt x="386260" y="90828"/>
                </a:lnTo>
                <a:lnTo>
                  <a:pt x="386370" y="90885"/>
                </a:lnTo>
                <a:lnTo>
                  <a:pt x="386483" y="90942"/>
                </a:lnTo>
                <a:lnTo>
                  <a:pt x="386595" y="90998"/>
                </a:lnTo>
                <a:lnTo>
                  <a:pt x="386708" y="91055"/>
                </a:lnTo>
                <a:lnTo>
                  <a:pt x="386821" y="91112"/>
                </a:lnTo>
                <a:lnTo>
                  <a:pt x="386922" y="91168"/>
                </a:lnTo>
                <a:lnTo>
                  <a:pt x="387035" y="91225"/>
                </a:lnTo>
                <a:lnTo>
                  <a:pt x="387147" y="91253"/>
                </a:lnTo>
                <a:lnTo>
                  <a:pt x="387260" y="91338"/>
                </a:lnTo>
                <a:lnTo>
                  <a:pt x="387373" y="91366"/>
                </a:lnTo>
                <a:lnTo>
                  <a:pt x="387483" y="91423"/>
                </a:lnTo>
                <a:lnTo>
                  <a:pt x="387586" y="91480"/>
                </a:lnTo>
                <a:lnTo>
                  <a:pt x="387699" y="91536"/>
                </a:lnTo>
                <a:lnTo>
                  <a:pt x="387812" y="91593"/>
                </a:lnTo>
                <a:lnTo>
                  <a:pt x="387925" y="91621"/>
                </a:lnTo>
                <a:lnTo>
                  <a:pt x="388035" y="91678"/>
                </a:lnTo>
                <a:lnTo>
                  <a:pt x="388148" y="91734"/>
                </a:lnTo>
                <a:lnTo>
                  <a:pt x="388261" y="91763"/>
                </a:lnTo>
                <a:lnTo>
                  <a:pt x="388373" y="91819"/>
                </a:lnTo>
                <a:lnTo>
                  <a:pt x="388474" y="91876"/>
                </a:lnTo>
                <a:lnTo>
                  <a:pt x="388587" y="91904"/>
                </a:lnTo>
                <a:lnTo>
                  <a:pt x="388700" y="91961"/>
                </a:lnTo>
                <a:lnTo>
                  <a:pt x="388813" y="91989"/>
                </a:lnTo>
                <a:lnTo>
                  <a:pt x="388925" y="92046"/>
                </a:lnTo>
                <a:lnTo>
                  <a:pt x="389038" y="92103"/>
                </a:lnTo>
                <a:lnTo>
                  <a:pt x="389151" y="92131"/>
                </a:lnTo>
                <a:lnTo>
                  <a:pt x="389252" y="92159"/>
                </a:lnTo>
                <a:lnTo>
                  <a:pt x="389364" y="92216"/>
                </a:lnTo>
                <a:lnTo>
                  <a:pt x="389477" y="92244"/>
                </a:lnTo>
                <a:lnTo>
                  <a:pt x="389590" y="92272"/>
                </a:lnTo>
                <a:lnTo>
                  <a:pt x="389700" y="92329"/>
                </a:lnTo>
                <a:lnTo>
                  <a:pt x="389813" y="92357"/>
                </a:lnTo>
                <a:lnTo>
                  <a:pt x="389926" y="92414"/>
                </a:lnTo>
                <a:lnTo>
                  <a:pt x="390029" y="92442"/>
                </a:lnTo>
                <a:lnTo>
                  <a:pt x="390139" y="92471"/>
                </a:lnTo>
                <a:lnTo>
                  <a:pt x="390252" y="92527"/>
                </a:lnTo>
                <a:lnTo>
                  <a:pt x="390365" y="92556"/>
                </a:lnTo>
                <a:lnTo>
                  <a:pt x="390478" y="92584"/>
                </a:lnTo>
                <a:lnTo>
                  <a:pt x="390581" y="92612"/>
                </a:lnTo>
                <a:lnTo>
                  <a:pt x="390691" y="92640"/>
                </a:lnTo>
                <a:lnTo>
                  <a:pt x="390804" y="92669"/>
                </a:lnTo>
                <a:lnTo>
                  <a:pt x="390917" y="92725"/>
                </a:lnTo>
                <a:lnTo>
                  <a:pt x="391030" y="92754"/>
                </a:lnTo>
                <a:lnTo>
                  <a:pt x="391142" y="92782"/>
                </a:lnTo>
                <a:lnTo>
                  <a:pt x="391255" y="92810"/>
                </a:lnTo>
                <a:lnTo>
                  <a:pt x="391356" y="92867"/>
                </a:lnTo>
                <a:lnTo>
                  <a:pt x="391469" y="92895"/>
                </a:lnTo>
                <a:lnTo>
                  <a:pt x="391582" y="92924"/>
                </a:lnTo>
                <a:lnTo>
                  <a:pt x="391694" y="92952"/>
                </a:lnTo>
                <a:lnTo>
                  <a:pt x="391807" y="92980"/>
                </a:lnTo>
                <a:lnTo>
                  <a:pt x="391917" y="93009"/>
                </a:lnTo>
                <a:lnTo>
                  <a:pt x="392030" y="93037"/>
                </a:lnTo>
                <a:lnTo>
                  <a:pt x="392143" y="93065"/>
                </a:lnTo>
                <a:lnTo>
                  <a:pt x="392246" y="93093"/>
                </a:lnTo>
                <a:lnTo>
                  <a:pt x="392357" y="93122"/>
                </a:lnTo>
                <a:lnTo>
                  <a:pt x="392469" y="93150"/>
                </a:lnTo>
                <a:lnTo>
                  <a:pt x="392582" y="93178"/>
                </a:lnTo>
                <a:lnTo>
                  <a:pt x="392695" y="93207"/>
                </a:lnTo>
                <a:lnTo>
                  <a:pt x="392808" y="93235"/>
                </a:lnTo>
                <a:lnTo>
                  <a:pt x="392920" y="93263"/>
                </a:lnTo>
                <a:lnTo>
                  <a:pt x="393021" y="93292"/>
                </a:lnTo>
                <a:lnTo>
                  <a:pt x="393134" y="93320"/>
                </a:lnTo>
                <a:lnTo>
                  <a:pt x="393247" y="93348"/>
                </a:lnTo>
                <a:lnTo>
                  <a:pt x="393360" y="93348"/>
                </a:lnTo>
                <a:lnTo>
                  <a:pt x="393472" y="93377"/>
                </a:lnTo>
                <a:lnTo>
                  <a:pt x="393573" y="93405"/>
                </a:lnTo>
                <a:lnTo>
                  <a:pt x="393695" y="93433"/>
                </a:lnTo>
                <a:lnTo>
                  <a:pt x="393799" y="93462"/>
                </a:lnTo>
                <a:lnTo>
                  <a:pt x="393911" y="93490"/>
                </a:lnTo>
                <a:lnTo>
                  <a:pt x="394022" y="93518"/>
                </a:lnTo>
                <a:lnTo>
                  <a:pt x="394135" y="93518"/>
                </a:lnTo>
                <a:lnTo>
                  <a:pt x="394247" y="93546"/>
                </a:lnTo>
                <a:lnTo>
                  <a:pt x="394360" y="93575"/>
                </a:lnTo>
                <a:lnTo>
                  <a:pt x="394473" y="93603"/>
                </a:lnTo>
                <a:lnTo>
                  <a:pt x="394586" y="93631"/>
                </a:lnTo>
                <a:lnTo>
                  <a:pt x="394686" y="93631"/>
                </a:lnTo>
                <a:lnTo>
                  <a:pt x="394799" y="93660"/>
                </a:lnTo>
                <a:lnTo>
                  <a:pt x="394912" y="93660"/>
                </a:lnTo>
                <a:lnTo>
                  <a:pt x="395025" y="93688"/>
                </a:lnTo>
                <a:lnTo>
                  <a:pt x="395138" y="93716"/>
                </a:lnTo>
                <a:lnTo>
                  <a:pt x="395248" y="93716"/>
                </a:lnTo>
                <a:lnTo>
                  <a:pt x="395361" y="93745"/>
                </a:lnTo>
                <a:lnTo>
                  <a:pt x="395464" y="93745"/>
                </a:lnTo>
                <a:lnTo>
                  <a:pt x="395577" y="93773"/>
                </a:lnTo>
                <a:lnTo>
                  <a:pt x="395687" y="93773"/>
                </a:lnTo>
                <a:lnTo>
                  <a:pt x="395800" y="93773"/>
                </a:lnTo>
                <a:lnTo>
                  <a:pt x="395913" y="93801"/>
                </a:lnTo>
                <a:lnTo>
                  <a:pt x="396016" y="93801"/>
                </a:lnTo>
                <a:lnTo>
                  <a:pt x="396129" y="93830"/>
                </a:lnTo>
                <a:lnTo>
                  <a:pt x="396239" y="93830"/>
                </a:lnTo>
                <a:lnTo>
                  <a:pt x="396352" y="93830"/>
                </a:lnTo>
                <a:lnTo>
                  <a:pt x="396464" y="93830"/>
                </a:lnTo>
                <a:lnTo>
                  <a:pt x="396577" y="93858"/>
                </a:lnTo>
                <a:lnTo>
                  <a:pt x="396678" y="93858"/>
                </a:lnTo>
                <a:lnTo>
                  <a:pt x="396791" y="93858"/>
                </a:lnTo>
                <a:lnTo>
                  <a:pt x="396904" y="93858"/>
                </a:lnTo>
                <a:lnTo>
                  <a:pt x="397016" y="93858"/>
                </a:lnTo>
                <a:lnTo>
                  <a:pt x="397129" y="93886"/>
                </a:lnTo>
                <a:lnTo>
                  <a:pt x="397242" y="93886"/>
                </a:lnTo>
                <a:lnTo>
                  <a:pt x="397352" y="93886"/>
                </a:lnTo>
                <a:lnTo>
                  <a:pt x="397465" y="93886"/>
                </a:lnTo>
                <a:lnTo>
                  <a:pt x="397578" y="93886"/>
                </a:lnTo>
                <a:lnTo>
                  <a:pt x="397681" y="93886"/>
                </a:lnTo>
                <a:lnTo>
                  <a:pt x="397794" y="93886"/>
                </a:lnTo>
                <a:lnTo>
                  <a:pt x="397904" y="93886"/>
                </a:lnTo>
                <a:lnTo>
                  <a:pt x="398017" y="93886"/>
                </a:lnTo>
                <a:lnTo>
                  <a:pt x="398130" y="93886"/>
                </a:lnTo>
                <a:lnTo>
                  <a:pt x="398242" y="93886"/>
                </a:lnTo>
                <a:lnTo>
                  <a:pt x="398355" y="93886"/>
                </a:lnTo>
                <a:lnTo>
                  <a:pt x="398456" y="93886"/>
                </a:lnTo>
                <a:lnTo>
                  <a:pt x="398569" y="93886"/>
                </a:lnTo>
                <a:lnTo>
                  <a:pt x="398682" y="93886"/>
                </a:lnTo>
                <a:lnTo>
                  <a:pt x="398794" y="93886"/>
                </a:lnTo>
                <a:lnTo>
                  <a:pt x="398907" y="93886"/>
                </a:lnTo>
                <a:lnTo>
                  <a:pt x="399008" y="93886"/>
                </a:lnTo>
                <a:lnTo>
                  <a:pt x="399121" y="93858"/>
                </a:lnTo>
                <a:lnTo>
                  <a:pt x="399233" y="93858"/>
                </a:lnTo>
                <a:lnTo>
                  <a:pt x="399346" y="93858"/>
                </a:lnTo>
                <a:lnTo>
                  <a:pt x="399459" y="93858"/>
                </a:lnTo>
                <a:lnTo>
                  <a:pt x="399569" y="93830"/>
                </a:lnTo>
                <a:lnTo>
                  <a:pt x="399673" y="93830"/>
                </a:lnTo>
                <a:lnTo>
                  <a:pt x="399785" y="93830"/>
                </a:lnTo>
                <a:lnTo>
                  <a:pt x="399908" y="93801"/>
                </a:lnTo>
                <a:lnTo>
                  <a:pt x="400011" y="93801"/>
                </a:lnTo>
                <a:lnTo>
                  <a:pt x="400121" y="93773"/>
                </a:lnTo>
                <a:lnTo>
                  <a:pt x="400234" y="93773"/>
                </a:lnTo>
                <a:lnTo>
                  <a:pt x="400347" y="93773"/>
                </a:lnTo>
                <a:lnTo>
                  <a:pt x="400460" y="93745"/>
                </a:lnTo>
                <a:lnTo>
                  <a:pt x="400572" y="93745"/>
                </a:lnTo>
                <a:lnTo>
                  <a:pt x="400685" y="93716"/>
                </a:lnTo>
                <a:lnTo>
                  <a:pt x="400786" y="93716"/>
                </a:lnTo>
                <a:lnTo>
                  <a:pt x="400899" y="93688"/>
                </a:lnTo>
                <a:lnTo>
                  <a:pt x="401011" y="93688"/>
                </a:lnTo>
                <a:lnTo>
                  <a:pt x="401124" y="93660"/>
                </a:lnTo>
                <a:lnTo>
                  <a:pt x="401235" y="93631"/>
                </a:lnTo>
                <a:lnTo>
                  <a:pt x="401347" y="93631"/>
                </a:lnTo>
                <a:lnTo>
                  <a:pt x="401451" y="93603"/>
                </a:lnTo>
                <a:lnTo>
                  <a:pt x="401563" y="93603"/>
                </a:lnTo>
                <a:lnTo>
                  <a:pt x="401676" y="93575"/>
                </a:lnTo>
                <a:lnTo>
                  <a:pt x="401786" y="93546"/>
                </a:lnTo>
                <a:lnTo>
                  <a:pt x="401899" y="93518"/>
                </a:lnTo>
                <a:lnTo>
                  <a:pt x="402012" y="93490"/>
                </a:lnTo>
                <a:lnTo>
                  <a:pt x="402115" y="93490"/>
                </a:lnTo>
                <a:lnTo>
                  <a:pt x="402226" y="93462"/>
                </a:lnTo>
                <a:lnTo>
                  <a:pt x="402338" y="93433"/>
                </a:lnTo>
                <a:lnTo>
                  <a:pt x="402451" y="93405"/>
                </a:lnTo>
                <a:lnTo>
                  <a:pt x="402564" y="93377"/>
                </a:lnTo>
                <a:lnTo>
                  <a:pt x="402677" y="93348"/>
                </a:lnTo>
                <a:lnTo>
                  <a:pt x="402789" y="93348"/>
                </a:lnTo>
                <a:lnTo>
                  <a:pt x="402900" y="93320"/>
                </a:lnTo>
                <a:lnTo>
                  <a:pt x="403003" y="93292"/>
                </a:lnTo>
                <a:lnTo>
                  <a:pt x="403116" y="93263"/>
                </a:lnTo>
                <a:lnTo>
                  <a:pt x="403228" y="93235"/>
                </a:lnTo>
                <a:lnTo>
                  <a:pt x="403341" y="93207"/>
                </a:lnTo>
                <a:lnTo>
                  <a:pt x="403452" y="93178"/>
                </a:lnTo>
                <a:lnTo>
                  <a:pt x="403564" y="93150"/>
                </a:lnTo>
                <a:lnTo>
                  <a:pt x="403677" y="93122"/>
                </a:lnTo>
                <a:lnTo>
                  <a:pt x="403780" y="93093"/>
                </a:lnTo>
                <a:lnTo>
                  <a:pt x="403891" y="93037"/>
                </a:lnTo>
                <a:lnTo>
                  <a:pt x="404004" y="93009"/>
                </a:lnTo>
                <a:lnTo>
                  <a:pt x="404116" y="92980"/>
                </a:lnTo>
                <a:lnTo>
                  <a:pt x="404229" y="92952"/>
                </a:lnTo>
                <a:lnTo>
                  <a:pt x="404342" y="92924"/>
                </a:lnTo>
                <a:lnTo>
                  <a:pt x="404443" y="92895"/>
                </a:lnTo>
                <a:lnTo>
                  <a:pt x="404555" y="92867"/>
                </a:lnTo>
                <a:lnTo>
                  <a:pt x="404668" y="92810"/>
                </a:lnTo>
                <a:lnTo>
                  <a:pt x="404781" y="92782"/>
                </a:lnTo>
                <a:lnTo>
                  <a:pt x="404894" y="92754"/>
                </a:lnTo>
                <a:lnTo>
                  <a:pt x="404994" y="92697"/>
                </a:lnTo>
                <a:lnTo>
                  <a:pt x="405107" y="92669"/>
                </a:lnTo>
                <a:lnTo>
                  <a:pt x="405251" y="92612"/>
                </a:lnTo>
                <a:lnTo>
                  <a:pt x="405323" y="92584"/>
                </a:lnTo>
                <a:lnTo>
                  <a:pt x="405455" y="92556"/>
                </a:lnTo>
                <a:lnTo>
                  <a:pt x="405578" y="92499"/>
                </a:lnTo>
                <a:lnTo>
                  <a:pt x="405659" y="92471"/>
                </a:lnTo>
                <a:lnTo>
                  <a:pt x="405782" y="92414"/>
                </a:lnTo>
                <a:lnTo>
                  <a:pt x="405904" y="92386"/>
                </a:lnTo>
                <a:lnTo>
                  <a:pt x="405985" y="92329"/>
                </a:lnTo>
                <a:lnTo>
                  <a:pt x="406120" y="92272"/>
                </a:lnTo>
                <a:lnTo>
                  <a:pt x="406242" y="92244"/>
                </a:lnTo>
                <a:lnTo>
                  <a:pt x="406324" y="92216"/>
                </a:lnTo>
                <a:lnTo>
                  <a:pt x="406446" y="92159"/>
                </a:lnTo>
                <a:lnTo>
                  <a:pt x="406569" y="92103"/>
                </a:lnTo>
                <a:lnTo>
                  <a:pt x="406650" y="92074"/>
                </a:lnTo>
                <a:lnTo>
                  <a:pt x="406772" y="92018"/>
                </a:lnTo>
                <a:lnTo>
                  <a:pt x="406895" y="91989"/>
                </a:lnTo>
                <a:lnTo>
                  <a:pt x="406988" y="91933"/>
                </a:lnTo>
                <a:lnTo>
                  <a:pt x="407111" y="91904"/>
                </a:lnTo>
                <a:lnTo>
                  <a:pt x="407233" y="91848"/>
                </a:lnTo>
                <a:lnTo>
                  <a:pt x="407315" y="91791"/>
                </a:lnTo>
                <a:lnTo>
                  <a:pt x="407437" y="91763"/>
                </a:lnTo>
                <a:lnTo>
                  <a:pt x="407560" y="91706"/>
                </a:lnTo>
                <a:lnTo>
                  <a:pt x="407682" y="91678"/>
                </a:lnTo>
                <a:lnTo>
                  <a:pt x="407763" y="91621"/>
                </a:lnTo>
                <a:lnTo>
                  <a:pt x="407898" y="91565"/>
                </a:lnTo>
                <a:lnTo>
                  <a:pt x="408020" y="91536"/>
                </a:lnTo>
                <a:lnTo>
                  <a:pt x="408102" y="91480"/>
                </a:lnTo>
                <a:lnTo>
                  <a:pt x="408224" y="91423"/>
                </a:lnTo>
                <a:lnTo>
                  <a:pt x="408347" y="91395"/>
                </a:lnTo>
                <a:lnTo>
                  <a:pt x="408428" y="91338"/>
                </a:lnTo>
                <a:lnTo>
                  <a:pt x="408550" y="91310"/>
                </a:lnTo>
                <a:lnTo>
                  <a:pt x="408673" y="91253"/>
                </a:lnTo>
                <a:lnTo>
                  <a:pt x="408764" y="91196"/>
                </a:lnTo>
                <a:lnTo>
                  <a:pt x="408889" y="91168"/>
                </a:lnTo>
                <a:lnTo>
                  <a:pt x="409011" y="91112"/>
                </a:lnTo>
                <a:lnTo>
                  <a:pt x="409093" y="91055"/>
                </a:lnTo>
                <a:lnTo>
                  <a:pt x="409215" y="91027"/>
                </a:lnTo>
                <a:lnTo>
                  <a:pt x="409338" y="90970"/>
                </a:lnTo>
                <a:lnTo>
                  <a:pt x="409419" y="90942"/>
                </a:lnTo>
                <a:lnTo>
                  <a:pt x="409541" y="90885"/>
                </a:lnTo>
                <a:lnTo>
                  <a:pt x="409673" y="90857"/>
                </a:lnTo>
                <a:lnTo>
                  <a:pt x="409755" y="90800"/>
                </a:lnTo>
                <a:lnTo>
                  <a:pt x="409880" y="90772"/>
                </a:lnTo>
                <a:lnTo>
                  <a:pt x="410002" y="90743"/>
                </a:lnTo>
                <a:lnTo>
                  <a:pt x="410084" y="90687"/>
                </a:lnTo>
                <a:lnTo>
                  <a:pt x="410206" y="90659"/>
                </a:lnTo>
                <a:lnTo>
                  <a:pt x="410328" y="90602"/>
                </a:lnTo>
                <a:lnTo>
                  <a:pt x="410451" y="90574"/>
                </a:lnTo>
                <a:lnTo>
                  <a:pt x="410542" y="90545"/>
                </a:lnTo>
                <a:lnTo>
                  <a:pt x="410664" y="90489"/>
                </a:lnTo>
                <a:lnTo>
                  <a:pt x="410787" y="90460"/>
                </a:lnTo>
                <a:lnTo>
                  <a:pt x="410871" y="90404"/>
                </a:lnTo>
                <a:lnTo>
                  <a:pt x="410993" y="90375"/>
                </a:lnTo>
                <a:lnTo>
                  <a:pt x="411116" y="90319"/>
                </a:lnTo>
                <a:lnTo>
                  <a:pt x="411197" y="90290"/>
                </a:lnTo>
                <a:lnTo>
                  <a:pt x="411319" y="90262"/>
                </a:lnTo>
                <a:lnTo>
                  <a:pt x="411451" y="90206"/>
                </a:lnTo>
                <a:lnTo>
                  <a:pt x="411533" y="90177"/>
                </a:lnTo>
                <a:lnTo>
                  <a:pt x="411655" y="90121"/>
                </a:lnTo>
                <a:lnTo>
                  <a:pt x="411778" y="90092"/>
                </a:lnTo>
                <a:lnTo>
                  <a:pt x="411862" y="90036"/>
                </a:lnTo>
                <a:lnTo>
                  <a:pt x="411984" y="90007"/>
                </a:lnTo>
                <a:lnTo>
                  <a:pt x="412116" y="89951"/>
                </a:lnTo>
                <a:lnTo>
                  <a:pt x="412188" y="89922"/>
                </a:lnTo>
                <a:lnTo>
                  <a:pt x="412320" y="89866"/>
                </a:lnTo>
                <a:lnTo>
                  <a:pt x="412442" y="89809"/>
                </a:lnTo>
                <a:lnTo>
                  <a:pt x="412524" y="89781"/>
                </a:lnTo>
                <a:lnTo>
                  <a:pt x="412646" y="89724"/>
                </a:lnTo>
                <a:lnTo>
                  <a:pt x="412769" y="89696"/>
                </a:lnTo>
                <a:lnTo>
                  <a:pt x="412893" y="89639"/>
                </a:lnTo>
                <a:lnTo>
                  <a:pt x="412985" y="89611"/>
                </a:lnTo>
                <a:lnTo>
                  <a:pt x="413107" y="89554"/>
                </a:lnTo>
                <a:lnTo>
                  <a:pt x="413229" y="89498"/>
                </a:lnTo>
                <a:lnTo>
                  <a:pt x="413311" y="89441"/>
                </a:lnTo>
                <a:lnTo>
                  <a:pt x="413433" y="89413"/>
                </a:lnTo>
                <a:lnTo>
                  <a:pt x="413556" y="89384"/>
                </a:lnTo>
                <a:lnTo>
                  <a:pt x="413637" y="89328"/>
                </a:lnTo>
                <a:lnTo>
                  <a:pt x="413760" y="89271"/>
                </a:lnTo>
                <a:lnTo>
                  <a:pt x="413894" y="89243"/>
                </a:lnTo>
                <a:lnTo>
                  <a:pt x="413976" y="89186"/>
                </a:lnTo>
                <a:lnTo>
                  <a:pt x="414098" y="89130"/>
                </a:lnTo>
                <a:lnTo>
                  <a:pt x="414220" y="89101"/>
                </a:lnTo>
                <a:lnTo>
                  <a:pt x="414302" y="89045"/>
                </a:lnTo>
                <a:lnTo>
                  <a:pt x="414424" y="89016"/>
                </a:lnTo>
                <a:lnTo>
                  <a:pt x="414547" y="88960"/>
                </a:lnTo>
                <a:lnTo>
                  <a:pt x="414628" y="88903"/>
                </a:lnTo>
                <a:lnTo>
                  <a:pt x="414763" y="88875"/>
                </a:lnTo>
                <a:lnTo>
                  <a:pt x="414885" y="88818"/>
                </a:lnTo>
                <a:lnTo>
                  <a:pt x="414967" y="88790"/>
                </a:lnTo>
                <a:lnTo>
                  <a:pt x="415089" y="88733"/>
                </a:lnTo>
                <a:lnTo>
                  <a:pt x="415211" y="88677"/>
                </a:lnTo>
                <a:lnTo>
                  <a:pt x="415334" y="88648"/>
                </a:lnTo>
                <a:lnTo>
                  <a:pt x="415415" y="88620"/>
                </a:lnTo>
                <a:lnTo>
                  <a:pt x="415538" y="88563"/>
                </a:lnTo>
                <a:lnTo>
                  <a:pt x="415660" y="88507"/>
                </a:lnTo>
                <a:lnTo>
                  <a:pt x="415754" y="88450"/>
                </a:lnTo>
                <a:lnTo>
                  <a:pt x="415876" y="88422"/>
                </a:lnTo>
                <a:lnTo>
                  <a:pt x="415998" y="88365"/>
                </a:lnTo>
                <a:lnTo>
                  <a:pt x="416080" y="88309"/>
                </a:lnTo>
                <a:lnTo>
                  <a:pt x="416202" y="88280"/>
                </a:lnTo>
                <a:lnTo>
                  <a:pt x="416325" y="88252"/>
                </a:lnTo>
                <a:lnTo>
                  <a:pt x="416406" y="88195"/>
                </a:lnTo>
                <a:lnTo>
                  <a:pt x="416529" y="88139"/>
                </a:lnTo>
                <a:lnTo>
                  <a:pt x="416663" y="88082"/>
                </a:lnTo>
                <a:lnTo>
                  <a:pt x="416745" y="88054"/>
                </a:lnTo>
                <a:lnTo>
                  <a:pt x="416867" y="87997"/>
                </a:lnTo>
                <a:lnTo>
                  <a:pt x="416989" y="87969"/>
                </a:lnTo>
                <a:lnTo>
                  <a:pt x="417071" y="87912"/>
                </a:lnTo>
                <a:lnTo>
                  <a:pt x="417193" y="87884"/>
                </a:lnTo>
                <a:lnTo>
                  <a:pt x="417316" y="87827"/>
                </a:lnTo>
                <a:lnTo>
                  <a:pt x="417409" y="87771"/>
                </a:lnTo>
                <a:lnTo>
                  <a:pt x="417532" y="87714"/>
                </a:lnTo>
                <a:lnTo>
                  <a:pt x="417654" y="87686"/>
                </a:lnTo>
                <a:lnTo>
                  <a:pt x="417776" y="87629"/>
                </a:lnTo>
                <a:lnTo>
                  <a:pt x="417858" y="87572"/>
                </a:lnTo>
                <a:lnTo>
                  <a:pt x="417980" y="87516"/>
                </a:lnTo>
                <a:lnTo>
                  <a:pt x="418103" y="87459"/>
                </a:lnTo>
                <a:lnTo>
                  <a:pt x="418184" y="87431"/>
                </a:lnTo>
                <a:lnTo>
                  <a:pt x="418316" y="87374"/>
                </a:lnTo>
                <a:lnTo>
                  <a:pt x="418441" y="87318"/>
                </a:lnTo>
                <a:lnTo>
                  <a:pt x="418523" y="87261"/>
                </a:lnTo>
                <a:lnTo>
                  <a:pt x="418645" y="87204"/>
                </a:lnTo>
                <a:lnTo>
                  <a:pt x="418767" y="87176"/>
                </a:lnTo>
                <a:lnTo>
                  <a:pt x="418849" y="87119"/>
                </a:lnTo>
                <a:lnTo>
                  <a:pt x="418981" y="87063"/>
                </a:lnTo>
                <a:lnTo>
                  <a:pt x="419103" y="87006"/>
                </a:lnTo>
                <a:lnTo>
                  <a:pt x="419185" y="86950"/>
                </a:lnTo>
                <a:lnTo>
                  <a:pt x="419307" y="86893"/>
                </a:lnTo>
                <a:lnTo>
                  <a:pt x="419432" y="86836"/>
                </a:lnTo>
                <a:lnTo>
                  <a:pt x="419514" y="86780"/>
                </a:lnTo>
                <a:lnTo>
                  <a:pt x="419636" y="86723"/>
                </a:lnTo>
                <a:lnTo>
                  <a:pt x="419758" y="86666"/>
                </a:lnTo>
                <a:lnTo>
                  <a:pt x="419850" y="86610"/>
                </a:lnTo>
                <a:lnTo>
                  <a:pt x="419972" y="86553"/>
                </a:lnTo>
                <a:lnTo>
                  <a:pt x="420094" y="86468"/>
                </a:lnTo>
                <a:lnTo>
                  <a:pt x="420217" y="86412"/>
                </a:lnTo>
                <a:lnTo>
                  <a:pt x="420298" y="86355"/>
                </a:lnTo>
                <a:lnTo>
                  <a:pt x="420423" y="86298"/>
                </a:lnTo>
                <a:lnTo>
                  <a:pt x="420545" y="86242"/>
                </a:lnTo>
                <a:lnTo>
                  <a:pt x="420627" y="86185"/>
                </a:lnTo>
                <a:lnTo>
                  <a:pt x="420759" y="86100"/>
                </a:lnTo>
                <a:lnTo>
                  <a:pt x="420881" y="86044"/>
                </a:lnTo>
                <a:lnTo>
                  <a:pt x="420963" y="85987"/>
                </a:lnTo>
                <a:lnTo>
                  <a:pt x="421085" y="85930"/>
                </a:lnTo>
                <a:lnTo>
                  <a:pt x="421208" y="85845"/>
                </a:lnTo>
                <a:lnTo>
                  <a:pt x="421289" y="85789"/>
                </a:lnTo>
                <a:lnTo>
                  <a:pt x="421414" y="85732"/>
                </a:lnTo>
                <a:lnTo>
                  <a:pt x="421536" y="85675"/>
                </a:lnTo>
                <a:lnTo>
                  <a:pt x="421628" y="85590"/>
                </a:lnTo>
                <a:lnTo>
                  <a:pt x="421750" y="85534"/>
                </a:lnTo>
                <a:lnTo>
                  <a:pt x="421872" y="85449"/>
                </a:lnTo>
                <a:lnTo>
                  <a:pt x="421954" y="85392"/>
                </a:lnTo>
                <a:lnTo>
                  <a:pt x="422076" y="85336"/>
                </a:lnTo>
                <a:lnTo>
                  <a:pt x="422199" y="85279"/>
                </a:lnTo>
                <a:lnTo>
                  <a:pt x="422280" y="85194"/>
                </a:lnTo>
                <a:lnTo>
                  <a:pt x="422405" y="85137"/>
                </a:lnTo>
                <a:lnTo>
                  <a:pt x="422527" y="85081"/>
                </a:lnTo>
                <a:lnTo>
                  <a:pt x="422659" y="85024"/>
                </a:lnTo>
                <a:lnTo>
                  <a:pt x="422741" y="84939"/>
                </a:lnTo>
                <a:lnTo>
                  <a:pt x="422863" y="84854"/>
                </a:lnTo>
                <a:lnTo>
                  <a:pt x="422986" y="84798"/>
                </a:lnTo>
                <a:lnTo>
                  <a:pt x="423067" y="84741"/>
                </a:lnTo>
                <a:lnTo>
                  <a:pt x="423190" y="84656"/>
                </a:lnTo>
                <a:lnTo>
                  <a:pt x="423314" y="84600"/>
                </a:lnTo>
                <a:lnTo>
                  <a:pt x="423396" y="84515"/>
                </a:lnTo>
                <a:lnTo>
                  <a:pt x="423528" y="84458"/>
                </a:lnTo>
                <a:lnTo>
                  <a:pt x="423650" y="84373"/>
                </a:lnTo>
                <a:lnTo>
                  <a:pt x="423732" y="84316"/>
                </a:lnTo>
                <a:lnTo>
                  <a:pt x="423854" y="84231"/>
                </a:lnTo>
                <a:lnTo>
                  <a:pt x="423977" y="84175"/>
                </a:lnTo>
                <a:lnTo>
                  <a:pt x="424058" y="84090"/>
                </a:lnTo>
                <a:lnTo>
                  <a:pt x="424181" y="84033"/>
                </a:lnTo>
                <a:lnTo>
                  <a:pt x="424315" y="83977"/>
                </a:lnTo>
                <a:lnTo>
                  <a:pt x="424396" y="83892"/>
                </a:lnTo>
                <a:lnTo>
                  <a:pt x="424519" y="83835"/>
                </a:lnTo>
                <a:lnTo>
                  <a:pt x="424641" y="83750"/>
                </a:lnTo>
                <a:lnTo>
                  <a:pt x="424723" y="83694"/>
                </a:lnTo>
                <a:lnTo>
                  <a:pt x="424845" y="83637"/>
                </a:lnTo>
                <a:lnTo>
                  <a:pt x="424968" y="83552"/>
                </a:lnTo>
                <a:lnTo>
                  <a:pt x="425102" y="83495"/>
                </a:lnTo>
                <a:lnTo>
                  <a:pt x="425183" y="83439"/>
                </a:lnTo>
                <a:lnTo>
                  <a:pt x="425306" y="83354"/>
                </a:lnTo>
                <a:lnTo>
                  <a:pt x="425428" y="83297"/>
                </a:lnTo>
                <a:lnTo>
                  <a:pt x="425510" y="83241"/>
                </a:lnTo>
                <a:lnTo>
                  <a:pt x="425632" y="83156"/>
                </a:lnTo>
                <a:lnTo>
                  <a:pt x="425755" y="83099"/>
                </a:lnTo>
                <a:lnTo>
                  <a:pt x="425846" y="83042"/>
                </a:lnTo>
                <a:lnTo>
                  <a:pt x="425971" y="82957"/>
                </a:lnTo>
                <a:lnTo>
                  <a:pt x="426093" y="82901"/>
                </a:lnTo>
                <a:lnTo>
                  <a:pt x="426174" y="82844"/>
                </a:lnTo>
                <a:lnTo>
                  <a:pt x="426297" y="82759"/>
                </a:lnTo>
                <a:lnTo>
                  <a:pt x="426419" y="82703"/>
                </a:lnTo>
                <a:lnTo>
                  <a:pt x="426501" y="82646"/>
                </a:lnTo>
                <a:lnTo>
                  <a:pt x="426623" y="82589"/>
                </a:lnTo>
                <a:lnTo>
                  <a:pt x="426746" y="82504"/>
                </a:lnTo>
                <a:lnTo>
                  <a:pt x="426837" y="82448"/>
                </a:lnTo>
                <a:lnTo>
                  <a:pt x="426961" y="82391"/>
                </a:lnTo>
                <a:lnTo>
                  <a:pt x="427084" y="82334"/>
                </a:lnTo>
                <a:lnTo>
                  <a:pt x="427165" y="82250"/>
                </a:lnTo>
                <a:lnTo>
                  <a:pt x="427288" y="82221"/>
                </a:lnTo>
                <a:lnTo>
                  <a:pt x="427410" y="82136"/>
                </a:lnTo>
                <a:lnTo>
                  <a:pt x="427492" y="82080"/>
                </a:lnTo>
                <a:lnTo>
                  <a:pt x="427624" y="82023"/>
                </a:lnTo>
                <a:lnTo>
                  <a:pt x="427746" y="81966"/>
                </a:lnTo>
                <a:lnTo>
                  <a:pt x="427868" y="81910"/>
                </a:lnTo>
                <a:lnTo>
                  <a:pt x="427952" y="81853"/>
                </a:lnTo>
                <a:lnTo>
                  <a:pt x="428075" y="81768"/>
                </a:lnTo>
                <a:lnTo>
                  <a:pt x="428197" y="81712"/>
                </a:lnTo>
                <a:lnTo>
                  <a:pt x="428279" y="81655"/>
                </a:lnTo>
                <a:lnTo>
                  <a:pt x="428401" y="81598"/>
                </a:lnTo>
                <a:lnTo>
                  <a:pt x="428524" y="81542"/>
                </a:lnTo>
                <a:lnTo>
                  <a:pt x="428615" y="81485"/>
                </a:lnTo>
                <a:lnTo>
                  <a:pt x="428737" y="81400"/>
                </a:lnTo>
                <a:lnTo>
                  <a:pt x="428859" y="81344"/>
                </a:lnTo>
                <a:lnTo>
                  <a:pt x="428943" y="81287"/>
                </a:lnTo>
                <a:lnTo>
                  <a:pt x="429066" y="81230"/>
                </a:lnTo>
                <a:lnTo>
                  <a:pt x="429188" y="81145"/>
                </a:lnTo>
                <a:lnTo>
                  <a:pt x="429270" y="81089"/>
                </a:lnTo>
                <a:lnTo>
                  <a:pt x="429392" y="81032"/>
                </a:lnTo>
                <a:lnTo>
                  <a:pt x="429524" y="80975"/>
                </a:lnTo>
                <a:lnTo>
                  <a:pt x="429606" y="80919"/>
                </a:lnTo>
                <a:lnTo>
                  <a:pt x="429728" y="80834"/>
                </a:lnTo>
                <a:lnTo>
                  <a:pt x="429850" y="80777"/>
                </a:lnTo>
                <a:lnTo>
                  <a:pt x="429934" y="80721"/>
                </a:lnTo>
                <a:lnTo>
                  <a:pt x="430057" y="80664"/>
                </a:lnTo>
                <a:lnTo>
                  <a:pt x="430179" y="80607"/>
                </a:lnTo>
                <a:lnTo>
                  <a:pt x="430311" y="80522"/>
                </a:lnTo>
                <a:lnTo>
                  <a:pt x="430393" y="80466"/>
                </a:lnTo>
                <a:lnTo>
                  <a:pt x="430515" y="80381"/>
                </a:lnTo>
                <a:lnTo>
                  <a:pt x="430637" y="80324"/>
                </a:lnTo>
                <a:lnTo>
                  <a:pt x="430719" y="80268"/>
                </a:lnTo>
                <a:lnTo>
                  <a:pt x="430841" y="80211"/>
                </a:lnTo>
                <a:lnTo>
                  <a:pt x="430966" y="80154"/>
                </a:lnTo>
                <a:lnTo>
                  <a:pt x="431048" y="80098"/>
                </a:lnTo>
                <a:lnTo>
                  <a:pt x="431170" y="80013"/>
                </a:lnTo>
                <a:lnTo>
                  <a:pt x="431302" y="79956"/>
                </a:lnTo>
                <a:lnTo>
                  <a:pt x="431384" y="79900"/>
                </a:lnTo>
                <a:lnTo>
                  <a:pt x="431506" y="79843"/>
                </a:lnTo>
                <a:lnTo>
                  <a:pt x="431628" y="79758"/>
                </a:lnTo>
                <a:lnTo>
                  <a:pt x="431710" y="79701"/>
                </a:lnTo>
                <a:lnTo>
                  <a:pt x="431832" y="79645"/>
                </a:lnTo>
                <a:lnTo>
                  <a:pt x="431967" y="79588"/>
                </a:lnTo>
                <a:lnTo>
                  <a:pt x="432048" y="79503"/>
                </a:lnTo>
                <a:lnTo>
                  <a:pt x="432171" y="79475"/>
                </a:lnTo>
                <a:lnTo>
                  <a:pt x="432293" y="79390"/>
                </a:lnTo>
                <a:lnTo>
                  <a:pt x="432375" y="79333"/>
                </a:lnTo>
                <a:lnTo>
                  <a:pt x="432497" y="79277"/>
                </a:lnTo>
                <a:lnTo>
                  <a:pt x="432619" y="79220"/>
                </a:lnTo>
                <a:lnTo>
                  <a:pt x="432742" y="79135"/>
                </a:lnTo>
                <a:lnTo>
                  <a:pt x="432835" y="79078"/>
                </a:lnTo>
                <a:lnTo>
                  <a:pt x="432958" y="79022"/>
                </a:lnTo>
                <a:lnTo>
                  <a:pt x="433080" y="78965"/>
                </a:lnTo>
                <a:lnTo>
                  <a:pt x="433162" y="78909"/>
                </a:lnTo>
                <a:lnTo>
                  <a:pt x="433284" y="78852"/>
                </a:lnTo>
                <a:lnTo>
                  <a:pt x="433406" y="78767"/>
                </a:lnTo>
                <a:lnTo>
                  <a:pt x="433488" y="78710"/>
                </a:lnTo>
                <a:lnTo>
                  <a:pt x="433610" y="78654"/>
                </a:lnTo>
                <a:lnTo>
                  <a:pt x="433745" y="78597"/>
                </a:lnTo>
                <a:lnTo>
                  <a:pt x="433826" y="78541"/>
                </a:lnTo>
                <a:lnTo>
                  <a:pt x="433949" y="78484"/>
                </a:lnTo>
                <a:lnTo>
                  <a:pt x="434071" y="78399"/>
                </a:lnTo>
                <a:lnTo>
                  <a:pt x="434153" y="78371"/>
                </a:lnTo>
                <a:lnTo>
                  <a:pt x="434275" y="78286"/>
                </a:lnTo>
                <a:lnTo>
                  <a:pt x="434397" y="78229"/>
                </a:lnTo>
                <a:lnTo>
                  <a:pt x="434479" y="78172"/>
                </a:lnTo>
                <a:lnTo>
                  <a:pt x="434613" y="78116"/>
                </a:lnTo>
                <a:lnTo>
                  <a:pt x="434736" y="78059"/>
                </a:lnTo>
                <a:lnTo>
                  <a:pt x="434817" y="78003"/>
                </a:lnTo>
                <a:lnTo>
                  <a:pt x="434940" y="77946"/>
                </a:lnTo>
                <a:lnTo>
                  <a:pt x="435062" y="77889"/>
                </a:lnTo>
                <a:lnTo>
                  <a:pt x="435184" y="77833"/>
                </a:lnTo>
                <a:lnTo>
                  <a:pt x="435266" y="77776"/>
                </a:lnTo>
                <a:lnTo>
                  <a:pt x="435388" y="77719"/>
                </a:lnTo>
                <a:lnTo>
                  <a:pt x="435523" y="77663"/>
                </a:lnTo>
                <a:lnTo>
                  <a:pt x="435604" y="77606"/>
                </a:lnTo>
                <a:lnTo>
                  <a:pt x="435727" y="77521"/>
                </a:lnTo>
                <a:lnTo>
                  <a:pt x="435849" y="77465"/>
                </a:lnTo>
                <a:lnTo>
                  <a:pt x="435931" y="77408"/>
                </a:lnTo>
                <a:lnTo>
                  <a:pt x="436053" y="77351"/>
                </a:lnTo>
                <a:lnTo>
                  <a:pt x="436175" y="77295"/>
                </a:lnTo>
                <a:lnTo>
                  <a:pt x="436257" y="77238"/>
                </a:lnTo>
                <a:lnTo>
                  <a:pt x="436389" y="77182"/>
                </a:lnTo>
                <a:lnTo>
                  <a:pt x="436514" y="77125"/>
                </a:lnTo>
                <a:lnTo>
                  <a:pt x="436595" y="77068"/>
                </a:lnTo>
                <a:lnTo>
                  <a:pt x="436718" y="77012"/>
                </a:lnTo>
                <a:lnTo>
                  <a:pt x="436840" y="76955"/>
                </a:lnTo>
                <a:lnTo>
                  <a:pt x="436922" y="76898"/>
                </a:lnTo>
                <a:lnTo>
                  <a:pt x="437044" y="76842"/>
                </a:lnTo>
                <a:lnTo>
                  <a:pt x="437176" y="76785"/>
                </a:lnTo>
                <a:lnTo>
                  <a:pt x="437258" y="76728"/>
                </a:lnTo>
                <a:lnTo>
                  <a:pt x="437380" y="76672"/>
                </a:lnTo>
                <a:lnTo>
                  <a:pt x="437505" y="76615"/>
                </a:lnTo>
                <a:lnTo>
                  <a:pt x="437627" y="76559"/>
                </a:lnTo>
                <a:lnTo>
                  <a:pt x="437709" y="76502"/>
                </a:lnTo>
                <a:lnTo>
                  <a:pt x="437831" y="76445"/>
                </a:lnTo>
                <a:lnTo>
                  <a:pt x="437963" y="76389"/>
                </a:lnTo>
                <a:lnTo>
                  <a:pt x="438045" y="76360"/>
                </a:lnTo>
                <a:lnTo>
                  <a:pt x="438167" y="76275"/>
                </a:lnTo>
                <a:lnTo>
                  <a:pt x="438289" y="76247"/>
                </a:lnTo>
                <a:lnTo>
                  <a:pt x="438371" y="76162"/>
                </a:lnTo>
                <a:lnTo>
                  <a:pt x="438496" y="76134"/>
                </a:lnTo>
                <a:lnTo>
                  <a:pt x="438618" y="76049"/>
                </a:lnTo>
                <a:lnTo>
                  <a:pt x="438700" y="76021"/>
                </a:lnTo>
                <a:lnTo>
                  <a:pt x="438832" y="75964"/>
                </a:lnTo>
                <a:lnTo>
                  <a:pt x="438954" y="75907"/>
                </a:lnTo>
                <a:lnTo>
                  <a:pt x="439036" y="75822"/>
                </a:lnTo>
                <a:lnTo>
                  <a:pt x="439158" y="75794"/>
                </a:lnTo>
                <a:lnTo>
                  <a:pt x="439280" y="75738"/>
                </a:lnTo>
                <a:lnTo>
                  <a:pt x="439362" y="75681"/>
                </a:lnTo>
                <a:lnTo>
                  <a:pt x="439487" y="75624"/>
                </a:lnTo>
                <a:lnTo>
                  <a:pt x="439609" y="75568"/>
                </a:lnTo>
                <a:lnTo>
                  <a:pt x="439700" y="75511"/>
                </a:lnTo>
                <a:lnTo>
                  <a:pt x="439823" y="75454"/>
                </a:lnTo>
                <a:lnTo>
                  <a:pt x="439945" y="75398"/>
                </a:lnTo>
                <a:lnTo>
                  <a:pt x="440067" y="75341"/>
                </a:lnTo>
                <a:lnTo>
                  <a:pt x="440149" y="75285"/>
                </a:lnTo>
                <a:lnTo>
                  <a:pt x="440271" y="75228"/>
                </a:lnTo>
                <a:lnTo>
                  <a:pt x="440396" y="75171"/>
                </a:lnTo>
                <a:lnTo>
                  <a:pt x="440478" y="75143"/>
                </a:lnTo>
                <a:lnTo>
                  <a:pt x="440610" y="75058"/>
                </a:lnTo>
                <a:lnTo>
                  <a:pt x="440732" y="75030"/>
                </a:lnTo>
                <a:lnTo>
                  <a:pt x="440814" y="74945"/>
                </a:lnTo>
                <a:lnTo>
                  <a:pt x="440936" y="74916"/>
                </a:lnTo>
                <a:lnTo>
                  <a:pt x="441058" y="74832"/>
                </a:lnTo>
                <a:lnTo>
                  <a:pt x="441140" y="74803"/>
                </a:lnTo>
                <a:lnTo>
                  <a:pt x="441262" y="74747"/>
                </a:lnTo>
                <a:lnTo>
                  <a:pt x="441387" y="74690"/>
                </a:lnTo>
                <a:lnTo>
                  <a:pt x="441478" y="74633"/>
                </a:lnTo>
                <a:lnTo>
                  <a:pt x="441601" y="74577"/>
                </a:lnTo>
                <a:lnTo>
                  <a:pt x="441723" y="74520"/>
                </a:lnTo>
                <a:lnTo>
                  <a:pt x="441805" y="74463"/>
                </a:lnTo>
                <a:lnTo>
                  <a:pt x="441927" y="74407"/>
                </a:lnTo>
                <a:lnTo>
                  <a:pt x="442049" y="74350"/>
                </a:lnTo>
                <a:lnTo>
                  <a:pt x="442131" y="74294"/>
                </a:lnTo>
                <a:lnTo>
                  <a:pt x="442253" y="74237"/>
                </a:lnTo>
                <a:lnTo>
                  <a:pt x="442388" y="74180"/>
                </a:lnTo>
                <a:lnTo>
                  <a:pt x="442510" y="74124"/>
                </a:lnTo>
                <a:lnTo>
                  <a:pt x="442592" y="74067"/>
                </a:lnTo>
                <a:lnTo>
                  <a:pt x="442714" y="73982"/>
                </a:lnTo>
                <a:lnTo>
                  <a:pt x="442836" y="73926"/>
                </a:lnTo>
                <a:lnTo>
                  <a:pt x="442918" y="73869"/>
                </a:lnTo>
                <a:lnTo>
                  <a:pt x="443040" y="73812"/>
                </a:lnTo>
                <a:lnTo>
                  <a:pt x="443175" y="73756"/>
                </a:lnTo>
                <a:lnTo>
                  <a:pt x="443256" y="73671"/>
                </a:lnTo>
                <a:lnTo>
                  <a:pt x="443379" y="73614"/>
                </a:lnTo>
                <a:lnTo>
                  <a:pt x="443501" y="73557"/>
                </a:lnTo>
                <a:lnTo>
                  <a:pt x="443583" y="73501"/>
                </a:lnTo>
                <a:lnTo>
                  <a:pt x="443705" y="73416"/>
                </a:lnTo>
                <a:lnTo>
                  <a:pt x="443827" y="73359"/>
                </a:lnTo>
                <a:lnTo>
                  <a:pt x="443909" y="73303"/>
                </a:lnTo>
                <a:lnTo>
                  <a:pt x="444043" y="73246"/>
                </a:lnTo>
                <a:lnTo>
                  <a:pt x="444166" y="73189"/>
                </a:lnTo>
                <a:lnTo>
                  <a:pt x="444247" y="73104"/>
                </a:lnTo>
                <a:lnTo>
                  <a:pt x="444370" y="73048"/>
                </a:lnTo>
                <a:lnTo>
                  <a:pt x="444492" y="72963"/>
                </a:lnTo>
                <a:lnTo>
                  <a:pt x="444573" y="72906"/>
                </a:lnTo>
                <a:lnTo>
                  <a:pt x="444696" y="72850"/>
                </a:lnTo>
                <a:lnTo>
                  <a:pt x="444828" y="72793"/>
                </a:lnTo>
                <a:lnTo>
                  <a:pt x="444909" y="72708"/>
                </a:lnTo>
                <a:lnTo>
                  <a:pt x="445034" y="72651"/>
                </a:lnTo>
                <a:lnTo>
                  <a:pt x="445157" y="72595"/>
                </a:lnTo>
                <a:lnTo>
                  <a:pt x="445279" y="72538"/>
                </a:lnTo>
                <a:lnTo>
                  <a:pt x="445360" y="72453"/>
                </a:lnTo>
                <a:lnTo>
                  <a:pt x="445483" y="72397"/>
                </a:lnTo>
                <a:lnTo>
                  <a:pt x="445605" y="72340"/>
                </a:lnTo>
                <a:lnTo>
                  <a:pt x="445696" y="72255"/>
                </a:lnTo>
                <a:lnTo>
                  <a:pt x="445819" y="72198"/>
                </a:lnTo>
                <a:lnTo>
                  <a:pt x="445941" y="72113"/>
                </a:lnTo>
                <a:lnTo>
                  <a:pt x="446025" y="72057"/>
                </a:lnTo>
                <a:lnTo>
                  <a:pt x="446148" y="72000"/>
                </a:lnTo>
                <a:lnTo>
                  <a:pt x="446270" y="71944"/>
                </a:lnTo>
                <a:lnTo>
                  <a:pt x="446351" y="71859"/>
                </a:lnTo>
                <a:lnTo>
                  <a:pt x="446474" y="71802"/>
                </a:lnTo>
                <a:lnTo>
                  <a:pt x="446596" y="71745"/>
                </a:lnTo>
                <a:lnTo>
                  <a:pt x="446687" y="71660"/>
                </a:lnTo>
                <a:lnTo>
                  <a:pt x="446810" y="71604"/>
                </a:lnTo>
                <a:lnTo>
                  <a:pt x="446932" y="71547"/>
                </a:lnTo>
                <a:lnTo>
                  <a:pt x="447016" y="71462"/>
                </a:lnTo>
                <a:lnTo>
                  <a:pt x="447138" y="71406"/>
                </a:lnTo>
                <a:lnTo>
                  <a:pt x="447261" y="71349"/>
                </a:lnTo>
                <a:lnTo>
                  <a:pt x="447342" y="71292"/>
                </a:lnTo>
                <a:lnTo>
                  <a:pt x="447465" y="71207"/>
                </a:lnTo>
                <a:lnTo>
                  <a:pt x="447597" y="71151"/>
                </a:lnTo>
                <a:lnTo>
                  <a:pt x="447719" y="71094"/>
                </a:lnTo>
                <a:lnTo>
                  <a:pt x="447801" y="71009"/>
                </a:lnTo>
                <a:lnTo>
                  <a:pt x="447926" y="70953"/>
                </a:lnTo>
                <a:lnTo>
                  <a:pt x="448048" y="70896"/>
                </a:lnTo>
                <a:lnTo>
                  <a:pt x="448129" y="70811"/>
                </a:lnTo>
                <a:lnTo>
                  <a:pt x="448252" y="70754"/>
                </a:lnTo>
                <a:lnTo>
                  <a:pt x="448384" y="70698"/>
                </a:lnTo>
                <a:lnTo>
                  <a:pt x="448465" y="70613"/>
                </a:lnTo>
                <a:lnTo>
                  <a:pt x="448588" y="70556"/>
                </a:lnTo>
                <a:lnTo>
                  <a:pt x="448710" y="70500"/>
                </a:lnTo>
                <a:lnTo>
                  <a:pt x="448792" y="70443"/>
                </a:lnTo>
                <a:lnTo>
                  <a:pt x="448916" y="70358"/>
                </a:lnTo>
                <a:lnTo>
                  <a:pt x="449039" y="70301"/>
                </a:lnTo>
                <a:lnTo>
                  <a:pt x="449120" y="70245"/>
                </a:lnTo>
                <a:lnTo>
                  <a:pt x="449252" y="70188"/>
                </a:lnTo>
                <a:lnTo>
                  <a:pt x="449375" y="70103"/>
                </a:lnTo>
                <a:lnTo>
                  <a:pt x="449456" y="70047"/>
                </a:lnTo>
                <a:lnTo>
                  <a:pt x="449579" y="69990"/>
                </a:lnTo>
                <a:lnTo>
                  <a:pt x="449701" y="69905"/>
                </a:lnTo>
                <a:lnTo>
                  <a:pt x="449783" y="69848"/>
                </a:lnTo>
                <a:lnTo>
                  <a:pt x="449907" y="69792"/>
                </a:lnTo>
                <a:lnTo>
                  <a:pt x="450039" y="69735"/>
                </a:lnTo>
                <a:lnTo>
                  <a:pt x="450162" y="69679"/>
                </a:lnTo>
                <a:lnTo>
                  <a:pt x="450243" y="69594"/>
                </a:lnTo>
                <a:lnTo>
                  <a:pt x="450366" y="69537"/>
                </a:lnTo>
                <a:lnTo>
                  <a:pt x="450488" y="69480"/>
                </a:lnTo>
                <a:lnTo>
                  <a:pt x="450570" y="69424"/>
                </a:lnTo>
                <a:lnTo>
                  <a:pt x="450692" y="69367"/>
                </a:lnTo>
                <a:lnTo>
                  <a:pt x="450826" y="69310"/>
                </a:lnTo>
                <a:lnTo>
                  <a:pt x="450908" y="69226"/>
                </a:lnTo>
                <a:lnTo>
                  <a:pt x="451030" y="69169"/>
                </a:lnTo>
                <a:lnTo>
                  <a:pt x="451153" y="69112"/>
                </a:lnTo>
                <a:lnTo>
                  <a:pt x="451234" y="69056"/>
                </a:lnTo>
                <a:lnTo>
                  <a:pt x="451357" y="68999"/>
                </a:lnTo>
                <a:lnTo>
                  <a:pt x="451479" y="68942"/>
                </a:lnTo>
                <a:lnTo>
                  <a:pt x="451561" y="68886"/>
                </a:lnTo>
                <a:lnTo>
                  <a:pt x="451695" y="68829"/>
                </a:lnTo>
                <a:lnTo>
                  <a:pt x="451817" y="68744"/>
                </a:lnTo>
                <a:lnTo>
                  <a:pt x="451899" y="68716"/>
                </a:lnTo>
                <a:lnTo>
                  <a:pt x="452021" y="68631"/>
                </a:lnTo>
                <a:lnTo>
                  <a:pt x="452144" y="68603"/>
                </a:lnTo>
                <a:lnTo>
                  <a:pt x="452225" y="68518"/>
                </a:lnTo>
                <a:lnTo>
                  <a:pt x="452348" y="68489"/>
                </a:lnTo>
                <a:lnTo>
                  <a:pt x="452470" y="68433"/>
                </a:lnTo>
                <a:lnTo>
                  <a:pt x="452592" y="68376"/>
                </a:lnTo>
                <a:lnTo>
                  <a:pt x="452686" y="68320"/>
                </a:lnTo>
                <a:lnTo>
                  <a:pt x="452808" y="68263"/>
                </a:lnTo>
                <a:lnTo>
                  <a:pt x="452931" y="68206"/>
                </a:lnTo>
                <a:lnTo>
                  <a:pt x="453012" y="68150"/>
                </a:lnTo>
                <a:lnTo>
                  <a:pt x="453135" y="68093"/>
                </a:lnTo>
                <a:lnTo>
                  <a:pt x="453257" y="68065"/>
                </a:lnTo>
                <a:lnTo>
                  <a:pt x="453339" y="67980"/>
                </a:lnTo>
                <a:lnTo>
                  <a:pt x="453461" y="67951"/>
                </a:lnTo>
                <a:lnTo>
                  <a:pt x="453595" y="67895"/>
                </a:lnTo>
                <a:lnTo>
                  <a:pt x="453677" y="67838"/>
                </a:lnTo>
                <a:lnTo>
                  <a:pt x="453799" y="67782"/>
                </a:lnTo>
                <a:lnTo>
                  <a:pt x="453922" y="67725"/>
                </a:lnTo>
                <a:lnTo>
                  <a:pt x="454003" y="67668"/>
                </a:lnTo>
                <a:lnTo>
                  <a:pt x="454126" y="67612"/>
                </a:lnTo>
                <a:lnTo>
                  <a:pt x="454248" y="67555"/>
                </a:lnTo>
                <a:lnTo>
                  <a:pt x="454330" y="67498"/>
                </a:lnTo>
                <a:lnTo>
                  <a:pt x="454462" y="67442"/>
                </a:lnTo>
                <a:lnTo>
                  <a:pt x="454586" y="67385"/>
                </a:lnTo>
                <a:lnTo>
                  <a:pt x="454668" y="67329"/>
                </a:lnTo>
                <a:lnTo>
                  <a:pt x="454790" y="67272"/>
                </a:lnTo>
                <a:lnTo>
                  <a:pt x="454913" y="67244"/>
                </a:lnTo>
                <a:lnTo>
                  <a:pt x="455035" y="67159"/>
                </a:lnTo>
                <a:lnTo>
                  <a:pt x="455117" y="67130"/>
                </a:lnTo>
                <a:lnTo>
                  <a:pt x="455239" y="67074"/>
                </a:lnTo>
                <a:lnTo>
                  <a:pt x="455371" y="67017"/>
                </a:lnTo>
                <a:lnTo>
                  <a:pt x="455453" y="66960"/>
                </a:lnTo>
                <a:lnTo>
                  <a:pt x="455577" y="66904"/>
                </a:lnTo>
                <a:lnTo>
                  <a:pt x="455700" y="66847"/>
                </a:lnTo>
                <a:lnTo>
                  <a:pt x="455781" y="66791"/>
                </a:lnTo>
                <a:lnTo>
                  <a:pt x="455904" y="66734"/>
                </a:lnTo>
                <a:lnTo>
                  <a:pt x="456036" y="66677"/>
                </a:lnTo>
                <a:lnTo>
                  <a:pt x="456117" y="66621"/>
                </a:lnTo>
                <a:lnTo>
                  <a:pt x="456240" y="66564"/>
                </a:lnTo>
                <a:lnTo>
                  <a:pt x="456362" y="66507"/>
                </a:lnTo>
                <a:lnTo>
                  <a:pt x="456444" y="66451"/>
                </a:lnTo>
                <a:lnTo>
                  <a:pt x="456568" y="66394"/>
                </a:lnTo>
                <a:lnTo>
                  <a:pt x="456691" y="66366"/>
                </a:lnTo>
                <a:lnTo>
                  <a:pt x="456772" y="66281"/>
                </a:lnTo>
                <a:lnTo>
                  <a:pt x="456904" y="66253"/>
                </a:lnTo>
                <a:lnTo>
                  <a:pt x="457027" y="66168"/>
                </a:lnTo>
                <a:lnTo>
                  <a:pt x="457108" y="66111"/>
                </a:lnTo>
                <a:lnTo>
                  <a:pt x="457231" y="66083"/>
                </a:lnTo>
                <a:lnTo>
                  <a:pt x="457353" y="65998"/>
                </a:lnTo>
                <a:lnTo>
                  <a:pt x="457478" y="65941"/>
                </a:lnTo>
                <a:lnTo>
                  <a:pt x="457559" y="65885"/>
                </a:lnTo>
                <a:lnTo>
                  <a:pt x="457682" y="65828"/>
                </a:lnTo>
                <a:lnTo>
                  <a:pt x="457814" y="65771"/>
                </a:lnTo>
                <a:lnTo>
                  <a:pt x="457895" y="65715"/>
                </a:lnTo>
                <a:lnTo>
                  <a:pt x="458018" y="65658"/>
                </a:lnTo>
                <a:lnTo>
                  <a:pt x="458140" y="65601"/>
                </a:lnTo>
                <a:lnTo>
                  <a:pt x="458222" y="65545"/>
                </a:lnTo>
                <a:lnTo>
                  <a:pt x="458344" y="65488"/>
                </a:lnTo>
                <a:lnTo>
                  <a:pt x="458469" y="65432"/>
                </a:lnTo>
                <a:lnTo>
                  <a:pt x="458560" y="65375"/>
                </a:lnTo>
                <a:lnTo>
                  <a:pt x="458682" y="65318"/>
                </a:lnTo>
                <a:lnTo>
                  <a:pt x="458805" y="65262"/>
                </a:lnTo>
                <a:lnTo>
                  <a:pt x="458886" y="65205"/>
                </a:lnTo>
                <a:lnTo>
                  <a:pt x="459009" y="65148"/>
                </a:lnTo>
                <a:lnTo>
                  <a:pt x="459131" y="65092"/>
                </a:lnTo>
                <a:lnTo>
                  <a:pt x="459213" y="65035"/>
                </a:lnTo>
                <a:lnTo>
                  <a:pt x="459335" y="64979"/>
                </a:lnTo>
                <a:lnTo>
                  <a:pt x="459460" y="64922"/>
                </a:lnTo>
                <a:lnTo>
                  <a:pt x="459551" y="64865"/>
                </a:lnTo>
                <a:lnTo>
                  <a:pt x="459673" y="64780"/>
                </a:lnTo>
                <a:lnTo>
                  <a:pt x="459796" y="64752"/>
                </a:lnTo>
                <a:lnTo>
                  <a:pt x="459918" y="64667"/>
                </a:lnTo>
                <a:lnTo>
                  <a:pt x="460000" y="64639"/>
                </a:lnTo>
                <a:lnTo>
                  <a:pt x="460122" y="64554"/>
                </a:lnTo>
                <a:lnTo>
                  <a:pt x="460244" y="64526"/>
                </a:lnTo>
                <a:lnTo>
                  <a:pt x="460326" y="64469"/>
                </a:lnTo>
                <a:lnTo>
                  <a:pt x="460460" y="64412"/>
                </a:lnTo>
                <a:lnTo>
                  <a:pt x="460583" y="64356"/>
                </a:lnTo>
                <a:lnTo>
                  <a:pt x="460664" y="64299"/>
                </a:lnTo>
                <a:lnTo>
                  <a:pt x="460787" y="64242"/>
                </a:lnTo>
                <a:lnTo>
                  <a:pt x="460909" y="64186"/>
                </a:lnTo>
                <a:lnTo>
                  <a:pt x="460991" y="64129"/>
                </a:lnTo>
                <a:lnTo>
                  <a:pt x="461113" y="64073"/>
                </a:lnTo>
                <a:lnTo>
                  <a:pt x="461235" y="64016"/>
                </a:lnTo>
                <a:lnTo>
                  <a:pt x="461329" y="63959"/>
                </a:lnTo>
                <a:lnTo>
                  <a:pt x="461451" y="63903"/>
                </a:lnTo>
                <a:lnTo>
                  <a:pt x="461574" y="63846"/>
                </a:lnTo>
                <a:lnTo>
                  <a:pt x="461655" y="63789"/>
                </a:lnTo>
                <a:lnTo>
                  <a:pt x="461778" y="63733"/>
                </a:lnTo>
                <a:lnTo>
                  <a:pt x="461900" y="63676"/>
                </a:lnTo>
                <a:lnTo>
                  <a:pt x="461982" y="63620"/>
                </a:lnTo>
                <a:lnTo>
                  <a:pt x="462104" y="63563"/>
                </a:lnTo>
                <a:lnTo>
                  <a:pt x="462238" y="63535"/>
                </a:lnTo>
                <a:lnTo>
                  <a:pt x="462361" y="63478"/>
                </a:lnTo>
                <a:lnTo>
                  <a:pt x="462442" y="63421"/>
                </a:lnTo>
                <a:lnTo>
                  <a:pt x="462565" y="63365"/>
                </a:lnTo>
                <a:lnTo>
                  <a:pt x="462687" y="63308"/>
                </a:lnTo>
                <a:lnTo>
                  <a:pt x="462769" y="63251"/>
                </a:lnTo>
                <a:lnTo>
                  <a:pt x="462901" y="63195"/>
                </a:lnTo>
                <a:lnTo>
                  <a:pt x="463023" y="63138"/>
                </a:lnTo>
                <a:lnTo>
                  <a:pt x="463107" y="63082"/>
                </a:lnTo>
                <a:lnTo>
                  <a:pt x="463229" y="63025"/>
                </a:lnTo>
                <a:lnTo>
                  <a:pt x="463352" y="62968"/>
                </a:lnTo>
                <a:lnTo>
                  <a:pt x="463433" y="62912"/>
                </a:lnTo>
                <a:lnTo>
                  <a:pt x="463556" y="62855"/>
                </a:lnTo>
                <a:lnTo>
                  <a:pt x="463678" y="62798"/>
                </a:lnTo>
                <a:lnTo>
                  <a:pt x="463769" y="62770"/>
                </a:lnTo>
                <a:lnTo>
                  <a:pt x="463891" y="62714"/>
                </a:lnTo>
                <a:lnTo>
                  <a:pt x="464016" y="62657"/>
                </a:lnTo>
                <a:lnTo>
                  <a:pt x="464098" y="62600"/>
                </a:lnTo>
                <a:lnTo>
                  <a:pt x="464220" y="62544"/>
                </a:lnTo>
                <a:lnTo>
                  <a:pt x="464343" y="62487"/>
                </a:lnTo>
                <a:lnTo>
                  <a:pt x="464424" y="62430"/>
                </a:lnTo>
                <a:lnTo>
                  <a:pt x="464547" y="62374"/>
                </a:lnTo>
                <a:lnTo>
                  <a:pt x="464678" y="62317"/>
                </a:lnTo>
                <a:lnTo>
                  <a:pt x="464760" y="62261"/>
                </a:lnTo>
                <a:lnTo>
                  <a:pt x="464882" y="62204"/>
                </a:lnTo>
                <a:lnTo>
                  <a:pt x="465007" y="62176"/>
                </a:lnTo>
                <a:lnTo>
                  <a:pt x="465130" y="62119"/>
                </a:lnTo>
                <a:lnTo>
                  <a:pt x="465211" y="62062"/>
                </a:lnTo>
                <a:lnTo>
                  <a:pt x="465334" y="62006"/>
                </a:lnTo>
                <a:lnTo>
                  <a:pt x="465456" y="61949"/>
                </a:lnTo>
                <a:lnTo>
                  <a:pt x="465547" y="61892"/>
                </a:lnTo>
                <a:lnTo>
                  <a:pt x="465669" y="61836"/>
                </a:lnTo>
                <a:lnTo>
                  <a:pt x="465792" y="61779"/>
                </a:lnTo>
                <a:lnTo>
                  <a:pt x="465873" y="61723"/>
                </a:lnTo>
                <a:lnTo>
                  <a:pt x="465998" y="61666"/>
                </a:lnTo>
                <a:lnTo>
                  <a:pt x="466121" y="61638"/>
                </a:lnTo>
                <a:lnTo>
                  <a:pt x="466202" y="61581"/>
                </a:lnTo>
                <a:lnTo>
                  <a:pt x="466325" y="61524"/>
                </a:lnTo>
                <a:lnTo>
                  <a:pt x="466456" y="61468"/>
                </a:lnTo>
                <a:lnTo>
                  <a:pt x="466538" y="61411"/>
                </a:lnTo>
                <a:lnTo>
                  <a:pt x="466660" y="61354"/>
                </a:lnTo>
                <a:lnTo>
                  <a:pt x="466783" y="61298"/>
                </a:lnTo>
                <a:lnTo>
                  <a:pt x="466864" y="61241"/>
                </a:lnTo>
                <a:lnTo>
                  <a:pt x="466989" y="61185"/>
                </a:lnTo>
                <a:lnTo>
                  <a:pt x="467112" y="61128"/>
                </a:lnTo>
                <a:lnTo>
                  <a:pt x="467193" y="61071"/>
                </a:lnTo>
                <a:lnTo>
                  <a:pt x="467325" y="61015"/>
                </a:lnTo>
                <a:lnTo>
                  <a:pt x="467447" y="60958"/>
                </a:lnTo>
                <a:lnTo>
                  <a:pt x="467570" y="60901"/>
                </a:lnTo>
                <a:lnTo>
                  <a:pt x="467651" y="60845"/>
                </a:lnTo>
                <a:lnTo>
                  <a:pt x="467774" y="60788"/>
                </a:lnTo>
                <a:lnTo>
                  <a:pt x="467896" y="60732"/>
                </a:lnTo>
                <a:lnTo>
                  <a:pt x="467980" y="60675"/>
                </a:lnTo>
                <a:lnTo>
                  <a:pt x="468103" y="60618"/>
                </a:lnTo>
                <a:lnTo>
                  <a:pt x="468234" y="60562"/>
                </a:lnTo>
                <a:lnTo>
                  <a:pt x="468316" y="60505"/>
                </a:lnTo>
                <a:lnTo>
                  <a:pt x="468438" y="60448"/>
                </a:lnTo>
                <a:lnTo>
                  <a:pt x="468561" y="60392"/>
                </a:lnTo>
                <a:lnTo>
                  <a:pt x="468642" y="60335"/>
                </a:lnTo>
                <a:lnTo>
                  <a:pt x="468765" y="60279"/>
                </a:lnTo>
                <a:lnTo>
                  <a:pt x="468899" y="60222"/>
                </a:lnTo>
                <a:lnTo>
                  <a:pt x="468971" y="60165"/>
                </a:lnTo>
                <a:lnTo>
                  <a:pt x="469103" y="60109"/>
                </a:lnTo>
                <a:lnTo>
                  <a:pt x="469225" y="60052"/>
                </a:lnTo>
                <a:lnTo>
                  <a:pt x="469307" y="59995"/>
                </a:lnTo>
                <a:lnTo>
                  <a:pt x="469429" y="59939"/>
                </a:lnTo>
                <a:lnTo>
                  <a:pt x="469552" y="59882"/>
                </a:lnTo>
                <a:lnTo>
                  <a:pt x="469633" y="59826"/>
                </a:lnTo>
                <a:lnTo>
                  <a:pt x="469768" y="59769"/>
                </a:lnTo>
                <a:lnTo>
                  <a:pt x="469890" y="59712"/>
                </a:lnTo>
                <a:lnTo>
                  <a:pt x="470012" y="59656"/>
                </a:lnTo>
                <a:lnTo>
                  <a:pt x="470094" y="59599"/>
                </a:lnTo>
                <a:lnTo>
                  <a:pt x="470216" y="59542"/>
                </a:lnTo>
                <a:lnTo>
                  <a:pt x="470339" y="59458"/>
                </a:lnTo>
                <a:lnTo>
                  <a:pt x="470420" y="59429"/>
                </a:lnTo>
                <a:lnTo>
                  <a:pt x="470543" y="59344"/>
                </a:lnTo>
                <a:lnTo>
                  <a:pt x="470677" y="59288"/>
                </a:lnTo>
                <a:lnTo>
                  <a:pt x="470759" y="59231"/>
                </a:lnTo>
                <a:lnTo>
                  <a:pt x="470881" y="59203"/>
                </a:lnTo>
                <a:lnTo>
                  <a:pt x="471003" y="59146"/>
                </a:lnTo>
                <a:lnTo>
                  <a:pt x="471085" y="59089"/>
                </a:lnTo>
                <a:lnTo>
                  <a:pt x="471207" y="59033"/>
                </a:lnTo>
                <a:lnTo>
                  <a:pt x="471330" y="58976"/>
                </a:lnTo>
                <a:lnTo>
                  <a:pt x="471411" y="58920"/>
                </a:lnTo>
                <a:lnTo>
                  <a:pt x="471543" y="58863"/>
                </a:lnTo>
                <a:lnTo>
                  <a:pt x="471668" y="58806"/>
                </a:lnTo>
                <a:lnTo>
                  <a:pt x="471750" y="58750"/>
                </a:lnTo>
                <a:lnTo>
                  <a:pt x="471872" y="58693"/>
                </a:lnTo>
                <a:lnTo>
                  <a:pt x="471994" y="58636"/>
                </a:lnTo>
                <a:lnTo>
                  <a:pt x="472076" y="58580"/>
                </a:lnTo>
                <a:lnTo>
                  <a:pt x="472198" y="58523"/>
                </a:lnTo>
                <a:lnTo>
                  <a:pt x="472321" y="58467"/>
                </a:lnTo>
                <a:lnTo>
                  <a:pt x="472453" y="58438"/>
                </a:lnTo>
                <a:lnTo>
                  <a:pt x="472534" y="58382"/>
                </a:lnTo>
                <a:lnTo>
                  <a:pt x="472659" y="58325"/>
                </a:lnTo>
                <a:lnTo>
                  <a:pt x="472781" y="58268"/>
                </a:lnTo>
                <a:lnTo>
                  <a:pt x="472863" y="58212"/>
                </a:lnTo>
                <a:lnTo>
                  <a:pt x="472985" y="58183"/>
                </a:lnTo>
                <a:lnTo>
                  <a:pt x="473108" y="58127"/>
                </a:lnTo>
                <a:lnTo>
                  <a:pt x="473189" y="58070"/>
                </a:lnTo>
                <a:lnTo>
                  <a:pt x="473321" y="58042"/>
                </a:lnTo>
                <a:lnTo>
                  <a:pt x="473444" y="57985"/>
                </a:lnTo>
                <a:lnTo>
                  <a:pt x="473528" y="57929"/>
                </a:lnTo>
                <a:lnTo>
                  <a:pt x="473650" y="57872"/>
                </a:lnTo>
                <a:lnTo>
                  <a:pt x="473772" y="57844"/>
                </a:lnTo>
                <a:lnTo>
                  <a:pt x="473854" y="57787"/>
                </a:lnTo>
                <a:lnTo>
                  <a:pt x="473976" y="57730"/>
                </a:lnTo>
                <a:lnTo>
                  <a:pt x="474099" y="57702"/>
                </a:lnTo>
                <a:lnTo>
                  <a:pt x="474190" y="57645"/>
                </a:lnTo>
                <a:lnTo>
                  <a:pt x="474312" y="57617"/>
                </a:lnTo>
                <a:lnTo>
                  <a:pt x="474435" y="57561"/>
                </a:lnTo>
                <a:lnTo>
                  <a:pt x="474516" y="57532"/>
                </a:lnTo>
                <a:lnTo>
                  <a:pt x="474641" y="57476"/>
                </a:lnTo>
                <a:lnTo>
                  <a:pt x="474763" y="57447"/>
                </a:lnTo>
                <a:lnTo>
                  <a:pt x="474895" y="57391"/>
                </a:lnTo>
                <a:lnTo>
                  <a:pt x="474967" y="57334"/>
                </a:lnTo>
                <a:lnTo>
                  <a:pt x="475099" y="57306"/>
                </a:lnTo>
                <a:lnTo>
                  <a:pt x="475222" y="57249"/>
                </a:lnTo>
                <a:lnTo>
                  <a:pt x="475303" y="57221"/>
                </a:lnTo>
                <a:lnTo>
                  <a:pt x="475426" y="57192"/>
                </a:lnTo>
                <a:lnTo>
                  <a:pt x="475550" y="57136"/>
                </a:lnTo>
                <a:lnTo>
                  <a:pt x="475632" y="57108"/>
                </a:lnTo>
                <a:lnTo>
                  <a:pt x="475764" y="57051"/>
                </a:lnTo>
                <a:lnTo>
                  <a:pt x="475886" y="57023"/>
                </a:lnTo>
                <a:lnTo>
                  <a:pt x="475968" y="56994"/>
                </a:lnTo>
                <a:lnTo>
                  <a:pt x="476090" y="56938"/>
                </a:lnTo>
                <a:lnTo>
                  <a:pt x="476213" y="56909"/>
                </a:lnTo>
                <a:lnTo>
                  <a:pt x="476294" y="56853"/>
                </a:lnTo>
                <a:lnTo>
                  <a:pt x="476417" y="56824"/>
                </a:lnTo>
                <a:lnTo>
                  <a:pt x="476541" y="56796"/>
                </a:lnTo>
                <a:lnTo>
                  <a:pt x="476633" y="56768"/>
                </a:lnTo>
                <a:lnTo>
                  <a:pt x="476755" y="56711"/>
                </a:lnTo>
                <a:lnTo>
                  <a:pt x="476877" y="56683"/>
                </a:lnTo>
                <a:lnTo>
                  <a:pt x="476959" y="56655"/>
                </a:lnTo>
                <a:lnTo>
                  <a:pt x="477081" y="56598"/>
                </a:lnTo>
                <a:lnTo>
                  <a:pt x="477204" y="56570"/>
                </a:lnTo>
                <a:lnTo>
                  <a:pt x="477326" y="56541"/>
                </a:lnTo>
                <a:lnTo>
                  <a:pt x="477408" y="56485"/>
                </a:lnTo>
                <a:lnTo>
                  <a:pt x="477532" y="56456"/>
                </a:lnTo>
                <a:lnTo>
                  <a:pt x="477664" y="56428"/>
                </a:lnTo>
                <a:lnTo>
                  <a:pt x="477746" y="56371"/>
                </a:lnTo>
                <a:lnTo>
                  <a:pt x="477868" y="56343"/>
                </a:lnTo>
                <a:lnTo>
                  <a:pt x="477991" y="56315"/>
                </a:lnTo>
                <a:lnTo>
                  <a:pt x="478072" y="56286"/>
                </a:lnTo>
                <a:lnTo>
                  <a:pt x="478195" y="56258"/>
                </a:lnTo>
                <a:lnTo>
                  <a:pt x="478317" y="56202"/>
                </a:lnTo>
                <a:lnTo>
                  <a:pt x="478411" y="56173"/>
                </a:lnTo>
                <a:lnTo>
                  <a:pt x="478533" y="56145"/>
                </a:lnTo>
                <a:lnTo>
                  <a:pt x="478655" y="56117"/>
                </a:lnTo>
                <a:lnTo>
                  <a:pt x="478737" y="56088"/>
                </a:lnTo>
                <a:lnTo>
                  <a:pt x="478859" y="56060"/>
                </a:lnTo>
                <a:lnTo>
                  <a:pt x="478982" y="56032"/>
                </a:lnTo>
                <a:lnTo>
                  <a:pt x="479063" y="56003"/>
                </a:lnTo>
                <a:lnTo>
                  <a:pt x="479186" y="55975"/>
                </a:lnTo>
                <a:lnTo>
                  <a:pt x="479308" y="55947"/>
                </a:lnTo>
                <a:lnTo>
                  <a:pt x="479402" y="55890"/>
                </a:lnTo>
                <a:lnTo>
                  <a:pt x="479524" y="55862"/>
                </a:lnTo>
                <a:lnTo>
                  <a:pt x="479646" y="55862"/>
                </a:lnTo>
                <a:lnTo>
                  <a:pt x="479769" y="55833"/>
                </a:lnTo>
                <a:lnTo>
                  <a:pt x="479850" y="55805"/>
                </a:lnTo>
                <a:lnTo>
                  <a:pt x="479973" y="55777"/>
                </a:lnTo>
                <a:lnTo>
                  <a:pt x="480095" y="55748"/>
                </a:lnTo>
                <a:lnTo>
                  <a:pt x="480189" y="55720"/>
                </a:lnTo>
                <a:lnTo>
                  <a:pt x="480311" y="55692"/>
                </a:lnTo>
                <a:lnTo>
                  <a:pt x="480433" y="55692"/>
                </a:lnTo>
                <a:lnTo>
                  <a:pt x="480515" y="55664"/>
                </a:lnTo>
                <a:lnTo>
                  <a:pt x="480637" y="55635"/>
                </a:lnTo>
                <a:lnTo>
                  <a:pt x="480760" y="55607"/>
                </a:lnTo>
                <a:lnTo>
                  <a:pt x="480841" y="55607"/>
                </a:lnTo>
                <a:lnTo>
                  <a:pt x="480964" y="55579"/>
                </a:lnTo>
                <a:lnTo>
                  <a:pt x="481098" y="55550"/>
                </a:lnTo>
                <a:lnTo>
                  <a:pt x="481180" y="55550"/>
                </a:lnTo>
                <a:lnTo>
                  <a:pt x="481302" y="55522"/>
                </a:lnTo>
                <a:lnTo>
                  <a:pt x="481424" y="55522"/>
                </a:lnTo>
                <a:lnTo>
                  <a:pt x="481506" y="55494"/>
                </a:lnTo>
                <a:lnTo>
                  <a:pt x="481628" y="55494"/>
                </a:lnTo>
                <a:lnTo>
                  <a:pt x="481760" y="55465"/>
                </a:lnTo>
                <a:lnTo>
                  <a:pt x="481832" y="55465"/>
                </a:lnTo>
                <a:lnTo>
                  <a:pt x="481964" y="55465"/>
                </a:lnTo>
                <a:lnTo>
                  <a:pt x="482087" y="55437"/>
                </a:lnTo>
                <a:lnTo>
                  <a:pt x="482171" y="55437"/>
                </a:lnTo>
                <a:lnTo>
                  <a:pt x="482293" y="55437"/>
                </a:lnTo>
                <a:lnTo>
                  <a:pt x="482415" y="55437"/>
                </a:lnTo>
                <a:lnTo>
                  <a:pt x="482538" y="55409"/>
                </a:lnTo>
                <a:lnTo>
                  <a:pt x="482629" y="55409"/>
                </a:lnTo>
                <a:lnTo>
                  <a:pt x="482751" y="55409"/>
                </a:lnTo>
                <a:lnTo>
                  <a:pt x="482874" y="55380"/>
                </a:lnTo>
                <a:lnTo>
                  <a:pt x="482955" y="55380"/>
                </a:lnTo>
                <a:lnTo>
                  <a:pt x="483080" y="55380"/>
                </a:lnTo>
                <a:lnTo>
                  <a:pt x="483202" y="55380"/>
                </a:lnTo>
                <a:lnTo>
                  <a:pt x="483284" y="55380"/>
                </a:lnTo>
                <a:lnTo>
                  <a:pt x="483406" y="55380"/>
                </a:lnTo>
                <a:lnTo>
                  <a:pt x="483529" y="55380"/>
                </a:lnTo>
                <a:lnTo>
                  <a:pt x="483620" y="55409"/>
                </a:lnTo>
                <a:lnTo>
                  <a:pt x="483742" y="55409"/>
                </a:lnTo>
                <a:lnTo>
                  <a:pt x="483865" y="55409"/>
                </a:lnTo>
                <a:lnTo>
                  <a:pt x="483946" y="55409"/>
                </a:lnTo>
                <a:lnTo>
                  <a:pt x="484071" y="55409"/>
                </a:lnTo>
                <a:lnTo>
                  <a:pt x="484193" y="55409"/>
                </a:lnTo>
                <a:lnTo>
                  <a:pt x="484275" y="55437"/>
                </a:lnTo>
                <a:lnTo>
                  <a:pt x="484397" y="55437"/>
                </a:lnTo>
                <a:lnTo>
                  <a:pt x="484529" y="55437"/>
                </a:lnTo>
                <a:lnTo>
                  <a:pt x="484611" y="55465"/>
                </a:lnTo>
                <a:lnTo>
                  <a:pt x="484733" y="55465"/>
                </a:lnTo>
                <a:lnTo>
                  <a:pt x="484856" y="55465"/>
                </a:lnTo>
                <a:lnTo>
                  <a:pt x="484978" y="55494"/>
                </a:lnTo>
                <a:lnTo>
                  <a:pt x="485062" y="55494"/>
                </a:lnTo>
                <a:lnTo>
                  <a:pt x="485184" y="55522"/>
                </a:lnTo>
                <a:lnTo>
                  <a:pt x="485307" y="55522"/>
                </a:lnTo>
                <a:lnTo>
                  <a:pt x="485398" y="55550"/>
                </a:lnTo>
                <a:lnTo>
                  <a:pt x="485520" y="55579"/>
                </a:lnTo>
                <a:lnTo>
                  <a:pt x="485643" y="55579"/>
                </a:lnTo>
                <a:lnTo>
                  <a:pt x="485724" y="55607"/>
                </a:lnTo>
                <a:lnTo>
                  <a:pt x="485846" y="55607"/>
                </a:lnTo>
                <a:lnTo>
                  <a:pt x="485969" y="55635"/>
                </a:lnTo>
                <a:lnTo>
                  <a:pt x="486053" y="55635"/>
                </a:lnTo>
                <a:lnTo>
                  <a:pt x="486175" y="55664"/>
                </a:lnTo>
                <a:lnTo>
                  <a:pt x="486307" y="55692"/>
                </a:lnTo>
                <a:lnTo>
                  <a:pt x="486389" y="55720"/>
                </a:lnTo>
                <a:lnTo>
                  <a:pt x="486511" y="55720"/>
                </a:lnTo>
                <a:lnTo>
                  <a:pt x="486634" y="55748"/>
                </a:lnTo>
                <a:lnTo>
                  <a:pt x="486715" y="55777"/>
                </a:lnTo>
                <a:lnTo>
                  <a:pt x="486837" y="55805"/>
                </a:lnTo>
                <a:lnTo>
                  <a:pt x="486960" y="55805"/>
                </a:lnTo>
                <a:lnTo>
                  <a:pt x="487053" y="55833"/>
                </a:lnTo>
                <a:lnTo>
                  <a:pt x="487176" y="55862"/>
                </a:lnTo>
                <a:lnTo>
                  <a:pt x="487298" y="55890"/>
                </a:lnTo>
                <a:lnTo>
                  <a:pt x="487421" y="55918"/>
                </a:lnTo>
                <a:lnTo>
                  <a:pt x="487502" y="55947"/>
                </a:lnTo>
                <a:lnTo>
                  <a:pt x="487624" y="55975"/>
                </a:lnTo>
                <a:lnTo>
                  <a:pt x="487747" y="55975"/>
                </a:lnTo>
                <a:lnTo>
                  <a:pt x="487828" y="56003"/>
                </a:lnTo>
                <a:lnTo>
                  <a:pt x="487963" y="56060"/>
                </a:lnTo>
                <a:lnTo>
                  <a:pt x="488085" y="56060"/>
                </a:lnTo>
                <a:lnTo>
                  <a:pt x="488167" y="56088"/>
                </a:lnTo>
                <a:lnTo>
                  <a:pt x="488289" y="56117"/>
                </a:lnTo>
                <a:lnTo>
                  <a:pt x="488412" y="56145"/>
                </a:lnTo>
                <a:lnTo>
                  <a:pt x="488493" y="56173"/>
                </a:lnTo>
                <a:lnTo>
                  <a:pt x="488627" y="56202"/>
                </a:lnTo>
                <a:lnTo>
                  <a:pt x="488750" y="56230"/>
                </a:lnTo>
                <a:lnTo>
                  <a:pt x="488831" y="56258"/>
                </a:lnTo>
                <a:lnTo>
                  <a:pt x="488954" y="56286"/>
                </a:lnTo>
                <a:lnTo>
                  <a:pt x="489076" y="56315"/>
                </a:lnTo>
                <a:lnTo>
                  <a:pt x="489158" y="56343"/>
                </a:lnTo>
                <a:lnTo>
                  <a:pt x="489280" y="56371"/>
                </a:lnTo>
                <a:lnTo>
                  <a:pt x="489402" y="56400"/>
                </a:lnTo>
                <a:lnTo>
                  <a:pt x="489494" y="56428"/>
                </a:lnTo>
                <a:lnTo>
                  <a:pt x="489616" y="56456"/>
                </a:lnTo>
                <a:lnTo>
                  <a:pt x="489741" y="56485"/>
                </a:lnTo>
                <a:lnTo>
                  <a:pt x="489863" y="56485"/>
                </a:lnTo>
                <a:lnTo>
                  <a:pt x="489945" y="56541"/>
                </a:lnTo>
                <a:lnTo>
                  <a:pt x="490067" y="56541"/>
                </a:lnTo>
                <a:lnTo>
                  <a:pt x="490189" y="56570"/>
                </a:lnTo>
                <a:lnTo>
                  <a:pt x="490271" y="56598"/>
                </a:lnTo>
                <a:lnTo>
                  <a:pt x="490393" y="56626"/>
                </a:lnTo>
                <a:lnTo>
                  <a:pt x="490525" y="56626"/>
                </a:lnTo>
                <a:lnTo>
                  <a:pt x="490607" y="56655"/>
                </a:lnTo>
                <a:lnTo>
                  <a:pt x="490732" y="56683"/>
                </a:lnTo>
                <a:lnTo>
                  <a:pt x="490854" y="56711"/>
                </a:lnTo>
                <a:lnTo>
                  <a:pt x="490936" y="56711"/>
                </a:lnTo>
                <a:lnTo>
                  <a:pt x="491058" y="56739"/>
                </a:lnTo>
                <a:lnTo>
                  <a:pt x="491180" y="56768"/>
                </a:lnTo>
                <a:lnTo>
                  <a:pt x="491262" y="56796"/>
                </a:lnTo>
                <a:lnTo>
                  <a:pt x="491394" y="56796"/>
                </a:lnTo>
                <a:lnTo>
                  <a:pt x="491516" y="56824"/>
                </a:lnTo>
                <a:lnTo>
                  <a:pt x="491598" y="56824"/>
                </a:lnTo>
                <a:lnTo>
                  <a:pt x="491723" y="56853"/>
                </a:lnTo>
                <a:lnTo>
                  <a:pt x="491845" y="56853"/>
                </a:lnTo>
                <a:lnTo>
                  <a:pt x="491927" y="56881"/>
                </a:lnTo>
                <a:lnTo>
                  <a:pt x="492049" y="56881"/>
                </a:lnTo>
                <a:lnTo>
                  <a:pt x="492171" y="56881"/>
                </a:lnTo>
                <a:lnTo>
                  <a:pt x="492303" y="56909"/>
                </a:lnTo>
                <a:lnTo>
                  <a:pt x="492385" y="56938"/>
                </a:lnTo>
                <a:lnTo>
                  <a:pt x="492507" y="56938"/>
                </a:lnTo>
                <a:lnTo>
                  <a:pt x="492632" y="56938"/>
                </a:lnTo>
                <a:lnTo>
                  <a:pt x="492714" y="56938"/>
                </a:lnTo>
                <a:lnTo>
                  <a:pt x="492836" y="56966"/>
                </a:lnTo>
                <a:lnTo>
                  <a:pt x="492958" y="56966"/>
                </a:lnTo>
                <a:lnTo>
                  <a:pt x="493040" y="56966"/>
                </a:lnTo>
                <a:lnTo>
                  <a:pt x="493172" y="56966"/>
                </a:lnTo>
                <a:lnTo>
                  <a:pt x="493294" y="56966"/>
                </a:lnTo>
                <a:lnTo>
                  <a:pt x="493376" y="56966"/>
                </a:lnTo>
                <a:lnTo>
                  <a:pt x="493498" y="56966"/>
                </a:lnTo>
                <a:lnTo>
                  <a:pt x="493623" y="56966"/>
                </a:lnTo>
                <a:lnTo>
                  <a:pt x="493705" y="56994"/>
                </a:lnTo>
                <a:lnTo>
                  <a:pt x="493827" y="56994"/>
                </a:lnTo>
                <a:lnTo>
                  <a:pt x="493959" y="56994"/>
                </a:lnTo>
                <a:lnTo>
                  <a:pt x="494041" y="56994"/>
                </a:lnTo>
                <a:lnTo>
                  <a:pt x="494163" y="56994"/>
                </a:lnTo>
                <a:lnTo>
                  <a:pt x="494285" y="56966"/>
                </a:lnTo>
                <a:lnTo>
                  <a:pt x="494367" y="56966"/>
                </a:lnTo>
                <a:lnTo>
                  <a:pt x="494489" y="56966"/>
                </a:lnTo>
                <a:lnTo>
                  <a:pt x="494614" y="56966"/>
                </a:lnTo>
                <a:lnTo>
                  <a:pt x="494746" y="56966"/>
                </a:lnTo>
                <a:lnTo>
                  <a:pt x="494828" y="56966"/>
                </a:lnTo>
                <a:lnTo>
                  <a:pt x="494950" y="56966"/>
                </a:lnTo>
                <a:lnTo>
                  <a:pt x="495072" y="56966"/>
                </a:lnTo>
                <a:lnTo>
                  <a:pt x="495154" y="56938"/>
                </a:lnTo>
                <a:lnTo>
                  <a:pt x="495276" y="56938"/>
                </a:lnTo>
                <a:lnTo>
                  <a:pt x="495399" y="56938"/>
                </a:lnTo>
                <a:lnTo>
                  <a:pt x="495480" y="56938"/>
                </a:lnTo>
                <a:lnTo>
                  <a:pt x="495615" y="56909"/>
                </a:lnTo>
                <a:lnTo>
                  <a:pt x="495737" y="56909"/>
                </a:lnTo>
                <a:lnTo>
                  <a:pt x="495819" y="56909"/>
                </a:lnTo>
                <a:lnTo>
                  <a:pt x="495941" y="56881"/>
                </a:lnTo>
                <a:lnTo>
                  <a:pt x="496063" y="56881"/>
                </a:lnTo>
                <a:lnTo>
                  <a:pt x="496145" y="56881"/>
                </a:lnTo>
                <a:lnTo>
                  <a:pt x="496267" y="56853"/>
                </a:lnTo>
                <a:lnTo>
                  <a:pt x="496390" y="56853"/>
                </a:lnTo>
                <a:lnTo>
                  <a:pt x="496483" y="56824"/>
                </a:lnTo>
                <a:lnTo>
                  <a:pt x="496606" y="56824"/>
                </a:lnTo>
                <a:lnTo>
                  <a:pt x="496728" y="56824"/>
                </a:lnTo>
                <a:lnTo>
                  <a:pt x="496810" y="56824"/>
                </a:lnTo>
                <a:lnTo>
                  <a:pt x="496932" y="56796"/>
                </a:lnTo>
                <a:lnTo>
                  <a:pt x="497054" y="56796"/>
                </a:lnTo>
                <a:lnTo>
                  <a:pt x="497177" y="56768"/>
                </a:lnTo>
                <a:lnTo>
                  <a:pt x="497258" y="56768"/>
                </a:lnTo>
                <a:lnTo>
                  <a:pt x="497393" y="56739"/>
                </a:lnTo>
                <a:lnTo>
                  <a:pt x="497515" y="56739"/>
                </a:lnTo>
                <a:lnTo>
                  <a:pt x="497597" y="56711"/>
                </a:lnTo>
                <a:lnTo>
                  <a:pt x="497719" y="56711"/>
                </a:lnTo>
                <a:lnTo>
                  <a:pt x="497841" y="56683"/>
                </a:lnTo>
                <a:lnTo>
                  <a:pt x="497923" y="56683"/>
                </a:lnTo>
                <a:lnTo>
                  <a:pt x="498045" y="56655"/>
                </a:lnTo>
                <a:lnTo>
                  <a:pt x="498168" y="56655"/>
                </a:lnTo>
                <a:lnTo>
                  <a:pt x="498261" y="56626"/>
                </a:lnTo>
                <a:lnTo>
                  <a:pt x="498384" y="56626"/>
                </a:lnTo>
                <a:lnTo>
                  <a:pt x="498506" y="56598"/>
                </a:lnTo>
                <a:lnTo>
                  <a:pt x="498588" y="56598"/>
                </a:lnTo>
                <a:lnTo>
                  <a:pt x="498710" y="56570"/>
                </a:lnTo>
                <a:lnTo>
                  <a:pt x="498832" y="56570"/>
                </a:lnTo>
                <a:lnTo>
                  <a:pt x="498914" y="56541"/>
                </a:lnTo>
                <a:lnTo>
                  <a:pt x="499036" y="56541"/>
                </a:lnTo>
                <a:lnTo>
                  <a:pt x="499171" y="56513"/>
                </a:lnTo>
                <a:lnTo>
                  <a:pt x="499252" y="56485"/>
                </a:lnTo>
                <a:lnTo>
                  <a:pt x="499375" y="56485"/>
                </a:lnTo>
                <a:lnTo>
                  <a:pt x="499497" y="56456"/>
                </a:lnTo>
                <a:lnTo>
                  <a:pt x="499579" y="56428"/>
                </a:lnTo>
                <a:lnTo>
                  <a:pt x="499701" y="56428"/>
                </a:lnTo>
                <a:lnTo>
                  <a:pt x="499823" y="56400"/>
                </a:lnTo>
                <a:lnTo>
                  <a:pt x="499955" y="56371"/>
                </a:lnTo>
                <a:lnTo>
                  <a:pt x="500037" y="56371"/>
                </a:lnTo>
                <a:lnTo>
                  <a:pt x="500162" y="56343"/>
                </a:lnTo>
                <a:lnTo>
                  <a:pt x="500284" y="56343"/>
                </a:lnTo>
                <a:lnTo>
                  <a:pt x="500366" y="56315"/>
                </a:lnTo>
                <a:lnTo>
                  <a:pt x="500488" y="56286"/>
                </a:lnTo>
                <a:lnTo>
                  <a:pt x="500610" y="56258"/>
                </a:lnTo>
                <a:lnTo>
                  <a:pt x="500692" y="56258"/>
                </a:lnTo>
                <a:lnTo>
                  <a:pt x="500824" y="56230"/>
                </a:lnTo>
                <a:lnTo>
                  <a:pt x="500946" y="56230"/>
                </a:lnTo>
                <a:lnTo>
                  <a:pt x="501028" y="56202"/>
                </a:lnTo>
                <a:lnTo>
                  <a:pt x="501153" y="56173"/>
                </a:lnTo>
                <a:lnTo>
                  <a:pt x="501275" y="56173"/>
                </a:lnTo>
                <a:lnTo>
                  <a:pt x="501357" y="56145"/>
                </a:lnTo>
                <a:lnTo>
                  <a:pt x="501479" y="56117"/>
                </a:lnTo>
                <a:lnTo>
                  <a:pt x="501611" y="56088"/>
                </a:lnTo>
                <a:lnTo>
                  <a:pt x="501692" y="56088"/>
                </a:lnTo>
                <a:lnTo>
                  <a:pt x="501815" y="56060"/>
                </a:lnTo>
                <a:lnTo>
                  <a:pt x="501937" y="56060"/>
                </a:lnTo>
                <a:lnTo>
                  <a:pt x="502019" y="56003"/>
                </a:lnTo>
                <a:lnTo>
                  <a:pt x="502144" y="56003"/>
                </a:lnTo>
                <a:lnTo>
                  <a:pt x="502266" y="55975"/>
                </a:lnTo>
                <a:lnTo>
                  <a:pt x="502388" y="55947"/>
                </a:lnTo>
                <a:lnTo>
                  <a:pt x="502480" y="55947"/>
                </a:lnTo>
                <a:lnTo>
                  <a:pt x="502602" y="55918"/>
                </a:lnTo>
                <a:lnTo>
                  <a:pt x="502724" y="55890"/>
                </a:lnTo>
                <a:lnTo>
                  <a:pt x="502806" y="55862"/>
                </a:lnTo>
                <a:lnTo>
                  <a:pt x="502928" y="55833"/>
                </a:lnTo>
                <a:lnTo>
                  <a:pt x="503051" y="55805"/>
                </a:lnTo>
                <a:lnTo>
                  <a:pt x="503135" y="55805"/>
                </a:lnTo>
                <a:lnTo>
                  <a:pt x="503257" y="55748"/>
                </a:lnTo>
                <a:lnTo>
                  <a:pt x="503389" y="55720"/>
                </a:lnTo>
                <a:lnTo>
                  <a:pt x="503470" y="55720"/>
                </a:lnTo>
                <a:lnTo>
                  <a:pt x="503593" y="55692"/>
                </a:lnTo>
                <a:lnTo>
                  <a:pt x="503715" y="55635"/>
                </a:lnTo>
                <a:lnTo>
                  <a:pt x="503797" y="55607"/>
                </a:lnTo>
                <a:lnTo>
                  <a:pt x="503919" y="55607"/>
                </a:lnTo>
                <a:lnTo>
                  <a:pt x="504042" y="55579"/>
                </a:lnTo>
                <a:lnTo>
                  <a:pt x="504126" y="55522"/>
                </a:lnTo>
                <a:lnTo>
                  <a:pt x="504258" y="55494"/>
                </a:lnTo>
                <a:lnTo>
                  <a:pt x="504380" y="55465"/>
                </a:lnTo>
                <a:lnTo>
                  <a:pt x="504461" y="55437"/>
                </a:lnTo>
                <a:lnTo>
                  <a:pt x="504584" y="55409"/>
                </a:lnTo>
                <a:lnTo>
                  <a:pt x="504706" y="55380"/>
                </a:lnTo>
                <a:lnTo>
                  <a:pt x="504829" y="55352"/>
                </a:lnTo>
                <a:lnTo>
                  <a:pt x="504910" y="55324"/>
                </a:lnTo>
                <a:lnTo>
                  <a:pt x="505033" y="55295"/>
                </a:lnTo>
                <a:lnTo>
                  <a:pt x="505167" y="55267"/>
                </a:lnTo>
                <a:lnTo>
                  <a:pt x="505248" y="55239"/>
                </a:lnTo>
                <a:lnTo>
                  <a:pt x="505371" y="55211"/>
                </a:lnTo>
                <a:lnTo>
                  <a:pt x="505493" y="55182"/>
                </a:lnTo>
                <a:lnTo>
                  <a:pt x="505575" y="55154"/>
                </a:lnTo>
                <a:lnTo>
                  <a:pt x="505697" y="55126"/>
                </a:lnTo>
                <a:lnTo>
                  <a:pt x="505832" y="55069"/>
                </a:lnTo>
                <a:lnTo>
                  <a:pt x="505901" y="55069"/>
                </a:lnTo>
                <a:lnTo>
                  <a:pt x="506035" y="55012"/>
                </a:lnTo>
                <a:lnTo>
                  <a:pt x="506158" y="54984"/>
                </a:lnTo>
                <a:lnTo>
                  <a:pt x="506239" y="54956"/>
                </a:lnTo>
                <a:lnTo>
                  <a:pt x="506362" y="54927"/>
                </a:lnTo>
                <a:lnTo>
                  <a:pt x="506484" y="54899"/>
                </a:lnTo>
                <a:lnTo>
                  <a:pt x="506566" y="54871"/>
                </a:lnTo>
                <a:lnTo>
                  <a:pt x="506698" y="54842"/>
                </a:lnTo>
                <a:lnTo>
                  <a:pt x="506823" y="54842"/>
                </a:lnTo>
                <a:lnTo>
                  <a:pt x="506904" y="54814"/>
                </a:lnTo>
                <a:lnTo>
                  <a:pt x="507026" y="54758"/>
                </a:lnTo>
                <a:lnTo>
                  <a:pt x="507149" y="54729"/>
                </a:lnTo>
                <a:lnTo>
                  <a:pt x="507271" y="54729"/>
                </a:lnTo>
                <a:lnTo>
                  <a:pt x="507353" y="54701"/>
                </a:lnTo>
                <a:lnTo>
                  <a:pt x="507475" y="54673"/>
                </a:lnTo>
                <a:lnTo>
                  <a:pt x="507598" y="54644"/>
                </a:lnTo>
                <a:lnTo>
                  <a:pt x="507691" y="54616"/>
                </a:lnTo>
                <a:lnTo>
                  <a:pt x="507813" y="54588"/>
                </a:lnTo>
                <a:lnTo>
                  <a:pt x="507936" y="54559"/>
                </a:lnTo>
                <a:lnTo>
                  <a:pt x="508017" y="54531"/>
                </a:lnTo>
                <a:lnTo>
                  <a:pt x="508140" y="54503"/>
                </a:lnTo>
                <a:lnTo>
                  <a:pt x="508262" y="54474"/>
                </a:lnTo>
                <a:lnTo>
                  <a:pt x="508344" y="54474"/>
                </a:lnTo>
                <a:lnTo>
                  <a:pt x="508476" y="54446"/>
                </a:lnTo>
                <a:lnTo>
                  <a:pt x="508598" y="54418"/>
                </a:lnTo>
                <a:lnTo>
                  <a:pt x="508682" y="54389"/>
                </a:lnTo>
                <a:lnTo>
                  <a:pt x="508804" y="54361"/>
                </a:lnTo>
                <a:lnTo>
                  <a:pt x="508927" y="54333"/>
                </a:lnTo>
                <a:lnTo>
                  <a:pt x="509008" y="54305"/>
                </a:lnTo>
                <a:lnTo>
                  <a:pt x="509131" y="54276"/>
                </a:lnTo>
                <a:lnTo>
                  <a:pt x="509253" y="54248"/>
                </a:lnTo>
                <a:lnTo>
                  <a:pt x="509344" y="54220"/>
                </a:lnTo>
                <a:lnTo>
                  <a:pt x="509467" y="54191"/>
                </a:lnTo>
                <a:lnTo>
                  <a:pt x="509589" y="54191"/>
                </a:lnTo>
                <a:lnTo>
                  <a:pt x="509714" y="54135"/>
                </a:lnTo>
                <a:lnTo>
                  <a:pt x="509795" y="54106"/>
                </a:lnTo>
                <a:lnTo>
                  <a:pt x="509918" y="54078"/>
                </a:lnTo>
                <a:lnTo>
                  <a:pt x="510040" y="54078"/>
                </a:lnTo>
                <a:lnTo>
                  <a:pt x="510122" y="54021"/>
                </a:lnTo>
                <a:lnTo>
                  <a:pt x="510254" y="53993"/>
                </a:lnTo>
                <a:lnTo>
                  <a:pt x="510376" y="53993"/>
                </a:lnTo>
                <a:lnTo>
                  <a:pt x="510458" y="53965"/>
                </a:lnTo>
                <a:lnTo>
                  <a:pt x="510580" y="53908"/>
                </a:lnTo>
                <a:lnTo>
                  <a:pt x="510705" y="53908"/>
                </a:lnTo>
                <a:lnTo>
                  <a:pt x="510786" y="53880"/>
                </a:lnTo>
                <a:lnTo>
                  <a:pt x="510909" y="53852"/>
                </a:lnTo>
                <a:lnTo>
                  <a:pt x="511031" y="53823"/>
                </a:lnTo>
                <a:lnTo>
                  <a:pt x="511122" y="53795"/>
                </a:lnTo>
                <a:lnTo>
                  <a:pt x="511245" y="53767"/>
                </a:lnTo>
                <a:lnTo>
                  <a:pt x="511367" y="53738"/>
                </a:lnTo>
                <a:lnTo>
                  <a:pt x="511449" y="53710"/>
                </a:lnTo>
                <a:lnTo>
                  <a:pt x="511571" y="53682"/>
                </a:lnTo>
                <a:lnTo>
                  <a:pt x="511696" y="53653"/>
                </a:lnTo>
                <a:lnTo>
                  <a:pt x="511777" y="53653"/>
                </a:lnTo>
                <a:lnTo>
                  <a:pt x="511900" y="53625"/>
                </a:lnTo>
                <a:lnTo>
                  <a:pt x="512022" y="53597"/>
                </a:lnTo>
                <a:lnTo>
                  <a:pt x="512154" y="53568"/>
                </a:lnTo>
                <a:lnTo>
                  <a:pt x="512236" y="53540"/>
                </a:lnTo>
                <a:lnTo>
                  <a:pt x="512358" y="53512"/>
                </a:lnTo>
                <a:lnTo>
                  <a:pt x="512480" y="53512"/>
                </a:lnTo>
                <a:lnTo>
                  <a:pt x="512562" y="53483"/>
                </a:lnTo>
                <a:lnTo>
                  <a:pt x="512696" y="53455"/>
                </a:lnTo>
                <a:lnTo>
                  <a:pt x="512819" y="53427"/>
                </a:lnTo>
                <a:lnTo>
                  <a:pt x="512900" y="53399"/>
                </a:lnTo>
                <a:lnTo>
                  <a:pt x="513023" y="53399"/>
                </a:lnTo>
                <a:lnTo>
                  <a:pt x="513145" y="53370"/>
                </a:lnTo>
                <a:lnTo>
                  <a:pt x="513227" y="53342"/>
                </a:lnTo>
                <a:lnTo>
                  <a:pt x="513349" y="53342"/>
                </a:lnTo>
                <a:lnTo>
                  <a:pt x="513471" y="53314"/>
                </a:lnTo>
                <a:lnTo>
                  <a:pt x="513565" y="53285"/>
                </a:lnTo>
                <a:lnTo>
                  <a:pt x="513687" y="53285"/>
                </a:lnTo>
                <a:lnTo>
                  <a:pt x="513810" y="53257"/>
                </a:lnTo>
                <a:lnTo>
                  <a:pt x="513891" y="53229"/>
                </a:lnTo>
                <a:lnTo>
                  <a:pt x="514014" y="53229"/>
                </a:lnTo>
                <a:lnTo>
                  <a:pt x="514136" y="53200"/>
                </a:lnTo>
                <a:lnTo>
                  <a:pt x="514218" y="53172"/>
                </a:lnTo>
                <a:lnTo>
                  <a:pt x="514340" y="53144"/>
                </a:lnTo>
                <a:lnTo>
                  <a:pt x="514462" y="53144"/>
                </a:lnTo>
                <a:lnTo>
                  <a:pt x="514597" y="53115"/>
                </a:lnTo>
                <a:lnTo>
                  <a:pt x="514678" y="53115"/>
                </a:lnTo>
                <a:lnTo>
                  <a:pt x="514801" y="53087"/>
                </a:lnTo>
                <a:lnTo>
                  <a:pt x="514923" y="53059"/>
                </a:lnTo>
                <a:lnTo>
                  <a:pt x="515005" y="53030"/>
                </a:lnTo>
                <a:lnTo>
                  <a:pt x="515127" y="53030"/>
                </a:lnTo>
                <a:lnTo>
                  <a:pt x="515249" y="53002"/>
                </a:lnTo>
                <a:lnTo>
                  <a:pt x="515331" y="52974"/>
                </a:lnTo>
                <a:lnTo>
                  <a:pt x="515465" y="52945"/>
                </a:lnTo>
                <a:lnTo>
                  <a:pt x="515588" y="52945"/>
                </a:lnTo>
                <a:lnTo>
                  <a:pt x="515669" y="52917"/>
                </a:lnTo>
                <a:lnTo>
                  <a:pt x="515792" y="52889"/>
                </a:lnTo>
                <a:lnTo>
                  <a:pt x="515914" y="52889"/>
                </a:lnTo>
                <a:lnTo>
                  <a:pt x="515996" y="52861"/>
                </a:lnTo>
                <a:lnTo>
                  <a:pt x="516118" y="52832"/>
                </a:lnTo>
                <a:lnTo>
                  <a:pt x="516240" y="52832"/>
                </a:lnTo>
                <a:lnTo>
                  <a:pt x="516334" y="52804"/>
                </a:lnTo>
                <a:lnTo>
                  <a:pt x="516456" y="52776"/>
                </a:lnTo>
                <a:lnTo>
                  <a:pt x="516579" y="52747"/>
                </a:lnTo>
                <a:lnTo>
                  <a:pt x="516660" y="52747"/>
                </a:lnTo>
                <a:lnTo>
                  <a:pt x="516783" y="52719"/>
                </a:lnTo>
                <a:lnTo>
                  <a:pt x="516905" y="52691"/>
                </a:lnTo>
                <a:lnTo>
                  <a:pt x="516987" y="52662"/>
                </a:lnTo>
                <a:lnTo>
                  <a:pt x="517109" y="52662"/>
                </a:lnTo>
                <a:lnTo>
                  <a:pt x="517243" y="52634"/>
                </a:lnTo>
                <a:lnTo>
                  <a:pt x="517366" y="52606"/>
                </a:lnTo>
                <a:lnTo>
                  <a:pt x="517447" y="52577"/>
                </a:lnTo>
                <a:lnTo>
                  <a:pt x="517570" y="52549"/>
                </a:lnTo>
                <a:lnTo>
                  <a:pt x="517692" y="52521"/>
                </a:lnTo>
                <a:lnTo>
                  <a:pt x="517774" y="52492"/>
                </a:lnTo>
                <a:lnTo>
                  <a:pt x="517896" y="52464"/>
                </a:lnTo>
                <a:lnTo>
                  <a:pt x="518018" y="52436"/>
                </a:lnTo>
                <a:lnTo>
                  <a:pt x="518110" y="52408"/>
                </a:lnTo>
                <a:lnTo>
                  <a:pt x="518234" y="52379"/>
                </a:lnTo>
                <a:lnTo>
                  <a:pt x="518357" y="52351"/>
                </a:lnTo>
                <a:lnTo>
                  <a:pt x="518438" y="52323"/>
                </a:lnTo>
                <a:lnTo>
                  <a:pt x="518561" y="52294"/>
                </a:lnTo>
                <a:lnTo>
                  <a:pt x="518683" y="52266"/>
                </a:lnTo>
                <a:lnTo>
                  <a:pt x="518765" y="52238"/>
                </a:lnTo>
                <a:lnTo>
                  <a:pt x="518887" y="52209"/>
                </a:lnTo>
                <a:lnTo>
                  <a:pt x="519019" y="52181"/>
                </a:lnTo>
                <a:lnTo>
                  <a:pt x="519101" y="52153"/>
                </a:lnTo>
                <a:lnTo>
                  <a:pt x="519225" y="52124"/>
                </a:lnTo>
                <a:lnTo>
                  <a:pt x="519348" y="52096"/>
                </a:lnTo>
                <a:lnTo>
                  <a:pt x="519429" y="52068"/>
                </a:lnTo>
                <a:lnTo>
                  <a:pt x="519561" y="52039"/>
                </a:lnTo>
                <a:lnTo>
                  <a:pt x="519684" y="52011"/>
                </a:lnTo>
                <a:lnTo>
                  <a:pt x="519806" y="51983"/>
                </a:lnTo>
                <a:lnTo>
                  <a:pt x="519888" y="51926"/>
                </a:lnTo>
                <a:lnTo>
                  <a:pt x="520010" y="51898"/>
                </a:lnTo>
                <a:lnTo>
                  <a:pt x="520132" y="51870"/>
                </a:lnTo>
                <a:lnTo>
                  <a:pt x="520216" y="51841"/>
                </a:lnTo>
                <a:lnTo>
                  <a:pt x="520339" y="51813"/>
                </a:lnTo>
                <a:lnTo>
                  <a:pt x="520461" y="51785"/>
                </a:lnTo>
                <a:lnTo>
                  <a:pt x="520552" y="51756"/>
                </a:lnTo>
                <a:lnTo>
                  <a:pt x="520675" y="51728"/>
                </a:lnTo>
                <a:lnTo>
                  <a:pt x="520797" y="51700"/>
                </a:lnTo>
                <a:lnTo>
                  <a:pt x="520879" y="51671"/>
                </a:lnTo>
                <a:lnTo>
                  <a:pt x="521001" y="51643"/>
                </a:lnTo>
                <a:lnTo>
                  <a:pt x="521123" y="51615"/>
                </a:lnTo>
                <a:lnTo>
                  <a:pt x="521207" y="51558"/>
                </a:lnTo>
                <a:lnTo>
                  <a:pt x="521330" y="51530"/>
                </a:lnTo>
                <a:lnTo>
                  <a:pt x="521462" y="51502"/>
                </a:lnTo>
                <a:lnTo>
                  <a:pt x="521543" y="51473"/>
                </a:lnTo>
                <a:lnTo>
                  <a:pt x="521666" y="51445"/>
                </a:lnTo>
                <a:lnTo>
                  <a:pt x="521788" y="51417"/>
                </a:lnTo>
                <a:lnTo>
                  <a:pt x="521869" y="51360"/>
                </a:lnTo>
                <a:lnTo>
                  <a:pt x="521992" y="51360"/>
                </a:lnTo>
                <a:lnTo>
                  <a:pt x="522114" y="51303"/>
                </a:lnTo>
                <a:lnTo>
                  <a:pt x="522239" y="51275"/>
                </a:lnTo>
                <a:lnTo>
                  <a:pt x="522330" y="51247"/>
                </a:lnTo>
                <a:lnTo>
                  <a:pt x="522453" y="51218"/>
                </a:lnTo>
                <a:lnTo>
                  <a:pt x="522575" y="51190"/>
                </a:lnTo>
                <a:lnTo>
                  <a:pt x="522657" y="51162"/>
                </a:lnTo>
                <a:lnTo>
                  <a:pt x="522779" y="51133"/>
                </a:lnTo>
                <a:lnTo>
                  <a:pt x="522901" y="51105"/>
                </a:lnTo>
                <a:lnTo>
                  <a:pt x="522983" y="51049"/>
                </a:lnTo>
                <a:lnTo>
                  <a:pt x="523108" y="51020"/>
                </a:lnTo>
                <a:lnTo>
                  <a:pt x="523240" y="50992"/>
                </a:lnTo>
                <a:lnTo>
                  <a:pt x="523321" y="50964"/>
                </a:lnTo>
                <a:lnTo>
                  <a:pt x="523444" y="50935"/>
                </a:lnTo>
                <a:lnTo>
                  <a:pt x="523566" y="50907"/>
                </a:lnTo>
                <a:lnTo>
                  <a:pt x="523647" y="50879"/>
                </a:lnTo>
                <a:lnTo>
                  <a:pt x="523770" y="50822"/>
                </a:lnTo>
                <a:lnTo>
                  <a:pt x="523892" y="50794"/>
                </a:lnTo>
                <a:lnTo>
                  <a:pt x="523974" y="50765"/>
                </a:lnTo>
                <a:lnTo>
                  <a:pt x="524108" y="50737"/>
                </a:lnTo>
                <a:lnTo>
                  <a:pt x="524231" y="50680"/>
                </a:lnTo>
                <a:lnTo>
                  <a:pt x="524312" y="50652"/>
                </a:lnTo>
                <a:lnTo>
                  <a:pt x="524435" y="50624"/>
                </a:lnTo>
                <a:lnTo>
                  <a:pt x="524557" y="50596"/>
                </a:lnTo>
                <a:lnTo>
                  <a:pt x="524679" y="50539"/>
                </a:lnTo>
                <a:lnTo>
                  <a:pt x="524761" y="50511"/>
                </a:lnTo>
                <a:lnTo>
                  <a:pt x="524883" y="50482"/>
                </a:lnTo>
                <a:lnTo>
                  <a:pt x="525018" y="50426"/>
                </a:lnTo>
                <a:lnTo>
                  <a:pt x="525099" y="50397"/>
                </a:lnTo>
                <a:lnTo>
                  <a:pt x="525222" y="50369"/>
                </a:lnTo>
                <a:lnTo>
                  <a:pt x="525344" y="50341"/>
                </a:lnTo>
                <a:lnTo>
                  <a:pt x="525425" y="50284"/>
                </a:lnTo>
                <a:lnTo>
                  <a:pt x="525548" y="50256"/>
                </a:lnTo>
                <a:lnTo>
                  <a:pt x="525680" y="50227"/>
                </a:lnTo>
                <a:lnTo>
                  <a:pt x="525752" y="50171"/>
                </a:lnTo>
                <a:lnTo>
                  <a:pt x="525886" y="50142"/>
                </a:lnTo>
                <a:lnTo>
                  <a:pt x="526009" y="50114"/>
                </a:lnTo>
                <a:lnTo>
                  <a:pt x="526090" y="50058"/>
                </a:lnTo>
                <a:lnTo>
                  <a:pt x="526213" y="50029"/>
                </a:lnTo>
                <a:lnTo>
                  <a:pt x="526335" y="50001"/>
                </a:lnTo>
                <a:lnTo>
                  <a:pt x="526416" y="49944"/>
                </a:lnTo>
                <a:lnTo>
                  <a:pt x="526548" y="49888"/>
                </a:lnTo>
                <a:lnTo>
                  <a:pt x="526671" y="49859"/>
                </a:lnTo>
                <a:lnTo>
                  <a:pt x="526755" y="49803"/>
                </a:lnTo>
                <a:lnTo>
                  <a:pt x="526877" y="49774"/>
                </a:lnTo>
                <a:lnTo>
                  <a:pt x="527000" y="49746"/>
                </a:lnTo>
                <a:lnTo>
                  <a:pt x="527122" y="49689"/>
                </a:lnTo>
                <a:lnTo>
                  <a:pt x="527203" y="49633"/>
                </a:lnTo>
                <a:lnTo>
                  <a:pt x="527326" y="49605"/>
                </a:lnTo>
                <a:lnTo>
                  <a:pt x="527458" y="49548"/>
                </a:lnTo>
                <a:lnTo>
                  <a:pt x="527539" y="49520"/>
                </a:lnTo>
                <a:lnTo>
                  <a:pt x="527662" y="49491"/>
                </a:lnTo>
                <a:lnTo>
                  <a:pt x="527787" y="49435"/>
                </a:lnTo>
                <a:lnTo>
                  <a:pt x="527868" y="49378"/>
                </a:lnTo>
                <a:lnTo>
                  <a:pt x="527991" y="49350"/>
                </a:lnTo>
                <a:lnTo>
                  <a:pt x="528113" y="49293"/>
                </a:lnTo>
                <a:lnTo>
                  <a:pt x="528194" y="49265"/>
                </a:lnTo>
                <a:lnTo>
                  <a:pt x="528326" y="49208"/>
                </a:lnTo>
                <a:lnTo>
                  <a:pt x="528449" y="49180"/>
                </a:lnTo>
                <a:lnTo>
                  <a:pt x="528530" y="49123"/>
                </a:lnTo>
                <a:lnTo>
                  <a:pt x="528653" y="49067"/>
                </a:lnTo>
                <a:lnTo>
                  <a:pt x="528778" y="49038"/>
                </a:lnTo>
                <a:lnTo>
                  <a:pt x="528859" y="49010"/>
                </a:lnTo>
                <a:lnTo>
                  <a:pt x="528981" y="48953"/>
                </a:lnTo>
                <a:lnTo>
                  <a:pt x="529104" y="48897"/>
                </a:lnTo>
                <a:lnTo>
                  <a:pt x="529195" y="48868"/>
                </a:lnTo>
                <a:lnTo>
                  <a:pt x="529317" y="48812"/>
                </a:lnTo>
                <a:lnTo>
                  <a:pt x="529440" y="48783"/>
                </a:lnTo>
                <a:lnTo>
                  <a:pt x="529562" y="48727"/>
                </a:lnTo>
                <a:lnTo>
                  <a:pt x="529644" y="48670"/>
                </a:lnTo>
                <a:lnTo>
                  <a:pt x="529768" y="48642"/>
                </a:lnTo>
                <a:lnTo>
                  <a:pt x="529891" y="48585"/>
                </a:lnTo>
                <a:lnTo>
                  <a:pt x="529972" y="48557"/>
                </a:lnTo>
                <a:lnTo>
                  <a:pt x="530104" y="48500"/>
                </a:lnTo>
                <a:lnTo>
                  <a:pt x="530227" y="48444"/>
                </a:lnTo>
                <a:lnTo>
                  <a:pt x="530308" y="48415"/>
                </a:lnTo>
                <a:lnTo>
                  <a:pt x="530431" y="48359"/>
                </a:lnTo>
                <a:lnTo>
                  <a:pt x="530553" y="48302"/>
                </a:lnTo>
                <a:lnTo>
                  <a:pt x="530635" y="48274"/>
                </a:lnTo>
                <a:lnTo>
                  <a:pt x="530759" y="48217"/>
                </a:lnTo>
                <a:lnTo>
                  <a:pt x="530882" y="48161"/>
                </a:lnTo>
                <a:lnTo>
                  <a:pt x="530973" y="48132"/>
                </a:lnTo>
                <a:lnTo>
                  <a:pt x="531095" y="48076"/>
                </a:lnTo>
                <a:lnTo>
                  <a:pt x="531218" y="48019"/>
                </a:lnTo>
                <a:lnTo>
                  <a:pt x="531299" y="47962"/>
                </a:lnTo>
                <a:lnTo>
                  <a:pt x="531422" y="47906"/>
                </a:lnTo>
                <a:lnTo>
                  <a:pt x="531544" y="47877"/>
                </a:lnTo>
                <a:lnTo>
                  <a:pt x="531626" y="47821"/>
                </a:lnTo>
                <a:lnTo>
                  <a:pt x="531750" y="47764"/>
                </a:lnTo>
                <a:lnTo>
                  <a:pt x="531882" y="47708"/>
                </a:lnTo>
                <a:lnTo>
                  <a:pt x="532005" y="47679"/>
                </a:lnTo>
                <a:lnTo>
                  <a:pt x="532086" y="47623"/>
                </a:lnTo>
                <a:lnTo>
                  <a:pt x="532209" y="47566"/>
                </a:lnTo>
                <a:lnTo>
                  <a:pt x="532331" y="47538"/>
                </a:lnTo>
                <a:lnTo>
                  <a:pt x="532413" y="47481"/>
                </a:lnTo>
                <a:lnTo>
                  <a:pt x="532547" y="47424"/>
                </a:lnTo>
                <a:lnTo>
                  <a:pt x="532669" y="47368"/>
                </a:lnTo>
                <a:lnTo>
                  <a:pt x="532751" y="47311"/>
                </a:lnTo>
                <a:lnTo>
                  <a:pt x="532873" y="47283"/>
                </a:lnTo>
                <a:lnTo>
                  <a:pt x="532996" y="47226"/>
                </a:lnTo>
                <a:lnTo>
                  <a:pt x="533077" y="47170"/>
                </a:lnTo>
                <a:lnTo>
                  <a:pt x="533200" y="47141"/>
                </a:lnTo>
                <a:lnTo>
                  <a:pt x="533322" y="47085"/>
                </a:lnTo>
                <a:lnTo>
                  <a:pt x="533416" y="47028"/>
                </a:lnTo>
                <a:lnTo>
                  <a:pt x="533538" y="46971"/>
                </a:lnTo>
                <a:lnTo>
                  <a:pt x="533660" y="46915"/>
                </a:lnTo>
                <a:lnTo>
                  <a:pt x="533742" y="46886"/>
                </a:lnTo>
                <a:lnTo>
                  <a:pt x="533864" y="46830"/>
                </a:lnTo>
                <a:lnTo>
                  <a:pt x="533987" y="46773"/>
                </a:lnTo>
                <a:lnTo>
                  <a:pt x="534068" y="46717"/>
                </a:lnTo>
                <a:lnTo>
                  <a:pt x="534191" y="46660"/>
                </a:lnTo>
                <a:lnTo>
                  <a:pt x="534325" y="46603"/>
                </a:lnTo>
                <a:lnTo>
                  <a:pt x="534447" y="46575"/>
                </a:lnTo>
                <a:lnTo>
                  <a:pt x="534529" y="46518"/>
                </a:lnTo>
                <a:lnTo>
                  <a:pt x="534651" y="46462"/>
                </a:lnTo>
                <a:lnTo>
                  <a:pt x="534774" y="46433"/>
                </a:lnTo>
                <a:lnTo>
                  <a:pt x="534855" y="46377"/>
                </a:lnTo>
                <a:lnTo>
                  <a:pt x="534978" y="46320"/>
                </a:lnTo>
                <a:lnTo>
                  <a:pt x="535100" y="46264"/>
                </a:lnTo>
                <a:lnTo>
                  <a:pt x="535191" y="46207"/>
                </a:lnTo>
                <a:lnTo>
                  <a:pt x="535316" y="46179"/>
                </a:lnTo>
                <a:lnTo>
                  <a:pt x="535438" y="46122"/>
                </a:lnTo>
                <a:lnTo>
                  <a:pt x="535520" y="46065"/>
                </a:lnTo>
                <a:lnTo>
                  <a:pt x="535642" y="46009"/>
                </a:lnTo>
                <a:lnTo>
                  <a:pt x="535765" y="45952"/>
                </a:lnTo>
                <a:lnTo>
                  <a:pt x="535846" y="45896"/>
                </a:lnTo>
                <a:lnTo>
                  <a:pt x="535969" y="45839"/>
                </a:lnTo>
                <a:lnTo>
                  <a:pt x="536091" y="45782"/>
                </a:lnTo>
                <a:lnTo>
                  <a:pt x="536182" y="45726"/>
                </a:lnTo>
                <a:lnTo>
                  <a:pt x="536307" y="45697"/>
                </a:lnTo>
                <a:lnTo>
                  <a:pt x="536429" y="45641"/>
                </a:lnTo>
                <a:lnTo>
                  <a:pt x="536511" y="45584"/>
                </a:lnTo>
                <a:lnTo>
                  <a:pt x="536633" y="45527"/>
                </a:lnTo>
                <a:lnTo>
                  <a:pt x="536756" y="45471"/>
                </a:lnTo>
                <a:lnTo>
                  <a:pt x="536837" y="45414"/>
                </a:lnTo>
                <a:lnTo>
                  <a:pt x="536969" y="45358"/>
                </a:lnTo>
                <a:lnTo>
                  <a:pt x="537092" y="45301"/>
                </a:lnTo>
                <a:lnTo>
                  <a:pt x="537214" y="45273"/>
                </a:lnTo>
                <a:lnTo>
                  <a:pt x="537298" y="45216"/>
                </a:lnTo>
                <a:lnTo>
                  <a:pt x="537420" y="45159"/>
                </a:lnTo>
                <a:lnTo>
                  <a:pt x="537543" y="45103"/>
                </a:lnTo>
                <a:lnTo>
                  <a:pt x="537624" y="45046"/>
                </a:lnTo>
                <a:lnTo>
                  <a:pt x="537756" y="44990"/>
                </a:lnTo>
                <a:lnTo>
                  <a:pt x="537879" y="44961"/>
                </a:lnTo>
                <a:lnTo>
                  <a:pt x="537960" y="44905"/>
                </a:lnTo>
                <a:lnTo>
                  <a:pt x="538083" y="44848"/>
                </a:lnTo>
                <a:lnTo>
                  <a:pt x="538205" y="44791"/>
                </a:lnTo>
                <a:lnTo>
                  <a:pt x="538289" y="44735"/>
                </a:lnTo>
                <a:lnTo>
                  <a:pt x="538411" y="44706"/>
                </a:lnTo>
                <a:lnTo>
                  <a:pt x="538534" y="44621"/>
                </a:lnTo>
                <a:lnTo>
                  <a:pt x="538615" y="44593"/>
                </a:lnTo>
                <a:lnTo>
                  <a:pt x="538747" y="44537"/>
                </a:lnTo>
                <a:lnTo>
                  <a:pt x="538870" y="44480"/>
                </a:lnTo>
                <a:lnTo>
                  <a:pt x="538951" y="44423"/>
                </a:lnTo>
                <a:lnTo>
                  <a:pt x="539074" y="44367"/>
                </a:lnTo>
                <a:lnTo>
                  <a:pt x="539198" y="44338"/>
                </a:lnTo>
                <a:lnTo>
                  <a:pt x="539280" y="44282"/>
                </a:lnTo>
                <a:lnTo>
                  <a:pt x="539412" y="44225"/>
                </a:lnTo>
                <a:lnTo>
                  <a:pt x="539534" y="44168"/>
                </a:lnTo>
                <a:lnTo>
                  <a:pt x="539657" y="44112"/>
                </a:lnTo>
                <a:lnTo>
                  <a:pt x="539738" y="44083"/>
                </a:lnTo>
                <a:lnTo>
                  <a:pt x="539861" y="44027"/>
                </a:lnTo>
                <a:lnTo>
                  <a:pt x="539983" y="43970"/>
                </a:lnTo>
                <a:lnTo>
                  <a:pt x="540065" y="43942"/>
                </a:lnTo>
                <a:lnTo>
                  <a:pt x="540187" y="43885"/>
                </a:lnTo>
                <a:lnTo>
                  <a:pt x="540312" y="43829"/>
                </a:lnTo>
                <a:lnTo>
                  <a:pt x="540403" y="43800"/>
                </a:lnTo>
                <a:lnTo>
                  <a:pt x="540525" y="43744"/>
                </a:lnTo>
                <a:lnTo>
                  <a:pt x="540648" y="43687"/>
                </a:lnTo>
                <a:lnTo>
                  <a:pt x="540729" y="43630"/>
                </a:lnTo>
                <a:lnTo>
                  <a:pt x="540852" y="43602"/>
                </a:lnTo>
                <a:lnTo>
                  <a:pt x="540974" y="43546"/>
                </a:lnTo>
                <a:lnTo>
                  <a:pt x="541056" y="43489"/>
                </a:lnTo>
                <a:lnTo>
                  <a:pt x="541190" y="43432"/>
                </a:lnTo>
                <a:lnTo>
                  <a:pt x="541312" y="43376"/>
                </a:lnTo>
                <a:lnTo>
                  <a:pt x="541394" y="43347"/>
                </a:lnTo>
                <a:lnTo>
                  <a:pt x="541516" y="43291"/>
                </a:lnTo>
                <a:lnTo>
                  <a:pt x="541639" y="43234"/>
                </a:lnTo>
                <a:lnTo>
                  <a:pt x="541720" y="43177"/>
                </a:lnTo>
                <a:lnTo>
                  <a:pt x="541843" y="43121"/>
                </a:lnTo>
                <a:lnTo>
                  <a:pt x="541965" y="43093"/>
                </a:lnTo>
                <a:lnTo>
                  <a:pt x="542087" y="43036"/>
                </a:lnTo>
                <a:lnTo>
                  <a:pt x="542181" y="42979"/>
                </a:lnTo>
                <a:lnTo>
                  <a:pt x="542303" y="42923"/>
                </a:lnTo>
                <a:lnTo>
                  <a:pt x="542426" y="42866"/>
                </a:lnTo>
                <a:lnTo>
                  <a:pt x="542507" y="42809"/>
                </a:lnTo>
                <a:lnTo>
                  <a:pt x="542630" y="42753"/>
                </a:lnTo>
                <a:lnTo>
                  <a:pt x="542752" y="42696"/>
                </a:lnTo>
                <a:lnTo>
                  <a:pt x="542834" y="42640"/>
                </a:lnTo>
                <a:lnTo>
                  <a:pt x="542956" y="42583"/>
                </a:lnTo>
                <a:lnTo>
                  <a:pt x="543090" y="42555"/>
                </a:lnTo>
                <a:lnTo>
                  <a:pt x="543172" y="42498"/>
                </a:lnTo>
                <a:lnTo>
                  <a:pt x="543294" y="42441"/>
                </a:lnTo>
                <a:lnTo>
                  <a:pt x="543417" y="42385"/>
                </a:lnTo>
                <a:lnTo>
                  <a:pt x="543498" y="42328"/>
                </a:lnTo>
                <a:lnTo>
                  <a:pt x="543621" y="42271"/>
                </a:lnTo>
                <a:lnTo>
                  <a:pt x="543753" y="42215"/>
                </a:lnTo>
                <a:lnTo>
                  <a:pt x="543824" y="42158"/>
                </a:lnTo>
                <a:lnTo>
                  <a:pt x="543959" y="42102"/>
                </a:lnTo>
                <a:lnTo>
                  <a:pt x="544081" y="42073"/>
                </a:lnTo>
                <a:lnTo>
                  <a:pt x="544163" y="42017"/>
                </a:lnTo>
                <a:lnTo>
                  <a:pt x="544285" y="41960"/>
                </a:lnTo>
                <a:lnTo>
                  <a:pt x="544408" y="41903"/>
                </a:lnTo>
                <a:lnTo>
                  <a:pt x="544530" y="41847"/>
                </a:lnTo>
                <a:lnTo>
                  <a:pt x="544621" y="41790"/>
                </a:lnTo>
                <a:lnTo>
                  <a:pt x="544743" y="41734"/>
                </a:lnTo>
                <a:lnTo>
                  <a:pt x="544868" y="41705"/>
                </a:lnTo>
                <a:lnTo>
                  <a:pt x="544950" y="41649"/>
                </a:lnTo>
                <a:lnTo>
                  <a:pt x="545072" y="41592"/>
                </a:lnTo>
                <a:lnTo>
                  <a:pt x="545195" y="41535"/>
                </a:lnTo>
                <a:lnTo>
                  <a:pt x="545276" y="41479"/>
                </a:lnTo>
                <a:lnTo>
                  <a:pt x="545399" y="41422"/>
                </a:lnTo>
                <a:lnTo>
                  <a:pt x="545531" y="41365"/>
                </a:lnTo>
                <a:lnTo>
                  <a:pt x="545612" y="41337"/>
                </a:lnTo>
                <a:lnTo>
                  <a:pt x="545734" y="41280"/>
                </a:lnTo>
                <a:lnTo>
                  <a:pt x="545859" y="41224"/>
                </a:lnTo>
                <a:lnTo>
                  <a:pt x="545941" y="41167"/>
                </a:lnTo>
                <a:lnTo>
                  <a:pt x="546063" y="41111"/>
                </a:lnTo>
                <a:lnTo>
                  <a:pt x="546186" y="41054"/>
                </a:lnTo>
                <a:lnTo>
                  <a:pt x="546267" y="40997"/>
                </a:lnTo>
                <a:lnTo>
                  <a:pt x="546399" y="40941"/>
                </a:lnTo>
                <a:lnTo>
                  <a:pt x="546521" y="40884"/>
                </a:lnTo>
                <a:lnTo>
                  <a:pt x="546603" y="40856"/>
                </a:lnTo>
                <a:lnTo>
                  <a:pt x="546725" y="40799"/>
                </a:lnTo>
                <a:lnTo>
                  <a:pt x="546850" y="40743"/>
                </a:lnTo>
                <a:lnTo>
                  <a:pt x="546973" y="40714"/>
                </a:lnTo>
                <a:lnTo>
                  <a:pt x="547054" y="40658"/>
                </a:lnTo>
                <a:lnTo>
                  <a:pt x="547177" y="40601"/>
                </a:lnTo>
                <a:lnTo>
                  <a:pt x="547309" y="40544"/>
                </a:lnTo>
                <a:lnTo>
                  <a:pt x="547390" y="40516"/>
                </a:lnTo>
                <a:lnTo>
                  <a:pt x="547512" y="40459"/>
                </a:lnTo>
                <a:lnTo>
                  <a:pt x="547635" y="40403"/>
                </a:lnTo>
                <a:lnTo>
                  <a:pt x="547716" y="40374"/>
                </a:lnTo>
                <a:lnTo>
                  <a:pt x="547841" y="40318"/>
                </a:lnTo>
                <a:lnTo>
                  <a:pt x="547964" y="40261"/>
                </a:lnTo>
                <a:lnTo>
                  <a:pt x="548045" y="40233"/>
                </a:lnTo>
                <a:lnTo>
                  <a:pt x="548177" y="40176"/>
                </a:lnTo>
                <a:lnTo>
                  <a:pt x="548299" y="40120"/>
                </a:lnTo>
                <a:lnTo>
                  <a:pt x="548381" y="40063"/>
                </a:lnTo>
                <a:lnTo>
                  <a:pt x="548503" y="40035"/>
                </a:lnTo>
                <a:lnTo>
                  <a:pt x="548626" y="39978"/>
                </a:lnTo>
                <a:lnTo>
                  <a:pt x="548707" y="39921"/>
                </a:lnTo>
                <a:lnTo>
                  <a:pt x="548832" y="39893"/>
                </a:lnTo>
                <a:lnTo>
                  <a:pt x="548955" y="39837"/>
                </a:lnTo>
                <a:lnTo>
                  <a:pt x="549046" y="39780"/>
                </a:lnTo>
                <a:lnTo>
                  <a:pt x="549168" y="39752"/>
                </a:lnTo>
                <a:lnTo>
                  <a:pt x="549290" y="39695"/>
                </a:lnTo>
                <a:lnTo>
                  <a:pt x="549413" y="39638"/>
                </a:lnTo>
                <a:lnTo>
                  <a:pt x="549494" y="39582"/>
                </a:lnTo>
                <a:lnTo>
                  <a:pt x="549617" y="39525"/>
                </a:lnTo>
                <a:lnTo>
                  <a:pt x="549751" y="39497"/>
                </a:lnTo>
                <a:lnTo>
                  <a:pt x="549823" y="39440"/>
                </a:lnTo>
                <a:lnTo>
                  <a:pt x="549955" y="39384"/>
                </a:lnTo>
                <a:lnTo>
                  <a:pt x="550077" y="39355"/>
                </a:lnTo>
                <a:lnTo>
                  <a:pt x="550159" y="39299"/>
                </a:lnTo>
                <a:lnTo>
                  <a:pt x="550281" y="39242"/>
                </a:lnTo>
                <a:lnTo>
                  <a:pt x="550404" y="39214"/>
                </a:lnTo>
                <a:lnTo>
                  <a:pt x="550485" y="39157"/>
                </a:lnTo>
                <a:lnTo>
                  <a:pt x="550620" y="39100"/>
                </a:lnTo>
                <a:lnTo>
                  <a:pt x="550742" y="39044"/>
                </a:lnTo>
                <a:lnTo>
                  <a:pt x="550824" y="39015"/>
                </a:lnTo>
                <a:lnTo>
                  <a:pt x="550946" y="38959"/>
                </a:lnTo>
                <a:lnTo>
                  <a:pt x="551068" y="38902"/>
                </a:lnTo>
                <a:lnTo>
                  <a:pt x="551150" y="38874"/>
                </a:lnTo>
                <a:lnTo>
                  <a:pt x="551272" y="38817"/>
                </a:lnTo>
                <a:lnTo>
                  <a:pt x="551395" y="38761"/>
                </a:lnTo>
                <a:lnTo>
                  <a:pt x="551488" y="38732"/>
                </a:lnTo>
                <a:lnTo>
                  <a:pt x="551611" y="38676"/>
                </a:lnTo>
                <a:lnTo>
                  <a:pt x="551733" y="38619"/>
                </a:lnTo>
                <a:lnTo>
                  <a:pt x="551855" y="38591"/>
                </a:lnTo>
                <a:lnTo>
                  <a:pt x="551937" y="38534"/>
                </a:lnTo>
                <a:lnTo>
                  <a:pt x="552059" y="38478"/>
                </a:lnTo>
                <a:lnTo>
                  <a:pt x="552182" y="38421"/>
                </a:lnTo>
                <a:lnTo>
                  <a:pt x="552263" y="38393"/>
                </a:lnTo>
                <a:lnTo>
                  <a:pt x="552398" y="38336"/>
                </a:lnTo>
                <a:lnTo>
                  <a:pt x="552520" y="38308"/>
                </a:lnTo>
                <a:lnTo>
                  <a:pt x="552602" y="38251"/>
                </a:lnTo>
                <a:lnTo>
                  <a:pt x="552724" y="38223"/>
                </a:lnTo>
                <a:lnTo>
                  <a:pt x="552846" y="38166"/>
                </a:lnTo>
                <a:lnTo>
                  <a:pt x="552928" y="38138"/>
                </a:lnTo>
                <a:lnTo>
                  <a:pt x="553050" y="38081"/>
                </a:lnTo>
                <a:lnTo>
                  <a:pt x="553173" y="38053"/>
                </a:lnTo>
                <a:lnTo>
                  <a:pt x="553264" y="37996"/>
                </a:lnTo>
                <a:lnTo>
                  <a:pt x="553389" y="37968"/>
                </a:lnTo>
                <a:lnTo>
                  <a:pt x="553511" y="37940"/>
                </a:lnTo>
                <a:lnTo>
                  <a:pt x="553593" y="37883"/>
                </a:lnTo>
                <a:lnTo>
                  <a:pt x="553715" y="37855"/>
                </a:lnTo>
                <a:lnTo>
                  <a:pt x="553837" y="37826"/>
                </a:lnTo>
                <a:lnTo>
                  <a:pt x="553919" y="37798"/>
                </a:lnTo>
                <a:lnTo>
                  <a:pt x="554041" y="37741"/>
                </a:lnTo>
                <a:lnTo>
                  <a:pt x="554173" y="37713"/>
                </a:lnTo>
                <a:lnTo>
                  <a:pt x="554255" y="37685"/>
                </a:lnTo>
                <a:lnTo>
                  <a:pt x="554380" y="37656"/>
                </a:lnTo>
                <a:lnTo>
                  <a:pt x="554502" y="37628"/>
                </a:lnTo>
                <a:lnTo>
                  <a:pt x="554624" y="37600"/>
                </a:lnTo>
                <a:lnTo>
                  <a:pt x="554706" y="37571"/>
                </a:lnTo>
                <a:lnTo>
                  <a:pt x="554828" y="37543"/>
                </a:lnTo>
                <a:lnTo>
                  <a:pt x="554951" y="37515"/>
                </a:lnTo>
                <a:lnTo>
                  <a:pt x="555042" y="37487"/>
                </a:lnTo>
                <a:lnTo>
                  <a:pt x="555164" y="37430"/>
                </a:lnTo>
                <a:lnTo>
                  <a:pt x="555289" y="37402"/>
                </a:lnTo>
                <a:lnTo>
                  <a:pt x="555371" y="37373"/>
                </a:lnTo>
                <a:lnTo>
                  <a:pt x="555493" y="37345"/>
                </a:lnTo>
                <a:lnTo>
                  <a:pt x="555615" y="37317"/>
                </a:lnTo>
                <a:lnTo>
                  <a:pt x="555697" y="37317"/>
                </a:lnTo>
                <a:lnTo>
                  <a:pt x="555819" y="37288"/>
                </a:lnTo>
                <a:lnTo>
                  <a:pt x="555951" y="37260"/>
                </a:lnTo>
                <a:lnTo>
                  <a:pt x="556033" y="37232"/>
                </a:lnTo>
                <a:lnTo>
                  <a:pt x="556155" y="37203"/>
                </a:lnTo>
                <a:lnTo>
                  <a:pt x="556278" y="37175"/>
                </a:lnTo>
                <a:lnTo>
                  <a:pt x="556362" y="37175"/>
                </a:lnTo>
                <a:lnTo>
                  <a:pt x="556484" y="37147"/>
                </a:lnTo>
                <a:lnTo>
                  <a:pt x="556616" y="37118"/>
                </a:lnTo>
                <a:lnTo>
                  <a:pt x="556688" y="37090"/>
                </a:lnTo>
                <a:lnTo>
                  <a:pt x="556820" y="37062"/>
                </a:lnTo>
                <a:lnTo>
                  <a:pt x="556942" y="37062"/>
                </a:lnTo>
                <a:lnTo>
                  <a:pt x="557065" y="37034"/>
                </a:lnTo>
                <a:lnTo>
                  <a:pt x="557146" y="37034"/>
                </a:lnTo>
                <a:lnTo>
                  <a:pt x="557269" y="37005"/>
                </a:lnTo>
                <a:lnTo>
                  <a:pt x="557393" y="37005"/>
                </a:lnTo>
                <a:lnTo>
                  <a:pt x="557485" y="36977"/>
                </a:lnTo>
                <a:lnTo>
                  <a:pt x="557607" y="36949"/>
                </a:lnTo>
                <a:lnTo>
                  <a:pt x="557729" y="36949"/>
                </a:lnTo>
                <a:lnTo>
                  <a:pt x="557811" y="36920"/>
                </a:lnTo>
                <a:lnTo>
                  <a:pt x="557933" y="36920"/>
                </a:lnTo>
                <a:lnTo>
                  <a:pt x="558056" y="36892"/>
                </a:lnTo>
                <a:lnTo>
                  <a:pt x="558137" y="36892"/>
                </a:lnTo>
                <a:lnTo>
                  <a:pt x="558262" y="36864"/>
                </a:lnTo>
                <a:lnTo>
                  <a:pt x="558394" y="36864"/>
                </a:lnTo>
                <a:lnTo>
                  <a:pt x="558476" y="36835"/>
                </a:lnTo>
                <a:lnTo>
                  <a:pt x="558598" y="36807"/>
                </a:lnTo>
                <a:lnTo>
                  <a:pt x="558720" y="36807"/>
                </a:lnTo>
                <a:lnTo>
                  <a:pt x="558802" y="36807"/>
                </a:lnTo>
                <a:lnTo>
                  <a:pt x="558924" y="36779"/>
                </a:lnTo>
                <a:lnTo>
                  <a:pt x="559047" y="36779"/>
                </a:lnTo>
                <a:lnTo>
                  <a:pt x="559128" y="36779"/>
                </a:lnTo>
                <a:lnTo>
                  <a:pt x="559263" y="36750"/>
                </a:lnTo>
                <a:lnTo>
                  <a:pt x="559385" y="36750"/>
                </a:lnTo>
                <a:lnTo>
                  <a:pt x="559507" y="36722"/>
                </a:lnTo>
                <a:lnTo>
                  <a:pt x="559589" y="36722"/>
                </a:lnTo>
                <a:lnTo>
                  <a:pt x="559711" y="36694"/>
                </a:lnTo>
                <a:lnTo>
                  <a:pt x="559834" y="36694"/>
                </a:lnTo>
                <a:lnTo>
                  <a:pt x="559915" y="36694"/>
                </a:lnTo>
                <a:lnTo>
                  <a:pt x="560038" y="36665"/>
                </a:lnTo>
                <a:lnTo>
                  <a:pt x="560172" y="36665"/>
                </a:lnTo>
                <a:lnTo>
                  <a:pt x="560254" y="36665"/>
                </a:lnTo>
                <a:lnTo>
                  <a:pt x="560376" y="36665"/>
                </a:lnTo>
                <a:lnTo>
                  <a:pt x="560498" y="36665"/>
                </a:lnTo>
                <a:lnTo>
                  <a:pt x="560580" y="36637"/>
                </a:lnTo>
                <a:lnTo>
                  <a:pt x="560702" y="36637"/>
                </a:lnTo>
                <a:lnTo>
                  <a:pt x="560825" y="36637"/>
                </a:lnTo>
                <a:lnTo>
                  <a:pt x="560906" y="36637"/>
                </a:lnTo>
                <a:lnTo>
                  <a:pt x="561041" y="36637"/>
                </a:lnTo>
                <a:lnTo>
                  <a:pt x="561163" y="36637"/>
                </a:lnTo>
                <a:lnTo>
                  <a:pt x="561245" y="36609"/>
                </a:lnTo>
                <a:lnTo>
                  <a:pt x="561367" y="36609"/>
                </a:lnTo>
                <a:lnTo>
                  <a:pt x="561489" y="36609"/>
                </a:lnTo>
                <a:lnTo>
                  <a:pt x="561571" y="36609"/>
                </a:lnTo>
                <a:lnTo>
                  <a:pt x="561693" y="36609"/>
                </a:lnTo>
                <a:lnTo>
                  <a:pt x="561816" y="36609"/>
                </a:lnTo>
                <a:lnTo>
                  <a:pt x="561950" y="36609"/>
                </a:lnTo>
                <a:lnTo>
                  <a:pt x="562032" y="36609"/>
                </a:lnTo>
                <a:lnTo>
                  <a:pt x="562154" y="36609"/>
                </a:lnTo>
                <a:lnTo>
                  <a:pt x="562276" y="36609"/>
                </a:lnTo>
                <a:lnTo>
                  <a:pt x="562358" y="36609"/>
                </a:lnTo>
                <a:lnTo>
                  <a:pt x="562480" y="36609"/>
                </a:lnTo>
                <a:lnTo>
                  <a:pt x="562612" y="36609"/>
                </a:lnTo>
                <a:lnTo>
                  <a:pt x="562684" y="36609"/>
                </a:lnTo>
                <a:lnTo>
                  <a:pt x="562816" y="36609"/>
                </a:lnTo>
                <a:lnTo>
                  <a:pt x="562941" y="36609"/>
                </a:lnTo>
                <a:lnTo>
                  <a:pt x="563023" y="36637"/>
                </a:lnTo>
                <a:lnTo>
                  <a:pt x="563145" y="36637"/>
                </a:lnTo>
                <a:lnTo>
                  <a:pt x="563267" y="36637"/>
                </a:lnTo>
                <a:lnTo>
                  <a:pt x="563349" y="36637"/>
                </a:lnTo>
                <a:lnTo>
                  <a:pt x="563481" y="36637"/>
                </a:lnTo>
                <a:lnTo>
                  <a:pt x="563603" y="36637"/>
                </a:lnTo>
                <a:lnTo>
                  <a:pt x="563685" y="36637"/>
                </a:lnTo>
                <a:lnTo>
                  <a:pt x="563807" y="36637"/>
                </a:lnTo>
                <a:lnTo>
                  <a:pt x="563932" y="36637"/>
                </a:lnTo>
                <a:lnTo>
                  <a:pt x="564014" y="36637"/>
                </a:lnTo>
                <a:lnTo>
                  <a:pt x="564136" y="36637"/>
                </a:lnTo>
                <a:lnTo>
                  <a:pt x="564258" y="36637"/>
                </a:lnTo>
                <a:lnTo>
                  <a:pt x="564390" y="36637"/>
                </a:lnTo>
                <a:lnTo>
                  <a:pt x="564472" y="36637"/>
                </a:lnTo>
                <a:lnTo>
                  <a:pt x="564594" y="36637"/>
                </a:lnTo>
                <a:lnTo>
                  <a:pt x="564717" y="36637"/>
                </a:lnTo>
                <a:lnTo>
                  <a:pt x="564798" y="36637"/>
                </a:lnTo>
                <a:lnTo>
                  <a:pt x="564923" y="36609"/>
                </a:lnTo>
                <a:lnTo>
                  <a:pt x="565045" y="36609"/>
                </a:lnTo>
                <a:lnTo>
                  <a:pt x="565127" y="36609"/>
                </a:lnTo>
                <a:lnTo>
                  <a:pt x="565259" y="36609"/>
                </a:lnTo>
                <a:lnTo>
                  <a:pt x="565381" y="36609"/>
                </a:lnTo>
                <a:lnTo>
                  <a:pt x="565463" y="36609"/>
                </a:lnTo>
                <a:lnTo>
                  <a:pt x="565585" y="36609"/>
                </a:lnTo>
                <a:lnTo>
                  <a:pt x="565708" y="36609"/>
                </a:lnTo>
                <a:lnTo>
                  <a:pt x="565789" y="36609"/>
                </a:lnTo>
                <a:lnTo>
                  <a:pt x="565914" y="36609"/>
                </a:lnTo>
                <a:lnTo>
                  <a:pt x="566036" y="36609"/>
                </a:lnTo>
                <a:lnTo>
                  <a:pt x="566127" y="36581"/>
                </a:lnTo>
                <a:lnTo>
                  <a:pt x="566250" y="36581"/>
                </a:lnTo>
                <a:lnTo>
                  <a:pt x="566372" y="36581"/>
                </a:lnTo>
                <a:lnTo>
                  <a:pt x="566454" y="36581"/>
                </a:lnTo>
                <a:lnTo>
                  <a:pt x="566576" y="36552"/>
                </a:lnTo>
                <a:lnTo>
                  <a:pt x="566698" y="36552"/>
                </a:lnTo>
                <a:lnTo>
                  <a:pt x="566823" y="36552"/>
                </a:lnTo>
                <a:lnTo>
                  <a:pt x="566905" y="36552"/>
                </a:lnTo>
                <a:lnTo>
                  <a:pt x="567027" y="36524"/>
                </a:lnTo>
                <a:lnTo>
                  <a:pt x="567159" y="36524"/>
                </a:lnTo>
                <a:lnTo>
                  <a:pt x="567241" y="36524"/>
                </a:lnTo>
                <a:lnTo>
                  <a:pt x="567363" y="36496"/>
                </a:lnTo>
                <a:lnTo>
                  <a:pt x="567486" y="36496"/>
                </a:lnTo>
                <a:lnTo>
                  <a:pt x="567567" y="36467"/>
                </a:lnTo>
                <a:lnTo>
                  <a:pt x="567689" y="36467"/>
                </a:lnTo>
                <a:lnTo>
                  <a:pt x="567814" y="36467"/>
                </a:lnTo>
                <a:lnTo>
                  <a:pt x="567905" y="36439"/>
                </a:lnTo>
                <a:lnTo>
                  <a:pt x="568028" y="36439"/>
                </a:lnTo>
                <a:lnTo>
                  <a:pt x="568150" y="36411"/>
                </a:lnTo>
                <a:lnTo>
                  <a:pt x="568232" y="36411"/>
                </a:lnTo>
                <a:lnTo>
                  <a:pt x="568354" y="36411"/>
                </a:lnTo>
                <a:lnTo>
                  <a:pt x="568476" y="36382"/>
                </a:lnTo>
                <a:lnTo>
                  <a:pt x="568558" y="36382"/>
                </a:lnTo>
                <a:lnTo>
                  <a:pt x="568680" y="36354"/>
                </a:lnTo>
                <a:lnTo>
                  <a:pt x="568815" y="36354"/>
                </a:lnTo>
                <a:lnTo>
                  <a:pt x="568896" y="36326"/>
                </a:lnTo>
                <a:lnTo>
                  <a:pt x="569019" y="36326"/>
                </a:lnTo>
                <a:lnTo>
                  <a:pt x="569141" y="36297"/>
                </a:lnTo>
                <a:lnTo>
                  <a:pt x="569264" y="36297"/>
                </a:lnTo>
                <a:lnTo>
                  <a:pt x="569345" y="36269"/>
                </a:lnTo>
                <a:lnTo>
                  <a:pt x="569479" y="36269"/>
                </a:lnTo>
                <a:lnTo>
                  <a:pt x="569602" y="36241"/>
                </a:lnTo>
                <a:lnTo>
                  <a:pt x="569683" y="36241"/>
                </a:lnTo>
                <a:lnTo>
                  <a:pt x="569806" y="36212"/>
                </a:lnTo>
                <a:lnTo>
                  <a:pt x="569928" y="36212"/>
                </a:lnTo>
                <a:lnTo>
                  <a:pt x="570010" y="36184"/>
                </a:lnTo>
                <a:lnTo>
                  <a:pt x="570132" y="36184"/>
                </a:lnTo>
                <a:lnTo>
                  <a:pt x="570254" y="36156"/>
                </a:lnTo>
                <a:lnTo>
                  <a:pt x="570346" y="36156"/>
                </a:lnTo>
                <a:lnTo>
                  <a:pt x="570470" y="36128"/>
                </a:lnTo>
                <a:lnTo>
                  <a:pt x="570593" y="36099"/>
                </a:lnTo>
                <a:lnTo>
                  <a:pt x="570674" y="36099"/>
                </a:lnTo>
                <a:lnTo>
                  <a:pt x="570797" y="36071"/>
                </a:lnTo>
                <a:lnTo>
                  <a:pt x="570919" y="36071"/>
                </a:lnTo>
                <a:lnTo>
                  <a:pt x="571001" y="36043"/>
                </a:lnTo>
                <a:lnTo>
                  <a:pt x="571123" y="36043"/>
                </a:lnTo>
                <a:lnTo>
                  <a:pt x="571245" y="36014"/>
                </a:lnTo>
                <a:lnTo>
                  <a:pt x="571337" y="36014"/>
                </a:lnTo>
                <a:lnTo>
                  <a:pt x="571461" y="35986"/>
                </a:lnTo>
                <a:lnTo>
                  <a:pt x="571584" y="35958"/>
                </a:lnTo>
                <a:lnTo>
                  <a:pt x="571665" y="35929"/>
                </a:lnTo>
                <a:lnTo>
                  <a:pt x="571788" y="35929"/>
                </a:lnTo>
                <a:lnTo>
                  <a:pt x="571910" y="35901"/>
                </a:lnTo>
                <a:lnTo>
                  <a:pt x="572032" y="35901"/>
                </a:lnTo>
                <a:lnTo>
                  <a:pt x="572114" y="35873"/>
                </a:lnTo>
                <a:lnTo>
                  <a:pt x="572246" y="35844"/>
                </a:lnTo>
                <a:lnTo>
                  <a:pt x="572368" y="35816"/>
                </a:lnTo>
                <a:lnTo>
                  <a:pt x="572452" y="35816"/>
                </a:lnTo>
                <a:lnTo>
                  <a:pt x="572575" y="35788"/>
                </a:lnTo>
                <a:lnTo>
                  <a:pt x="572697" y="35759"/>
                </a:lnTo>
                <a:lnTo>
                  <a:pt x="572779" y="35759"/>
                </a:lnTo>
                <a:lnTo>
                  <a:pt x="572901" y="35703"/>
                </a:lnTo>
                <a:lnTo>
                  <a:pt x="573023" y="35703"/>
                </a:lnTo>
                <a:lnTo>
                  <a:pt x="573115" y="35675"/>
                </a:lnTo>
                <a:lnTo>
                  <a:pt x="573237" y="35646"/>
                </a:lnTo>
                <a:lnTo>
                  <a:pt x="573362" y="35618"/>
                </a:lnTo>
                <a:lnTo>
                  <a:pt x="573443" y="35590"/>
                </a:lnTo>
                <a:lnTo>
                  <a:pt x="573566" y="35561"/>
                </a:lnTo>
                <a:lnTo>
                  <a:pt x="573688" y="35561"/>
                </a:lnTo>
                <a:lnTo>
                  <a:pt x="573770" y="35533"/>
                </a:lnTo>
                <a:lnTo>
                  <a:pt x="573892" y="35505"/>
                </a:lnTo>
                <a:lnTo>
                  <a:pt x="574024" y="35476"/>
                </a:lnTo>
                <a:lnTo>
                  <a:pt x="574106" y="35448"/>
                </a:lnTo>
                <a:lnTo>
                  <a:pt x="574228" y="35420"/>
                </a:lnTo>
                <a:lnTo>
                  <a:pt x="574353" y="35391"/>
                </a:lnTo>
                <a:lnTo>
                  <a:pt x="574475" y="35363"/>
                </a:lnTo>
                <a:lnTo>
                  <a:pt x="574557" y="35335"/>
                </a:lnTo>
                <a:lnTo>
                  <a:pt x="574679" y="35306"/>
                </a:lnTo>
                <a:lnTo>
                  <a:pt x="574811" y="35278"/>
                </a:lnTo>
                <a:lnTo>
                  <a:pt x="574893" y="35278"/>
                </a:lnTo>
                <a:lnTo>
                  <a:pt x="575015" y="35250"/>
                </a:lnTo>
                <a:lnTo>
                  <a:pt x="575137" y="35193"/>
                </a:lnTo>
                <a:lnTo>
                  <a:pt x="575219" y="35165"/>
                </a:lnTo>
                <a:lnTo>
                  <a:pt x="575344" y="35137"/>
                </a:lnTo>
                <a:lnTo>
                  <a:pt x="575466" y="35108"/>
                </a:lnTo>
                <a:lnTo>
                  <a:pt x="575548" y="35080"/>
                </a:lnTo>
                <a:lnTo>
                  <a:pt x="575680" y="35052"/>
                </a:lnTo>
                <a:lnTo>
                  <a:pt x="575802" y="35023"/>
                </a:lnTo>
                <a:lnTo>
                  <a:pt x="575884" y="34967"/>
                </a:lnTo>
                <a:lnTo>
                  <a:pt x="576006" y="34938"/>
                </a:lnTo>
                <a:lnTo>
                  <a:pt x="576128" y="34910"/>
                </a:lnTo>
                <a:lnTo>
                  <a:pt x="576210" y="34853"/>
                </a:lnTo>
                <a:lnTo>
                  <a:pt x="576335" y="34825"/>
                </a:lnTo>
                <a:lnTo>
                  <a:pt x="576467" y="34768"/>
                </a:lnTo>
                <a:lnTo>
                  <a:pt x="576539" y="34740"/>
                </a:lnTo>
                <a:lnTo>
                  <a:pt x="576671" y="34684"/>
                </a:lnTo>
                <a:lnTo>
                  <a:pt x="576793" y="34655"/>
                </a:lnTo>
                <a:lnTo>
                  <a:pt x="576915" y="34627"/>
                </a:lnTo>
                <a:lnTo>
                  <a:pt x="576997" y="34570"/>
                </a:lnTo>
                <a:lnTo>
                  <a:pt x="577119" y="34514"/>
                </a:lnTo>
                <a:lnTo>
                  <a:pt x="577242" y="34457"/>
                </a:lnTo>
                <a:lnTo>
                  <a:pt x="577335" y="34429"/>
                </a:lnTo>
                <a:lnTo>
                  <a:pt x="577458" y="34372"/>
                </a:lnTo>
                <a:lnTo>
                  <a:pt x="577580" y="34315"/>
                </a:lnTo>
                <a:lnTo>
                  <a:pt x="577662" y="34259"/>
                </a:lnTo>
                <a:lnTo>
                  <a:pt x="577784" y="34202"/>
                </a:lnTo>
                <a:lnTo>
                  <a:pt x="577906" y="34174"/>
                </a:lnTo>
                <a:lnTo>
                  <a:pt x="577988" y="34117"/>
                </a:lnTo>
                <a:lnTo>
                  <a:pt x="578110" y="34061"/>
                </a:lnTo>
                <a:lnTo>
                  <a:pt x="578245" y="33976"/>
                </a:lnTo>
                <a:lnTo>
                  <a:pt x="578326" y="33947"/>
                </a:lnTo>
                <a:lnTo>
                  <a:pt x="578449" y="33891"/>
                </a:lnTo>
                <a:lnTo>
                  <a:pt x="578571" y="33806"/>
                </a:lnTo>
                <a:lnTo>
                  <a:pt x="578653" y="33749"/>
                </a:lnTo>
                <a:lnTo>
                  <a:pt x="578775" y="33693"/>
                </a:lnTo>
                <a:lnTo>
                  <a:pt x="578897" y="33636"/>
                </a:lnTo>
                <a:lnTo>
                  <a:pt x="578979" y="33579"/>
                </a:lnTo>
                <a:lnTo>
                  <a:pt x="579113" y="33523"/>
                </a:lnTo>
                <a:lnTo>
                  <a:pt x="579236" y="33438"/>
                </a:lnTo>
                <a:lnTo>
                  <a:pt x="579358" y="33409"/>
                </a:lnTo>
                <a:lnTo>
                  <a:pt x="579440" y="33325"/>
                </a:lnTo>
                <a:lnTo>
                  <a:pt x="579562" y="53795"/>
                </a:lnTo>
                <a:lnTo>
                  <a:pt x="579684" y="53795"/>
                </a:lnTo>
                <a:lnTo>
                  <a:pt x="579766" y="53795"/>
                </a:lnTo>
                <a:lnTo>
                  <a:pt x="579888" y="53795"/>
                </a:lnTo>
                <a:lnTo>
                  <a:pt x="580023" y="53795"/>
                </a:lnTo>
                <a:lnTo>
                  <a:pt x="580104" y="53795"/>
                </a:lnTo>
                <a:lnTo>
                  <a:pt x="580227" y="53795"/>
                </a:lnTo>
                <a:lnTo>
                  <a:pt x="580349" y="53795"/>
                </a:lnTo>
                <a:lnTo>
                  <a:pt x="580431" y="53795"/>
                </a:lnTo>
                <a:lnTo>
                  <a:pt x="580553" y="53795"/>
                </a:lnTo>
                <a:lnTo>
                  <a:pt x="580675" y="53795"/>
                </a:lnTo>
                <a:lnTo>
                  <a:pt x="580757" y="53795"/>
                </a:lnTo>
                <a:lnTo>
                  <a:pt x="580889" y="53795"/>
                </a:lnTo>
                <a:lnTo>
                  <a:pt x="581014" y="53795"/>
                </a:lnTo>
                <a:lnTo>
                  <a:pt x="581095" y="53795"/>
                </a:lnTo>
                <a:lnTo>
                  <a:pt x="581218" y="53795"/>
                </a:lnTo>
                <a:lnTo>
                  <a:pt x="581340" y="53795"/>
                </a:lnTo>
                <a:lnTo>
                  <a:pt x="581422" y="53795"/>
                </a:lnTo>
                <a:lnTo>
                  <a:pt x="581544" y="53795"/>
                </a:lnTo>
                <a:lnTo>
                  <a:pt x="581676" y="53795"/>
                </a:lnTo>
                <a:lnTo>
                  <a:pt x="581798" y="53795"/>
                </a:lnTo>
                <a:lnTo>
                  <a:pt x="581880" y="53795"/>
                </a:lnTo>
                <a:lnTo>
                  <a:pt x="582005" y="53795"/>
                </a:lnTo>
                <a:lnTo>
                  <a:pt x="582127" y="53795"/>
                </a:lnTo>
                <a:lnTo>
                  <a:pt x="582209" y="53795"/>
                </a:lnTo>
                <a:lnTo>
                  <a:pt x="582331" y="53795"/>
                </a:lnTo>
                <a:lnTo>
                  <a:pt x="582463" y="53795"/>
                </a:lnTo>
                <a:lnTo>
                  <a:pt x="582545" y="53795"/>
                </a:lnTo>
                <a:lnTo>
                  <a:pt x="582667" y="53795"/>
                </a:lnTo>
                <a:lnTo>
                  <a:pt x="582789" y="53795"/>
                </a:lnTo>
                <a:lnTo>
                  <a:pt x="582871" y="53795"/>
                </a:lnTo>
                <a:lnTo>
                  <a:pt x="582996" y="53795"/>
                </a:lnTo>
                <a:lnTo>
                  <a:pt x="583118" y="53795"/>
                </a:lnTo>
                <a:lnTo>
                  <a:pt x="583200" y="53795"/>
                </a:lnTo>
                <a:lnTo>
                  <a:pt x="583332" y="53795"/>
                </a:lnTo>
                <a:lnTo>
                  <a:pt x="583454" y="53795"/>
                </a:lnTo>
                <a:lnTo>
                  <a:pt x="583536" y="53795"/>
                </a:lnTo>
                <a:lnTo>
                  <a:pt x="583658" y="53795"/>
                </a:lnTo>
                <a:lnTo>
                  <a:pt x="583780" y="53795"/>
                </a:lnTo>
                <a:lnTo>
                  <a:pt x="583862" y="53795"/>
                </a:lnTo>
                <a:lnTo>
                  <a:pt x="583987" y="53795"/>
                </a:lnTo>
                <a:lnTo>
                  <a:pt x="584109" y="53795"/>
                </a:lnTo>
                <a:lnTo>
                  <a:pt x="584241" y="53795"/>
                </a:lnTo>
                <a:lnTo>
                  <a:pt x="584323" y="53795"/>
                </a:lnTo>
                <a:lnTo>
                  <a:pt x="584445" y="53795"/>
                </a:lnTo>
                <a:lnTo>
                  <a:pt x="584567" y="53795"/>
                </a:lnTo>
                <a:lnTo>
                  <a:pt x="584649" y="53795"/>
                </a:lnTo>
                <a:lnTo>
                  <a:pt x="584771" y="53795"/>
                </a:lnTo>
                <a:lnTo>
                  <a:pt x="584896" y="53795"/>
                </a:lnTo>
                <a:lnTo>
                  <a:pt x="584978" y="53795"/>
                </a:lnTo>
                <a:lnTo>
                  <a:pt x="585110" y="53795"/>
                </a:lnTo>
                <a:lnTo>
                  <a:pt x="585232" y="53795"/>
                </a:lnTo>
                <a:lnTo>
                  <a:pt x="585313" y="53795"/>
                </a:lnTo>
                <a:lnTo>
                  <a:pt x="585436" y="53795"/>
                </a:lnTo>
                <a:lnTo>
                  <a:pt x="585558" y="53795"/>
                </a:lnTo>
                <a:lnTo>
                  <a:pt x="585640" y="53795"/>
                </a:lnTo>
                <a:lnTo>
                  <a:pt x="585762" y="53795"/>
                </a:lnTo>
                <a:lnTo>
                  <a:pt x="585887" y="53795"/>
                </a:lnTo>
                <a:lnTo>
                  <a:pt x="585978" y="53795"/>
                </a:lnTo>
                <a:lnTo>
                  <a:pt x="586101" y="53795"/>
                </a:lnTo>
                <a:lnTo>
                  <a:pt x="586223" y="53795"/>
                </a:lnTo>
                <a:lnTo>
                  <a:pt x="586304" y="53795"/>
                </a:lnTo>
                <a:lnTo>
                  <a:pt x="586427" y="53795"/>
                </a:lnTo>
                <a:lnTo>
                  <a:pt x="586549" y="53795"/>
                </a:lnTo>
                <a:lnTo>
                  <a:pt x="586672" y="53795"/>
                </a:lnTo>
                <a:lnTo>
                  <a:pt x="586753" y="53795"/>
                </a:lnTo>
                <a:lnTo>
                  <a:pt x="586888" y="53795"/>
                </a:lnTo>
                <a:lnTo>
                  <a:pt x="587010" y="53795"/>
                </a:lnTo>
                <a:lnTo>
                  <a:pt x="587091" y="53795"/>
                </a:lnTo>
                <a:lnTo>
                  <a:pt x="587214" y="53795"/>
                </a:lnTo>
                <a:lnTo>
                  <a:pt x="587336" y="53795"/>
                </a:lnTo>
                <a:lnTo>
                  <a:pt x="587418" y="53795"/>
                </a:lnTo>
                <a:lnTo>
                  <a:pt x="587540" y="53795"/>
                </a:lnTo>
                <a:lnTo>
                  <a:pt x="587675" y="53795"/>
                </a:lnTo>
                <a:lnTo>
                  <a:pt x="587756" y="53795"/>
                </a:lnTo>
                <a:lnTo>
                  <a:pt x="587879" y="53795"/>
                </a:lnTo>
                <a:lnTo>
                  <a:pt x="588001" y="53795"/>
                </a:lnTo>
                <a:lnTo>
                  <a:pt x="588082" y="53795"/>
                </a:lnTo>
                <a:lnTo>
                  <a:pt x="588205" y="53795"/>
                </a:lnTo>
                <a:lnTo>
                  <a:pt x="588327" y="53795"/>
                </a:lnTo>
                <a:lnTo>
                  <a:pt x="588409" y="53795"/>
                </a:lnTo>
                <a:lnTo>
                  <a:pt x="588543" y="53795"/>
                </a:lnTo>
                <a:lnTo>
                  <a:pt x="588666" y="53795"/>
                </a:lnTo>
                <a:lnTo>
                  <a:pt x="588747" y="53795"/>
                </a:lnTo>
                <a:lnTo>
                  <a:pt x="588869" y="53795"/>
                </a:lnTo>
                <a:lnTo>
                  <a:pt x="588992" y="53795"/>
                </a:lnTo>
                <a:lnTo>
                  <a:pt x="589073" y="53795"/>
                </a:lnTo>
                <a:lnTo>
                  <a:pt x="589196" y="53795"/>
                </a:lnTo>
                <a:lnTo>
                  <a:pt x="589328" y="53795"/>
                </a:lnTo>
                <a:lnTo>
                  <a:pt x="589450" y="53795"/>
                </a:lnTo>
                <a:lnTo>
                  <a:pt x="589534" y="53795"/>
                </a:lnTo>
                <a:lnTo>
                  <a:pt x="589657" y="53795"/>
                </a:lnTo>
                <a:lnTo>
                  <a:pt x="589779" y="53795"/>
                </a:lnTo>
                <a:lnTo>
                  <a:pt x="589860" y="53795"/>
                </a:lnTo>
                <a:lnTo>
                  <a:pt x="589983" y="53795"/>
                </a:lnTo>
                <a:lnTo>
                  <a:pt x="590105" y="53795"/>
                </a:lnTo>
                <a:lnTo>
                  <a:pt x="590196" y="53795"/>
                </a:lnTo>
                <a:lnTo>
                  <a:pt x="590319" y="53795"/>
                </a:lnTo>
                <a:lnTo>
                  <a:pt x="590444" y="53795"/>
                </a:lnTo>
                <a:lnTo>
                  <a:pt x="590525" y="58580"/>
                </a:lnTo>
                <a:lnTo>
                  <a:pt x="590647" y="58608"/>
                </a:lnTo>
                <a:lnTo>
                  <a:pt x="590770" y="58636"/>
                </a:lnTo>
                <a:lnTo>
                  <a:pt x="590851" y="58636"/>
                </a:lnTo>
                <a:lnTo>
                  <a:pt x="590974" y="58665"/>
                </a:lnTo>
                <a:lnTo>
                  <a:pt x="591106" y="58665"/>
                </a:lnTo>
                <a:lnTo>
                  <a:pt x="591187" y="58693"/>
                </a:lnTo>
                <a:lnTo>
                  <a:pt x="591310" y="58693"/>
                </a:lnTo>
                <a:lnTo>
                  <a:pt x="591432" y="58721"/>
                </a:lnTo>
                <a:lnTo>
                  <a:pt x="591516" y="58750"/>
                </a:lnTo>
                <a:lnTo>
                  <a:pt x="591638" y="58750"/>
                </a:lnTo>
                <a:lnTo>
                  <a:pt x="591761" y="58778"/>
                </a:lnTo>
                <a:lnTo>
                  <a:pt x="591883" y="58778"/>
                </a:lnTo>
                <a:lnTo>
                  <a:pt x="591974" y="58806"/>
                </a:lnTo>
                <a:lnTo>
                  <a:pt x="592097" y="58835"/>
                </a:lnTo>
                <a:lnTo>
                  <a:pt x="592219" y="58835"/>
                </a:lnTo>
                <a:lnTo>
                  <a:pt x="592301" y="58863"/>
                </a:lnTo>
                <a:lnTo>
                  <a:pt x="592425" y="58863"/>
                </a:lnTo>
                <a:lnTo>
                  <a:pt x="592548" y="58891"/>
                </a:lnTo>
                <a:lnTo>
                  <a:pt x="592629" y="58920"/>
                </a:lnTo>
                <a:lnTo>
                  <a:pt x="592752" y="58920"/>
                </a:lnTo>
                <a:lnTo>
                  <a:pt x="592884" y="58948"/>
                </a:lnTo>
                <a:lnTo>
                  <a:pt x="592965" y="58948"/>
                </a:lnTo>
                <a:lnTo>
                  <a:pt x="593088" y="58976"/>
                </a:lnTo>
                <a:lnTo>
                  <a:pt x="593210" y="58976"/>
                </a:lnTo>
                <a:lnTo>
                  <a:pt x="593292" y="59004"/>
                </a:lnTo>
                <a:lnTo>
                  <a:pt x="593414" y="59033"/>
                </a:lnTo>
                <a:lnTo>
                  <a:pt x="593539" y="59033"/>
                </a:lnTo>
                <a:lnTo>
                  <a:pt x="593620" y="59061"/>
                </a:lnTo>
                <a:lnTo>
                  <a:pt x="593752" y="59061"/>
                </a:lnTo>
                <a:lnTo>
                  <a:pt x="593875" y="59089"/>
                </a:lnTo>
                <a:lnTo>
                  <a:pt x="593956" y="59089"/>
                </a:lnTo>
                <a:lnTo>
                  <a:pt x="594079" y="59118"/>
                </a:lnTo>
                <a:lnTo>
                  <a:pt x="594201" y="59146"/>
                </a:lnTo>
                <a:lnTo>
                  <a:pt x="594323" y="59146"/>
                </a:lnTo>
                <a:lnTo>
                  <a:pt x="594405" y="59174"/>
                </a:lnTo>
                <a:lnTo>
                  <a:pt x="594539" y="59174"/>
                </a:lnTo>
                <a:lnTo>
                  <a:pt x="594662" y="59203"/>
                </a:lnTo>
                <a:lnTo>
                  <a:pt x="594743" y="59203"/>
                </a:lnTo>
                <a:lnTo>
                  <a:pt x="594866" y="59231"/>
                </a:lnTo>
                <a:lnTo>
                  <a:pt x="594988" y="59231"/>
                </a:lnTo>
                <a:lnTo>
                  <a:pt x="595070" y="59259"/>
                </a:lnTo>
                <a:lnTo>
                  <a:pt x="595192" y="59288"/>
                </a:lnTo>
                <a:lnTo>
                  <a:pt x="595326" y="59288"/>
                </a:lnTo>
                <a:lnTo>
                  <a:pt x="595408" y="59316"/>
                </a:lnTo>
                <a:lnTo>
                  <a:pt x="595530" y="59316"/>
                </a:lnTo>
                <a:lnTo>
                  <a:pt x="595653" y="59344"/>
                </a:lnTo>
                <a:lnTo>
                  <a:pt x="595734" y="59344"/>
                </a:lnTo>
                <a:lnTo>
                  <a:pt x="595857" y="59373"/>
                </a:lnTo>
                <a:lnTo>
                  <a:pt x="595979" y="59401"/>
                </a:lnTo>
                <a:lnTo>
                  <a:pt x="596061" y="59401"/>
                </a:lnTo>
                <a:lnTo>
                  <a:pt x="596195" y="59429"/>
                </a:lnTo>
                <a:lnTo>
                  <a:pt x="596317" y="59429"/>
                </a:lnTo>
                <a:lnTo>
                  <a:pt x="596399" y="59458"/>
                </a:lnTo>
                <a:lnTo>
                  <a:pt x="596521" y="59458"/>
                </a:lnTo>
                <a:lnTo>
                  <a:pt x="596644" y="59486"/>
                </a:lnTo>
                <a:lnTo>
                  <a:pt x="596766" y="59486"/>
                </a:lnTo>
                <a:lnTo>
                  <a:pt x="596848" y="59514"/>
                </a:lnTo>
                <a:lnTo>
                  <a:pt x="596970" y="59514"/>
                </a:lnTo>
                <a:lnTo>
                  <a:pt x="597092" y="59542"/>
                </a:lnTo>
                <a:lnTo>
                  <a:pt x="597186" y="59542"/>
                </a:lnTo>
                <a:lnTo>
                  <a:pt x="597308" y="59571"/>
                </a:lnTo>
                <a:lnTo>
                  <a:pt x="597431" y="59571"/>
                </a:lnTo>
                <a:lnTo>
                  <a:pt x="597512" y="59599"/>
                </a:lnTo>
                <a:lnTo>
                  <a:pt x="597635" y="59599"/>
                </a:lnTo>
                <a:lnTo>
                  <a:pt x="597757" y="59627"/>
                </a:lnTo>
                <a:lnTo>
                  <a:pt x="597839" y="59627"/>
                </a:lnTo>
                <a:lnTo>
                  <a:pt x="597971" y="59656"/>
                </a:lnTo>
                <a:lnTo>
                  <a:pt x="598095" y="59656"/>
                </a:lnTo>
                <a:lnTo>
                  <a:pt x="598177" y="59684"/>
                </a:lnTo>
                <a:lnTo>
                  <a:pt x="598299" y="59684"/>
                </a:lnTo>
                <a:lnTo>
                  <a:pt x="598422" y="59712"/>
                </a:lnTo>
                <a:lnTo>
                  <a:pt x="598503" y="59712"/>
                </a:lnTo>
                <a:lnTo>
                  <a:pt x="598626" y="59712"/>
                </a:lnTo>
                <a:lnTo>
                  <a:pt x="598748" y="59741"/>
                </a:lnTo>
                <a:lnTo>
                  <a:pt x="598839" y="59769"/>
                </a:lnTo>
                <a:lnTo>
                  <a:pt x="598962" y="59769"/>
                </a:lnTo>
                <a:lnTo>
                  <a:pt x="599086" y="59769"/>
                </a:lnTo>
                <a:lnTo>
                  <a:pt x="599209" y="59797"/>
                </a:lnTo>
                <a:lnTo>
                  <a:pt x="599290" y="59797"/>
                </a:lnTo>
                <a:lnTo>
                  <a:pt x="599413" y="59826"/>
                </a:lnTo>
                <a:lnTo>
                  <a:pt x="599535" y="59826"/>
                </a:lnTo>
                <a:lnTo>
                  <a:pt x="599617" y="59826"/>
                </a:lnTo>
                <a:lnTo>
                  <a:pt x="599749" y="59854"/>
                </a:lnTo>
                <a:lnTo>
                  <a:pt x="599871" y="59854"/>
                </a:lnTo>
                <a:lnTo>
                  <a:pt x="599955" y="59882"/>
                </a:lnTo>
                <a:lnTo>
                  <a:pt x="600077" y="59882"/>
                </a:lnTo>
                <a:lnTo>
                  <a:pt x="600200" y="59911"/>
                </a:lnTo>
                <a:lnTo>
                  <a:pt x="600281" y="59911"/>
                </a:lnTo>
                <a:lnTo>
                  <a:pt x="600404" y="59911"/>
                </a:lnTo>
                <a:lnTo>
                  <a:pt x="600536" y="59939"/>
                </a:lnTo>
                <a:lnTo>
                  <a:pt x="600617" y="59939"/>
                </a:lnTo>
                <a:lnTo>
                  <a:pt x="600740" y="59939"/>
                </a:lnTo>
                <a:lnTo>
                  <a:pt x="600862" y="59967"/>
                </a:lnTo>
                <a:lnTo>
                  <a:pt x="600944" y="59967"/>
                </a:lnTo>
                <a:lnTo>
                  <a:pt x="601068" y="59967"/>
                </a:lnTo>
                <a:lnTo>
                  <a:pt x="601191" y="59995"/>
                </a:lnTo>
                <a:lnTo>
                  <a:pt x="601272" y="59995"/>
                </a:lnTo>
                <a:lnTo>
                  <a:pt x="601404" y="60024"/>
                </a:lnTo>
                <a:lnTo>
                  <a:pt x="601527" y="60024"/>
                </a:lnTo>
                <a:lnTo>
                  <a:pt x="601649" y="60024"/>
                </a:lnTo>
                <a:lnTo>
                  <a:pt x="601731" y="60052"/>
                </a:lnTo>
                <a:lnTo>
                  <a:pt x="601853" y="60052"/>
                </a:lnTo>
                <a:lnTo>
                  <a:pt x="601978" y="60052"/>
                </a:lnTo>
                <a:lnTo>
                  <a:pt x="602059" y="60080"/>
                </a:lnTo>
                <a:lnTo>
                  <a:pt x="602182" y="60080"/>
                </a:lnTo>
                <a:lnTo>
                  <a:pt x="602314" y="60080"/>
                </a:lnTo>
                <a:lnTo>
                  <a:pt x="602395" y="60080"/>
                </a:lnTo>
                <a:lnTo>
                  <a:pt x="602518" y="60109"/>
                </a:lnTo>
                <a:lnTo>
                  <a:pt x="602640" y="60109"/>
                </a:lnTo>
                <a:lnTo>
                  <a:pt x="602722" y="60137"/>
                </a:lnTo>
                <a:lnTo>
                  <a:pt x="602844" y="60137"/>
                </a:lnTo>
                <a:lnTo>
                  <a:pt x="602969" y="60137"/>
                </a:lnTo>
                <a:lnTo>
                  <a:pt x="603060" y="60137"/>
                </a:lnTo>
                <a:lnTo>
                  <a:pt x="603182" y="60165"/>
                </a:lnTo>
                <a:lnTo>
                  <a:pt x="603305" y="60165"/>
                </a:lnTo>
                <a:lnTo>
                  <a:pt x="603386" y="60165"/>
                </a:lnTo>
                <a:lnTo>
                  <a:pt x="603509" y="60165"/>
                </a:lnTo>
                <a:lnTo>
                  <a:pt x="603631" y="60194"/>
                </a:lnTo>
                <a:lnTo>
                  <a:pt x="603713" y="60194"/>
                </a:lnTo>
                <a:lnTo>
                  <a:pt x="603835" y="60194"/>
                </a:lnTo>
                <a:lnTo>
                  <a:pt x="603960" y="60194"/>
                </a:lnTo>
                <a:lnTo>
                  <a:pt x="604092" y="60194"/>
                </a:lnTo>
                <a:lnTo>
                  <a:pt x="604173" y="60222"/>
                </a:lnTo>
                <a:lnTo>
                  <a:pt x="604296" y="60222"/>
                </a:lnTo>
                <a:lnTo>
                  <a:pt x="604418" y="60222"/>
                </a:lnTo>
                <a:lnTo>
                  <a:pt x="604500" y="60222"/>
                </a:lnTo>
                <a:lnTo>
                  <a:pt x="604622" y="60222"/>
                </a:lnTo>
                <a:lnTo>
                  <a:pt x="604744" y="60250"/>
                </a:lnTo>
                <a:lnTo>
                  <a:pt x="604826" y="60250"/>
                </a:lnTo>
                <a:lnTo>
                  <a:pt x="604960" y="60250"/>
                </a:lnTo>
                <a:lnTo>
                  <a:pt x="605083" y="60279"/>
                </a:lnTo>
                <a:lnTo>
                  <a:pt x="605164" y="60279"/>
                </a:lnTo>
                <a:lnTo>
                  <a:pt x="605287" y="60279"/>
                </a:lnTo>
                <a:lnTo>
                  <a:pt x="605409" y="60279"/>
                </a:lnTo>
                <a:lnTo>
                  <a:pt x="605491" y="60279"/>
                </a:lnTo>
                <a:lnTo>
                  <a:pt x="605613" y="60279"/>
                </a:lnTo>
                <a:lnTo>
                  <a:pt x="605747" y="60279"/>
                </a:lnTo>
                <a:lnTo>
                  <a:pt x="605829" y="60307"/>
                </a:lnTo>
                <a:lnTo>
                  <a:pt x="605951" y="60307"/>
                </a:lnTo>
                <a:lnTo>
                  <a:pt x="606074" y="60307"/>
                </a:lnTo>
                <a:lnTo>
                  <a:pt x="606155" y="60307"/>
                </a:lnTo>
                <a:lnTo>
                  <a:pt x="606278" y="60307"/>
                </a:lnTo>
                <a:lnTo>
                  <a:pt x="606400" y="60307"/>
                </a:lnTo>
                <a:lnTo>
                  <a:pt x="606534" y="60307"/>
                </a:lnTo>
                <a:lnTo>
                  <a:pt x="606616" y="60307"/>
                </a:lnTo>
                <a:lnTo>
                  <a:pt x="606738" y="60307"/>
                </a:lnTo>
                <a:lnTo>
                  <a:pt x="606861" y="60307"/>
                </a:lnTo>
                <a:lnTo>
                  <a:pt x="606942" y="60335"/>
                </a:lnTo>
                <a:lnTo>
                  <a:pt x="607065" y="60335"/>
                </a:lnTo>
                <a:lnTo>
                  <a:pt x="607187" y="60335"/>
                </a:lnTo>
                <a:lnTo>
                  <a:pt x="607269" y="60335"/>
                </a:lnTo>
                <a:lnTo>
                  <a:pt x="607400" y="60335"/>
                </a:lnTo>
                <a:lnTo>
                  <a:pt x="607523" y="60335"/>
                </a:lnTo>
                <a:lnTo>
                  <a:pt x="607607" y="60335"/>
                </a:lnTo>
                <a:lnTo>
                  <a:pt x="607729" y="60335"/>
                </a:lnTo>
                <a:lnTo>
                  <a:pt x="607852" y="60335"/>
                </a:lnTo>
                <a:lnTo>
                  <a:pt x="607933" y="60335"/>
                </a:lnTo>
                <a:lnTo>
                  <a:pt x="608056" y="60335"/>
                </a:lnTo>
                <a:lnTo>
                  <a:pt x="608178" y="60335"/>
                </a:lnTo>
                <a:lnTo>
                  <a:pt x="608269" y="60335"/>
                </a:lnTo>
                <a:lnTo>
                  <a:pt x="608391" y="60335"/>
                </a:lnTo>
                <a:lnTo>
                  <a:pt x="608514" y="60335"/>
                </a:lnTo>
                <a:lnTo>
                  <a:pt x="608598" y="60335"/>
                </a:lnTo>
                <a:lnTo>
                  <a:pt x="608720" y="60335"/>
                </a:lnTo>
                <a:lnTo>
                  <a:pt x="608843" y="60335"/>
                </a:lnTo>
                <a:lnTo>
                  <a:pt x="608924" y="60335"/>
                </a:lnTo>
                <a:lnTo>
                  <a:pt x="609047" y="60335"/>
                </a:lnTo>
                <a:lnTo>
                  <a:pt x="609178" y="60335"/>
                </a:lnTo>
                <a:lnTo>
                  <a:pt x="609301" y="60335"/>
                </a:lnTo>
                <a:lnTo>
                  <a:pt x="609382" y="60335"/>
                </a:lnTo>
                <a:lnTo>
                  <a:pt x="609507" y="60335"/>
                </a:lnTo>
                <a:lnTo>
                  <a:pt x="609630" y="60335"/>
                </a:lnTo>
                <a:lnTo>
                  <a:pt x="609711" y="60335"/>
                </a:lnTo>
                <a:lnTo>
                  <a:pt x="609834" y="60307"/>
                </a:lnTo>
                <a:lnTo>
                  <a:pt x="609956" y="60307"/>
                </a:lnTo>
                <a:lnTo>
                  <a:pt x="610047" y="60307"/>
                </a:lnTo>
                <a:lnTo>
                  <a:pt x="610169" y="60307"/>
                </a:lnTo>
                <a:lnTo>
                  <a:pt x="610292" y="60307"/>
                </a:lnTo>
                <a:lnTo>
                  <a:pt x="610373" y="60307"/>
                </a:lnTo>
                <a:lnTo>
                  <a:pt x="610496" y="60307"/>
                </a:lnTo>
                <a:lnTo>
                  <a:pt x="610621" y="60307"/>
                </a:lnTo>
                <a:lnTo>
                  <a:pt x="610702" y="60307"/>
                </a:lnTo>
                <a:lnTo>
                  <a:pt x="610825" y="60307"/>
                </a:lnTo>
                <a:lnTo>
                  <a:pt x="610956" y="60307"/>
                </a:lnTo>
                <a:lnTo>
                  <a:pt x="611038" y="60279"/>
                </a:lnTo>
                <a:lnTo>
                  <a:pt x="611160" y="60279"/>
                </a:lnTo>
                <a:lnTo>
                  <a:pt x="611283" y="60279"/>
                </a:lnTo>
                <a:lnTo>
                  <a:pt x="611364" y="60279"/>
                </a:lnTo>
                <a:lnTo>
                  <a:pt x="611489" y="60279"/>
                </a:lnTo>
                <a:lnTo>
                  <a:pt x="611612" y="60279"/>
                </a:lnTo>
                <a:lnTo>
                  <a:pt x="611734" y="60250"/>
                </a:lnTo>
                <a:lnTo>
                  <a:pt x="611825" y="60250"/>
                </a:lnTo>
                <a:lnTo>
                  <a:pt x="611947" y="60250"/>
                </a:lnTo>
                <a:lnTo>
                  <a:pt x="612070" y="60250"/>
                </a:lnTo>
                <a:lnTo>
                  <a:pt x="612151" y="60222"/>
                </a:lnTo>
                <a:lnTo>
                  <a:pt x="612274" y="60222"/>
                </a:lnTo>
                <a:lnTo>
                  <a:pt x="612396" y="60222"/>
                </a:lnTo>
                <a:lnTo>
                  <a:pt x="612480" y="60222"/>
                </a:lnTo>
                <a:lnTo>
                  <a:pt x="612603" y="60194"/>
                </a:lnTo>
                <a:lnTo>
                  <a:pt x="612734" y="60194"/>
                </a:lnTo>
                <a:lnTo>
                  <a:pt x="612816" y="60194"/>
                </a:lnTo>
                <a:lnTo>
                  <a:pt x="612938" y="60194"/>
                </a:lnTo>
                <a:lnTo>
                  <a:pt x="613061" y="60194"/>
                </a:lnTo>
                <a:lnTo>
                  <a:pt x="613142" y="60165"/>
                </a:lnTo>
                <a:lnTo>
                  <a:pt x="613265" y="60165"/>
                </a:lnTo>
                <a:lnTo>
                  <a:pt x="613399" y="60165"/>
                </a:lnTo>
                <a:lnTo>
                  <a:pt x="613481" y="60165"/>
                </a:lnTo>
                <a:lnTo>
                  <a:pt x="613603" y="60137"/>
                </a:lnTo>
                <a:lnTo>
                  <a:pt x="613725" y="60137"/>
                </a:lnTo>
                <a:lnTo>
                  <a:pt x="613807" y="60137"/>
                </a:lnTo>
                <a:lnTo>
                  <a:pt x="613929" y="60109"/>
                </a:lnTo>
                <a:lnTo>
                  <a:pt x="614052" y="60109"/>
                </a:lnTo>
                <a:lnTo>
                  <a:pt x="614174" y="60080"/>
                </a:lnTo>
                <a:lnTo>
                  <a:pt x="614268" y="60080"/>
                </a:lnTo>
                <a:lnTo>
                  <a:pt x="614390" y="60080"/>
                </a:lnTo>
                <a:lnTo>
                  <a:pt x="614512" y="60080"/>
                </a:lnTo>
                <a:lnTo>
                  <a:pt x="614594" y="60052"/>
                </a:lnTo>
                <a:lnTo>
                  <a:pt x="614716" y="60052"/>
                </a:lnTo>
                <a:lnTo>
                  <a:pt x="614839" y="60052"/>
                </a:lnTo>
                <a:lnTo>
                  <a:pt x="614920" y="60024"/>
                </a:lnTo>
                <a:lnTo>
                  <a:pt x="615043" y="60024"/>
                </a:lnTo>
                <a:lnTo>
                  <a:pt x="615177" y="59995"/>
                </a:lnTo>
                <a:lnTo>
                  <a:pt x="615259" y="59995"/>
                </a:lnTo>
                <a:lnTo>
                  <a:pt x="615381" y="59967"/>
                </a:lnTo>
                <a:lnTo>
                  <a:pt x="615503" y="59967"/>
                </a:lnTo>
                <a:lnTo>
                  <a:pt x="615585" y="59967"/>
                </a:lnTo>
                <a:lnTo>
                  <a:pt x="615707" y="59939"/>
                </a:lnTo>
                <a:lnTo>
                  <a:pt x="615830" y="59939"/>
                </a:lnTo>
                <a:lnTo>
                  <a:pt x="615911" y="59939"/>
                </a:lnTo>
                <a:lnTo>
                  <a:pt x="616043" y="59911"/>
                </a:lnTo>
                <a:lnTo>
                  <a:pt x="616168" y="59911"/>
                </a:lnTo>
                <a:lnTo>
                  <a:pt x="616250" y="59882"/>
                </a:lnTo>
                <a:lnTo>
                  <a:pt x="616372" y="59854"/>
                </a:lnTo>
                <a:lnTo>
                  <a:pt x="616494" y="59854"/>
                </a:lnTo>
                <a:lnTo>
                  <a:pt x="616617" y="59854"/>
                </a:lnTo>
                <a:lnTo>
                  <a:pt x="616698" y="59826"/>
                </a:lnTo>
                <a:lnTo>
                  <a:pt x="616821" y="59826"/>
                </a:lnTo>
                <a:lnTo>
                  <a:pt x="616953" y="59797"/>
                </a:lnTo>
                <a:lnTo>
                  <a:pt x="617034" y="59797"/>
                </a:lnTo>
                <a:lnTo>
                  <a:pt x="617159" y="59769"/>
                </a:lnTo>
                <a:lnTo>
                  <a:pt x="617281" y="59769"/>
                </a:lnTo>
                <a:lnTo>
                  <a:pt x="617363" y="59769"/>
                </a:lnTo>
                <a:lnTo>
                  <a:pt x="617485" y="59741"/>
                </a:lnTo>
                <a:lnTo>
                  <a:pt x="617608" y="59712"/>
                </a:lnTo>
                <a:lnTo>
                  <a:pt x="617689" y="59712"/>
                </a:lnTo>
                <a:lnTo>
                  <a:pt x="617821" y="59684"/>
                </a:lnTo>
                <a:lnTo>
                  <a:pt x="617944" y="59684"/>
                </a:lnTo>
                <a:lnTo>
                  <a:pt x="618025" y="59656"/>
                </a:lnTo>
                <a:lnTo>
                  <a:pt x="618150" y="59656"/>
                </a:lnTo>
                <a:lnTo>
                  <a:pt x="618272" y="59627"/>
                </a:lnTo>
                <a:lnTo>
                  <a:pt x="618354" y="59599"/>
                </a:lnTo>
                <a:lnTo>
                  <a:pt x="618476" y="59599"/>
                </a:lnTo>
                <a:lnTo>
                  <a:pt x="618599" y="59571"/>
                </a:lnTo>
                <a:lnTo>
                  <a:pt x="618690" y="59571"/>
                </a:lnTo>
                <a:lnTo>
                  <a:pt x="618812" y="59542"/>
                </a:lnTo>
                <a:lnTo>
                  <a:pt x="618935" y="59542"/>
                </a:lnTo>
                <a:lnTo>
                  <a:pt x="619059" y="59514"/>
                </a:lnTo>
                <a:lnTo>
                  <a:pt x="619141" y="59486"/>
                </a:lnTo>
                <a:lnTo>
                  <a:pt x="619263" y="59486"/>
                </a:lnTo>
                <a:lnTo>
                  <a:pt x="619395" y="59458"/>
                </a:lnTo>
                <a:lnTo>
                  <a:pt x="619467" y="59429"/>
                </a:lnTo>
                <a:lnTo>
                  <a:pt x="619599" y="59429"/>
                </a:lnTo>
                <a:lnTo>
                  <a:pt x="619722" y="59401"/>
                </a:lnTo>
                <a:lnTo>
                  <a:pt x="619803" y="59401"/>
                </a:lnTo>
                <a:lnTo>
                  <a:pt x="619926" y="59373"/>
                </a:lnTo>
                <a:lnTo>
                  <a:pt x="620050" y="59344"/>
                </a:lnTo>
                <a:lnTo>
                  <a:pt x="620132" y="59344"/>
                </a:lnTo>
                <a:lnTo>
                  <a:pt x="620264" y="59316"/>
                </a:lnTo>
                <a:lnTo>
                  <a:pt x="620386" y="59288"/>
                </a:lnTo>
                <a:lnTo>
                  <a:pt x="620468" y="59288"/>
                </a:lnTo>
                <a:lnTo>
                  <a:pt x="620590" y="59259"/>
                </a:lnTo>
                <a:lnTo>
                  <a:pt x="620713" y="59231"/>
                </a:lnTo>
                <a:lnTo>
                  <a:pt x="620794" y="59203"/>
                </a:lnTo>
                <a:lnTo>
                  <a:pt x="620917" y="59203"/>
                </a:lnTo>
                <a:lnTo>
                  <a:pt x="621041" y="59174"/>
                </a:lnTo>
                <a:lnTo>
                  <a:pt x="621133" y="59146"/>
                </a:lnTo>
                <a:lnTo>
                  <a:pt x="621255" y="59146"/>
                </a:lnTo>
                <a:lnTo>
                  <a:pt x="621377" y="59118"/>
                </a:lnTo>
                <a:lnTo>
                  <a:pt x="621500" y="59089"/>
                </a:lnTo>
                <a:lnTo>
                  <a:pt x="621581" y="59061"/>
                </a:lnTo>
                <a:lnTo>
                  <a:pt x="621704" y="59061"/>
                </a:lnTo>
                <a:lnTo>
                  <a:pt x="621826" y="59033"/>
                </a:lnTo>
                <a:lnTo>
                  <a:pt x="621908" y="59004"/>
                </a:lnTo>
                <a:lnTo>
                  <a:pt x="622042" y="58976"/>
                </a:lnTo>
                <a:lnTo>
                  <a:pt x="622164" y="58976"/>
                </a:lnTo>
                <a:lnTo>
                  <a:pt x="622246" y="58948"/>
                </a:lnTo>
                <a:lnTo>
                  <a:pt x="622368" y="58920"/>
                </a:lnTo>
                <a:lnTo>
                  <a:pt x="622491" y="58891"/>
                </a:lnTo>
                <a:lnTo>
                  <a:pt x="622572" y="58863"/>
                </a:lnTo>
                <a:lnTo>
                  <a:pt x="622695" y="58863"/>
                </a:lnTo>
                <a:lnTo>
                  <a:pt x="622817" y="58835"/>
                </a:lnTo>
                <a:lnTo>
                  <a:pt x="622911" y="58806"/>
                </a:lnTo>
                <a:lnTo>
                  <a:pt x="623033" y="58778"/>
                </a:lnTo>
                <a:lnTo>
                  <a:pt x="623155" y="58750"/>
                </a:lnTo>
                <a:lnTo>
                  <a:pt x="623237" y="58721"/>
                </a:lnTo>
                <a:lnTo>
                  <a:pt x="623359" y="58693"/>
                </a:lnTo>
                <a:lnTo>
                  <a:pt x="623482" y="58693"/>
                </a:lnTo>
                <a:lnTo>
                  <a:pt x="623563" y="58665"/>
                </a:lnTo>
                <a:lnTo>
                  <a:pt x="623686" y="58636"/>
                </a:lnTo>
                <a:lnTo>
                  <a:pt x="623820" y="58608"/>
                </a:lnTo>
                <a:lnTo>
                  <a:pt x="623942" y="58580"/>
                </a:lnTo>
                <a:lnTo>
                  <a:pt x="624024" y="58551"/>
                </a:lnTo>
                <a:lnTo>
                  <a:pt x="624146" y="58551"/>
                </a:lnTo>
                <a:lnTo>
                  <a:pt x="624269" y="58523"/>
                </a:lnTo>
                <a:lnTo>
                  <a:pt x="624350" y="58467"/>
                </a:lnTo>
                <a:lnTo>
                  <a:pt x="624473" y="58467"/>
                </a:lnTo>
                <a:lnTo>
                  <a:pt x="624595" y="58438"/>
                </a:lnTo>
                <a:lnTo>
                  <a:pt x="624689" y="58410"/>
                </a:lnTo>
                <a:lnTo>
                  <a:pt x="624811" y="58382"/>
                </a:lnTo>
                <a:lnTo>
                  <a:pt x="624933" y="58353"/>
                </a:lnTo>
                <a:lnTo>
                  <a:pt x="625015" y="58325"/>
                </a:lnTo>
                <a:lnTo>
                  <a:pt x="625137" y="58297"/>
                </a:lnTo>
                <a:lnTo>
                  <a:pt x="625260" y="58268"/>
                </a:lnTo>
                <a:lnTo>
                  <a:pt x="625341" y="58240"/>
                </a:lnTo>
                <a:lnTo>
                  <a:pt x="625464" y="58212"/>
                </a:lnTo>
                <a:lnTo>
                  <a:pt x="625598" y="58183"/>
                </a:lnTo>
                <a:lnTo>
                  <a:pt x="625680" y="58155"/>
                </a:lnTo>
                <a:lnTo>
                  <a:pt x="625802" y="58127"/>
                </a:lnTo>
                <a:lnTo>
                  <a:pt x="625924" y="58098"/>
                </a:lnTo>
                <a:lnTo>
                  <a:pt x="626006" y="58070"/>
                </a:lnTo>
                <a:lnTo>
                  <a:pt x="626128" y="58042"/>
                </a:lnTo>
                <a:lnTo>
                  <a:pt x="626260" y="58014"/>
                </a:lnTo>
                <a:lnTo>
                  <a:pt x="626332" y="57985"/>
                </a:lnTo>
                <a:lnTo>
                  <a:pt x="626464" y="57957"/>
                </a:lnTo>
                <a:lnTo>
                  <a:pt x="626587" y="57929"/>
                </a:lnTo>
                <a:lnTo>
                  <a:pt x="626711" y="57872"/>
                </a:lnTo>
                <a:lnTo>
                  <a:pt x="626793" y="57844"/>
                </a:lnTo>
                <a:lnTo>
                  <a:pt x="626915" y="57815"/>
                </a:lnTo>
                <a:lnTo>
                  <a:pt x="627038" y="57787"/>
                </a:lnTo>
                <a:lnTo>
                  <a:pt x="627129" y="57759"/>
                </a:lnTo>
                <a:lnTo>
                  <a:pt x="627251" y="57730"/>
                </a:lnTo>
                <a:lnTo>
                  <a:pt x="627374" y="57702"/>
                </a:lnTo>
                <a:lnTo>
                  <a:pt x="627455" y="57674"/>
                </a:lnTo>
                <a:lnTo>
                  <a:pt x="627580" y="57645"/>
                </a:lnTo>
                <a:lnTo>
                  <a:pt x="627702" y="57589"/>
                </a:lnTo>
                <a:lnTo>
                  <a:pt x="627784" y="57561"/>
                </a:lnTo>
                <a:lnTo>
                  <a:pt x="627906" y="57532"/>
                </a:lnTo>
                <a:lnTo>
                  <a:pt x="628038" y="57504"/>
                </a:lnTo>
                <a:lnTo>
                  <a:pt x="628120" y="57476"/>
                </a:lnTo>
                <a:lnTo>
                  <a:pt x="628242" y="57447"/>
                </a:lnTo>
                <a:lnTo>
                  <a:pt x="628365" y="57419"/>
                </a:lnTo>
                <a:lnTo>
                  <a:pt x="628446" y="57362"/>
                </a:lnTo>
                <a:lnTo>
                  <a:pt x="628571" y="57334"/>
                </a:lnTo>
                <a:lnTo>
                  <a:pt x="628693" y="57306"/>
                </a:lnTo>
                <a:lnTo>
                  <a:pt x="628775" y="57249"/>
                </a:lnTo>
                <a:lnTo>
                  <a:pt x="628907" y="57221"/>
                </a:lnTo>
                <a:lnTo>
                  <a:pt x="629029" y="57192"/>
                </a:lnTo>
                <a:lnTo>
                  <a:pt x="629152" y="57164"/>
                </a:lnTo>
                <a:lnTo>
                  <a:pt x="629233" y="57136"/>
                </a:lnTo>
                <a:lnTo>
                  <a:pt x="629356" y="57079"/>
                </a:lnTo>
                <a:lnTo>
                  <a:pt x="629478" y="57051"/>
                </a:lnTo>
                <a:lnTo>
                  <a:pt x="629559" y="57023"/>
                </a:lnTo>
                <a:lnTo>
                  <a:pt x="629684" y="56994"/>
                </a:lnTo>
                <a:lnTo>
                  <a:pt x="629807" y="56938"/>
                </a:lnTo>
                <a:lnTo>
                  <a:pt x="629898" y="56909"/>
                </a:lnTo>
                <a:lnTo>
                  <a:pt x="630020" y="56881"/>
                </a:lnTo>
                <a:lnTo>
                  <a:pt x="630143" y="56824"/>
                </a:lnTo>
                <a:lnTo>
                  <a:pt x="630224" y="56796"/>
                </a:lnTo>
                <a:lnTo>
                  <a:pt x="630346" y="56768"/>
                </a:lnTo>
                <a:lnTo>
                  <a:pt x="630469" y="56711"/>
                </a:lnTo>
                <a:lnTo>
                  <a:pt x="630553" y="56683"/>
                </a:lnTo>
                <a:lnTo>
                  <a:pt x="630685" y="56655"/>
                </a:lnTo>
                <a:lnTo>
                  <a:pt x="630807" y="56598"/>
                </a:lnTo>
                <a:lnTo>
                  <a:pt x="630889" y="56570"/>
                </a:lnTo>
                <a:lnTo>
                  <a:pt x="631011" y="56541"/>
                </a:lnTo>
                <a:lnTo>
                  <a:pt x="631133" y="56485"/>
                </a:lnTo>
                <a:lnTo>
                  <a:pt x="631215" y="56456"/>
                </a:lnTo>
                <a:lnTo>
                  <a:pt x="631337" y="56428"/>
                </a:lnTo>
                <a:lnTo>
                  <a:pt x="631460" y="56371"/>
                </a:lnTo>
                <a:lnTo>
                  <a:pt x="631594" y="56343"/>
                </a:lnTo>
                <a:lnTo>
                  <a:pt x="631676" y="56315"/>
                </a:lnTo>
                <a:lnTo>
                  <a:pt x="631798" y="56258"/>
                </a:lnTo>
                <a:lnTo>
                  <a:pt x="631921" y="56230"/>
                </a:lnTo>
                <a:lnTo>
                  <a:pt x="632002" y="56173"/>
                </a:lnTo>
                <a:lnTo>
                  <a:pt x="632124" y="56145"/>
                </a:lnTo>
                <a:lnTo>
                  <a:pt x="632247" y="56088"/>
                </a:lnTo>
                <a:lnTo>
                  <a:pt x="632328" y="56060"/>
                </a:lnTo>
                <a:lnTo>
                  <a:pt x="632463" y="56003"/>
                </a:lnTo>
                <a:lnTo>
                  <a:pt x="632585" y="55975"/>
                </a:lnTo>
                <a:lnTo>
                  <a:pt x="632667" y="55947"/>
                </a:lnTo>
                <a:lnTo>
                  <a:pt x="632789" y="55890"/>
                </a:lnTo>
                <a:lnTo>
                  <a:pt x="632911" y="55862"/>
                </a:lnTo>
                <a:lnTo>
                  <a:pt x="632993" y="55805"/>
                </a:lnTo>
                <a:lnTo>
                  <a:pt x="633125" y="55777"/>
                </a:lnTo>
                <a:lnTo>
                  <a:pt x="633250" y="55720"/>
                </a:lnTo>
                <a:lnTo>
                  <a:pt x="633331" y="55692"/>
                </a:lnTo>
                <a:lnTo>
                  <a:pt x="633454" y="55635"/>
                </a:lnTo>
                <a:lnTo>
                  <a:pt x="633576" y="55607"/>
                </a:lnTo>
                <a:lnTo>
                  <a:pt x="633658" y="55550"/>
                </a:lnTo>
                <a:lnTo>
                  <a:pt x="633780" y="55522"/>
                </a:lnTo>
                <a:lnTo>
                  <a:pt x="633902" y="55465"/>
                </a:lnTo>
                <a:lnTo>
                  <a:pt x="634025" y="55437"/>
                </a:lnTo>
                <a:lnTo>
                  <a:pt x="634116" y="55380"/>
                </a:lnTo>
                <a:lnTo>
                  <a:pt x="634241" y="55352"/>
                </a:lnTo>
                <a:lnTo>
                  <a:pt x="634363" y="55295"/>
                </a:lnTo>
                <a:lnTo>
                  <a:pt x="634445" y="55267"/>
                </a:lnTo>
                <a:lnTo>
                  <a:pt x="634567" y="55211"/>
                </a:lnTo>
                <a:lnTo>
                  <a:pt x="634689" y="55182"/>
                </a:lnTo>
                <a:lnTo>
                  <a:pt x="634771" y="55126"/>
                </a:lnTo>
                <a:lnTo>
                  <a:pt x="634893" y="55097"/>
                </a:lnTo>
                <a:lnTo>
                  <a:pt x="635025" y="55041"/>
                </a:lnTo>
                <a:lnTo>
                  <a:pt x="635109" y="54984"/>
                </a:lnTo>
                <a:lnTo>
                  <a:pt x="635232" y="54956"/>
                </a:lnTo>
                <a:lnTo>
                  <a:pt x="635354" y="54899"/>
                </a:lnTo>
                <a:lnTo>
                  <a:pt x="635436" y="54871"/>
                </a:lnTo>
                <a:lnTo>
                  <a:pt x="635558" y="54814"/>
                </a:lnTo>
                <a:lnTo>
                  <a:pt x="635680" y="54786"/>
                </a:lnTo>
                <a:lnTo>
                  <a:pt x="635772" y="54729"/>
                </a:lnTo>
                <a:lnTo>
                  <a:pt x="635894" y="54701"/>
                </a:lnTo>
                <a:lnTo>
                  <a:pt x="636016" y="54644"/>
                </a:lnTo>
                <a:lnTo>
                  <a:pt x="636098" y="54588"/>
                </a:lnTo>
                <a:lnTo>
                  <a:pt x="636223" y="54559"/>
                </a:lnTo>
                <a:lnTo>
                  <a:pt x="636345" y="54503"/>
                </a:lnTo>
                <a:lnTo>
                  <a:pt x="636467" y="54474"/>
                </a:lnTo>
                <a:lnTo>
                  <a:pt x="636549" y="54418"/>
                </a:lnTo>
                <a:lnTo>
                  <a:pt x="636671" y="54361"/>
                </a:lnTo>
                <a:lnTo>
                  <a:pt x="636803" y="54333"/>
                </a:lnTo>
                <a:lnTo>
                  <a:pt x="636885" y="54276"/>
                </a:lnTo>
                <a:lnTo>
                  <a:pt x="637007" y="54248"/>
                </a:lnTo>
                <a:lnTo>
                  <a:pt x="637132" y="54191"/>
                </a:lnTo>
                <a:lnTo>
                  <a:pt x="637214" y="54135"/>
                </a:lnTo>
                <a:lnTo>
                  <a:pt x="637336" y="54106"/>
                </a:lnTo>
                <a:lnTo>
                  <a:pt x="637468" y="54050"/>
                </a:lnTo>
                <a:lnTo>
                  <a:pt x="637540" y="53993"/>
                </a:lnTo>
                <a:lnTo>
                  <a:pt x="637672" y="53965"/>
                </a:lnTo>
                <a:lnTo>
                  <a:pt x="637794" y="53908"/>
                </a:lnTo>
                <a:lnTo>
                  <a:pt x="637876" y="53880"/>
                </a:lnTo>
                <a:lnTo>
                  <a:pt x="637998" y="53823"/>
                </a:lnTo>
                <a:lnTo>
                  <a:pt x="638123" y="53767"/>
                </a:lnTo>
                <a:lnTo>
                  <a:pt x="638205" y="53738"/>
                </a:lnTo>
                <a:lnTo>
                  <a:pt x="638327" y="53682"/>
                </a:lnTo>
                <a:lnTo>
                  <a:pt x="638459" y="53653"/>
                </a:lnTo>
                <a:lnTo>
                  <a:pt x="638541" y="53597"/>
                </a:lnTo>
                <a:lnTo>
                  <a:pt x="638663" y="53568"/>
                </a:lnTo>
                <a:lnTo>
                  <a:pt x="638785" y="53512"/>
                </a:lnTo>
                <a:lnTo>
                  <a:pt x="638908" y="53455"/>
                </a:lnTo>
                <a:lnTo>
                  <a:pt x="638989" y="53427"/>
                </a:lnTo>
                <a:lnTo>
                  <a:pt x="639114" y="53370"/>
                </a:lnTo>
                <a:lnTo>
                  <a:pt x="639246" y="53314"/>
                </a:lnTo>
                <a:lnTo>
                  <a:pt x="639328" y="53285"/>
                </a:lnTo>
                <a:lnTo>
                  <a:pt x="639450" y="53229"/>
                </a:lnTo>
                <a:lnTo>
                  <a:pt x="639572" y="53200"/>
                </a:lnTo>
                <a:lnTo>
                  <a:pt x="639654" y="53144"/>
                </a:lnTo>
                <a:lnTo>
                  <a:pt x="639776" y="53087"/>
                </a:lnTo>
                <a:lnTo>
                  <a:pt x="639899" y="53030"/>
                </a:lnTo>
                <a:lnTo>
                  <a:pt x="639980" y="53002"/>
                </a:lnTo>
                <a:lnTo>
                  <a:pt x="640115" y="52945"/>
                </a:lnTo>
                <a:lnTo>
                  <a:pt x="640237" y="52917"/>
                </a:lnTo>
                <a:lnTo>
                  <a:pt x="640319" y="52861"/>
                </a:lnTo>
                <a:lnTo>
                  <a:pt x="640441" y="52832"/>
                </a:lnTo>
                <a:lnTo>
                  <a:pt x="640563" y="52776"/>
                </a:lnTo>
                <a:lnTo>
                  <a:pt x="640645" y="52719"/>
                </a:lnTo>
                <a:lnTo>
                  <a:pt x="640767" y="52691"/>
                </a:lnTo>
                <a:lnTo>
                  <a:pt x="640890" y="52634"/>
                </a:lnTo>
                <a:lnTo>
                  <a:pt x="640983" y="52606"/>
                </a:lnTo>
                <a:lnTo>
                  <a:pt x="641106" y="52549"/>
                </a:lnTo>
                <a:lnTo>
                  <a:pt x="641228" y="52492"/>
                </a:lnTo>
                <a:lnTo>
                  <a:pt x="641350" y="52464"/>
                </a:lnTo>
                <a:lnTo>
                  <a:pt x="641432" y="52408"/>
                </a:lnTo>
                <a:lnTo>
                  <a:pt x="641554" y="52379"/>
                </a:lnTo>
                <a:lnTo>
                  <a:pt x="641677" y="52323"/>
                </a:lnTo>
                <a:lnTo>
                  <a:pt x="641758" y="52266"/>
                </a:lnTo>
                <a:lnTo>
                  <a:pt x="641893" y="52238"/>
                </a:lnTo>
                <a:lnTo>
                  <a:pt x="642015" y="52181"/>
                </a:lnTo>
                <a:lnTo>
                  <a:pt x="642097" y="52153"/>
                </a:lnTo>
                <a:lnTo>
                  <a:pt x="642219" y="52096"/>
                </a:lnTo>
                <a:lnTo>
                  <a:pt x="642341" y="52039"/>
                </a:lnTo>
                <a:lnTo>
                  <a:pt x="642423" y="52011"/>
                </a:lnTo>
                <a:lnTo>
                  <a:pt x="642545" y="51955"/>
                </a:lnTo>
                <a:lnTo>
                  <a:pt x="642668" y="51926"/>
                </a:lnTo>
                <a:lnTo>
                  <a:pt x="642761" y="51870"/>
                </a:lnTo>
                <a:lnTo>
                  <a:pt x="642884" y="51841"/>
                </a:lnTo>
                <a:lnTo>
                  <a:pt x="643006" y="51785"/>
                </a:lnTo>
                <a:lnTo>
                  <a:pt x="643088" y="51756"/>
                </a:lnTo>
                <a:lnTo>
                  <a:pt x="643210" y="51700"/>
                </a:lnTo>
                <a:lnTo>
                  <a:pt x="643332" y="51643"/>
                </a:lnTo>
                <a:lnTo>
                  <a:pt x="643414" y="51615"/>
                </a:lnTo>
                <a:lnTo>
                  <a:pt x="643536" y="51558"/>
                </a:lnTo>
                <a:lnTo>
                  <a:pt x="643671" y="51530"/>
                </a:lnTo>
                <a:lnTo>
                  <a:pt x="643752" y="51473"/>
                </a:lnTo>
                <a:lnTo>
                  <a:pt x="643875" y="51445"/>
                </a:lnTo>
                <a:lnTo>
                  <a:pt x="643997" y="51388"/>
                </a:lnTo>
                <a:lnTo>
                  <a:pt x="644119" y="51360"/>
                </a:lnTo>
                <a:lnTo>
                  <a:pt x="644201" y="51303"/>
                </a:lnTo>
                <a:lnTo>
                  <a:pt x="644333" y="51275"/>
                </a:lnTo>
                <a:lnTo>
                  <a:pt x="644455" y="51218"/>
                </a:lnTo>
                <a:lnTo>
                  <a:pt x="644537" y="51190"/>
                </a:lnTo>
                <a:lnTo>
                  <a:pt x="644662" y="51133"/>
                </a:lnTo>
                <a:lnTo>
                  <a:pt x="644784" y="51105"/>
                </a:lnTo>
                <a:lnTo>
                  <a:pt x="644866" y="51049"/>
                </a:lnTo>
                <a:lnTo>
                  <a:pt x="644988" y="51020"/>
                </a:lnTo>
                <a:lnTo>
                  <a:pt x="645110" y="50964"/>
                </a:lnTo>
                <a:lnTo>
                  <a:pt x="645192" y="50935"/>
                </a:lnTo>
                <a:lnTo>
                  <a:pt x="645324" y="50879"/>
                </a:lnTo>
                <a:lnTo>
                  <a:pt x="645446" y="50850"/>
                </a:lnTo>
                <a:lnTo>
                  <a:pt x="645528" y="50794"/>
                </a:lnTo>
                <a:lnTo>
                  <a:pt x="645650" y="50765"/>
                </a:lnTo>
                <a:lnTo>
                  <a:pt x="645775" y="50737"/>
                </a:lnTo>
                <a:lnTo>
                  <a:pt x="645857" y="50680"/>
                </a:lnTo>
                <a:lnTo>
                  <a:pt x="645979" y="50652"/>
                </a:lnTo>
                <a:lnTo>
                  <a:pt x="646111" y="50596"/>
                </a:lnTo>
                <a:lnTo>
                  <a:pt x="646192" y="50539"/>
                </a:lnTo>
                <a:lnTo>
                  <a:pt x="646315" y="50511"/>
                </a:lnTo>
                <a:lnTo>
                  <a:pt x="646437" y="50482"/>
                </a:lnTo>
                <a:lnTo>
                  <a:pt x="646560" y="50426"/>
                </a:lnTo>
                <a:lnTo>
                  <a:pt x="646644" y="50397"/>
                </a:lnTo>
                <a:lnTo>
                  <a:pt x="646766" y="50369"/>
                </a:lnTo>
                <a:lnTo>
                  <a:pt x="646888" y="50312"/>
                </a:lnTo>
                <a:lnTo>
                  <a:pt x="646979" y="50284"/>
                </a:lnTo>
                <a:lnTo>
                  <a:pt x="647102" y="50256"/>
                </a:lnTo>
                <a:lnTo>
                  <a:pt x="647224" y="50199"/>
                </a:lnTo>
                <a:lnTo>
                  <a:pt x="647306" y="50171"/>
                </a:lnTo>
                <a:lnTo>
                  <a:pt x="647428" y="50114"/>
                </a:lnTo>
                <a:lnTo>
                  <a:pt x="647551" y="50086"/>
                </a:lnTo>
                <a:lnTo>
                  <a:pt x="647635" y="50058"/>
                </a:lnTo>
                <a:lnTo>
                  <a:pt x="647757" y="50001"/>
                </a:lnTo>
                <a:lnTo>
                  <a:pt x="647889" y="49973"/>
                </a:lnTo>
                <a:lnTo>
                  <a:pt x="647970" y="49944"/>
                </a:lnTo>
                <a:lnTo>
                  <a:pt x="648093" y="49888"/>
                </a:lnTo>
                <a:lnTo>
                  <a:pt x="648215" y="49859"/>
                </a:lnTo>
                <a:lnTo>
                  <a:pt x="648297" y="49831"/>
                </a:lnTo>
                <a:lnTo>
                  <a:pt x="648419" y="49774"/>
                </a:lnTo>
                <a:lnTo>
                  <a:pt x="648542" y="49746"/>
                </a:lnTo>
                <a:lnTo>
                  <a:pt x="648626" y="49718"/>
                </a:lnTo>
                <a:lnTo>
                  <a:pt x="648757" y="49661"/>
                </a:lnTo>
                <a:lnTo>
                  <a:pt x="648880" y="49633"/>
                </a:lnTo>
                <a:lnTo>
                  <a:pt x="649002" y="49605"/>
                </a:lnTo>
                <a:lnTo>
                  <a:pt x="649084" y="49548"/>
                </a:lnTo>
                <a:lnTo>
                  <a:pt x="649206" y="49520"/>
                </a:lnTo>
                <a:lnTo>
                  <a:pt x="649329" y="49491"/>
                </a:lnTo>
                <a:lnTo>
                  <a:pt x="649410" y="49435"/>
                </a:lnTo>
                <a:lnTo>
                  <a:pt x="649533" y="49406"/>
                </a:lnTo>
                <a:lnTo>
                  <a:pt x="649667" y="49378"/>
                </a:lnTo>
                <a:lnTo>
                  <a:pt x="649748" y="49350"/>
                </a:lnTo>
                <a:lnTo>
                  <a:pt x="649871" y="49293"/>
                </a:lnTo>
                <a:lnTo>
                  <a:pt x="649993" y="49265"/>
                </a:lnTo>
                <a:lnTo>
                  <a:pt x="650075" y="49236"/>
                </a:lnTo>
                <a:lnTo>
                  <a:pt x="650197" y="49208"/>
                </a:lnTo>
                <a:lnTo>
                  <a:pt x="650332" y="49180"/>
                </a:lnTo>
                <a:lnTo>
                  <a:pt x="650401" y="49123"/>
                </a:lnTo>
                <a:lnTo>
                  <a:pt x="650535" y="49095"/>
                </a:lnTo>
                <a:lnTo>
                  <a:pt x="650658" y="49067"/>
                </a:lnTo>
                <a:lnTo>
                  <a:pt x="650739" y="49038"/>
                </a:lnTo>
                <a:lnTo>
                  <a:pt x="650862" y="49010"/>
                </a:lnTo>
                <a:lnTo>
                  <a:pt x="650984" y="48953"/>
                </a:lnTo>
                <a:lnTo>
                  <a:pt x="651066" y="48925"/>
                </a:lnTo>
                <a:lnTo>
                  <a:pt x="651200" y="48897"/>
                </a:lnTo>
                <a:lnTo>
                  <a:pt x="651323" y="48868"/>
                </a:lnTo>
                <a:lnTo>
                  <a:pt x="651445" y="48840"/>
                </a:lnTo>
                <a:lnTo>
                  <a:pt x="651526" y="48783"/>
                </a:lnTo>
                <a:lnTo>
                  <a:pt x="651649" y="48755"/>
                </a:lnTo>
                <a:lnTo>
                  <a:pt x="651771" y="48727"/>
                </a:lnTo>
                <a:lnTo>
                  <a:pt x="651853" y="48699"/>
                </a:lnTo>
                <a:lnTo>
                  <a:pt x="651975" y="48670"/>
                </a:lnTo>
                <a:lnTo>
                  <a:pt x="652107" y="48642"/>
                </a:lnTo>
                <a:lnTo>
                  <a:pt x="652189" y="48614"/>
                </a:lnTo>
                <a:lnTo>
                  <a:pt x="652313" y="48557"/>
                </a:lnTo>
                <a:lnTo>
                  <a:pt x="652436" y="48529"/>
                </a:lnTo>
                <a:lnTo>
                  <a:pt x="652517" y="48500"/>
                </a:lnTo>
                <a:lnTo>
                  <a:pt x="652640" y="48472"/>
                </a:lnTo>
                <a:lnTo>
                  <a:pt x="652762" y="48444"/>
                </a:lnTo>
                <a:lnTo>
                  <a:pt x="652844" y="48415"/>
                </a:lnTo>
                <a:lnTo>
                  <a:pt x="652976" y="48387"/>
                </a:lnTo>
                <a:lnTo>
                  <a:pt x="653098" y="48359"/>
                </a:lnTo>
                <a:lnTo>
                  <a:pt x="653180" y="48330"/>
                </a:lnTo>
                <a:lnTo>
                  <a:pt x="653304" y="48302"/>
                </a:lnTo>
                <a:lnTo>
                  <a:pt x="653427" y="48274"/>
                </a:lnTo>
                <a:lnTo>
                  <a:pt x="653508" y="48217"/>
                </a:lnTo>
                <a:lnTo>
                  <a:pt x="653631" y="48189"/>
                </a:lnTo>
                <a:lnTo>
                  <a:pt x="653753" y="48189"/>
                </a:lnTo>
                <a:lnTo>
                  <a:pt x="653885" y="48161"/>
                </a:lnTo>
                <a:lnTo>
                  <a:pt x="653967" y="48132"/>
                </a:lnTo>
                <a:lnTo>
                  <a:pt x="654089" y="48076"/>
                </a:lnTo>
                <a:lnTo>
                  <a:pt x="654214" y="48076"/>
                </a:lnTo>
                <a:lnTo>
                  <a:pt x="654295" y="48047"/>
                </a:lnTo>
                <a:lnTo>
                  <a:pt x="654418" y="48019"/>
                </a:lnTo>
                <a:lnTo>
                  <a:pt x="654540" y="47962"/>
                </a:lnTo>
                <a:lnTo>
                  <a:pt x="654622" y="47962"/>
                </a:lnTo>
                <a:lnTo>
                  <a:pt x="654754" y="47934"/>
                </a:lnTo>
                <a:lnTo>
                  <a:pt x="654876" y="47906"/>
                </a:lnTo>
                <a:lnTo>
                  <a:pt x="654958" y="47877"/>
                </a:lnTo>
                <a:lnTo>
                  <a:pt x="655080" y="47849"/>
                </a:lnTo>
                <a:lnTo>
                  <a:pt x="655205" y="47821"/>
                </a:lnTo>
                <a:lnTo>
                  <a:pt x="655286" y="47793"/>
                </a:lnTo>
                <a:lnTo>
                  <a:pt x="655409" y="47764"/>
                </a:lnTo>
                <a:lnTo>
                  <a:pt x="655531" y="47736"/>
                </a:lnTo>
                <a:lnTo>
                  <a:pt x="655622" y="47708"/>
                </a:lnTo>
                <a:lnTo>
                  <a:pt x="655745" y="47679"/>
                </a:lnTo>
                <a:lnTo>
                  <a:pt x="655867" y="47651"/>
                </a:lnTo>
                <a:lnTo>
                  <a:pt x="655949" y="47651"/>
                </a:lnTo>
                <a:lnTo>
                  <a:pt x="656071" y="47594"/>
                </a:lnTo>
                <a:lnTo>
                  <a:pt x="656196" y="47594"/>
                </a:lnTo>
                <a:lnTo>
                  <a:pt x="656328" y="47566"/>
                </a:lnTo>
                <a:lnTo>
                  <a:pt x="656400" y="47538"/>
                </a:lnTo>
                <a:lnTo>
                  <a:pt x="656532" y="47509"/>
                </a:lnTo>
                <a:lnTo>
                  <a:pt x="656654" y="47509"/>
                </a:lnTo>
                <a:lnTo>
                  <a:pt x="656736" y="47481"/>
                </a:lnTo>
                <a:lnTo>
                  <a:pt x="656858" y="47453"/>
                </a:lnTo>
                <a:lnTo>
                  <a:pt x="656980" y="47424"/>
                </a:lnTo>
                <a:lnTo>
                  <a:pt x="657062" y="47396"/>
                </a:lnTo>
                <a:lnTo>
                  <a:pt x="657196" y="47396"/>
                </a:lnTo>
                <a:lnTo>
                  <a:pt x="657319" y="47368"/>
                </a:lnTo>
                <a:lnTo>
                  <a:pt x="657400" y="47340"/>
                </a:lnTo>
                <a:lnTo>
                  <a:pt x="657523" y="47311"/>
                </a:lnTo>
                <a:lnTo>
                  <a:pt x="657645" y="47311"/>
                </a:lnTo>
                <a:lnTo>
                  <a:pt x="657727" y="47283"/>
                </a:lnTo>
                <a:lnTo>
                  <a:pt x="657849" y="47255"/>
                </a:lnTo>
                <a:lnTo>
                  <a:pt x="657971" y="47255"/>
                </a:lnTo>
                <a:lnTo>
                  <a:pt x="658053" y="47226"/>
                </a:lnTo>
                <a:lnTo>
                  <a:pt x="658187" y="47198"/>
                </a:lnTo>
                <a:lnTo>
                  <a:pt x="658310" y="47198"/>
                </a:lnTo>
                <a:lnTo>
                  <a:pt x="658391" y="47170"/>
                </a:lnTo>
                <a:lnTo>
                  <a:pt x="658514" y="47141"/>
                </a:lnTo>
                <a:lnTo>
                  <a:pt x="658636" y="47141"/>
                </a:lnTo>
                <a:lnTo>
                  <a:pt x="658758" y="47113"/>
                </a:lnTo>
                <a:lnTo>
                  <a:pt x="658840" y="47085"/>
                </a:lnTo>
                <a:lnTo>
                  <a:pt x="658974" y="47085"/>
                </a:lnTo>
                <a:lnTo>
                  <a:pt x="659097" y="47056"/>
                </a:lnTo>
                <a:lnTo>
                  <a:pt x="659178" y="47056"/>
                </a:lnTo>
                <a:lnTo>
                  <a:pt x="659301" y="47028"/>
                </a:lnTo>
                <a:lnTo>
                  <a:pt x="659423" y="47028"/>
                </a:lnTo>
                <a:lnTo>
                  <a:pt x="659505" y="47000"/>
                </a:lnTo>
                <a:lnTo>
                  <a:pt x="659627" y="46971"/>
                </a:lnTo>
                <a:lnTo>
                  <a:pt x="659749" y="46971"/>
                </a:lnTo>
                <a:lnTo>
                  <a:pt x="659843" y="46943"/>
                </a:lnTo>
                <a:lnTo>
                  <a:pt x="659965" y="46943"/>
                </a:lnTo>
                <a:lnTo>
                  <a:pt x="660088" y="46943"/>
                </a:lnTo>
                <a:lnTo>
                  <a:pt x="660169" y="46915"/>
                </a:lnTo>
                <a:lnTo>
                  <a:pt x="660292" y="46915"/>
                </a:lnTo>
                <a:lnTo>
                  <a:pt x="660414" y="46886"/>
                </a:lnTo>
                <a:lnTo>
                  <a:pt x="660496" y="46886"/>
                </a:lnTo>
                <a:lnTo>
                  <a:pt x="660618" y="46886"/>
                </a:lnTo>
                <a:lnTo>
                  <a:pt x="660740" y="46858"/>
                </a:lnTo>
                <a:lnTo>
                  <a:pt x="660834" y="46858"/>
                </a:lnTo>
                <a:lnTo>
                  <a:pt x="660956" y="46830"/>
                </a:lnTo>
                <a:lnTo>
                  <a:pt x="661079" y="46830"/>
                </a:lnTo>
                <a:lnTo>
                  <a:pt x="661160" y="46830"/>
                </a:lnTo>
                <a:lnTo>
                  <a:pt x="661283" y="46830"/>
                </a:lnTo>
                <a:lnTo>
                  <a:pt x="661405" y="46802"/>
                </a:lnTo>
                <a:lnTo>
                  <a:pt x="661527" y="46802"/>
                </a:lnTo>
                <a:lnTo>
                  <a:pt x="661609" y="46802"/>
                </a:lnTo>
                <a:lnTo>
                  <a:pt x="661741" y="46802"/>
                </a:lnTo>
                <a:lnTo>
                  <a:pt x="661866" y="46773"/>
                </a:lnTo>
                <a:lnTo>
                  <a:pt x="661947" y="46773"/>
                </a:lnTo>
                <a:lnTo>
                  <a:pt x="662070" y="46773"/>
                </a:lnTo>
                <a:lnTo>
                  <a:pt x="662192" y="46773"/>
                </a:lnTo>
                <a:lnTo>
                  <a:pt x="662274" y="46773"/>
                </a:lnTo>
                <a:lnTo>
                  <a:pt x="662396" y="46773"/>
                </a:lnTo>
                <a:lnTo>
                  <a:pt x="662528" y="46773"/>
                </a:lnTo>
                <a:lnTo>
                  <a:pt x="662610" y="46773"/>
                </a:lnTo>
                <a:lnTo>
                  <a:pt x="662734" y="46745"/>
                </a:lnTo>
                <a:lnTo>
                  <a:pt x="662857" y="46745"/>
                </a:lnTo>
                <a:lnTo>
                  <a:pt x="662938" y="46745"/>
                </a:lnTo>
                <a:lnTo>
                  <a:pt x="663061" y="46745"/>
                </a:lnTo>
                <a:lnTo>
                  <a:pt x="663183" y="46745"/>
                </a:lnTo>
                <a:lnTo>
                  <a:pt x="663265" y="46745"/>
                </a:lnTo>
                <a:lnTo>
                  <a:pt x="663397" y="46745"/>
                </a:lnTo>
                <a:lnTo>
                  <a:pt x="663519" y="46745"/>
                </a:lnTo>
                <a:lnTo>
                  <a:pt x="663601" y="46745"/>
                </a:lnTo>
                <a:lnTo>
                  <a:pt x="663725" y="46773"/>
                </a:lnTo>
                <a:lnTo>
                  <a:pt x="663848" y="46773"/>
                </a:lnTo>
                <a:lnTo>
                  <a:pt x="663970" y="46773"/>
                </a:lnTo>
                <a:lnTo>
                  <a:pt x="664061" y="46773"/>
                </a:lnTo>
                <a:lnTo>
                  <a:pt x="664184" y="46773"/>
                </a:lnTo>
                <a:lnTo>
                  <a:pt x="664306" y="46773"/>
                </a:lnTo>
                <a:lnTo>
                  <a:pt x="664388" y="46773"/>
                </a:lnTo>
                <a:lnTo>
                  <a:pt x="664510" y="46773"/>
                </a:lnTo>
                <a:lnTo>
                  <a:pt x="664632" y="46802"/>
                </a:lnTo>
                <a:lnTo>
                  <a:pt x="664716" y="46802"/>
                </a:lnTo>
                <a:lnTo>
                  <a:pt x="664839" y="46802"/>
                </a:lnTo>
                <a:lnTo>
                  <a:pt x="664961" y="46802"/>
                </a:lnTo>
                <a:lnTo>
                  <a:pt x="665052" y="46830"/>
                </a:lnTo>
                <a:lnTo>
                  <a:pt x="665175" y="46830"/>
                </a:lnTo>
                <a:lnTo>
                  <a:pt x="665297" y="46830"/>
                </a:lnTo>
                <a:lnTo>
                  <a:pt x="665379" y="46830"/>
                </a:lnTo>
                <a:lnTo>
                  <a:pt x="665501" y="46858"/>
                </a:lnTo>
                <a:lnTo>
                  <a:pt x="665623" y="46886"/>
                </a:lnTo>
                <a:lnTo>
                  <a:pt x="665707" y="46886"/>
                </a:lnTo>
                <a:lnTo>
                  <a:pt x="665839" y="46886"/>
                </a:lnTo>
                <a:lnTo>
                  <a:pt x="665962" y="46915"/>
                </a:lnTo>
                <a:lnTo>
                  <a:pt x="666043" y="46915"/>
                </a:lnTo>
                <a:lnTo>
                  <a:pt x="666166" y="46943"/>
                </a:lnTo>
                <a:lnTo>
                  <a:pt x="666288" y="46943"/>
                </a:lnTo>
                <a:lnTo>
                  <a:pt x="666410" y="46971"/>
                </a:lnTo>
                <a:lnTo>
                  <a:pt x="666492" y="46971"/>
                </a:lnTo>
                <a:lnTo>
                  <a:pt x="666614" y="47000"/>
                </a:lnTo>
                <a:lnTo>
                  <a:pt x="666739" y="47028"/>
                </a:lnTo>
                <a:lnTo>
                  <a:pt x="666830" y="47028"/>
                </a:lnTo>
                <a:lnTo>
                  <a:pt x="666953" y="47056"/>
                </a:lnTo>
                <a:lnTo>
                  <a:pt x="667075" y="47085"/>
                </a:lnTo>
                <a:lnTo>
                  <a:pt x="667157" y="47085"/>
                </a:lnTo>
                <a:lnTo>
                  <a:pt x="667279" y="47113"/>
                </a:lnTo>
                <a:lnTo>
                  <a:pt x="667401" y="47141"/>
                </a:lnTo>
                <a:lnTo>
                  <a:pt x="667483" y="47170"/>
                </a:lnTo>
                <a:lnTo>
                  <a:pt x="667605" y="47198"/>
                </a:lnTo>
                <a:lnTo>
                  <a:pt x="667740" y="47198"/>
                </a:lnTo>
                <a:lnTo>
                  <a:pt x="667821" y="47226"/>
                </a:lnTo>
                <a:lnTo>
                  <a:pt x="667944" y="47255"/>
                </a:lnTo>
                <a:lnTo>
                  <a:pt x="668066" y="47283"/>
                </a:lnTo>
                <a:lnTo>
                  <a:pt x="668147" y="47311"/>
                </a:lnTo>
                <a:lnTo>
                  <a:pt x="668270" y="47311"/>
                </a:lnTo>
                <a:lnTo>
                  <a:pt x="668392" y="47340"/>
                </a:lnTo>
                <a:lnTo>
                  <a:pt x="668474" y="47396"/>
                </a:lnTo>
                <a:lnTo>
                  <a:pt x="668608" y="47396"/>
                </a:lnTo>
                <a:lnTo>
                  <a:pt x="668731" y="47424"/>
                </a:lnTo>
                <a:lnTo>
                  <a:pt x="668853" y="47453"/>
                </a:lnTo>
                <a:lnTo>
                  <a:pt x="668935" y="47509"/>
                </a:lnTo>
                <a:lnTo>
                  <a:pt x="669057" y="47538"/>
                </a:lnTo>
                <a:lnTo>
                  <a:pt x="669179" y="47538"/>
                </a:lnTo>
                <a:lnTo>
                  <a:pt x="669261" y="47566"/>
                </a:lnTo>
                <a:lnTo>
                  <a:pt x="669383" y="47594"/>
                </a:lnTo>
                <a:lnTo>
                  <a:pt x="669518" y="47651"/>
                </a:lnTo>
                <a:lnTo>
                  <a:pt x="669599" y="47679"/>
                </a:lnTo>
                <a:lnTo>
                  <a:pt x="669722" y="47708"/>
                </a:lnTo>
                <a:lnTo>
                  <a:pt x="669844" y="47736"/>
                </a:lnTo>
                <a:lnTo>
                  <a:pt x="669925" y="47764"/>
                </a:lnTo>
                <a:lnTo>
                  <a:pt x="670048" y="47793"/>
                </a:lnTo>
                <a:lnTo>
                  <a:pt x="670180" y="47849"/>
                </a:lnTo>
                <a:lnTo>
                  <a:pt x="670252" y="47877"/>
                </a:lnTo>
                <a:lnTo>
                  <a:pt x="670386" y="47906"/>
                </a:lnTo>
                <a:lnTo>
                  <a:pt x="670509" y="47934"/>
                </a:lnTo>
                <a:lnTo>
                  <a:pt x="670590" y="47962"/>
                </a:lnTo>
                <a:lnTo>
                  <a:pt x="670713" y="48019"/>
                </a:lnTo>
                <a:lnTo>
                  <a:pt x="670835" y="48047"/>
                </a:lnTo>
                <a:lnTo>
                  <a:pt x="670916" y="48076"/>
                </a:lnTo>
                <a:lnTo>
                  <a:pt x="671048" y="48132"/>
                </a:lnTo>
                <a:lnTo>
                  <a:pt x="671171" y="48161"/>
                </a:lnTo>
                <a:lnTo>
                  <a:pt x="671296" y="48189"/>
                </a:lnTo>
                <a:lnTo>
                  <a:pt x="671377" y="48246"/>
                </a:lnTo>
                <a:lnTo>
                  <a:pt x="671500" y="48274"/>
                </a:lnTo>
                <a:lnTo>
                  <a:pt x="671622" y="48302"/>
                </a:lnTo>
                <a:lnTo>
                  <a:pt x="671703" y="48359"/>
                </a:lnTo>
                <a:lnTo>
                  <a:pt x="671826" y="48387"/>
                </a:lnTo>
                <a:lnTo>
                  <a:pt x="671958" y="48444"/>
                </a:lnTo>
                <a:lnTo>
                  <a:pt x="672039" y="48472"/>
                </a:lnTo>
                <a:lnTo>
                  <a:pt x="672162" y="48529"/>
                </a:lnTo>
                <a:lnTo>
                  <a:pt x="672287" y="48557"/>
                </a:lnTo>
                <a:lnTo>
                  <a:pt x="672368" y="48585"/>
                </a:lnTo>
                <a:lnTo>
                  <a:pt x="672490" y="48642"/>
                </a:lnTo>
                <a:lnTo>
                  <a:pt x="672613" y="48670"/>
                </a:lnTo>
                <a:lnTo>
                  <a:pt x="672694" y="48727"/>
                </a:lnTo>
                <a:lnTo>
                  <a:pt x="672826" y="48755"/>
                </a:lnTo>
                <a:lnTo>
                  <a:pt x="672949" y="48812"/>
                </a:lnTo>
                <a:lnTo>
                  <a:pt x="673030" y="48840"/>
                </a:lnTo>
                <a:lnTo>
                  <a:pt x="673153" y="48897"/>
                </a:lnTo>
                <a:lnTo>
                  <a:pt x="673278" y="48925"/>
                </a:lnTo>
                <a:lnTo>
                  <a:pt x="673359" y="48982"/>
                </a:lnTo>
                <a:lnTo>
                  <a:pt x="673481" y="49010"/>
                </a:lnTo>
                <a:lnTo>
                  <a:pt x="673604" y="49067"/>
                </a:lnTo>
                <a:lnTo>
                  <a:pt x="673736" y="49123"/>
                </a:lnTo>
                <a:lnTo>
                  <a:pt x="673817" y="49152"/>
                </a:lnTo>
                <a:lnTo>
                  <a:pt x="673940" y="49208"/>
                </a:lnTo>
                <a:lnTo>
                  <a:pt x="674062" y="49236"/>
                </a:lnTo>
                <a:lnTo>
                  <a:pt x="674144" y="49293"/>
                </a:lnTo>
                <a:lnTo>
                  <a:pt x="674268" y="49321"/>
                </a:lnTo>
                <a:lnTo>
                  <a:pt x="674391" y="49378"/>
                </a:lnTo>
                <a:lnTo>
                  <a:pt x="674472" y="49435"/>
                </a:lnTo>
                <a:lnTo>
                  <a:pt x="674604" y="49491"/>
                </a:lnTo>
                <a:lnTo>
                  <a:pt x="674727" y="49520"/>
                </a:lnTo>
                <a:lnTo>
                  <a:pt x="674808" y="49576"/>
                </a:lnTo>
                <a:lnTo>
                  <a:pt x="674931" y="49605"/>
                </a:lnTo>
                <a:lnTo>
                  <a:pt x="675053" y="49661"/>
                </a:lnTo>
                <a:lnTo>
                  <a:pt x="675135" y="49718"/>
                </a:lnTo>
                <a:lnTo>
                  <a:pt x="675259" y="49746"/>
                </a:lnTo>
                <a:lnTo>
                  <a:pt x="675391" y="49803"/>
                </a:lnTo>
                <a:lnTo>
                  <a:pt x="675473" y="49859"/>
                </a:lnTo>
                <a:lnTo>
                  <a:pt x="675595" y="49888"/>
                </a:lnTo>
                <a:lnTo>
                  <a:pt x="675718" y="49944"/>
                </a:lnTo>
                <a:lnTo>
                  <a:pt x="675799" y="50001"/>
                </a:lnTo>
                <a:lnTo>
                  <a:pt x="675922" y="50058"/>
                </a:lnTo>
                <a:lnTo>
                  <a:pt x="676044" y="50114"/>
                </a:lnTo>
                <a:lnTo>
                  <a:pt x="676178" y="50142"/>
                </a:lnTo>
                <a:lnTo>
                  <a:pt x="676250" y="50199"/>
                </a:lnTo>
                <a:lnTo>
                  <a:pt x="676382" y="50256"/>
                </a:lnTo>
                <a:lnTo>
                  <a:pt x="676505" y="50284"/>
                </a:lnTo>
                <a:lnTo>
                  <a:pt x="676586" y="50341"/>
                </a:lnTo>
                <a:lnTo>
                  <a:pt x="676709" y="50397"/>
                </a:lnTo>
                <a:lnTo>
                  <a:pt x="676831" y="50454"/>
                </a:lnTo>
                <a:lnTo>
                  <a:pt x="676913" y="50511"/>
                </a:lnTo>
                <a:lnTo>
                  <a:pt x="677047" y="50539"/>
                </a:lnTo>
                <a:lnTo>
                  <a:pt x="677169" y="50596"/>
                </a:lnTo>
                <a:lnTo>
                  <a:pt x="677251" y="50652"/>
                </a:lnTo>
                <a:lnTo>
                  <a:pt x="677373" y="50709"/>
                </a:lnTo>
                <a:lnTo>
                  <a:pt x="677496" y="50765"/>
                </a:lnTo>
                <a:lnTo>
                  <a:pt x="677577" y="50794"/>
                </a:lnTo>
                <a:lnTo>
                  <a:pt x="677700" y="50850"/>
                </a:lnTo>
                <a:lnTo>
                  <a:pt x="677822" y="50907"/>
                </a:lnTo>
                <a:lnTo>
                  <a:pt x="677916" y="50964"/>
                </a:lnTo>
                <a:lnTo>
                  <a:pt x="678038" y="51020"/>
                </a:lnTo>
                <a:lnTo>
                  <a:pt x="678160" y="51077"/>
                </a:lnTo>
                <a:lnTo>
                  <a:pt x="678242" y="51133"/>
                </a:lnTo>
                <a:lnTo>
                  <a:pt x="678364" y="51162"/>
                </a:lnTo>
                <a:lnTo>
                  <a:pt x="678487" y="51247"/>
                </a:lnTo>
                <a:lnTo>
                  <a:pt x="678609" y="51275"/>
                </a:lnTo>
                <a:lnTo>
                  <a:pt x="678691" y="51332"/>
                </a:lnTo>
                <a:lnTo>
                  <a:pt x="678825" y="51388"/>
                </a:lnTo>
                <a:lnTo>
                  <a:pt x="678947" y="51445"/>
                </a:lnTo>
                <a:lnTo>
                  <a:pt x="679029" y="51502"/>
                </a:lnTo>
                <a:lnTo>
                  <a:pt x="679151" y="51558"/>
                </a:lnTo>
                <a:lnTo>
                  <a:pt x="679274" y="51615"/>
                </a:lnTo>
                <a:lnTo>
                  <a:pt x="679355" y="51671"/>
                </a:lnTo>
                <a:lnTo>
                  <a:pt x="679478" y="51728"/>
                </a:lnTo>
                <a:lnTo>
                  <a:pt x="679600" y="51785"/>
                </a:lnTo>
                <a:lnTo>
                  <a:pt x="679691" y="51841"/>
                </a:lnTo>
                <a:lnTo>
                  <a:pt x="679816" y="51898"/>
                </a:lnTo>
                <a:lnTo>
                  <a:pt x="679938" y="51955"/>
                </a:lnTo>
                <a:lnTo>
                  <a:pt x="680020" y="52011"/>
                </a:lnTo>
                <a:lnTo>
                  <a:pt x="680142" y="52068"/>
                </a:lnTo>
                <a:lnTo>
                  <a:pt x="680265" y="52124"/>
                </a:lnTo>
                <a:lnTo>
                  <a:pt x="680346" y="52181"/>
                </a:lnTo>
                <a:lnTo>
                  <a:pt x="680469" y="52238"/>
                </a:lnTo>
                <a:lnTo>
                  <a:pt x="680601" y="52294"/>
                </a:lnTo>
                <a:lnTo>
                  <a:pt x="680682" y="52351"/>
                </a:lnTo>
                <a:lnTo>
                  <a:pt x="680805" y="52408"/>
                </a:lnTo>
                <a:lnTo>
                  <a:pt x="680929" y="52464"/>
                </a:lnTo>
                <a:lnTo>
                  <a:pt x="681011" y="52521"/>
                </a:lnTo>
                <a:lnTo>
                  <a:pt x="681133" y="52606"/>
                </a:lnTo>
                <a:lnTo>
                  <a:pt x="681256" y="52662"/>
                </a:lnTo>
                <a:lnTo>
                  <a:pt x="681388" y="52719"/>
                </a:lnTo>
                <a:lnTo>
                  <a:pt x="681469" y="52776"/>
                </a:lnTo>
                <a:lnTo>
                  <a:pt x="681592" y="52832"/>
                </a:lnTo>
                <a:lnTo>
                  <a:pt x="681714" y="52889"/>
                </a:lnTo>
                <a:lnTo>
                  <a:pt x="681798" y="52945"/>
                </a:lnTo>
                <a:lnTo>
                  <a:pt x="681920" y="53002"/>
                </a:lnTo>
                <a:lnTo>
                  <a:pt x="682043" y="53087"/>
                </a:lnTo>
                <a:lnTo>
                  <a:pt x="682124" y="53144"/>
                </a:lnTo>
                <a:lnTo>
                  <a:pt x="682256" y="53200"/>
                </a:lnTo>
                <a:lnTo>
                  <a:pt x="682379" y="53257"/>
                </a:lnTo>
                <a:lnTo>
                  <a:pt x="682460" y="53342"/>
                </a:lnTo>
                <a:lnTo>
                  <a:pt x="682583" y="53399"/>
                </a:lnTo>
                <a:lnTo>
                  <a:pt x="682705" y="53455"/>
                </a:lnTo>
                <a:lnTo>
                  <a:pt x="682789" y="53512"/>
                </a:lnTo>
                <a:lnTo>
                  <a:pt x="682911" y="53597"/>
                </a:lnTo>
                <a:lnTo>
                  <a:pt x="683043" y="53653"/>
                </a:lnTo>
                <a:lnTo>
                  <a:pt x="683115" y="53710"/>
                </a:lnTo>
                <a:lnTo>
                  <a:pt x="683247" y="53795"/>
                </a:lnTo>
                <a:lnTo>
                  <a:pt x="683370" y="53852"/>
                </a:lnTo>
                <a:lnTo>
                  <a:pt x="683451" y="53908"/>
                </a:lnTo>
                <a:lnTo>
                  <a:pt x="683574" y="53993"/>
                </a:lnTo>
                <a:lnTo>
                  <a:pt x="683696" y="54050"/>
                </a:lnTo>
                <a:lnTo>
                  <a:pt x="683821" y="54135"/>
                </a:lnTo>
                <a:lnTo>
                  <a:pt x="683912" y="54191"/>
                </a:lnTo>
                <a:lnTo>
                  <a:pt x="684034" y="54248"/>
                </a:lnTo>
                <a:lnTo>
                  <a:pt x="684157" y="54333"/>
                </a:lnTo>
                <a:lnTo>
                  <a:pt x="684238" y="54389"/>
                </a:lnTo>
                <a:lnTo>
                  <a:pt x="684361" y="54474"/>
                </a:lnTo>
                <a:lnTo>
                  <a:pt x="684483" y="54531"/>
                </a:lnTo>
                <a:lnTo>
                  <a:pt x="684565" y="54616"/>
                </a:lnTo>
                <a:lnTo>
                  <a:pt x="684687" y="54673"/>
                </a:lnTo>
                <a:lnTo>
                  <a:pt x="684821" y="54758"/>
                </a:lnTo>
                <a:lnTo>
                  <a:pt x="684903" y="54842"/>
                </a:lnTo>
                <a:lnTo>
                  <a:pt x="685025" y="54899"/>
                </a:lnTo>
                <a:lnTo>
                  <a:pt x="685148" y="54956"/>
                </a:lnTo>
                <a:lnTo>
                  <a:pt x="685229" y="55041"/>
                </a:lnTo>
                <a:lnTo>
                  <a:pt x="685352" y="55126"/>
                </a:lnTo>
                <a:lnTo>
                  <a:pt x="685474" y="55182"/>
                </a:lnTo>
                <a:lnTo>
                  <a:pt x="685556" y="55267"/>
                </a:lnTo>
                <a:lnTo>
                  <a:pt x="685690" y="55352"/>
                </a:lnTo>
                <a:lnTo>
                  <a:pt x="685812" y="55409"/>
                </a:lnTo>
                <a:lnTo>
                  <a:pt x="685894" y="55494"/>
                </a:lnTo>
                <a:lnTo>
                  <a:pt x="686016" y="55579"/>
                </a:lnTo>
                <a:lnTo>
                  <a:pt x="686139" y="55635"/>
                </a:lnTo>
                <a:lnTo>
                  <a:pt x="686261" y="55720"/>
                </a:lnTo>
                <a:lnTo>
                  <a:pt x="686343" y="55805"/>
                </a:lnTo>
                <a:lnTo>
                  <a:pt x="686465" y="55862"/>
                </a:lnTo>
                <a:lnTo>
                  <a:pt x="686599" y="55947"/>
                </a:lnTo>
                <a:lnTo>
                  <a:pt x="686681" y="56032"/>
                </a:lnTo>
                <a:lnTo>
                  <a:pt x="686803" y="56117"/>
                </a:lnTo>
                <a:lnTo>
                  <a:pt x="686926" y="56202"/>
                </a:lnTo>
                <a:lnTo>
                  <a:pt x="687007" y="56258"/>
                </a:lnTo>
                <a:lnTo>
                  <a:pt x="687130" y="56343"/>
                </a:lnTo>
                <a:lnTo>
                  <a:pt x="687252" y="56428"/>
                </a:lnTo>
                <a:lnTo>
                  <a:pt x="687334" y="56513"/>
                </a:lnTo>
                <a:lnTo>
                  <a:pt x="687468" y="56598"/>
                </a:lnTo>
                <a:lnTo>
                  <a:pt x="687590" y="56683"/>
                </a:lnTo>
                <a:lnTo>
                  <a:pt x="687672" y="56768"/>
                </a:lnTo>
                <a:lnTo>
                  <a:pt x="687794" y="56853"/>
                </a:lnTo>
                <a:lnTo>
                  <a:pt x="687917" y="56938"/>
                </a:lnTo>
                <a:lnTo>
                  <a:pt x="687998" y="57023"/>
                </a:lnTo>
                <a:lnTo>
                  <a:pt x="688121" y="57108"/>
                </a:lnTo>
                <a:lnTo>
                  <a:pt x="688253" y="57192"/>
                </a:lnTo>
                <a:lnTo>
                  <a:pt x="688334" y="57277"/>
                </a:lnTo>
                <a:lnTo>
                  <a:pt x="688459" y="57362"/>
                </a:lnTo>
                <a:lnTo>
                  <a:pt x="688581" y="57447"/>
                </a:lnTo>
                <a:lnTo>
                  <a:pt x="688704" y="57532"/>
                </a:lnTo>
                <a:lnTo>
                  <a:pt x="688785" y="57617"/>
                </a:lnTo>
                <a:lnTo>
                  <a:pt x="688908" y="57702"/>
                </a:lnTo>
                <a:lnTo>
                  <a:pt x="689040" y="57815"/>
                </a:lnTo>
                <a:lnTo>
                  <a:pt x="689112" y="57900"/>
                </a:lnTo>
                <a:lnTo>
                  <a:pt x="689244" y="57985"/>
                </a:lnTo>
                <a:lnTo>
                  <a:pt x="689368" y="58070"/>
                </a:lnTo>
                <a:lnTo>
                  <a:pt x="689450" y="58155"/>
                </a:lnTo>
                <a:lnTo>
                  <a:pt x="689572" y="58240"/>
                </a:lnTo>
                <a:lnTo>
                  <a:pt x="689695" y="58353"/>
                </a:lnTo>
                <a:lnTo>
                  <a:pt x="689776" y="58438"/>
                </a:lnTo>
                <a:lnTo>
                  <a:pt x="689908" y="58551"/>
                </a:lnTo>
                <a:lnTo>
                  <a:pt x="690031" y="58636"/>
                </a:lnTo>
                <a:lnTo>
                  <a:pt x="690112" y="58721"/>
                </a:lnTo>
                <a:lnTo>
                  <a:pt x="690234" y="58806"/>
                </a:lnTo>
                <a:lnTo>
                  <a:pt x="690359" y="58920"/>
                </a:lnTo>
                <a:lnTo>
                  <a:pt x="690441" y="59004"/>
                </a:lnTo>
                <a:lnTo>
                  <a:pt x="690563" y="59089"/>
                </a:lnTo>
                <a:lnTo>
                  <a:pt x="690686" y="59203"/>
                </a:lnTo>
                <a:lnTo>
                  <a:pt x="690777" y="59288"/>
                </a:lnTo>
                <a:lnTo>
                  <a:pt x="690899" y="59401"/>
                </a:lnTo>
                <a:lnTo>
                  <a:pt x="691022" y="59486"/>
                </a:lnTo>
                <a:lnTo>
                  <a:pt x="691144" y="59571"/>
                </a:lnTo>
                <a:lnTo>
                  <a:pt x="691225" y="59684"/>
                </a:lnTo>
                <a:lnTo>
                  <a:pt x="691350" y="59769"/>
                </a:lnTo>
                <a:lnTo>
                  <a:pt x="691473" y="59882"/>
                </a:lnTo>
                <a:lnTo>
                  <a:pt x="691554" y="59967"/>
                </a:lnTo>
                <a:lnTo>
                  <a:pt x="691677" y="60080"/>
                </a:lnTo>
                <a:lnTo>
                  <a:pt x="691809" y="60194"/>
                </a:lnTo>
                <a:lnTo>
                  <a:pt x="691890" y="60279"/>
                </a:lnTo>
                <a:lnTo>
                  <a:pt x="692012" y="60392"/>
                </a:lnTo>
                <a:lnTo>
                  <a:pt x="692135" y="60477"/>
                </a:lnTo>
                <a:lnTo>
                  <a:pt x="692216" y="60590"/>
                </a:lnTo>
                <a:lnTo>
                  <a:pt x="692341" y="60675"/>
                </a:lnTo>
                <a:lnTo>
                  <a:pt x="692464" y="60788"/>
                </a:lnTo>
                <a:lnTo>
                  <a:pt x="692555" y="60901"/>
                </a:lnTo>
                <a:lnTo>
                  <a:pt x="692677" y="60986"/>
                </a:lnTo>
                <a:lnTo>
                  <a:pt x="692800" y="61100"/>
                </a:lnTo>
                <a:lnTo>
                  <a:pt x="692881" y="61185"/>
                </a:lnTo>
                <a:lnTo>
                  <a:pt x="693003" y="61298"/>
                </a:lnTo>
                <a:lnTo>
                  <a:pt x="693126" y="61411"/>
                </a:lnTo>
                <a:lnTo>
                  <a:pt x="693207" y="61524"/>
                </a:lnTo>
                <a:lnTo>
                  <a:pt x="693332" y="61609"/>
                </a:lnTo>
                <a:lnTo>
                  <a:pt x="693464" y="61723"/>
                </a:lnTo>
                <a:lnTo>
                  <a:pt x="693587" y="61836"/>
                </a:lnTo>
                <a:lnTo>
                  <a:pt x="693668" y="61949"/>
                </a:lnTo>
                <a:lnTo>
                  <a:pt x="693790" y="62062"/>
                </a:lnTo>
                <a:lnTo>
                  <a:pt x="693913" y="62147"/>
                </a:lnTo>
                <a:lnTo>
                  <a:pt x="693994" y="62261"/>
                </a:lnTo>
                <a:lnTo>
                  <a:pt x="694117" y="62374"/>
                </a:lnTo>
                <a:lnTo>
                  <a:pt x="694251" y="62487"/>
                </a:lnTo>
                <a:lnTo>
                  <a:pt x="694333" y="62600"/>
                </a:lnTo>
                <a:lnTo>
                  <a:pt x="694455" y="62714"/>
                </a:lnTo>
                <a:lnTo>
                  <a:pt x="694578" y="62827"/>
                </a:lnTo>
                <a:lnTo>
                  <a:pt x="694659" y="62912"/>
                </a:lnTo>
                <a:lnTo>
                  <a:pt x="694781" y="63025"/>
                </a:lnTo>
                <a:lnTo>
                  <a:pt x="694904" y="63138"/>
                </a:lnTo>
                <a:lnTo>
                  <a:pt x="694985" y="63251"/>
                </a:lnTo>
                <a:lnTo>
                  <a:pt x="695120" y="63393"/>
                </a:lnTo>
                <a:lnTo>
                  <a:pt x="695242" y="63506"/>
                </a:lnTo>
                <a:lnTo>
                  <a:pt x="695324" y="63620"/>
                </a:lnTo>
                <a:lnTo>
                  <a:pt x="695446" y="63733"/>
                </a:lnTo>
                <a:lnTo>
                  <a:pt x="695568" y="63846"/>
                </a:lnTo>
                <a:lnTo>
                  <a:pt x="695650" y="63959"/>
                </a:lnTo>
                <a:lnTo>
                  <a:pt x="695772" y="64073"/>
                </a:lnTo>
                <a:lnTo>
                  <a:pt x="695907" y="64186"/>
                </a:lnTo>
                <a:lnTo>
                  <a:pt x="696029" y="64299"/>
                </a:lnTo>
                <a:lnTo>
                  <a:pt x="696111" y="64412"/>
                </a:lnTo>
                <a:lnTo>
                  <a:pt x="696233" y="64554"/>
                </a:lnTo>
                <a:lnTo>
                  <a:pt x="696356" y="64667"/>
                </a:lnTo>
                <a:lnTo>
                  <a:pt x="696437" y="64780"/>
                </a:lnTo>
                <a:lnTo>
                  <a:pt x="696559" y="64894"/>
                </a:lnTo>
                <a:lnTo>
                  <a:pt x="696682" y="65035"/>
                </a:lnTo>
                <a:lnTo>
                  <a:pt x="696773" y="65148"/>
                </a:lnTo>
                <a:lnTo>
                  <a:pt x="696898" y="65262"/>
                </a:lnTo>
                <a:lnTo>
                  <a:pt x="697020" y="65403"/>
                </a:lnTo>
                <a:lnTo>
                  <a:pt x="697102" y="65517"/>
                </a:lnTo>
                <a:lnTo>
                  <a:pt x="697224" y="65630"/>
                </a:lnTo>
                <a:lnTo>
                  <a:pt x="697346" y="65771"/>
                </a:lnTo>
                <a:lnTo>
                  <a:pt x="697428" y="65885"/>
                </a:lnTo>
                <a:lnTo>
                  <a:pt x="697550" y="65998"/>
                </a:lnTo>
                <a:lnTo>
                  <a:pt x="697673" y="66139"/>
                </a:lnTo>
                <a:lnTo>
                  <a:pt x="697764" y="66253"/>
                </a:lnTo>
                <a:lnTo>
                  <a:pt x="697889" y="66394"/>
                </a:lnTo>
                <a:lnTo>
                  <a:pt x="698011" y="66507"/>
                </a:lnTo>
                <a:lnTo>
                  <a:pt x="698093" y="66621"/>
                </a:lnTo>
                <a:lnTo>
                  <a:pt x="698215" y="66762"/>
                </a:lnTo>
                <a:lnTo>
                  <a:pt x="698337" y="66876"/>
                </a:lnTo>
                <a:lnTo>
                  <a:pt x="698419" y="67017"/>
                </a:lnTo>
                <a:lnTo>
                  <a:pt x="698541" y="67159"/>
                </a:lnTo>
                <a:lnTo>
                  <a:pt x="698673" y="67272"/>
                </a:lnTo>
                <a:lnTo>
                  <a:pt x="698796" y="67413"/>
                </a:lnTo>
                <a:lnTo>
                  <a:pt x="698880" y="67527"/>
                </a:lnTo>
                <a:lnTo>
                  <a:pt x="699002" y="67668"/>
                </a:lnTo>
                <a:lnTo>
                  <a:pt x="699124" y="67810"/>
                </a:lnTo>
                <a:lnTo>
                  <a:pt x="699206" y="67923"/>
                </a:lnTo>
                <a:lnTo>
                  <a:pt x="699328" y="68065"/>
                </a:lnTo>
                <a:lnTo>
                  <a:pt x="699451" y="68178"/>
                </a:lnTo>
                <a:lnTo>
                  <a:pt x="699542" y="68320"/>
                </a:lnTo>
                <a:lnTo>
                  <a:pt x="699664" y="68461"/>
                </a:lnTo>
                <a:lnTo>
                  <a:pt x="699787" y="68574"/>
                </a:lnTo>
                <a:lnTo>
                  <a:pt x="699871" y="68716"/>
                </a:lnTo>
                <a:lnTo>
                  <a:pt x="699993" y="68857"/>
                </a:lnTo>
                <a:lnTo>
                  <a:pt x="700115" y="68971"/>
                </a:lnTo>
                <a:lnTo>
                  <a:pt x="700197" y="69112"/>
                </a:lnTo>
                <a:lnTo>
                  <a:pt x="700319" y="69254"/>
                </a:lnTo>
                <a:lnTo>
                  <a:pt x="700451" y="69395"/>
                </a:lnTo>
                <a:lnTo>
                  <a:pt x="700533" y="69509"/>
                </a:lnTo>
                <a:lnTo>
                  <a:pt x="700655" y="69650"/>
                </a:lnTo>
                <a:lnTo>
                  <a:pt x="700778" y="69792"/>
                </a:lnTo>
                <a:lnTo>
                  <a:pt x="700862" y="69933"/>
                </a:lnTo>
                <a:lnTo>
                  <a:pt x="700984" y="70075"/>
                </a:lnTo>
                <a:lnTo>
                  <a:pt x="701116" y="70188"/>
                </a:lnTo>
                <a:lnTo>
                  <a:pt x="701238" y="70330"/>
                </a:lnTo>
                <a:lnTo>
                  <a:pt x="701320" y="70471"/>
                </a:lnTo>
                <a:lnTo>
                  <a:pt x="701442" y="70613"/>
                </a:lnTo>
                <a:lnTo>
                  <a:pt x="701565" y="70754"/>
                </a:lnTo>
                <a:lnTo>
                  <a:pt x="701646" y="70896"/>
                </a:lnTo>
                <a:lnTo>
                  <a:pt x="701769" y="71038"/>
                </a:lnTo>
                <a:lnTo>
                  <a:pt x="701893" y="71179"/>
                </a:lnTo>
                <a:lnTo>
                  <a:pt x="701985" y="71292"/>
                </a:lnTo>
                <a:lnTo>
                  <a:pt x="702107" y="71434"/>
                </a:lnTo>
                <a:lnTo>
                  <a:pt x="702229" y="71576"/>
                </a:lnTo>
                <a:lnTo>
                  <a:pt x="702311" y="71717"/>
                </a:lnTo>
                <a:lnTo>
                  <a:pt x="702433" y="71859"/>
                </a:lnTo>
                <a:lnTo>
                  <a:pt x="702556" y="72000"/>
                </a:lnTo>
                <a:lnTo>
                  <a:pt x="702637" y="72142"/>
                </a:lnTo>
                <a:lnTo>
                  <a:pt x="702760" y="72283"/>
                </a:lnTo>
                <a:lnTo>
                  <a:pt x="702894" y="72425"/>
                </a:lnTo>
                <a:lnTo>
                  <a:pt x="702976" y="72566"/>
                </a:lnTo>
                <a:lnTo>
                  <a:pt x="703098" y="72708"/>
                </a:lnTo>
                <a:lnTo>
                  <a:pt x="703220" y="72850"/>
                </a:lnTo>
                <a:lnTo>
                  <a:pt x="703302" y="72991"/>
                </a:lnTo>
                <a:lnTo>
                  <a:pt x="703424" y="73133"/>
                </a:lnTo>
                <a:lnTo>
                  <a:pt x="703547" y="73274"/>
                </a:lnTo>
                <a:lnTo>
                  <a:pt x="703669" y="73416"/>
                </a:lnTo>
                <a:lnTo>
                  <a:pt x="703763" y="73557"/>
                </a:lnTo>
                <a:lnTo>
                  <a:pt x="703885" y="73699"/>
                </a:lnTo>
                <a:lnTo>
                  <a:pt x="704007" y="73841"/>
                </a:lnTo>
                <a:lnTo>
                  <a:pt x="704089" y="73982"/>
                </a:lnTo>
                <a:lnTo>
                  <a:pt x="704211" y="74124"/>
                </a:lnTo>
                <a:lnTo>
                  <a:pt x="704334" y="74265"/>
                </a:lnTo>
                <a:lnTo>
                  <a:pt x="704415" y="74407"/>
                </a:lnTo>
                <a:lnTo>
                  <a:pt x="704538" y="74548"/>
                </a:lnTo>
                <a:lnTo>
                  <a:pt x="704672" y="74690"/>
                </a:lnTo>
                <a:lnTo>
                  <a:pt x="704754" y="74832"/>
                </a:lnTo>
                <a:lnTo>
                  <a:pt x="704876" y="74973"/>
                </a:lnTo>
                <a:lnTo>
                  <a:pt x="704998" y="75115"/>
                </a:lnTo>
                <a:lnTo>
                  <a:pt x="705080" y="75256"/>
                </a:lnTo>
                <a:lnTo>
                  <a:pt x="705202" y="75398"/>
                </a:lnTo>
                <a:lnTo>
                  <a:pt x="705325" y="75539"/>
                </a:lnTo>
                <a:lnTo>
                  <a:pt x="705406" y="75681"/>
                </a:lnTo>
                <a:lnTo>
                  <a:pt x="705541" y="75822"/>
                </a:lnTo>
                <a:lnTo>
                  <a:pt x="705663" y="75964"/>
                </a:lnTo>
                <a:lnTo>
                  <a:pt x="705745" y="76106"/>
                </a:lnTo>
                <a:lnTo>
                  <a:pt x="705867" y="76247"/>
                </a:lnTo>
                <a:lnTo>
                  <a:pt x="705989" y="76389"/>
                </a:lnTo>
                <a:lnTo>
                  <a:pt x="706112" y="76530"/>
                </a:lnTo>
                <a:lnTo>
                  <a:pt x="706193" y="76672"/>
                </a:lnTo>
                <a:lnTo>
                  <a:pt x="706316" y="76785"/>
                </a:lnTo>
                <a:lnTo>
                  <a:pt x="706450" y="76927"/>
                </a:lnTo>
                <a:lnTo>
                  <a:pt x="706532" y="77068"/>
                </a:lnTo>
                <a:lnTo>
                  <a:pt x="706654" y="77238"/>
                </a:lnTo>
                <a:lnTo>
                  <a:pt x="706776" y="77351"/>
                </a:lnTo>
                <a:lnTo>
                  <a:pt x="706858" y="77493"/>
                </a:lnTo>
                <a:lnTo>
                  <a:pt x="706980" y="77635"/>
                </a:lnTo>
                <a:lnTo>
                  <a:pt x="707112" y="77776"/>
                </a:lnTo>
                <a:lnTo>
                  <a:pt x="707184" y="77918"/>
                </a:lnTo>
                <a:lnTo>
                  <a:pt x="707316" y="78059"/>
                </a:lnTo>
                <a:lnTo>
                  <a:pt x="707441" y="78201"/>
                </a:lnTo>
                <a:lnTo>
                  <a:pt x="707523" y="78342"/>
                </a:lnTo>
                <a:lnTo>
                  <a:pt x="707645" y="78456"/>
                </a:lnTo>
                <a:lnTo>
                  <a:pt x="707767" y="78597"/>
                </a:lnTo>
                <a:lnTo>
                  <a:pt x="707849" y="78739"/>
                </a:lnTo>
                <a:lnTo>
                  <a:pt x="707981" y="78880"/>
                </a:lnTo>
                <a:lnTo>
                  <a:pt x="708103" y="79022"/>
                </a:lnTo>
                <a:lnTo>
                  <a:pt x="708185" y="79135"/>
                </a:lnTo>
                <a:lnTo>
                  <a:pt x="708307" y="79277"/>
                </a:lnTo>
                <a:lnTo>
                  <a:pt x="708432" y="79418"/>
                </a:lnTo>
                <a:lnTo>
                  <a:pt x="708554" y="79560"/>
                </a:lnTo>
                <a:lnTo>
                  <a:pt x="708636" y="79701"/>
                </a:lnTo>
                <a:lnTo>
                  <a:pt x="708758" y="79843"/>
                </a:lnTo>
                <a:lnTo>
                  <a:pt x="708890" y="79956"/>
                </a:lnTo>
                <a:lnTo>
                  <a:pt x="708972" y="80098"/>
                </a:lnTo>
                <a:lnTo>
                  <a:pt x="709094" y="80239"/>
                </a:lnTo>
                <a:lnTo>
                  <a:pt x="709217" y="80381"/>
                </a:lnTo>
                <a:lnTo>
                  <a:pt x="709298" y="80494"/>
                </a:lnTo>
                <a:lnTo>
                  <a:pt x="709423" y="80636"/>
                </a:lnTo>
                <a:lnTo>
                  <a:pt x="709545" y="80777"/>
                </a:lnTo>
                <a:lnTo>
                  <a:pt x="709627" y="80891"/>
                </a:lnTo>
                <a:lnTo>
                  <a:pt x="709759" y="81032"/>
                </a:lnTo>
                <a:lnTo>
                  <a:pt x="709881" y="81174"/>
                </a:lnTo>
                <a:lnTo>
                  <a:pt x="709963" y="81315"/>
                </a:lnTo>
                <a:lnTo>
                  <a:pt x="710085" y="81428"/>
                </a:lnTo>
                <a:lnTo>
                  <a:pt x="710208" y="81570"/>
                </a:lnTo>
                <a:lnTo>
                  <a:pt x="710289" y="81712"/>
                </a:lnTo>
                <a:lnTo>
                  <a:pt x="710414" y="81825"/>
                </a:lnTo>
                <a:lnTo>
                  <a:pt x="710536" y="81966"/>
                </a:lnTo>
                <a:lnTo>
                  <a:pt x="710627" y="82080"/>
                </a:lnTo>
                <a:lnTo>
                  <a:pt x="710750" y="82221"/>
                </a:lnTo>
                <a:lnTo>
                  <a:pt x="710872" y="82363"/>
                </a:lnTo>
                <a:lnTo>
                  <a:pt x="710995" y="82476"/>
                </a:lnTo>
                <a:lnTo>
                  <a:pt x="711076" y="82618"/>
                </a:lnTo>
                <a:lnTo>
                  <a:pt x="711199" y="82731"/>
                </a:lnTo>
                <a:lnTo>
                  <a:pt x="711321" y="82872"/>
                </a:lnTo>
                <a:lnTo>
                  <a:pt x="711405" y="82986"/>
                </a:lnTo>
                <a:lnTo>
                  <a:pt x="711537" y="83127"/>
                </a:lnTo>
                <a:lnTo>
                  <a:pt x="711659" y="83269"/>
                </a:lnTo>
                <a:lnTo>
                  <a:pt x="711741" y="83382"/>
                </a:lnTo>
                <a:lnTo>
                  <a:pt x="711863" y="83524"/>
                </a:lnTo>
                <a:lnTo>
                  <a:pt x="711986" y="83637"/>
                </a:lnTo>
                <a:lnTo>
                  <a:pt x="712067" y="83778"/>
                </a:lnTo>
                <a:lnTo>
                  <a:pt x="712190" y="83892"/>
                </a:lnTo>
                <a:lnTo>
                  <a:pt x="712312" y="84033"/>
                </a:lnTo>
                <a:lnTo>
                  <a:pt x="712405" y="84147"/>
                </a:lnTo>
                <a:lnTo>
                  <a:pt x="712528" y="84288"/>
                </a:lnTo>
                <a:lnTo>
                  <a:pt x="712650" y="84401"/>
                </a:lnTo>
                <a:lnTo>
                  <a:pt x="712732" y="84543"/>
                </a:lnTo>
                <a:lnTo>
                  <a:pt x="712854" y="84656"/>
                </a:lnTo>
                <a:lnTo>
                  <a:pt x="712977" y="84798"/>
                </a:lnTo>
                <a:lnTo>
                  <a:pt x="713058" y="84911"/>
                </a:lnTo>
                <a:lnTo>
                  <a:pt x="713181" y="85053"/>
                </a:lnTo>
                <a:lnTo>
                  <a:pt x="713315" y="85166"/>
                </a:lnTo>
                <a:lnTo>
                  <a:pt x="713437" y="85279"/>
                </a:lnTo>
                <a:lnTo>
                  <a:pt x="713519" y="85421"/>
                </a:lnTo>
                <a:lnTo>
                  <a:pt x="713641" y="85534"/>
                </a:lnTo>
                <a:lnTo>
                  <a:pt x="713764" y="85675"/>
                </a:lnTo>
                <a:lnTo>
                  <a:pt x="713845" y="85789"/>
                </a:lnTo>
                <a:lnTo>
                  <a:pt x="713977" y="85902"/>
                </a:lnTo>
                <a:lnTo>
                  <a:pt x="714102" y="86044"/>
                </a:lnTo>
                <a:lnTo>
                  <a:pt x="714183" y="86157"/>
                </a:lnTo>
                <a:lnTo>
                  <a:pt x="714306" y="86298"/>
                </a:lnTo>
                <a:lnTo>
                  <a:pt x="714428" y="86412"/>
                </a:lnTo>
                <a:lnTo>
                  <a:pt x="714510" y="86525"/>
                </a:lnTo>
                <a:lnTo>
                  <a:pt x="714632" y="86666"/>
                </a:lnTo>
                <a:lnTo>
                  <a:pt x="714755" y="86780"/>
                </a:lnTo>
                <a:lnTo>
                  <a:pt x="714846" y="86893"/>
                </a:lnTo>
                <a:lnTo>
                  <a:pt x="714971" y="87034"/>
                </a:lnTo>
                <a:lnTo>
                  <a:pt x="715093" y="87148"/>
                </a:lnTo>
                <a:lnTo>
                  <a:pt x="715174" y="87261"/>
                </a:lnTo>
                <a:lnTo>
                  <a:pt x="715297" y="87374"/>
                </a:lnTo>
                <a:lnTo>
                  <a:pt x="715419" y="87516"/>
                </a:lnTo>
                <a:lnTo>
                  <a:pt x="715501" y="87629"/>
                </a:lnTo>
                <a:lnTo>
                  <a:pt x="715623" y="87742"/>
                </a:lnTo>
                <a:lnTo>
                  <a:pt x="715755" y="87884"/>
                </a:lnTo>
                <a:lnTo>
                  <a:pt x="715837" y="87997"/>
                </a:lnTo>
                <a:lnTo>
                  <a:pt x="715961" y="88110"/>
                </a:lnTo>
                <a:lnTo>
                  <a:pt x="716084" y="88224"/>
                </a:lnTo>
                <a:lnTo>
                  <a:pt x="716206" y="88365"/>
                </a:lnTo>
                <a:lnTo>
                  <a:pt x="716288" y="88478"/>
                </a:lnTo>
                <a:lnTo>
                  <a:pt x="716410" y="88592"/>
                </a:lnTo>
                <a:lnTo>
                  <a:pt x="716533" y="88705"/>
                </a:lnTo>
                <a:lnTo>
                  <a:pt x="716624" y="88818"/>
                </a:lnTo>
                <a:lnTo>
                  <a:pt x="716746" y="88931"/>
                </a:lnTo>
                <a:lnTo>
                  <a:pt x="716868" y="89073"/>
                </a:lnTo>
                <a:lnTo>
                  <a:pt x="716950" y="89186"/>
                </a:lnTo>
                <a:lnTo>
                  <a:pt x="717075" y="89300"/>
                </a:lnTo>
                <a:lnTo>
                  <a:pt x="717197" y="89413"/>
                </a:lnTo>
                <a:lnTo>
                  <a:pt x="717279" y="89526"/>
                </a:lnTo>
                <a:lnTo>
                  <a:pt x="717401" y="89668"/>
                </a:lnTo>
                <a:lnTo>
                  <a:pt x="717533" y="89781"/>
                </a:lnTo>
                <a:lnTo>
                  <a:pt x="717615" y="89894"/>
                </a:lnTo>
                <a:lnTo>
                  <a:pt x="717737" y="90007"/>
                </a:lnTo>
                <a:lnTo>
                  <a:pt x="717859" y="90121"/>
                </a:lnTo>
                <a:lnTo>
                  <a:pt x="717943" y="90234"/>
                </a:lnTo>
                <a:lnTo>
                  <a:pt x="718066" y="90347"/>
                </a:lnTo>
                <a:lnTo>
                  <a:pt x="718188" y="90489"/>
                </a:lnTo>
                <a:lnTo>
                  <a:pt x="718270" y="90602"/>
                </a:lnTo>
                <a:lnTo>
                  <a:pt x="718402" y="90687"/>
                </a:lnTo>
                <a:lnTo>
                  <a:pt x="718524" y="90800"/>
                </a:lnTo>
                <a:lnTo>
                  <a:pt x="718646" y="90942"/>
                </a:lnTo>
                <a:lnTo>
                  <a:pt x="718728" y="91055"/>
                </a:lnTo>
                <a:lnTo>
                  <a:pt x="718850" y="91168"/>
                </a:lnTo>
                <a:lnTo>
                  <a:pt x="718975" y="91281"/>
                </a:lnTo>
                <a:lnTo>
                  <a:pt x="719057" y="91395"/>
                </a:lnTo>
                <a:lnTo>
                  <a:pt x="719179" y="91508"/>
                </a:lnTo>
                <a:lnTo>
                  <a:pt x="719311" y="91621"/>
                </a:lnTo>
                <a:lnTo>
                  <a:pt x="719393" y="91734"/>
                </a:lnTo>
                <a:lnTo>
                  <a:pt x="719515" y="91848"/>
                </a:lnTo>
                <a:lnTo>
                  <a:pt x="719637" y="91961"/>
                </a:lnTo>
                <a:lnTo>
                  <a:pt x="719719" y="92074"/>
                </a:lnTo>
                <a:lnTo>
                  <a:pt x="719841" y="92187"/>
                </a:lnTo>
                <a:lnTo>
                  <a:pt x="719976" y="92301"/>
                </a:lnTo>
                <a:lnTo>
                  <a:pt x="720048" y="92414"/>
                </a:lnTo>
                <a:lnTo>
                  <a:pt x="720180" y="92527"/>
                </a:lnTo>
                <a:lnTo>
                  <a:pt x="720302" y="92640"/>
                </a:lnTo>
                <a:lnTo>
                  <a:pt x="720384" y="92754"/>
                </a:lnTo>
                <a:lnTo>
                  <a:pt x="720506" y="92867"/>
                </a:lnTo>
                <a:lnTo>
                  <a:pt x="720628" y="92980"/>
                </a:lnTo>
                <a:lnTo>
                  <a:pt x="720710" y="93093"/>
                </a:lnTo>
                <a:lnTo>
                  <a:pt x="720844" y="93207"/>
                </a:lnTo>
                <a:lnTo>
                  <a:pt x="720967" y="93320"/>
                </a:lnTo>
                <a:lnTo>
                  <a:pt x="721089" y="93405"/>
                </a:lnTo>
                <a:lnTo>
                  <a:pt x="721171" y="93518"/>
                </a:lnTo>
                <a:lnTo>
                  <a:pt x="721293" y="93631"/>
                </a:lnTo>
                <a:lnTo>
                  <a:pt x="721415" y="93745"/>
                </a:lnTo>
                <a:lnTo>
                  <a:pt x="721497" y="93858"/>
                </a:lnTo>
                <a:lnTo>
                  <a:pt x="721619" y="93971"/>
                </a:lnTo>
                <a:lnTo>
                  <a:pt x="721742" y="94084"/>
                </a:lnTo>
                <a:lnTo>
                  <a:pt x="721835" y="94198"/>
                </a:lnTo>
                <a:lnTo>
                  <a:pt x="721958" y="94311"/>
                </a:lnTo>
                <a:lnTo>
                  <a:pt x="722080" y="94424"/>
                </a:lnTo>
                <a:lnTo>
                  <a:pt x="722162" y="94537"/>
                </a:lnTo>
                <a:lnTo>
                  <a:pt x="722284" y="94651"/>
                </a:lnTo>
                <a:lnTo>
                  <a:pt x="722406" y="94764"/>
                </a:lnTo>
                <a:lnTo>
                  <a:pt x="722488" y="94849"/>
                </a:lnTo>
                <a:lnTo>
                  <a:pt x="722610" y="94962"/>
                </a:lnTo>
                <a:lnTo>
                  <a:pt x="722745" y="95075"/>
                </a:lnTo>
                <a:lnTo>
                  <a:pt x="722826" y="95189"/>
                </a:lnTo>
                <a:lnTo>
                  <a:pt x="722949" y="95302"/>
                </a:lnTo>
                <a:lnTo>
                  <a:pt x="723071" y="95415"/>
                </a:lnTo>
                <a:lnTo>
                  <a:pt x="723153" y="95528"/>
                </a:lnTo>
                <a:lnTo>
                  <a:pt x="723275" y="95642"/>
                </a:lnTo>
                <a:lnTo>
                  <a:pt x="723397" y="95755"/>
                </a:lnTo>
                <a:lnTo>
                  <a:pt x="723520" y="95868"/>
                </a:lnTo>
                <a:lnTo>
                  <a:pt x="723613" y="95981"/>
                </a:lnTo>
                <a:lnTo>
                  <a:pt x="723736" y="96095"/>
                </a:lnTo>
                <a:lnTo>
                  <a:pt x="723858" y="96208"/>
                </a:lnTo>
                <a:lnTo>
                  <a:pt x="723940" y="96321"/>
                </a:lnTo>
                <a:lnTo>
                  <a:pt x="724062" y="96434"/>
                </a:lnTo>
                <a:lnTo>
                  <a:pt x="724184" y="96519"/>
                </a:lnTo>
                <a:lnTo>
                  <a:pt x="724266" y="96633"/>
                </a:lnTo>
                <a:lnTo>
                  <a:pt x="724398" y="96746"/>
                </a:lnTo>
                <a:lnTo>
                  <a:pt x="724523" y="96859"/>
                </a:lnTo>
                <a:lnTo>
                  <a:pt x="724604" y="96972"/>
                </a:lnTo>
                <a:lnTo>
                  <a:pt x="724727" y="97086"/>
                </a:lnTo>
                <a:lnTo>
                  <a:pt x="724849" y="97199"/>
                </a:lnTo>
                <a:lnTo>
                  <a:pt x="724931" y="97312"/>
                </a:lnTo>
                <a:lnTo>
                  <a:pt x="725053" y="97425"/>
                </a:lnTo>
                <a:lnTo>
                  <a:pt x="725175" y="97539"/>
                </a:lnTo>
                <a:lnTo>
                  <a:pt x="725267" y="97624"/>
                </a:lnTo>
                <a:lnTo>
                  <a:pt x="725389" y="97737"/>
                </a:lnTo>
                <a:lnTo>
                  <a:pt x="725514" y="97850"/>
                </a:lnTo>
                <a:lnTo>
                  <a:pt x="725595" y="97963"/>
                </a:lnTo>
                <a:lnTo>
                  <a:pt x="725718" y="98077"/>
                </a:lnTo>
                <a:lnTo>
                  <a:pt x="725840" y="98190"/>
                </a:lnTo>
                <a:lnTo>
                  <a:pt x="725962" y="98303"/>
                </a:lnTo>
                <a:lnTo>
                  <a:pt x="726044" y="98388"/>
                </a:lnTo>
                <a:lnTo>
                  <a:pt x="726176" y="98501"/>
                </a:lnTo>
                <a:lnTo>
                  <a:pt x="726298" y="98615"/>
                </a:lnTo>
                <a:lnTo>
                  <a:pt x="726380" y="98728"/>
                </a:lnTo>
                <a:lnTo>
                  <a:pt x="726505" y="98841"/>
                </a:lnTo>
                <a:lnTo>
                  <a:pt x="726627" y="98926"/>
                </a:lnTo>
                <a:lnTo>
                  <a:pt x="726709" y="99039"/>
                </a:lnTo>
                <a:lnTo>
                  <a:pt x="726841" y="99152"/>
                </a:lnTo>
                <a:lnTo>
                  <a:pt x="726963" y="99266"/>
                </a:lnTo>
                <a:lnTo>
                  <a:pt x="727045" y="99351"/>
                </a:lnTo>
                <a:lnTo>
                  <a:pt x="727167" y="99464"/>
                </a:lnTo>
                <a:lnTo>
                  <a:pt x="727289" y="99577"/>
                </a:lnTo>
                <a:lnTo>
                  <a:pt x="727371" y="99690"/>
                </a:lnTo>
                <a:lnTo>
                  <a:pt x="727496" y="99804"/>
                </a:lnTo>
                <a:lnTo>
                  <a:pt x="727618" y="99917"/>
                </a:lnTo>
                <a:lnTo>
                  <a:pt x="727709" y="100002"/>
                </a:lnTo>
                <a:lnTo>
                  <a:pt x="727832" y="100115"/>
                </a:lnTo>
                <a:lnTo>
                  <a:pt x="727954" y="100228"/>
                </a:lnTo>
                <a:lnTo>
                  <a:pt x="728036" y="100313"/>
                </a:lnTo>
                <a:lnTo>
                  <a:pt x="728158" y="100427"/>
                </a:lnTo>
                <a:lnTo>
                  <a:pt x="728280" y="100540"/>
                </a:lnTo>
                <a:lnTo>
                  <a:pt x="728403" y="100653"/>
                </a:lnTo>
                <a:lnTo>
                  <a:pt x="728487" y="100738"/>
                </a:lnTo>
                <a:lnTo>
                  <a:pt x="728609" y="100851"/>
                </a:lnTo>
                <a:lnTo>
                  <a:pt x="728741" y="100936"/>
                </a:lnTo>
                <a:lnTo>
                  <a:pt x="728823" y="101049"/>
                </a:lnTo>
                <a:lnTo>
                  <a:pt x="728945" y="101163"/>
                </a:lnTo>
                <a:lnTo>
                  <a:pt x="729067" y="101276"/>
                </a:lnTo>
                <a:lnTo>
                  <a:pt x="729149" y="101361"/>
                </a:lnTo>
                <a:lnTo>
                  <a:pt x="729271" y="101474"/>
                </a:lnTo>
                <a:lnTo>
                  <a:pt x="729394" y="101559"/>
                </a:lnTo>
                <a:lnTo>
                  <a:pt x="729478" y="101672"/>
                </a:lnTo>
                <a:lnTo>
                  <a:pt x="729610" y="101757"/>
                </a:lnTo>
                <a:lnTo>
                  <a:pt x="729732" y="101871"/>
                </a:lnTo>
                <a:lnTo>
                  <a:pt x="729814" y="101955"/>
                </a:lnTo>
                <a:lnTo>
                  <a:pt x="729936" y="102069"/>
                </a:lnTo>
                <a:lnTo>
                  <a:pt x="730058" y="102154"/>
                </a:lnTo>
                <a:lnTo>
                  <a:pt x="730140" y="102267"/>
                </a:lnTo>
                <a:lnTo>
                  <a:pt x="730262" y="102380"/>
                </a:lnTo>
                <a:lnTo>
                  <a:pt x="730397" y="102465"/>
                </a:lnTo>
                <a:lnTo>
                  <a:pt x="730478" y="102550"/>
                </a:lnTo>
                <a:lnTo>
                  <a:pt x="730601" y="102663"/>
                </a:lnTo>
                <a:lnTo>
                  <a:pt x="730723" y="102748"/>
                </a:lnTo>
                <a:lnTo>
                  <a:pt x="730845" y="102861"/>
                </a:lnTo>
                <a:lnTo>
                  <a:pt x="730927" y="102946"/>
                </a:lnTo>
                <a:lnTo>
                  <a:pt x="731049" y="103031"/>
                </a:lnTo>
                <a:lnTo>
                  <a:pt x="731172" y="103145"/>
                </a:lnTo>
                <a:lnTo>
                  <a:pt x="731253" y="103230"/>
                </a:lnTo>
                <a:lnTo>
                  <a:pt x="731388" y="103314"/>
                </a:lnTo>
                <a:lnTo>
                  <a:pt x="731510" y="103399"/>
                </a:lnTo>
                <a:lnTo>
                  <a:pt x="731592" y="103484"/>
                </a:lnTo>
                <a:lnTo>
                  <a:pt x="731714" y="103598"/>
                </a:lnTo>
                <a:lnTo>
                  <a:pt x="731836" y="103683"/>
                </a:lnTo>
                <a:lnTo>
                  <a:pt x="731918" y="103768"/>
                </a:lnTo>
                <a:lnTo>
                  <a:pt x="732040" y="103852"/>
                </a:lnTo>
                <a:lnTo>
                  <a:pt x="732175" y="103937"/>
                </a:lnTo>
                <a:lnTo>
                  <a:pt x="732256" y="104022"/>
                </a:lnTo>
                <a:lnTo>
                  <a:pt x="732379" y="104107"/>
                </a:lnTo>
                <a:lnTo>
                  <a:pt x="732501" y="104192"/>
                </a:lnTo>
                <a:lnTo>
                  <a:pt x="732583" y="104277"/>
                </a:lnTo>
                <a:lnTo>
                  <a:pt x="732705" y="104362"/>
                </a:lnTo>
                <a:lnTo>
                  <a:pt x="732827" y="104447"/>
                </a:lnTo>
                <a:lnTo>
                  <a:pt x="732909" y="104504"/>
                </a:lnTo>
                <a:lnTo>
                  <a:pt x="733041" y="104589"/>
                </a:lnTo>
                <a:lnTo>
                  <a:pt x="733166" y="104674"/>
                </a:lnTo>
                <a:lnTo>
                  <a:pt x="733247" y="104758"/>
                </a:lnTo>
                <a:lnTo>
                  <a:pt x="733370" y="104843"/>
                </a:lnTo>
                <a:lnTo>
                  <a:pt x="733492" y="104900"/>
                </a:lnTo>
                <a:lnTo>
                  <a:pt x="733614" y="104985"/>
                </a:lnTo>
                <a:lnTo>
                  <a:pt x="733705" y="105042"/>
                </a:lnTo>
                <a:lnTo>
                  <a:pt x="733828" y="105127"/>
                </a:lnTo>
                <a:lnTo>
                  <a:pt x="733950" y="105211"/>
                </a:lnTo>
                <a:lnTo>
                  <a:pt x="734034" y="105268"/>
                </a:lnTo>
                <a:lnTo>
                  <a:pt x="734157" y="105325"/>
                </a:lnTo>
                <a:lnTo>
                  <a:pt x="734279" y="105410"/>
                </a:lnTo>
                <a:lnTo>
                  <a:pt x="734361" y="105466"/>
                </a:lnTo>
                <a:lnTo>
                  <a:pt x="734483" y="105523"/>
                </a:lnTo>
                <a:lnTo>
                  <a:pt x="734605" y="105608"/>
                </a:lnTo>
                <a:lnTo>
                  <a:pt x="734696" y="105664"/>
                </a:lnTo>
                <a:lnTo>
                  <a:pt x="734819" y="105721"/>
                </a:lnTo>
                <a:lnTo>
                  <a:pt x="734941" y="105778"/>
                </a:lnTo>
                <a:lnTo>
                  <a:pt x="735025" y="105863"/>
                </a:lnTo>
                <a:lnTo>
                  <a:pt x="735148" y="105891"/>
                </a:lnTo>
                <a:lnTo>
                  <a:pt x="735270" y="105976"/>
                </a:lnTo>
                <a:lnTo>
                  <a:pt x="735352" y="106004"/>
                </a:lnTo>
                <a:lnTo>
                  <a:pt x="735474" y="106089"/>
                </a:lnTo>
                <a:lnTo>
                  <a:pt x="735606" y="106117"/>
                </a:lnTo>
                <a:lnTo>
                  <a:pt x="735687" y="106174"/>
                </a:lnTo>
                <a:lnTo>
                  <a:pt x="735810" y="106231"/>
                </a:lnTo>
                <a:lnTo>
                  <a:pt x="735932" y="106287"/>
                </a:lnTo>
                <a:lnTo>
                  <a:pt x="736057" y="106316"/>
                </a:lnTo>
                <a:lnTo>
                  <a:pt x="736139" y="106372"/>
                </a:lnTo>
                <a:lnTo>
                  <a:pt x="736261" y="106429"/>
                </a:lnTo>
                <a:lnTo>
                  <a:pt x="736383" y="106457"/>
                </a:lnTo>
                <a:lnTo>
                  <a:pt x="736474" y="106514"/>
                </a:lnTo>
                <a:lnTo>
                  <a:pt x="736597" y="106571"/>
                </a:lnTo>
                <a:lnTo>
                  <a:pt x="736719" y="106599"/>
                </a:lnTo>
                <a:lnTo>
                  <a:pt x="736801" y="106627"/>
                </a:lnTo>
                <a:lnTo>
                  <a:pt x="736923" y="106655"/>
                </a:lnTo>
                <a:lnTo>
                  <a:pt x="737048" y="106684"/>
                </a:lnTo>
                <a:lnTo>
                  <a:pt x="737130" y="106740"/>
                </a:lnTo>
                <a:lnTo>
                  <a:pt x="737252" y="106769"/>
                </a:lnTo>
                <a:lnTo>
                  <a:pt x="737384" y="106797"/>
                </a:lnTo>
                <a:lnTo>
                  <a:pt x="737465" y="106825"/>
                </a:lnTo>
                <a:lnTo>
                  <a:pt x="737588" y="106854"/>
                </a:lnTo>
                <a:lnTo>
                  <a:pt x="737710" y="106882"/>
                </a:lnTo>
                <a:lnTo>
                  <a:pt x="737792" y="106882"/>
                </a:lnTo>
                <a:lnTo>
                  <a:pt x="737914" y="106910"/>
                </a:lnTo>
                <a:lnTo>
                  <a:pt x="738039" y="106939"/>
                </a:lnTo>
                <a:lnTo>
                  <a:pt x="738130" y="106967"/>
                </a:lnTo>
                <a:lnTo>
                  <a:pt x="738252" y="106995"/>
                </a:lnTo>
                <a:lnTo>
                  <a:pt x="738375" y="106995"/>
                </a:lnTo>
                <a:lnTo>
                  <a:pt x="738497" y="107024"/>
                </a:lnTo>
                <a:lnTo>
                  <a:pt x="738579" y="107024"/>
                </a:lnTo>
                <a:lnTo>
                  <a:pt x="738701" y="107052"/>
                </a:lnTo>
                <a:lnTo>
                  <a:pt x="738824" y="107080"/>
                </a:lnTo>
                <a:lnTo>
                  <a:pt x="738905" y="107080"/>
                </a:lnTo>
                <a:lnTo>
                  <a:pt x="739039" y="107080"/>
                </a:lnTo>
                <a:lnTo>
                  <a:pt x="739162" y="107080"/>
                </a:lnTo>
                <a:lnTo>
                  <a:pt x="739243" y="107108"/>
                </a:lnTo>
                <a:lnTo>
                  <a:pt x="739366" y="107108"/>
                </a:lnTo>
                <a:lnTo>
                  <a:pt x="739488" y="107108"/>
                </a:lnTo>
                <a:lnTo>
                  <a:pt x="739570" y="107108"/>
                </a:lnTo>
                <a:lnTo>
                  <a:pt x="739692" y="107108"/>
                </a:lnTo>
                <a:lnTo>
                  <a:pt x="739827" y="107108"/>
                </a:lnTo>
                <a:lnTo>
                  <a:pt x="739908" y="107108"/>
                </a:lnTo>
                <a:lnTo>
                  <a:pt x="740030" y="107108"/>
                </a:lnTo>
                <a:lnTo>
                  <a:pt x="740153" y="107080"/>
                </a:lnTo>
                <a:lnTo>
                  <a:pt x="740234" y="107080"/>
                </a:lnTo>
                <a:lnTo>
                  <a:pt x="740357" y="107080"/>
                </a:lnTo>
                <a:lnTo>
                  <a:pt x="740479" y="107052"/>
                </a:lnTo>
                <a:lnTo>
                  <a:pt x="740561" y="107052"/>
                </a:lnTo>
                <a:lnTo>
                  <a:pt x="740695" y="107024"/>
                </a:lnTo>
                <a:lnTo>
                  <a:pt x="740817" y="107024"/>
                </a:lnTo>
                <a:lnTo>
                  <a:pt x="740940" y="106995"/>
                </a:lnTo>
                <a:lnTo>
                  <a:pt x="741021" y="106967"/>
                </a:lnTo>
                <a:lnTo>
                  <a:pt x="741144" y="106967"/>
                </a:lnTo>
                <a:lnTo>
                  <a:pt x="741266" y="106939"/>
                </a:lnTo>
                <a:lnTo>
                  <a:pt x="741348" y="106910"/>
                </a:lnTo>
                <a:lnTo>
                  <a:pt x="741470" y="106882"/>
                </a:lnTo>
                <a:lnTo>
                  <a:pt x="741605" y="106882"/>
                </a:lnTo>
                <a:lnTo>
                  <a:pt x="741686" y="106854"/>
                </a:lnTo>
                <a:lnTo>
                  <a:pt x="741808" y="106825"/>
                </a:lnTo>
                <a:lnTo>
                  <a:pt x="741931" y="106797"/>
                </a:lnTo>
                <a:lnTo>
                  <a:pt x="742012" y="106740"/>
                </a:lnTo>
                <a:lnTo>
                  <a:pt x="742135" y="106712"/>
                </a:lnTo>
                <a:lnTo>
                  <a:pt x="742257" y="106655"/>
                </a:lnTo>
                <a:lnTo>
                  <a:pt x="742339" y="106627"/>
                </a:lnTo>
                <a:lnTo>
                  <a:pt x="742471" y="106599"/>
                </a:lnTo>
                <a:lnTo>
                  <a:pt x="742593" y="106571"/>
                </a:lnTo>
                <a:lnTo>
                  <a:pt x="742677" y="106514"/>
                </a:lnTo>
                <a:lnTo>
                  <a:pt x="742799" y="106486"/>
                </a:lnTo>
                <a:lnTo>
                  <a:pt x="742922" y="106429"/>
                </a:lnTo>
                <a:lnTo>
                  <a:pt x="743003" y="106372"/>
                </a:lnTo>
                <a:lnTo>
                  <a:pt x="743126" y="106316"/>
                </a:lnTo>
                <a:lnTo>
                  <a:pt x="743248" y="106259"/>
                </a:lnTo>
                <a:lnTo>
                  <a:pt x="743380" y="106231"/>
                </a:lnTo>
                <a:lnTo>
                  <a:pt x="743462" y="106146"/>
                </a:lnTo>
                <a:lnTo>
                  <a:pt x="743586" y="106117"/>
                </a:lnTo>
                <a:lnTo>
                  <a:pt x="743709" y="106033"/>
                </a:lnTo>
                <a:lnTo>
                  <a:pt x="743790" y="105976"/>
                </a:lnTo>
                <a:lnTo>
                  <a:pt x="743913" y="105919"/>
                </a:lnTo>
                <a:lnTo>
                  <a:pt x="744045" y="105863"/>
                </a:lnTo>
                <a:lnTo>
                  <a:pt x="744117" y="105806"/>
                </a:lnTo>
                <a:lnTo>
                  <a:pt x="744249" y="105721"/>
                </a:lnTo>
                <a:lnTo>
                  <a:pt x="744371" y="105664"/>
                </a:lnTo>
                <a:lnTo>
                  <a:pt x="744453" y="105608"/>
                </a:lnTo>
                <a:lnTo>
                  <a:pt x="744577" y="105523"/>
                </a:lnTo>
                <a:lnTo>
                  <a:pt x="744700" y="105438"/>
                </a:lnTo>
                <a:lnTo>
                  <a:pt x="744781" y="105381"/>
                </a:lnTo>
                <a:lnTo>
                  <a:pt x="744904" y="105296"/>
                </a:lnTo>
                <a:lnTo>
                  <a:pt x="745036" y="105211"/>
                </a:lnTo>
                <a:lnTo>
                  <a:pt x="745117" y="105127"/>
                </a:lnTo>
                <a:lnTo>
                  <a:pt x="745240" y="105042"/>
                </a:lnTo>
                <a:lnTo>
                  <a:pt x="745362" y="104985"/>
                </a:lnTo>
                <a:lnTo>
                  <a:pt x="745444" y="104900"/>
                </a:lnTo>
                <a:lnTo>
                  <a:pt x="745568" y="104787"/>
                </a:lnTo>
                <a:lnTo>
                  <a:pt x="745691" y="104730"/>
                </a:lnTo>
                <a:lnTo>
                  <a:pt x="745823" y="104617"/>
                </a:lnTo>
                <a:lnTo>
                  <a:pt x="745904" y="104532"/>
                </a:lnTo>
                <a:lnTo>
                  <a:pt x="746027" y="104447"/>
                </a:lnTo>
                <a:lnTo>
                  <a:pt x="746149" y="104362"/>
                </a:lnTo>
                <a:lnTo>
                  <a:pt x="746231" y="104249"/>
                </a:lnTo>
                <a:lnTo>
                  <a:pt x="746353" y="104164"/>
                </a:lnTo>
                <a:lnTo>
                  <a:pt x="746475" y="104051"/>
                </a:lnTo>
                <a:lnTo>
                  <a:pt x="746559" y="103966"/>
                </a:lnTo>
                <a:lnTo>
                  <a:pt x="746691" y="103852"/>
                </a:lnTo>
                <a:lnTo>
                  <a:pt x="746814" y="103768"/>
                </a:lnTo>
                <a:lnTo>
                  <a:pt x="746895" y="103654"/>
                </a:lnTo>
                <a:lnTo>
                  <a:pt x="747018" y="103541"/>
                </a:lnTo>
                <a:lnTo>
                  <a:pt x="747140" y="103428"/>
                </a:lnTo>
                <a:lnTo>
                  <a:pt x="747222" y="103314"/>
                </a:lnTo>
                <a:lnTo>
                  <a:pt x="747344" y="103230"/>
                </a:lnTo>
                <a:lnTo>
                  <a:pt x="747469" y="103116"/>
                </a:lnTo>
                <a:lnTo>
                  <a:pt x="747560" y="103003"/>
                </a:lnTo>
                <a:lnTo>
                  <a:pt x="747682" y="102890"/>
                </a:lnTo>
                <a:lnTo>
                  <a:pt x="747805" y="102748"/>
                </a:lnTo>
                <a:lnTo>
                  <a:pt x="747886" y="102635"/>
                </a:lnTo>
                <a:lnTo>
                  <a:pt x="748009" y="102522"/>
                </a:lnTo>
                <a:lnTo>
                  <a:pt x="748131" y="102408"/>
                </a:lnTo>
                <a:lnTo>
                  <a:pt x="748253" y="102267"/>
                </a:lnTo>
                <a:lnTo>
                  <a:pt x="748335" y="102154"/>
                </a:lnTo>
                <a:lnTo>
                  <a:pt x="748469" y="102040"/>
                </a:lnTo>
                <a:lnTo>
                  <a:pt x="748592" y="101899"/>
                </a:lnTo>
                <a:lnTo>
                  <a:pt x="748673" y="101786"/>
                </a:lnTo>
                <a:lnTo>
                  <a:pt x="748796" y="101644"/>
                </a:lnTo>
                <a:lnTo>
                  <a:pt x="748918" y="101502"/>
                </a:lnTo>
                <a:lnTo>
                  <a:pt x="749000" y="101389"/>
                </a:lnTo>
                <a:lnTo>
                  <a:pt x="749122" y="101248"/>
                </a:lnTo>
                <a:lnTo>
                  <a:pt x="749244" y="101106"/>
                </a:lnTo>
                <a:lnTo>
                  <a:pt x="749338" y="100965"/>
                </a:lnTo>
                <a:lnTo>
                  <a:pt x="749460" y="100823"/>
                </a:lnTo>
                <a:lnTo>
                  <a:pt x="749583" y="100681"/>
                </a:lnTo>
                <a:lnTo>
                  <a:pt x="749664" y="100568"/>
                </a:lnTo>
                <a:lnTo>
                  <a:pt x="749787" y="100427"/>
                </a:lnTo>
                <a:lnTo>
                  <a:pt x="749909" y="100285"/>
                </a:lnTo>
                <a:lnTo>
                  <a:pt x="749991" y="100143"/>
                </a:lnTo>
                <a:lnTo>
                  <a:pt x="750113" y="99974"/>
                </a:lnTo>
                <a:lnTo>
                  <a:pt x="750247" y="99832"/>
                </a:lnTo>
                <a:lnTo>
                  <a:pt x="750329" y="99690"/>
                </a:lnTo>
                <a:lnTo>
                  <a:pt x="750451" y="99549"/>
                </a:lnTo>
                <a:lnTo>
                  <a:pt x="750574" y="99379"/>
                </a:lnTo>
                <a:lnTo>
                  <a:pt x="750696" y="99237"/>
                </a:lnTo>
                <a:lnTo>
                  <a:pt x="750778" y="99068"/>
                </a:lnTo>
                <a:lnTo>
                  <a:pt x="750910" y="98926"/>
                </a:lnTo>
                <a:lnTo>
                  <a:pt x="751032" y="98784"/>
                </a:lnTo>
                <a:lnTo>
                  <a:pt x="751116" y="98615"/>
                </a:lnTo>
                <a:lnTo>
                  <a:pt x="751238" y="98445"/>
                </a:lnTo>
                <a:lnTo>
                  <a:pt x="751361" y="98303"/>
                </a:lnTo>
                <a:lnTo>
                  <a:pt x="751442" y="98133"/>
                </a:lnTo>
                <a:lnTo>
                  <a:pt x="751565" y="97963"/>
                </a:lnTo>
                <a:lnTo>
                  <a:pt x="751687" y="97822"/>
                </a:lnTo>
                <a:lnTo>
                  <a:pt x="751769" y="97652"/>
                </a:lnTo>
                <a:lnTo>
                  <a:pt x="751901" y="97482"/>
                </a:lnTo>
                <a:lnTo>
                  <a:pt x="752023" y="97340"/>
                </a:lnTo>
                <a:lnTo>
                  <a:pt x="752105" y="97171"/>
                </a:lnTo>
                <a:lnTo>
                  <a:pt x="752229" y="97001"/>
                </a:lnTo>
                <a:lnTo>
                  <a:pt x="752352" y="96831"/>
                </a:lnTo>
                <a:lnTo>
                  <a:pt x="752433" y="96661"/>
                </a:lnTo>
                <a:lnTo>
                  <a:pt x="752556" y="96491"/>
                </a:lnTo>
                <a:lnTo>
                  <a:pt x="752678" y="96321"/>
                </a:lnTo>
                <a:lnTo>
                  <a:pt x="752769" y="96151"/>
                </a:lnTo>
                <a:lnTo>
                  <a:pt x="752892" y="95981"/>
                </a:lnTo>
                <a:lnTo>
                  <a:pt x="753014" y="95812"/>
                </a:lnTo>
                <a:lnTo>
                  <a:pt x="753098" y="95613"/>
                </a:lnTo>
                <a:lnTo>
                  <a:pt x="753220" y="95443"/>
                </a:lnTo>
                <a:lnTo>
                  <a:pt x="753343" y="95274"/>
                </a:lnTo>
                <a:lnTo>
                  <a:pt x="753465" y="95104"/>
                </a:lnTo>
                <a:lnTo>
                  <a:pt x="753556" y="94934"/>
                </a:lnTo>
                <a:lnTo>
                  <a:pt x="753679" y="94736"/>
                </a:lnTo>
                <a:lnTo>
                  <a:pt x="753801" y="94566"/>
                </a:lnTo>
                <a:lnTo>
                  <a:pt x="753882" y="94396"/>
                </a:lnTo>
                <a:lnTo>
                  <a:pt x="754005" y="94226"/>
                </a:lnTo>
                <a:lnTo>
                  <a:pt x="754130" y="94028"/>
                </a:lnTo>
                <a:lnTo>
                  <a:pt x="754211" y="93858"/>
                </a:lnTo>
                <a:lnTo>
                  <a:pt x="754334" y="93660"/>
                </a:lnTo>
                <a:lnTo>
                  <a:pt x="754456" y="93490"/>
                </a:lnTo>
                <a:lnTo>
                  <a:pt x="754547" y="93320"/>
                </a:lnTo>
                <a:lnTo>
                  <a:pt x="754670" y="93122"/>
                </a:lnTo>
                <a:lnTo>
                  <a:pt x="754792" y="92952"/>
                </a:lnTo>
                <a:lnTo>
                  <a:pt x="754873" y="92754"/>
                </a:lnTo>
                <a:lnTo>
                  <a:pt x="754996" y="92584"/>
                </a:lnTo>
                <a:lnTo>
                  <a:pt x="755121" y="92386"/>
                </a:lnTo>
                <a:lnTo>
                  <a:pt x="755202" y="92216"/>
                </a:lnTo>
                <a:lnTo>
                  <a:pt x="755334" y="92018"/>
                </a:lnTo>
                <a:lnTo>
                  <a:pt x="755457" y="91819"/>
                </a:lnTo>
                <a:lnTo>
                  <a:pt x="755538" y="91650"/>
                </a:lnTo>
                <a:lnTo>
                  <a:pt x="755660" y="91451"/>
                </a:lnTo>
                <a:lnTo>
                  <a:pt x="755783" y="91253"/>
                </a:lnTo>
                <a:lnTo>
                  <a:pt x="755905" y="91083"/>
                </a:lnTo>
                <a:lnTo>
                  <a:pt x="755987" y="90885"/>
                </a:lnTo>
                <a:lnTo>
                  <a:pt x="756112" y="90687"/>
                </a:lnTo>
                <a:lnTo>
                  <a:pt x="756244" y="90517"/>
                </a:lnTo>
                <a:lnTo>
                  <a:pt x="756325" y="90319"/>
                </a:lnTo>
                <a:lnTo>
                  <a:pt x="756448" y="90149"/>
                </a:lnTo>
                <a:lnTo>
                  <a:pt x="756570" y="89951"/>
                </a:lnTo>
                <a:lnTo>
                  <a:pt x="756651" y="89753"/>
                </a:lnTo>
                <a:lnTo>
                  <a:pt x="756774" y="89554"/>
                </a:lnTo>
                <a:lnTo>
                  <a:pt x="756908" y="89384"/>
                </a:lnTo>
                <a:lnTo>
                  <a:pt x="756980" y="89186"/>
                </a:lnTo>
                <a:lnTo>
                  <a:pt x="757103" y="88988"/>
                </a:lnTo>
                <a:lnTo>
                  <a:pt x="757235" y="88790"/>
                </a:lnTo>
                <a:lnTo>
                  <a:pt x="757316" y="88620"/>
                </a:lnTo>
                <a:lnTo>
                  <a:pt x="757438" y="88422"/>
                </a:lnTo>
                <a:lnTo>
                  <a:pt x="757561" y="88224"/>
                </a:lnTo>
                <a:lnTo>
                  <a:pt x="757642" y="88025"/>
                </a:lnTo>
                <a:lnTo>
                  <a:pt x="757777" y="87827"/>
                </a:lnTo>
                <a:lnTo>
                  <a:pt x="757899" y="87657"/>
                </a:lnTo>
                <a:lnTo>
                  <a:pt x="757981" y="87459"/>
                </a:lnTo>
                <a:lnTo>
                  <a:pt x="758103" y="87261"/>
                </a:lnTo>
                <a:lnTo>
                  <a:pt x="758225" y="87063"/>
                </a:lnTo>
                <a:lnTo>
                  <a:pt x="758348" y="86893"/>
                </a:lnTo>
                <a:lnTo>
                  <a:pt x="758429" y="86695"/>
                </a:lnTo>
                <a:lnTo>
                  <a:pt x="758552" y="86497"/>
                </a:lnTo>
                <a:lnTo>
                  <a:pt x="758674" y="86298"/>
                </a:lnTo>
                <a:lnTo>
                  <a:pt x="758768" y="86100"/>
                </a:lnTo>
                <a:lnTo>
                  <a:pt x="758890" y="85902"/>
                </a:lnTo>
                <a:lnTo>
                  <a:pt x="759013" y="85732"/>
                </a:lnTo>
                <a:lnTo>
                  <a:pt x="759094" y="85534"/>
                </a:lnTo>
                <a:lnTo>
                  <a:pt x="759216" y="85336"/>
                </a:lnTo>
                <a:lnTo>
                  <a:pt x="759339" y="85137"/>
                </a:lnTo>
                <a:lnTo>
                  <a:pt x="759420" y="84939"/>
                </a:lnTo>
                <a:lnTo>
                  <a:pt x="759543" y="84741"/>
                </a:lnTo>
                <a:lnTo>
                  <a:pt x="759677" y="84571"/>
                </a:lnTo>
                <a:lnTo>
                  <a:pt x="759759" y="84373"/>
                </a:lnTo>
                <a:lnTo>
                  <a:pt x="759881" y="84175"/>
                </a:lnTo>
                <a:lnTo>
                  <a:pt x="760003" y="83977"/>
                </a:lnTo>
                <a:lnTo>
                  <a:pt x="760085" y="83778"/>
                </a:lnTo>
                <a:lnTo>
                  <a:pt x="760207" y="83609"/>
                </a:lnTo>
                <a:lnTo>
                  <a:pt x="760330" y="83410"/>
                </a:lnTo>
                <a:lnTo>
                  <a:pt x="760411" y="83212"/>
                </a:lnTo>
                <a:lnTo>
                  <a:pt x="760543" y="83014"/>
                </a:lnTo>
                <a:lnTo>
                  <a:pt x="760668" y="82844"/>
                </a:lnTo>
                <a:lnTo>
                  <a:pt x="760791" y="82646"/>
                </a:lnTo>
                <a:lnTo>
                  <a:pt x="760872" y="82448"/>
                </a:lnTo>
                <a:lnTo>
                  <a:pt x="760994" y="82250"/>
                </a:lnTo>
                <a:lnTo>
                  <a:pt x="761117" y="82080"/>
                </a:lnTo>
                <a:lnTo>
                  <a:pt x="761198" y="81881"/>
                </a:lnTo>
                <a:lnTo>
                  <a:pt x="761321" y="81683"/>
                </a:lnTo>
                <a:lnTo>
                  <a:pt x="761453" y="81485"/>
                </a:lnTo>
                <a:lnTo>
                  <a:pt x="761534" y="81315"/>
                </a:lnTo>
                <a:lnTo>
                  <a:pt x="761659" y="81117"/>
                </a:lnTo>
                <a:lnTo>
                  <a:pt x="761781" y="80919"/>
                </a:lnTo>
                <a:lnTo>
                  <a:pt x="761863" y="80721"/>
                </a:lnTo>
                <a:lnTo>
                  <a:pt x="761985" y="80551"/>
                </a:lnTo>
                <a:lnTo>
                  <a:pt x="762108" y="80353"/>
                </a:lnTo>
                <a:lnTo>
                  <a:pt x="762199" y="80154"/>
                </a:lnTo>
                <a:lnTo>
                  <a:pt x="762321" y="79956"/>
                </a:lnTo>
                <a:lnTo>
                  <a:pt x="762444" y="79786"/>
                </a:lnTo>
                <a:lnTo>
                  <a:pt x="762525" y="79588"/>
                </a:lnTo>
                <a:lnTo>
                  <a:pt x="762650" y="79390"/>
                </a:lnTo>
                <a:lnTo>
                  <a:pt x="762772" y="79220"/>
                </a:lnTo>
                <a:lnTo>
                  <a:pt x="762854" y="79022"/>
                </a:lnTo>
                <a:lnTo>
                  <a:pt x="762976" y="78852"/>
                </a:lnTo>
                <a:lnTo>
                  <a:pt x="763108" y="78654"/>
                </a:lnTo>
                <a:lnTo>
                  <a:pt x="763231" y="78484"/>
                </a:lnTo>
                <a:lnTo>
                  <a:pt x="763312" y="78286"/>
                </a:lnTo>
                <a:lnTo>
                  <a:pt x="763435" y="78116"/>
                </a:lnTo>
                <a:lnTo>
                  <a:pt x="763559" y="77918"/>
                </a:lnTo>
                <a:lnTo>
                  <a:pt x="763641" y="77748"/>
                </a:lnTo>
                <a:lnTo>
                  <a:pt x="763763" y="77550"/>
                </a:lnTo>
                <a:lnTo>
                  <a:pt x="763895" y="77380"/>
                </a:lnTo>
                <a:lnTo>
                  <a:pt x="763977" y="77182"/>
                </a:lnTo>
                <a:lnTo>
                  <a:pt x="764099" y="77012"/>
                </a:lnTo>
                <a:lnTo>
                  <a:pt x="764222" y="76813"/>
                </a:lnTo>
                <a:lnTo>
                  <a:pt x="764303" y="76644"/>
                </a:lnTo>
                <a:lnTo>
                  <a:pt x="764426" y="76445"/>
                </a:lnTo>
                <a:lnTo>
                  <a:pt x="764548" y="76275"/>
                </a:lnTo>
                <a:lnTo>
                  <a:pt x="764642" y="76106"/>
                </a:lnTo>
                <a:lnTo>
                  <a:pt x="764764" y="75936"/>
                </a:lnTo>
                <a:lnTo>
                  <a:pt x="764886" y="75738"/>
                </a:lnTo>
                <a:lnTo>
                  <a:pt x="764968" y="75568"/>
                </a:lnTo>
                <a:lnTo>
                  <a:pt x="765090" y="75398"/>
                </a:lnTo>
                <a:lnTo>
                  <a:pt x="765213" y="75228"/>
                </a:lnTo>
                <a:lnTo>
                  <a:pt x="765294" y="75030"/>
                </a:lnTo>
                <a:lnTo>
                  <a:pt x="765417" y="74860"/>
                </a:lnTo>
                <a:lnTo>
                  <a:pt x="765541" y="74690"/>
                </a:lnTo>
                <a:lnTo>
                  <a:pt x="765673" y="74520"/>
                </a:lnTo>
                <a:lnTo>
                  <a:pt x="765755" y="74350"/>
                </a:lnTo>
                <a:lnTo>
                  <a:pt x="765877" y="74180"/>
                </a:lnTo>
                <a:lnTo>
                  <a:pt x="766000" y="74010"/>
                </a:lnTo>
                <a:lnTo>
                  <a:pt x="766081" y="73841"/>
                </a:lnTo>
                <a:lnTo>
                  <a:pt x="766204" y="73671"/>
                </a:lnTo>
                <a:lnTo>
                  <a:pt x="766326" y="73472"/>
                </a:lnTo>
                <a:lnTo>
                  <a:pt x="766408" y="73303"/>
                </a:lnTo>
                <a:lnTo>
                  <a:pt x="766542" y="73161"/>
                </a:lnTo>
                <a:lnTo>
                  <a:pt x="766664" y="72963"/>
                </a:lnTo>
                <a:lnTo>
                  <a:pt x="766746" y="72821"/>
                </a:lnTo>
                <a:lnTo>
                  <a:pt x="766868" y="72651"/>
                </a:lnTo>
                <a:lnTo>
                  <a:pt x="766991" y="72482"/>
                </a:lnTo>
                <a:lnTo>
                  <a:pt x="767072" y="72312"/>
                </a:lnTo>
                <a:lnTo>
                  <a:pt x="767195" y="72142"/>
                </a:lnTo>
                <a:lnTo>
                  <a:pt x="767317" y="71972"/>
                </a:lnTo>
                <a:lnTo>
                  <a:pt x="767411" y="71830"/>
                </a:lnTo>
                <a:lnTo>
                  <a:pt x="767533" y="71660"/>
                </a:lnTo>
                <a:lnTo>
                  <a:pt x="767655" y="71491"/>
                </a:lnTo>
                <a:lnTo>
                  <a:pt x="767737" y="71321"/>
                </a:lnTo>
                <a:lnTo>
                  <a:pt x="767859" y="71179"/>
                </a:lnTo>
                <a:lnTo>
                  <a:pt x="767982" y="71009"/>
                </a:lnTo>
                <a:lnTo>
                  <a:pt x="768104" y="70839"/>
                </a:lnTo>
                <a:lnTo>
                  <a:pt x="768186" y="70698"/>
                </a:lnTo>
                <a:lnTo>
                  <a:pt x="768320" y="70528"/>
                </a:lnTo>
                <a:lnTo>
                  <a:pt x="768442" y="70358"/>
                </a:lnTo>
                <a:lnTo>
                  <a:pt x="768524" y="70216"/>
                </a:lnTo>
                <a:lnTo>
                  <a:pt x="768646" y="70047"/>
                </a:lnTo>
                <a:lnTo>
                  <a:pt x="768769" y="69905"/>
                </a:lnTo>
                <a:lnTo>
                  <a:pt x="768850" y="69735"/>
                </a:lnTo>
                <a:lnTo>
                  <a:pt x="768973" y="69594"/>
                </a:lnTo>
                <a:lnTo>
                  <a:pt x="769095" y="69424"/>
                </a:lnTo>
                <a:lnTo>
                  <a:pt x="769189" y="69282"/>
                </a:lnTo>
                <a:lnTo>
                  <a:pt x="769311" y="69112"/>
                </a:lnTo>
                <a:lnTo>
                  <a:pt x="769433" y="68971"/>
                </a:lnTo>
                <a:lnTo>
                  <a:pt x="769515" y="68829"/>
                </a:lnTo>
                <a:lnTo>
                  <a:pt x="769637" y="68659"/>
                </a:lnTo>
                <a:lnTo>
                  <a:pt x="769760" y="68518"/>
                </a:lnTo>
                <a:lnTo>
                  <a:pt x="769841" y="68348"/>
                </a:lnTo>
                <a:lnTo>
                  <a:pt x="769964" y="68206"/>
                </a:lnTo>
                <a:lnTo>
                  <a:pt x="770096" y="68065"/>
                </a:lnTo>
                <a:lnTo>
                  <a:pt x="770180" y="67895"/>
                </a:lnTo>
                <a:lnTo>
                  <a:pt x="770302" y="67753"/>
                </a:lnTo>
                <a:lnTo>
                  <a:pt x="770424" y="67612"/>
                </a:lnTo>
                <a:lnTo>
                  <a:pt x="770506" y="67470"/>
                </a:lnTo>
                <a:lnTo>
                  <a:pt x="770628" y="67329"/>
                </a:lnTo>
                <a:lnTo>
                  <a:pt x="770760" y="67159"/>
                </a:lnTo>
                <a:lnTo>
                  <a:pt x="770883" y="67017"/>
                </a:lnTo>
                <a:lnTo>
                  <a:pt x="770964" y="66876"/>
                </a:lnTo>
                <a:lnTo>
                  <a:pt x="771087" y="66734"/>
                </a:lnTo>
                <a:lnTo>
                  <a:pt x="771211" y="66592"/>
                </a:lnTo>
                <a:lnTo>
                  <a:pt x="771293" y="66451"/>
                </a:lnTo>
                <a:lnTo>
                  <a:pt x="771415" y="66309"/>
                </a:lnTo>
                <a:lnTo>
                  <a:pt x="771538" y="66168"/>
                </a:lnTo>
                <a:lnTo>
                  <a:pt x="771629" y="66026"/>
                </a:lnTo>
                <a:lnTo>
                  <a:pt x="771751" y="65885"/>
                </a:lnTo>
                <a:lnTo>
                  <a:pt x="771874" y="65743"/>
                </a:lnTo>
                <a:lnTo>
                  <a:pt x="771955" y="65601"/>
                </a:lnTo>
                <a:lnTo>
                  <a:pt x="772078" y="65460"/>
                </a:lnTo>
                <a:lnTo>
                  <a:pt x="772202" y="65318"/>
                </a:lnTo>
                <a:lnTo>
                  <a:pt x="772284" y="65177"/>
                </a:lnTo>
                <a:lnTo>
                  <a:pt x="772406" y="65035"/>
                </a:lnTo>
                <a:lnTo>
                  <a:pt x="772538" y="64894"/>
                </a:lnTo>
                <a:lnTo>
                  <a:pt x="772620" y="64752"/>
                </a:lnTo>
                <a:lnTo>
                  <a:pt x="772742" y="64639"/>
                </a:lnTo>
                <a:lnTo>
                  <a:pt x="772865" y="64497"/>
                </a:lnTo>
                <a:lnTo>
                  <a:pt x="772946" y="64356"/>
                </a:lnTo>
                <a:lnTo>
                  <a:pt x="773071" y="64214"/>
                </a:lnTo>
                <a:lnTo>
                  <a:pt x="773193" y="64073"/>
                </a:lnTo>
                <a:lnTo>
                  <a:pt x="773316" y="63931"/>
                </a:lnTo>
                <a:lnTo>
                  <a:pt x="773407" y="63789"/>
                </a:lnTo>
                <a:lnTo>
                  <a:pt x="773529" y="63676"/>
                </a:lnTo>
                <a:lnTo>
                  <a:pt x="773652" y="63535"/>
                </a:lnTo>
                <a:lnTo>
                  <a:pt x="773733" y="63393"/>
                </a:lnTo>
                <a:lnTo>
                  <a:pt x="773856" y="63251"/>
                </a:lnTo>
                <a:lnTo>
                  <a:pt x="773978" y="63138"/>
                </a:lnTo>
                <a:lnTo>
                  <a:pt x="774059" y="62997"/>
                </a:lnTo>
                <a:lnTo>
                  <a:pt x="774184" y="62855"/>
                </a:lnTo>
                <a:lnTo>
                  <a:pt x="774316" y="62742"/>
                </a:lnTo>
                <a:lnTo>
                  <a:pt x="774398" y="62600"/>
                </a:lnTo>
                <a:lnTo>
                  <a:pt x="774520" y="62459"/>
                </a:lnTo>
                <a:lnTo>
                  <a:pt x="774643" y="62317"/>
                </a:lnTo>
                <a:lnTo>
                  <a:pt x="774724" y="62204"/>
                </a:lnTo>
                <a:lnTo>
                  <a:pt x="774846" y="62062"/>
                </a:lnTo>
                <a:lnTo>
                  <a:pt x="774969" y="61921"/>
                </a:lnTo>
                <a:lnTo>
                  <a:pt x="775053" y="61807"/>
                </a:lnTo>
                <a:lnTo>
                  <a:pt x="775185" y="61666"/>
                </a:lnTo>
                <a:lnTo>
                  <a:pt x="775307" y="61524"/>
                </a:lnTo>
                <a:lnTo>
                  <a:pt x="775389" y="61411"/>
                </a:lnTo>
                <a:lnTo>
                  <a:pt x="775511" y="61270"/>
                </a:lnTo>
                <a:lnTo>
                  <a:pt x="775634" y="61128"/>
                </a:lnTo>
                <a:lnTo>
                  <a:pt x="775756" y="61015"/>
                </a:lnTo>
                <a:lnTo>
                  <a:pt x="775837" y="60873"/>
                </a:lnTo>
                <a:lnTo>
                  <a:pt x="775960" y="60732"/>
                </a:lnTo>
                <a:lnTo>
                  <a:pt x="776094" y="60590"/>
                </a:lnTo>
                <a:lnTo>
                  <a:pt x="776176" y="60477"/>
                </a:lnTo>
                <a:lnTo>
                  <a:pt x="776298" y="60335"/>
                </a:lnTo>
                <a:lnTo>
                  <a:pt x="776421" y="60194"/>
                </a:lnTo>
                <a:lnTo>
                  <a:pt x="776502" y="60080"/>
                </a:lnTo>
                <a:lnTo>
                  <a:pt x="776624" y="59939"/>
                </a:lnTo>
                <a:lnTo>
                  <a:pt x="776759" y="59797"/>
                </a:lnTo>
                <a:lnTo>
                  <a:pt x="776828" y="59656"/>
                </a:lnTo>
                <a:lnTo>
                  <a:pt x="776963" y="59542"/>
                </a:lnTo>
                <a:lnTo>
                  <a:pt x="777085" y="59401"/>
                </a:lnTo>
                <a:lnTo>
                  <a:pt x="777167" y="59259"/>
                </a:lnTo>
                <a:lnTo>
                  <a:pt x="777289" y="59146"/>
                </a:lnTo>
                <a:lnTo>
                  <a:pt x="777411" y="59004"/>
                </a:lnTo>
                <a:lnTo>
                  <a:pt x="777493" y="58863"/>
                </a:lnTo>
                <a:lnTo>
                  <a:pt x="777625" y="58721"/>
                </a:lnTo>
                <a:lnTo>
                  <a:pt x="777750" y="58580"/>
                </a:lnTo>
                <a:lnTo>
                  <a:pt x="777831" y="58467"/>
                </a:lnTo>
                <a:lnTo>
                  <a:pt x="777954" y="58325"/>
                </a:lnTo>
                <a:lnTo>
                  <a:pt x="778076" y="58183"/>
                </a:lnTo>
                <a:lnTo>
                  <a:pt x="778199" y="58042"/>
                </a:lnTo>
                <a:lnTo>
                  <a:pt x="778280" y="57900"/>
                </a:lnTo>
                <a:lnTo>
                  <a:pt x="778402" y="57787"/>
                </a:lnTo>
                <a:lnTo>
                  <a:pt x="778534" y="57645"/>
                </a:lnTo>
                <a:lnTo>
                  <a:pt x="778616" y="57504"/>
                </a:lnTo>
                <a:lnTo>
                  <a:pt x="778741" y="57362"/>
                </a:lnTo>
                <a:lnTo>
                  <a:pt x="778863" y="57221"/>
                </a:lnTo>
                <a:lnTo>
                  <a:pt x="778945" y="57079"/>
                </a:lnTo>
                <a:lnTo>
                  <a:pt x="779067" y="56938"/>
                </a:lnTo>
                <a:lnTo>
                  <a:pt x="779189" y="56824"/>
                </a:lnTo>
                <a:lnTo>
                  <a:pt x="779271" y="56655"/>
                </a:lnTo>
                <a:lnTo>
                  <a:pt x="779403" y="56541"/>
                </a:lnTo>
                <a:lnTo>
                  <a:pt x="779525" y="56371"/>
                </a:lnTo>
                <a:lnTo>
                  <a:pt x="779607" y="56258"/>
                </a:lnTo>
                <a:lnTo>
                  <a:pt x="779732" y="56117"/>
                </a:lnTo>
                <a:lnTo>
                  <a:pt x="779854" y="55975"/>
                </a:lnTo>
                <a:lnTo>
                  <a:pt x="779936" y="55833"/>
                </a:lnTo>
                <a:lnTo>
                  <a:pt x="780058" y="55692"/>
                </a:lnTo>
                <a:lnTo>
                  <a:pt x="780180" y="55550"/>
                </a:lnTo>
                <a:lnTo>
                  <a:pt x="780272" y="55409"/>
                </a:lnTo>
                <a:lnTo>
                  <a:pt x="780394" y="55267"/>
                </a:lnTo>
                <a:lnTo>
                  <a:pt x="780516" y="55126"/>
                </a:lnTo>
                <a:lnTo>
                  <a:pt x="780639" y="54984"/>
                </a:lnTo>
                <a:lnTo>
                  <a:pt x="780723" y="54842"/>
                </a:lnTo>
                <a:lnTo>
                  <a:pt x="780845" y="54701"/>
                </a:lnTo>
                <a:lnTo>
                  <a:pt x="780967" y="54531"/>
                </a:lnTo>
                <a:lnTo>
                  <a:pt x="781049" y="54389"/>
                </a:lnTo>
                <a:lnTo>
                  <a:pt x="781171" y="54248"/>
                </a:lnTo>
                <a:lnTo>
                  <a:pt x="781303" y="54106"/>
                </a:lnTo>
                <a:lnTo>
                  <a:pt x="781385" y="53965"/>
                </a:lnTo>
                <a:lnTo>
                  <a:pt x="781507" y="53823"/>
                </a:lnTo>
                <a:lnTo>
                  <a:pt x="781632" y="53653"/>
                </a:lnTo>
                <a:lnTo>
                  <a:pt x="781714" y="53512"/>
                </a:lnTo>
                <a:lnTo>
                  <a:pt x="781836" y="53370"/>
                </a:lnTo>
                <a:lnTo>
                  <a:pt x="781968" y="53229"/>
                </a:lnTo>
                <a:lnTo>
                  <a:pt x="782040" y="53087"/>
                </a:lnTo>
                <a:lnTo>
                  <a:pt x="782172" y="52917"/>
                </a:lnTo>
                <a:lnTo>
                  <a:pt x="782294" y="52776"/>
                </a:lnTo>
                <a:lnTo>
                  <a:pt x="782376" y="52634"/>
                </a:lnTo>
                <a:lnTo>
                  <a:pt x="782498" y="52464"/>
                </a:lnTo>
                <a:lnTo>
                  <a:pt x="782623" y="52323"/>
                </a:lnTo>
                <a:lnTo>
                  <a:pt x="782705" y="52181"/>
                </a:lnTo>
                <a:lnTo>
                  <a:pt x="782827" y="52011"/>
                </a:lnTo>
                <a:lnTo>
                  <a:pt x="782959" y="51870"/>
                </a:lnTo>
                <a:lnTo>
                  <a:pt x="783081" y="51728"/>
                </a:lnTo>
                <a:lnTo>
                  <a:pt x="783163" y="51558"/>
                </a:lnTo>
                <a:lnTo>
                  <a:pt x="783285" y="51417"/>
                </a:lnTo>
                <a:lnTo>
                  <a:pt x="783408" y="51247"/>
                </a:lnTo>
                <a:lnTo>
                  <a:pt x="783489" y="51105"/>
                </a:lnTo>
                <a:lnTo>
                  <a:pt x="783614" y="50935"/>
                </a:lnTo>
                <a:lnTo>
                  <a:pt x="783746" y="50794"/>
                </a:lnTo>
                <a:lnTo>
                  <a:pt x="783828" y="50652"/>
                </a:lnTo>
                <a:lnTo>
                  <a:pt x="783950" y="50482"/>
                </a:lnTo>
                <a:lnTo>
                  <a:pt x="784072" y="50341"/>
                </a:lnTo>
                <a:lnTo>
                  <a:pt x="784154" y="50171"/>
                </a:lnTo>
                <a:lnTo>
                  <a:pt x="784276" y="50029"/>
                </a:lnTo>
                <a:lnTo>
                  <a:pt x="784399" y="49859"/>
                </a:lnTo>
                <a:lnTo>
                  <a:pt x="784492" y="49718"/>
                </a:lnTo>
                <a:lnTo>
                  <a:pt x="784615" y="49548"/>
                </a:lnTo>
                <a:lnTo>
                  <a:pt x="784737" y="49378"/>
                </a:lnTo>
                <a:lnTo>
                  <a:pt x="784819" y="49236"/>
                </a:lnTo>
                <a:lnTo>
                  <a:pt x="784941" y="49067"/>
                </a:lnTo>
                <a:lnTo>
                  <a:pt x="785063" y="48925"/>
                </a:lnTo>
                <a:lnTo>
                  <a:pt x="785145" y="48755"/>
                </a:lnTo>
                <a:lnTo>
                  <a:pt x="785267" y="48585"/>
                </a:lnTo>
                <a:lnTo>
                  <a:pt x="785390" y="48444"/>
                </a:lnTo>
                <a:lnTo>
                  <a:pt x="785524" y="48274"/>
                </a:lnTo>
                <a:lnTo>
                  <a:pt x="785606" y="48132"/>
                </a:lnTo>
                <a:lnTo>
                  <a:pt x="785728" y="47962"/>
                </a:lnTo>
                <a:lnTo>
                  <a:pt x="785850" y="47793"/>
                </a:lnTo>
                <a:lnTo>
                  <a:pt x="785932" y="47651"/>
                </a:lnTo>
                <a:lnTo>
                  <a:pt x="786054" y="47481"/>
                </a:lnTo>
                <a:lnTo>
                  <a:pt x="786177" y="47311"/>
                </a:lnTo>
                <a:lnTo>
                  <a:pt x="786270" y="47170"/>
                </a:lnTo>
                <a:lnTo>
                  <a:pt x="786393" y="47000"/>
                </a:lnTo>
                <a:lnTo>
                  <a:pt x="786515" y="46830"/>
                </a:lnTo>
                <a:lnTo>
                  <a:pt x="786597" y="46688"/>
                </a:lnTo>
                <a:lnTo>
                  <a:pt x="786719" y="46518"/>
                </a:lnTo>
                <a:lnTo>
                  <a:pt x="786841" y="46349"/>
                </a:lnTo>
                <a:lnTo>
                  <a:pt x="786923" y="46179"/>
                </a:lnTo>
                <a:lnTo>
                  <a:pt x="787045" y="46037"/>
                </a:lnTo>
                <a:lnTo>
                  <a:pt x="787168" y="45867"/>
                </a:lnTo>
                <a:lnTo>
                  <a:pt x="787261" y="45697"/>
                </a:lnTo>
                <a:lnTo>
                  <a:pt x="787384" y="45527"/>
                </a:lnTo>
                <a:lnTo>
                  <a:pt x="787506" y="45358"/>
                </a:lnTo>
                <a:lnTo>
                  <a:pt x="787588" y="45216"/>
                </a:lnTo>
                <a:lnTo>
                  <a:pt x="787710" y="45046"/>
                </a:lnTo>
                <a:lnTo>
                  <a:pt x="787832" y="44876"/>
                </a:lnTo>
                <a:lnTo>
                  <a:pt x="787914" y="44706"/>
                </a:lnTo>
                <a:lnTo>
                  <a:pt x="788036" y="44565"/>
                </a:lnTo>
                <a:lnTo>
                  <a:pt x="788168" y="44395"/>
                </a:lnTo>
                <a:lnTo>
                  <a:pt x="788293" y="44225"/>
                </a:lnTo>
                <a:lnTo>
                  <a:pt x="788375" y="44055"/>
                </a:lnTo>
                <a:lnTo>
                  <a:pt x="788497" y="43885"/>
                </a:lnTo>
                <a:lnTo>
                  <a:pt x="788619" y="43715"/>
                </a:lnTo>
                <a:lnTo>
                  <a:pt x="788701" y="43574"/>
                </a:lnTo>
                <a:lnTo>
                  <a:pt x="788833" y="43376"/>
                </a:lnTo>
                <a:lnTo>
                  <a:pt x="788955" y="43234"/>
                </a:lnTo>
                <a:lnTo>
                  <a:pt x="789037" y="43064"/>
                </a:lnTo>
                <a:lnTo>
                  <a:pt x="789162" y="42894"/>
                </a:lnTo>
                <a:lnTo>
                  <a:pt x="789284" y="42724"/>
                </a:lnTo>
                <a:lnTo>
                  <a:pt x="789366" y="42555"/>
                </a:lnTo>
                <a:lnTo>
                  <a:pt x="789488" y="42385"/>
                </a:lnTo>
                <a:lnTo>
                  <a:pt x="789610" y="42215"/>
                </a:lnTo>
                <a:lnTo>
                  <a:pt x="789701" y="42045"/>
                </a:lnTo>
                <a:lnTo>
                  <a:pt x="789824" y="41875"/>
                </a:lnTo>
                <a:lnTo>
                  <a:pt x="789946" y="41734"/>
                </a:lnTo>
                <a:lnTo>
                  <a:pt x="790028" y="41564"/>
                </a:lnTo>
                <a:lnTo>
                  <a:pt x="790150" y="41394"/>
                </a:lnTo>
                <a:lnTo>
                  <a:pt x="790275" y="41224"/>
                </a:lnTo>
                <a:lnTo>
                  <a:pt x="790357" y="41054"/>
                </a:lnTo>
                <a:lnTo>
                  <a:pt x="790479" y="40884"/>
                </a:lnTo>
                <a:lnTo>
                  <a:pt x="790611" y="40714"/>
                </a:lnTo>
                <a:lnTo>
                  <a:pt x="790733" y="40544"/>
                </a:lnTo>
                <a:lnTo>
                  <a:pt x="790815" y="40374"/>
                </a:lnTo>
                <a:lnTo>
                  <a:pt x="790937" y="40205"/>
                </a:lnTo>
                <a:lnTo>
                  <a:pt x="791060" y="40035"/>
                </a:lnTo>
                <a:lnTo>
                  <a:pt x="791144" y="39865"/>
                </a:lnTo>
                <a:lnTo>
                  <a:pt x="791266" y="39695"/>
                </a:lnTo>
                <a:lnTo>
                  <a:pt x="791388" y="39525"/>
                </a:lnTo>
                <a:lnTo>
                  <a:pt x="791479" y="39355"/>
                </a:lnTo>
                <a:lnTo>
                  <a:pt x="791602" y="39185"/>
                </a:lnTo>
                <a:lnTo>
                  <a:pt x="791724" y="39015"/>
                </a:lnTo>
                <a:lnTo>
                  <a:pt x="791806" y="38846"/>
                </a:lnTo>
                <a:lnTo>
                  <a:pt x="791928" y="38647"/>
                </a:lnTo>
                <a:lnTo>
                  <a:pt x="792051" y="38506"/>
                </a:lnTo>
                <a:lnTo>
                  <a:pt x="792135" y="38308"/>
                </a:lnTo>
                <a:lnTo>
                  <a:pt x="792257" y="38138"/>
                </a:lnTo>
                <a:lnTo>
                  <a:pt x="792389" y="37968"/>
                </a:lnTo>
                <a:lnTo>
                  <a:pt x="792470" y="37798"/>
                </a:lnTo>
                <a:lnTo>
                  <a:pt x="792593" y="37628"/>
                </a:lnTo>
                <a:lnTo>
                  <a:pt x="792715" y="37458"/>
                </a:lnTo>
                <a:lnTo>
                  <a:pt x="792797" y="37288"/>
                </a:lnTo>
                <a:lnTo>
                  <a:pt x="792919" y="37118"/>
                </a:lnTo>
                <a:lnTo>
                  <a:pt x="793042" y="36949"/>
                </a:lnTo>
                <a:lnTo>
                  <a:pt x="793166" y="36779"/>
                </a:lnTo>
                <a:lnTo>
                  <a:pt x="793257" y="36609"/>
                </a:lnTo>
                <a:lnTo>
                  <a:pt x="793380" y="36439"/>
                </a:lnTo>
                <a:lnTo>
                  <a:pt x="793502" y="36269"/>
                </a:lnTo>
                <a:lnTo>
                  <a:pt x="793584" y="36099"/>
                </a:lnTo>
                <a:lnTo>
                  <a:pt x="793706" y="35929"/>
                </a:lnTo>
                <a:lnTo>
                  <a:pt x="793829" y="35759"/>
                </a:lnTo>
                <a:lnTo>
                  <a:pt x="793910" y="35590"/>
                </a:lnTo>
                <a:lnTo>
                  <a:pt x="794032" y="35420"/>
                </a:lnTo>
                <a:lnTo>
                  <a:pt x="794167" y="35250"/>
                </a:lnTo>
                <a:lnTo>
                  <a:pt x="794248" y="35052"/>
                </a:lnTo>
                <a:lnTo>
                  <a:pt x="794371" y="34910"/>
                </a:lnTo>
                <a:lnTo>
                  <a:pt x="794493" y="34712"/>
                </a:lnTo>
                <a:lnTo>
                  <a:pt x="794575" y="34542"/>
                </a:lnTo>
                <a:lnTo>
                  <a:pt x="794697" y="34400"/>
                </a:lnTo>
                <a:lnTo>
                  <a:pt x="794832" y="34202"/>
                </a:lnTo>
                <a:lnTo>
                  <a:pt x="794901" y="34032"/>
                </a:lnTo>
                <a:lnTo>
                  <a:pt x="795035" y="33862"/>
                </a:lnTo>
                <a:lnTo>
                  <a:pt x="795158" y="33693"/>
                </a:lnTo>
                <a:lnTo>
                  <a:pt x="795239" y="33523"/>
                </a:lnTo>
                <a:lnTo>
                  <a:pt x="795362" y="33353"/>
                </a:lnTo>
                <a:lnTo>
                  <a:pt x="795484" y="33183"/>
                </a:lnTo>
                <a:lnTo>
                  <a:pt x="795607" y="33041"/>
                </a:lnTo>
                <a:lnTo>
                  <a:pt x="795700" y="32843"/>
                </a:lnTo>
                <a:lnTo>
                  <a:pt x="795822" y="32702"/>
                </a:lnTo>
                <a:lnTo>
                  <a:pt x="795945" y="32532"/>
                </a:lnTo>
                <a:lnTo>
                  <a:pt x="796026" y="32362"/>
                </a:lnTo>
                <a:lnTo>
                  <a:pt x="796149" y="32192"/>
                </a:lnTo>
                <a:lnTo>
                  <a:pt x="796271" y="32022"/>
                </a:lnTo>
                <a:lnTo>
                  <a:pt x="796353" y="31852"/>
                </a:lnTo>
                <a:lnTo>
                  <a:pt x="796475" y="31682"/>
                </a:lnTo>
                <a:lnTo>
                  <a:pt x="796607" y="31512"/>
                </a:lnTo>
                <a:lnTo>
                  <a:pt x="796689" y="31343"/>
                </a:lnTo>
                <a:lnTo>
                  <a:pt x="796813" y="31173"/>
                </a:lnTo>
                <a:lnTo>
                  <a:pt x="796936" y="31003"/>
                </a:lnTo>
                <a:lnTo>
                  <a:pt x="797017" y="30861"/>
                </a:lnTo>
                <a:lnTo>
                  <a:pt x="797140" y="30691"/>
                </a:lnTo>
                <a:lnTo>
                  <a:pt x="797262" y="30522"/>
                </a:lnTo>
                <a:lnTo>
                  <a:pt x="797344" y="30352"/>
                </a:lnTo>
                <a:lnTo>
                  <a:pt x="797476" y="30210"/>
                </a:lnTo>
                <a:lnTo>
                  <a:pt x="797598" y="30012"/>
                </a:lnTo>
                <a:lnTo>
                  <a:pt x="797680" y="29870"/>
                </a:lnTo>
                <a:lnTo>
                  <a:pt x="797804" y="29700"/>
                </a:lnTo>
                <a:lnTo>
                  <a:pt x="797927" y="29559"/>
                </a:lnTo>
                <a:lnTo>
                  <a:pt x="798049" y="29389"/>
                </a:lnTo>
                <a:lnTo>
                  <a:pt x="798131" y="29219"/>
                </a:lnTo>
                <a:lnTo>
                  <a:pt x="798253" y="29049"/>
                </a:lnTo>
                <a:lnTo>
                  <a:pt x="798385" y="28908"/>
                </a:lnTo>
                <a:lnTo>
                  <a:pt x="798467" y="28738"/>
                </a:lnTo>
                <a:lnTo>
                  <a:pt x="798589" y="28596"/>
                </a:lnTo>
                <a:lnTo>
                  <a:pt x="798714" y="28426"/>
                </a:lnTo>
                <a:lnTo>
                  <a:pt x="798795" y="28256"/>
                </a:lnTo>
                <a:lnTo>
                  <a:pt x="798918" y="28115"/>
                </a:lnTo>
                <a:lnTo>
                  <a:pt x="799040" y="27945"/>
                </a:lnTo>
                <a:lnTo>
                  <a:pt x="799122" y="27775"/>
                </a:lnTo>
                <a:lnTo>
                  <a:pt x="799254" y="27634"/>
                </a:lnTo>
                <a:lnTo>
                  <a:pt x="799376" y="27492"/>
                </a:lnTo>
                <a:lnTo>
                  <a:pt x="799458" y="27322"/>
                </a:lnTo>
                <a:lnTo>
                  <a:pt x="799580" y="27181"/>
                </a:lnTo>
                <a:lnTo>
                  <a:pt x="799705" y="27011"/>
                </a:lnTo>
                <a:lnTo>
                  <a:pt x="799786" y="26869"/>
                </a:lnTo>
                <a:lnTo>
                  <a:pt x="799909" y="26728"/>
                </a:lnTo>
                <a:lnTo>
                  <a:pt x="800031" y="26558"/>
                </a:lnTo>
                <a:lnTo>
                  <a:pt x="800122" y="26416"/>
                </a:lnTo>
                <a:lnTo>
                  <a:pt x="800245" y="26275"/>
                </a:lnTo>
                <a:lnTo>
                  <a:pt x="800367" y="26105"/>
                </a:lnTo>
                <a:lnTo>
                  <a:pt x="800489" y="25963"/>
                </a:lnTo>
                <a:lnTo>
                  <a:pt x="800571" y="25822"/>
                </a:lnTo>
                <a:lnTo>
                  <a:pt x="800696" y="25652"/>
                </a:lnTo>
                <a:lnTo>
                  <a:pt x="800828" y="25510"/>
                </a:lnTo>
                <a:lnTo>
                  <a:pt x="800900" y="25369"/>
                </a:lnTo>
                <a:lnTo>
                  <a:pt x="801032" y="25227"/>
                </a:lnTo>
                <a:lnTo>
                  <a:pt x="801154" y="25085"/>
                </a:lnTo>
                <a:lnTo>
                  <a:pt x="801236" y="24944"/>
                </a:lnTo>
                <a:lnTo>
                  <a:pt x="801358" y="24802"/>
                </a:lnTo>
                <a:lnTo>
                  <a:pt x="801480" y="24661"/>
                </a:lnTo>
                <a:lnTo>
                  <a:pt x="801562" y="24519"/>
                </a:lnTo>
                <a:lnTo>
                  <a:pt x="801696" y="24378"/>
                </a:lnTo>
                <a:lnTo>
                  <a:pt x="801819" y="24236"/>
                </a:lnTo>
                <a:lnTo>
                  <a:pt x="801900" y="24094"/>
                </a:lnTo>
                <a:lnTo>
                  <a:pt x="802023" y="23953"/>
                </a:lnTo>
                <a:lnTo>
                  <a:pt x="802145" y="23811"/>
                </a:lnTo>
                <a:lnTo>
                  <a:pt x="802227" y="23670"/>
                </a:lnTo>
                <a:lnTo>
                  <a:pt x="802349" y="23556"/>
                </a:lnTo>
                <a:lnTo>
                  <a:pt x="802471" y="23415"/>
                </a:lnTo>
                <a:lnTo>
                  <a:pt x="802565" y="23273"/>
                </a:lnTo>
                <a:lnTo>
                  <a:pt x="802687" y="23160"/>
                </a:lnTo>
                <a:lnTo>
                  <a:pt x="802810" y="23019"/>
                </a:lnTo>
                <a:lnTo>
                  <a:pt x="802932" y="22877"/>
                </a:lnTo>
                <a:lnTo>
                  <a:pt x="803014" y="22735"/>
                </a:lnTo>
                <a:lnTo>
                  <a:pt x="803136" y="22622"/>
                </a:lnTo>
                <a:lnTo>
                  <a:pt x="803258" y="22481"/>
                </a:lnTo>
                <a:lnTo>
                  <a:pt x="803340" y="22367"/>
                </a:lnTo>
                <a:lnTo>
                  <a:pt x="803474" y="22226"/>
                </a:lnTo>
                <a:lnTo>
                  <a:pt x="803597" y="22084"/>
                </a:lnTo>
                <a:lnTo>
                  <a:pt x="803678" y="21971"/>
                </a:lnTo>
                <a:lnTo>
                  <a:pt x="803801" y="21829"/>
                </a:lnTo>
                <a:lnTo>
                  <a:pt x="803923" y="21716"/>
                </a:lnTo>
                <a:lnTo>
                  <a:pt x="804005" y="21603"/>
                </a:lnTo>
                <a:lnTo>
                  <a:pt x="804127" y="21461"/>
                </a:lnTo>
                <a:lnTo>
                  <a:pt x="804249" y="21348"/>
                </a:lnTo>
                <a:lnTo>
                  <a:pt x="804343" y="21235"/>
                </a:lnTo>
                <a:lnTo>
                  <a:pt x="804465" y="21093"/>
                </a:lnTo>
                <a:lnTo>
                  <a:pt x="804588" y="20980"/>
                </a:lnTo>
                <a:lnTo>
                  <a:pt x="804669" y="20867"/>
                </a:lnTo>
                <a:lnTo>
                  <a:pt x="804792" y="20754"/>
                </a:lnTo>
                <a:lnTo>
                  <a:pt x="804914" y="20640"/>
                </a:lnTo>
                <a:lnTo>
                  <a:pt x="804996" y="20527"/>
                </a:lnTo>
                <a:lnTo>
                  <a:pt x="805118" y="20414"/>
                </a:lnTo>
                <a:lnTo>
                  <a:pt x="805252" y="20272"/>
                </a:lnTo>
                <a:lnTo>
                  <a:pt x="805375" y="20159"/>
                </a:lnTo>
                <a:lnTo>
                  <a:pt x="805456" y="20046"/>
                </a:lnTo>
                <a:lnTo>
                  <a:pt x="805579" y="19932"/>
                </a:lnTo>
                <a:lnTo>
                  <a:pt x="805701" y="19819"/>
                </a:lnTo>
                <a:lnTo>
                  <a:pt x="805783" y="19706"/>
                </a:lnTo>
                <a:lnTo>
                  <a:pt x="805905" y="19593"/>
                </a:lnTo>
                <a:lnTo>
                  <a:pt x="806027" y="19479"/>
                </a:lnTo>
                <a:lnTo>
                  <a:pt x="806119" y="19394"/>
                </a:lnTo>
                <a:lnTo>
                  <a:pt x="806241" y="19281"/>
                </a:lnTo>
                <a:lnTo>
                  <a:pt x="806366" y="19168"/>
                </a:lnTo>
                <a:lnTo>
                  <a:pt x="806447" y="19055"/>
                </a:lnTo>
                <a:lnTo>
                  <a:pt x="806570" y="18970"/>
                </a:lnTo>
                <a:lnTo>
                  <a:pt x="806692" y="18857"/>
                </a:lnTo>
                <a:lnTo>
                  <a:pt x="806774" y="18743"/>
                </a:lnTo>
                <a:lnTo>
                  <a:pt x="806896" y="18658"/>
                </a:lnTo>
                <a:lnTo>
                  <a:pt x="807028" y="18545"/>
                </a:lnTo>
                <a:lnTo>
                  <a:pt x="807109" y="18432"/>
                </a:lnTo>
                <a:lnTo>
                  <a:pt x="807234" y="18347"/>
                </a:lnTo>
                <a:lnTo>
                  <a:pt x="807357" y="18234"/>
                </a:lnTo>
                <a:lnTo>
                  <a:pt x="807438" y="18149"/>
                </a:lnTo>
                <a:lnTo>
                  <a:pt x="807561" y="18035"/>
                </a:lnTo>
                <a:lnTo>
                  <a:pt x="807693" y="17951"/>
                </a:lnTo>
                <a:lnTo>
                  <a:pt x="807765" y="17837"/>
                </a:lnTo>
                <a:lnTo>
                  <a:pt x="807897" y="17752"/>
                </a:lnTo>
                <a:lnTo>
                  <a:pt x="808019" y="17667"/>
                </a:lnTo>
                <a:lnTo>
                  <a:pt x="808141" y="17554"/>
                </a:lnTo>
                <a:lnTo>
                  <a:pt x="808225" y="17469"/>
                </a:lnTo>
                <a:lnTo>
                  <a:pt x="808348" y="17384"/>
                </a:lnTo>
                <a:lnTo>
                  <a:pt x="808470" y="17299"/>
                </a:lnTo>
                <a:lnTo>
                  <a:pt x="808561" y="17186"/>
                </a:lnTo>
                <a:lnTo>
                  <a:pt x="808684" y="17101"/>
                </a:lnTo>
                <a:lnTo>
                  <a:pt x="808806" y="17016"/>
                </a:lnTo>
                <a:lnTo>
                  <a:pt x="808887" y="16931"/>
                </a:lnTo>
                <a:lnTo>
                  <a:pt x="809010" y="16846"/>
                </a:lnTo>
                <a:lnTo>
                  <a:pt x="809132" y="16733"/>
                </a:lnTo>
                <a:lnTo>
                  <a:pt x="809216" y="16676"/>
                </a:lnTo>
                <a:lnTo>
                  <a:pt x="809339" y="16591"/>
                </a:lnTo>
                <a:lnTo>
                  <a:pt x="809471" y="16478"/>
                </a:lnTo>
                <a:lnTo>
                  <a:pt x="809552" y="16422"/>
                </a:lnTo>
                <a:lnTo>
                  <a:pt x="809675" y="16308"/>
                </a:lnTo>
                <a:lnTo>
                  <a:pt x="809797" y="16223"/>
                </a:lnTo>
                <a:lnTo>
                  <a:pt x="809878" y="16138"/>
                </a:lnTo>
                <a:lnTo>
                  <a:pt x="810001" y="16082"/>
                </a:lnTo>
                <a:lnTo>
                  <a:pt x="810123" y="15997"/>
                </a:lnTo>
                <a:lnTo>
                  <a:pt x="810207" y="15912"/>
                </a:lnTo>
                <a:lnTo>
                  <a:pt x="810339" y="15827"/>
                </a:lnTo>
                <a:lnTo>
                  <a:pt x="810462" y="15742"/>
                </a:lnTo>
                <a:lnTo>
                  <a:pt x="810584" y="15657"/>
                </a:lnTo>
                <a:lnTo>
                  <a:pt x="810665" y="15601"/>
                </a:lnTo>
                <a:lnTo>
                  <a:pt x="810788" y="15516"/>
                </a:lnTo>
                <a:lnTo>
                  <a:pt x="810910" y="15431"/>
                </a:lnTo>
                <a:lnTo>
                  <a:pt x="810992" y="15346"/>
                </a:lnTo>
                <a:lnTo>
                  <a:pt x="811117" y="15261"/>
                </a:lnTo>
                <a:lnTo>
                  <a:pt x="811249" y="15204"/>
                </a:lnTo>
                <a:lnTo>
                  <a:pt x="811330" y="15119"/>
                </a:lnTo>
                <a:lnTo>
                  <a:pt x="811452" y="15063"/>
                </a:lnTo>
                <a:lnTo>
                  <a:pt x="811575" y="14978"/>
                </a:lnTo>
                <a:lnTo>
                  <a:pt x="811656" y="14893"/>
                </a:lnTo>
                <a:lnTo>
                  <a:pt x="811779" y="14836"/>
                </a:lnTo>
                <a:lnTo>
                  <a:pt x="811901" y="14751"/>
                </a:lnTo>
                <a:lnTo>
                  <a:pt x="811983" y="14666"/>
                </a:lnTo>
                <a:lnTo>
                  <a:pt x="812117" y="14610"/>
                </a:lnTo>
                <a:lnTo>
                  <a:pt x="812240" y="14525"/>
                </a:lnTo>
                <a:lnTo>
                  <a:pt x="812321" y="14440"/>
                </a:lnTo>
                <a:lnTo>
                  <a:pt x="812443" y="14383"/>
                </a:lnTo>
                <a:lnTo>
                  <a:pt x="812566" y="14326"/>
                </a:lnTo>
                <a:lnTo>
                  <a:pt x="812647" y="14241"/>
                </a:lnTo>
                <a:lnTo>
                  <a:pt x="812770" y="14157"/>
                </a:lnTo>
                <a:lnTo>
                  <a:pt x="812892" y="14100"/>
                </a:lnTo>
                <a:lnTo>
                  <a:pt x="813027" y="14015"/>
                </a:lnTo>
                <a:lnTo>
                  <a:pt x="813108" y="13958"/>
                </a:lnTo>
                <a:lnTo>
                  <a:pt x="813230" y="13873"/>
                </a:lnTo>
                <a:lnTo>
                  <a:pt x="813353" y="13817"/>
                </a:lnTo>
                <a:lnTo>
                  <a:pt x="813434" y="13732"/>
                </a:lnTo>
                <a:lnTo>
                  <a:pt x="813557" y="13675"/>
                </a:lnTo>
                <a:lnTo>
                  <a:pt x="813689" y="13590"/>
                </a:lnTo>
                <a:lnTo>
                  <a:pt x="813761" y="13534"/>
                </a:lnTo>
                <a:lnTo>
                  <a:pt x="813895" y="13477"/>
                </a:lnTo>
                <a:lnTo>
                  <a:pt x="814018" y="13392"/>
                </a:lnTo>
                <a:lnTo>
                  <a:pt x="814099" y="13335"/>
                </a:lnTo>
                <a:lnTo>
                  <a:pt x="814221" y="13251"/>
                </a:lnTo>
                <a:lnTo>
                  <a:pt x="814344" y="13194"/>
                </a:lnTo>
                <a:lnTo>
                  <a:pt x="814425" y="13109"/>
                </a:lnTo>
                <a:lnTo>
                  <a:pt x="814557" y="13052"/>
                </a:lnTo>
                <a:lnTo>
                  <a:pt x="814680" y="12996"/>
                </a:lnTo>
                <a:lnTo>
                  <a:pt x="814764" y="12911"/>
                </a:lnTo>
                <a:lnTo>
                  <a:pt x="814886" y="12854"/>
                </a:lnTo>
                <a:lnTo>
                  <a:pt x="815008" y="12798"/>
                </a:lnTo>
                <a:lnTo>
                  <a:pt x="815090" y="12713"/>
                </a:lnTo>
                <a:lnTo>
                  <a:pt x="815212" y="12656"/>
                </a:lnTo>
                <a:lnTo>
                  <a:pt x="815335" y="12599"/>
                </a:lnTo>
                <a:lnTo>
                  <a:pt x="815467" y="12514"/>
                </a:lnTo>
                <a:lnTo>
                  <a:pt x="815548" y="12458"/>
                </a:lnTo>
                <a:lnTo>
                  <a:pt x="815671" y="12401"/>
                </a:lnTo>
                <a:lnTo>
                  <a:pt x="815796" y="12345"/>
                </a:lnTo>
                <a:lnTo>
                  <a:pt x="815877" y="12260"/>
                </a:lnTo>
                <a:lnTo>
                  <a:pt x="815999" y="12203"/>
                </a:lnTo>
                <a:lnTo>
                  <a:pt x="816122" y="12118"/>
                </a:lnTo>
                <a:lnTo>
                  <a:pt x="816203" y="12061"/>
                </a:lnTo>
                <a:lnTo>
                  <a:pt x="816335" y="12005"/>
                </a:lnTo>
                <a:lnTo>
                  <a:pt x="816458" y="11920"/>
                </a:lnTo>
                <a:lnTo>
                  <a:pt x="816539" y="11863"/>
                </a:lnTo>
                <a:lnTo>
                  <a:pt x="816662" y="11807"/>
                </a:lnTo>
                <a:lnTo>
                  <a:pt x="816786" y="11722"/>
                </a:lnTo>
                <a:lnTo>
                  <a:pt x="816868" y="11665"/>
                </a:lnTo>
                <a:lnTo>
                  <a:pt x="816990" y="11608"/>
                </a:lnTo>
                <a:lnTo>
                  <a:pt x="817113" y="11523"/>
                </a:lnTo>
                <a:lnTo>
                  <a:pt x="817204" y="11467"/>
                </a:lnTo>
                <a:lnTo>
                  <a:pt x="817326" y="11410"/>
                </a:lnTo>
                <a:lnTo>
                  <a:pt x="817449" y="11354"/>
                </a:lnTo>
                <a:lnTo>
                  <a:pt x="817530" y="11269"/>
                </a:lnTo>
                <a:lnTo>
                  <a:pt x="817653" y="11212"/>
                </a:lnTo>
                <a:lnTo>
                  <a:pt x="817777" y="11127"/>
                </a:lnTo>
                <a:lnTo>
                  <a:pt x="817900" y="11070"/>
                </a:lnTo>
                <a:lnTo>
                  <a:pt x="817981" y="11014"/>
                </a:lnTo>
                <a:lnTo>
                  <a:pt x="818104" y="10929"/>
                </a:lnTo>
                <a:lnTo>
                  <a:pt x="818236" y="10872"/>
                </a:lnTo>
                <a:lnTo>
                  <a:pt x="818317" y="10787"/>
                </a:lnTo>
                <a:lnTo>
                  <a:pt x="818440" y="10731"/>
                </a:lnTo>
                <a:lnTo>
                  <a:pt x="818562" y="10674"/>
                </a:lnTo>
                <a:lnTo>
                  <a:pt x="818644" y="10589"/>
                </a:lnTo>
                <a:lnTo>
                  <a:pt x="818768" y="10532"/>
                </a:lnTo>
                <a:lnTo>
                  <a:pt x="818891" y="10448"/>
                </a:lnTo>
                <a:lnTo>
                  <a:pt x="818982" y="10391"/>
                </a:lnTo>
                <a:lnTo>
                  <a:pt x="819104" y="10306"/>
                </a:lnTo>
                <a:lnTo>
                  <a:pt x="819227" y="10249"/>
                </a:lnTo>
                <a:lnTo>
                  <a:pt x="819308" y="10193"/>
                </a:lnTo>
                <a:lnTo>
                  <a:pt x="819431" y="10108"/>
                </a:lnTo>
                <a:lnTo>
                  <a:pt x="819553" y="10051"/>
                </a:lnTo>
                <a:lnTo>
                  <a:pt x="819635" y="9966"/>
                </a:lnTo>
                <a:lnTo>
                  <a:pt x="819759" y="9910"/>
                </a:lnTo>
                <a:lnTo>
                  <a:pt x="819891" y="9825"/>
                </a:lnTo>
                <a:lnTo>
                  <a:pt x="819973" y="9768"/>
                </a:lnTo>
                <a:lnTo>
                  <a:pt x="820095" y="9683"/>
                </a:lnTo>
                <a:lnTo>
                  <a:pt x="820218" y="9626"/>
                </a:lnTo>
                <a:lnTo>
                  <a:pt x="820340" y="9542"/>
                </a:lnTo>
                <a:lnTo>
                  <a:pt x="820422" y="9485"/>
                </a:lnTo>
                <a:lnTo>
                  <a:pt x="820556" y="9400"/>
                </a:lnTo>
                <a:lnTo>
                  <a:pt x="820678" y="9343"/>
                </a:lnTo>
                <a:lnTo>
                  <a:pt x="820760" y="9287"/>
                </a:lnTo>
                <a:lnTo>
                  <a:pt x="820882" y="9202"/>
                </a:lnTo>
                <a:lnTo>
                  <a:pt x="821005" y="9145"/>
                </a:lnTo>
                <a:lnTo>
                  <a:pt x="821086" y="9060"/>
                </a:lnTo>
                <a:lnTo>
                  <a:pt x="821209" y="9004"/>
                </a:lnTo>
                <a:lnTo>
                  <a:pt x="821331" y="8919"/>
                </a:lnTo>
                <a:lnTo>
                  <a:pt x="821425" y="8834"/>
                </a:lnTo>
                <a:lnTo>
                  <a:pt x="821547" y="8777"/>
                </a:lnTo>
                <a:lnTo>
                  <a:pt x="821669" y="8692"/>
                </a:lnTo>
                <a:lnTo>
                  <a:pt x="821751" y="8635"/>
                </a:lnTo>
                <a:lnTo>
                  <a:pt x="821873" y="8551"/>
                </a:lnTo>
                <a:lnTo>
                  <a:pt x="821996" y="8494"/>
                </a:lnTo>
                <a:lnTo>
                  <a:pt x="822077" y="8409"/>
                </a:lnTo>
                <a:lnTo>
                  <a:pt x="822200" y="8352"/>
                </a:lnTo>
                <a:lnTo>
                  <a:pt x="822334" y="8267"/>
                </a:lnTo>
                <a:lnTo>
                  <a:pt x="822416" y="8182"/>
                </a:lnTo>
                <a:lnTo>
                  <a:pt x="822538" y="8126"/>
                </a:lnTo>
                <a:lnTo>
                  <a:pt x="822660" y="8041"/>
                </a:lnTo>
                <a:lnTo>
                  <a:pt x="822783" y="7984"/>
                </a:lnTo>
                <a:lnTo>
                  <a:pt x="822864" y="7899"/>
                </a:lnTo>
                <a:lnTo>
                  <a:pt x="822987" y="7843"/>
                </a:lnTo>
                <a:lnTo>
                  <a:pt x="823109" y="7758"/>
                </a:lnTo>
                <a:lnTo>
                  <a:pt x="823200" y="7701"/>
                </a:lnTo>
                <a:lnTo>
                  <a:pt x="823325" y="7616"/>
                </a:lnTo>
                <a:lnTo>
                  <a:pt x="823447" y="7531"/>
                </a:lnTo>
                <a:lnTo>
                  <a:pt x="823529" y="7475"/>
                </a:lnTo>
                <a:lnTo>
                  <a:pt x="823651" y="7390"/>
                </a:lnTo>
                <a:lnTo>
                  <a:pt x="823774" y="7333"/>
                </a:lnTo>
                <a:lnTo>
                  <a:pt x="823855" y="7248"/>
                </a:lnTo>
                <a:lnTo>
                  <a:pt x="823978" y="7192"/>
                </a:lnTo>
                <a:lnTo>
                  <a:pt x="824100" y="7107"/>
                </a:lnTo>
                <a:lnTo>
                  <a:pt x="824191" y="7022"/>
                </a:lnTo>
                <a:lnTo>
                  <a:pt x="824316" y="6965"/>
                </a:lnTo>
                <a:lnTo>
                  <a:pt x="824438" y="6880"/>
                </a:lnTo>
                <a:lnTo>
                  <a:pt x="824520" y="6823"/>
                </a:lnTo>
                <a:lnTo>
                  <a:pt x="824642" y="6739"/>
                </a:lnTo>
                <a:lnTo>
                  <a:pt x="824765" y="6682"/>
                </a:lnTo>
                <a:lnTo>
                  <a:pt x="824846" y="6597"/>
                </a:lnTo>
                <a:lnTo>
                  <a:pt x="824969" y="6512"/>
                </a:lnTo>
                <a:lnTo>
                  <a:pt x="825101" y="6455"/>
                </a:lnTo>
                <a:lnTo>
                  <a:pt x="825182" y="6370"/>
                </a:lnTo>
                <a:lnTo>
                  <a:pt x="825307" y="6314"/>
                </a:lnTo>
                <a:lnTo>
                  <a:pt x="825429" y="6229"/>
                </a:lnTo>
                <a:lnTo>
                  <a:pt x="825552" y="6172"/>
                </a:lnTo>
                <a:lnTo>
                  <a:pt x="825633" y="6087"/>
                </a:lnTo>
                <a:lnTo>
                  <a:pt x="825756" y="6031"/>
                </a:lnTo>
                <a:lnTo>
                  <a:pt x="825888" y="5946"/>
                </a:lnTo>
                <a:lnTo>
                  <a:pt x="825969" y="5861"/>
                </a:lnTo>
                <a:lnTo>
                  <a:pt x="826092" y="5804"/>
                </a:lnTo>
                <a:lnTo>
                  <a:pt x="826214" y="5719"/>
                </a:lnTo>
                <a:lnTo>
                  <a:pt x="826298" y="5663"/>
                </a:lnTo>
                <a:lnTo>
                  <a:pt x="826420" y="5578"/>
                </a:lnTo>
                <a:lnTo>
                  <a:pt x="826543" y="5521"/>
                </a:lnTo>
                <a:lnTo>
                  <a:pt x="826624" y="5436"/>
                </a:lnTo>
                <a:lnTo>
                  <a:pt x="826756" y="5379"/>
                </a:lnTo>
                <a:lnTo>
                  <a:pt x="826879" y="5323"/>
                </a:lnTo>
                <a:lnTo>
                  <a:pt x="826960" y="5238"/>
                </a:lnTo>
                <a:lnTo>
                  <a:pt x="827083" y="5181"/>
                </a:lnTo>
                <a:lnTo>
                  <a:pt x="827207" y="5096"/>
                </a:lnTo>
                <a:lnTo>
                  <a:pt x="827289" y="5040"/>
                </a:lnTo>
                <a:lnTo>
                  <a:pt x="827421" y="4955"/>
                </a:lnTo>
                <a:lnTo>
                  <a:pt x="827543" y="4898"/>
                </a:lnTo>
                <a:lnTo>
                  <a:pt x="827625" y="4813"/>
                </a:lnTo>
                <a:lnTo>
                  <a:pt x="827747" y="4757"/>
                </a:lnTo>
                <a:lnTo>
                  <a:pt x="827870" y="4700"/>
                </a:lnTo>
                <a:lnTo>
                  <a:pt x="827992" y="4615"/>
                </a:lnTo>
                <a:lnTo>
                  <a:pt x="828074" y="4558"/>
                </a:lnTo>
                <a:lnTo>
                  <a:pt x="828196" y="4473"/>
                </a:lnTo>
                <a:lnTo>
                  <a:pt x="828321" y="4417"/>
                </a:lnTo>
                <a:lnTo>
                  <a:pt x="828412" y="4360"/>
                </a:lnTo>
                <a:lnTo>
                  <a:pt x="828534" y="4304"/>
                </a:lnTo>
                <a:lnTo>
                  <a:pt x="828657" y="4219"/>
                </a:lnTo>
                <a:lnTo>
                  <a:pt x="828738" y="4162"/>
                </a:lnTo>
                <a:lnTo>
                  <a:pt x="828861" y="4105"/>
                </a:lnTo>
                <a:lnTo>
                  <a:pt x="828983" y="4049"/>
                </a:lnTo>
                <a:lnTo>
                  <a:pt x="829064" y="3964"/>
                </a:lnTo>
                <a:lnTo>
                  <a:pt x="829199" y="3907"/>
                </a:lnTo>
                <a:lnTo>
                  <a:pt x="829321" y="3851"/>
                </a:lnTo>
                <a:lnTo>
                  <a:pt x="829403" y="3794"/>
                </a:lnTo>
                <a:lnTo>
                  <a:pt x="829525" y="3709"/>
                </a:lnTo>
                <a:lnTo>
                  <a:pt x="829648" y="3652"/>
                </a:lnTo>
                <a:lnTo>
                  <a:pt x="829729" y="3596"/>
                </a:lnTo>
                <a:lnTo>
                  <a:pt x="829852" y="3511"/>
                </a:lnTo>
                <a:lnTo>
                  <a:pt x="829974" y="3454"/>
                </a:lnTo>
                <a:lnTo>
                  <a:pt x="830067" y="3426"/>
                </a:lnTo>
                <a:lnTo>
                  <a:pt x="830190" y="3341"/>
                </a:lnTo>
                <a:lnTo>
                  <a:pt x="830312" y="3284"/>
                </a:lnTo>
                <a:lnTo>
                  <a:pt x="830435" y="3228"/>
                </a:lnTo>
                <a:lnTo>
                  <a:pt x="830516" y="3171"/>
                </a:lnTo>
                <a:lnTo>
                  <a:pt x="830639" y="3114"/>
                </a:lnTo>
                <a:lnTo>
                  <a:pt x="830761" y="3058"/>
                </a:lnTo>
                <a:lnTo>
                  <a:pt x="830842" y="3001"/>
                </a:lnTo>
                <a:lnTo>
                  <a:pt x="830965" y="2945"/>
                </a:lnTo>
                <a:lnTo>
                  <a:pt x="831099" y="2888"/>
                </a:lnTo>
                <a:lnTo>
                  <a:pt x="831181" y="2831"/>
                </a:lnTo>
                <a:lnTo>
                  <a:pt x="831303" y="2775"/>
                </a:lnTo>
                <a:lnTo>
                  <a:pt x="831426" y="2718"/>
                </a:lnTo>
                <a:lnTo>
                  <a:pt x="831507" y="2661"/>
                </a:lnTo>
                <a:lnTo>
                  <a:pt x="831629" y="2605"/>
                </a:lnTo>
                <a:lnTo>
                  <a:pt x="831752" y="2548"/>
                </a:lnTo>
                <a:lnTo>
                  <a:pt x="831833" y="2492"/>
                </a:lnTo>
                <a:lnTo>
                  <a:pt x="831968" y="2463"/>
                </a:lnTo>
                <a:lnTo>
                  <a:pt x="832090" y="2407"/>
                </a:lnTo>
                <a:lnTo>
                  <a:pt x="832172" y="2350"/>
                </a:lnTo>
                <a:lnTo>
                  <a:pt x="832294" y="2293"/>
                </a:lnTo>
                <a:lnTo>
                  <a:pt x="832417" y="2237"/>
                </a:lnTo>
                <a:lnTo>
                  <a:pt x="832498" y="2208"/>
                </a:lnTo>
                <a:lnTo>
                  <a:pt x="832620" y="2152"/>
                </a:lnTo>
                <a:lnTo>
                  <a:pt x="832752" y="2095"/>
                </a:lnTo>
                <a:lnTo>
                  <a:pt x="832877" y="2039"/>
                </a:lnTo>
                <a:lnTo>
                  <a:pt x="832959" y="2010"/>
                </a:lnTo>
                <a:lnTo>
                  <a:pt x="833081" y="1954"/>
                </a:lnTo>
                <a:lnTo>
                  <a:pt x="833204" y="1897"/>
                </a:lnTo>
                <a:lnTo>
                  <a:pt x="833285" y="1869"/>
                </a:lnTo>
                <a:lnTo>
                  <a:pt x="833407" y="1812"/>
                </a:lnTo>
                <a:lnTo>
                  <a:pt x="833539" y="1755"/>
                </a:lnTo>
                <a:lnTo>
                  <a:pt x="833621" y="1727"/>
                </a:lnTo>
                <a:lnTo>
                  <a:pt x="833743" y="1670"/>
                </a:lnTo>
                <a:lnTo>
                  <a:pt x="833868" y="1642"/>
                </a:lnTo>
                <a:lnTo>
                  <a:pt x="833950" y="1586"/>
                </a:lnTo>
                <a:lnTo>
                  <a:pt x="834072" y="1529"/>
                </a:lnTo>
                <a:lnTo>
                  <a:pt x="834195" y="1501"/>
                </a:lnTo>
                <a:lnTo>
                  <a:pt x="834276" y="1472"/>
                </a:lnTo>
                <a:lnTo>
                  <a:pt x="834408" y="1416"/>
                </a:lnTo>
                <a:lnTo>
                  <a:pt x="834530" y="1359"/>
                </a:lnTo>
                <a:lnTo>
                  <a:pt x="834612" y="1331"/>
                </a:lnTo>
                <a:lnTo>
                  <a:pt x="834734" y="1274"/>
                </a:lnTo>
                <a:lnTo>
                  <a:pt x="834859" y="1246"/>
                </a:lnTo>
                <a:lnTo>
                  <a:pt x="834941" y="1217"/>
                </a:lnTo>
                <a:lnTo>
                  <a:pt x="835063" y="1189"/>
                </a:lnTo>
                <a:lnTo>
                  <a:pt x="835185" y="1133"/>
                </a:lnTo>
                <a:lnTo>
                  <a:pt x="835317" y="1104"/>
                </a:lnTo>
                <a:lnTo>
                  <a:pt x="835399" y="1076"/>
                </a:lnTo>
                <a:lnTo>
                  <a:pt x="835521" y="1019"/>
                </a:lnTo>
                <a:lnTo>
                  <a:pt x="835644" y="991"/>
                </a:lnTo>
                <a:lnTo>
                  <a:pt x="835725" y="963"/>
                </a:lnTo>
                <a:lnTo>
                  <a:pt x="835850" y="906"/>
                </a:lnTo>
                <a:lnTo>
                  <a:pt x="835973" y="878"/>
                </a:lnTo>
                <a:lnTo>
                  <a:pt x="836054" y="849"/>
                </a:lnTo>
                <a:lnTo>
                  <a:pt x="836186" y="821"/>
                </a:lnTo>
                <a:lnTo>
                  <a:pt x="836308" y="764"/>
                </a:lnTo>
                <a:lnTo>
                  <a:pt x="836390" y="736"/>
                </a:lnTo>
                <a:lnTo>
                  <a:pt x="836512" y="708"/>
                </a:lnTo>
                <a:lnTo>
                  <a:pt x="836635" y="680"/>
                </a:lnTo>
                <a:lnTo>
                  <a:pt x="836716" y="651"/>
                </a:lnTo>
                <a:lnTo>
                  <a:pt x="836841" y="623"/>
                </a:lnTo>
                <a:lnTo>
                  <a:pt x="836963" y="595"/>
                </a:lnTo>
                <a:lnTo>
                  <a:pt x="837055" y="566"/>
                </a:lnTo>
                <a:lnTo>
                  <a:pt x="837177" y="538"/>
                </a:lnTo>
                <a:lnTo>
                  <a:pt x="837299" y="510"/>
                </a:lnTo>
                <a:lnTo>
                  <a:pt x="837381" y="481"/>
                </a:lnTo>
                <a:lnTo>
                  <a:pt x="837503" y="453"/>
                </a:lnTo>
                <a:lnTo>
                  <a:pt x="837626" y="425"/>
                </a:lnTo>
                <a:lnTo>
                  <a:pt x="837748" y="396"/>
                </a:lnTo>
                <a:lnTo>
                  <a:pt x="837832" y="368"/>
                </a:lnTo>
                <a:lnTo>
                  <a:pt x="837964" y="368"/>
                </a:lnTo>
                <a:lnTo>
                  <a:pt x="838086" y="340"/>
                </a:lnTo>
                <a:lnTo>
                  <a:pt x="838168" y="311"/>
                </a:lnTo>
                <a:lnTo>
                  <a:pt x="838290" y="283"/>
                </a:lnTo>
                <a:lnTo>
                  <a:pt x="838413" y="255"/>
                </a:lnTo>
                <a:lnTo>
                  <a:pt x="838494" y="255"/>
                </a:lnTo>
                <a:lnTo>
                  <a:pt x="838617" y="227"/>
                </a:lnTo>
                <a:lnTo>
                  <a:pt x="838751" y="227"/>
                </a:lnTo>
                <a:lnTo>
                  <a:pt x="838833" y="198"/>
                </a:lnTo>
                <a:lnTo>
                  <a:pt x="838955" y="198"/>
                </a:lnTo>
                <a:lnTo>
                  <a:pt x="839077" y="170"/>
                </a:lnTo>
                <a:lnTo>
                  <a:pt x="839159" y="142"/>
                </a:lnTo>
                <a:lnTo>
                  <a:pt x="839281" y="142"/>
                </a:lnTo>
                <a:lnTo>
                  <a:pt x="839404" y="113"/>
                </a:lnTo>
                <a:lnTo>
                  <a:pt x="839485" y="113"/>
                </a:lnTo>
                <a:lnTo>
                  <a:pt x="839620" y="85"/>
                </a:lnTo>
                <a:lnTo>
                  <a:pt x="839742" y="85"/>
                </a:lnTo>
                <a:lnTo>
                  <a:pt x="839824" y="85"/>
                </a:lnTo>
                <a:lnTo>
                  <a:pt x="839946" y="57"/>
                </a:lnTo>
                <a:lnTo>
                  <a:pt x="840068" y="57"/>
                </a:lnTo>
                <a:lnTo>
                  <a:pt x="840191" y="28"/>
                </a:lnTo>
                <a:lnTo>
                  <a:pt x="840272" y="28"/>
                </a:lnTo>
                <a:lnTo>
                  <a:pt x="840407" y="28"/>
                </a:lnTo>
                <a:lnTo>
                  <a:pt x="840529" y="28"/>
                </a:lnTo>
                <a:lnTo>
                  <a:pt x="840611" y="28"/>
                </a:lnTo>
                <a:lnTo>
                  <a:pt x="840733" y="28"/>
                </a:lnTo>
                <a:lnTo>
                  <a:pt x="840855" y="0"/>
                </a:lnTo>
                <a:lnTo>
                  <a:pt x="840937" y="0"/>
                </a:lnTo>
                <a:lnTo>
                  <a:pt x="841059" y="0"/>
                </a:lnTo>
                <a:lnTo>
                  <a:pt x="841182" y="0"/>
                </a:lnTo>
                <a:lnTo>
                  <a:pt x="841273" y="0"/>
                </a:lnTo>
                <a:lnTo>
                  <a:pt x="841398" y="0"/>
                </a:lnTo>
                <a:lnTo>
                  <a:pt x="841520" y="0"/>
                </a:lnTo>
                <a:lnTo>
                  <a:pt x="841602" y="0"/>
                </a:lnTo>
                <a:lnTo>
                  <a:pt x="841724" y="28"/>
                </a:lnTo>
                <a:lnTo>
                  <a:pt x="841846" y="28"/>
                </a:lnTo>
                <a:lnTo>
                  <a:pt x="841928" y="28"/>
                </a:lnTo>
                <a:lnTo>
                  <a:pt x="842050" y="28"/>
                </a:lnTo>
                <a:lnTo>
                  <a:pt x="842182" y="28"/>
                </a:lnTo>
                <a:lnTo>
                  <a:pt x="842264" y="57"/>
                </a:lnTo>
                <a:lnTo>
                  <a:pt x="842389" y="57"/>
                </a:lnTo>
                <a:lnTo>
                  <a:pt x="842511" y="85"/>
                </a:lnTo>
                <a:lnTo>
                  <a:pt x="842593" y="85"/>
                </a:lnTo>
                <a:lnTo>
                  <a:pt x="842715" y="85"/>
                </a:lnTo>
                <a:lnTo>
                  <a:pt x="842837" y="85"/>
                </a:lnTo>
                <a:lnTo>
                  <a:pt x="842960" y="113"/>
                </a:lnTo>
                <a:lnTo>
                  <a:pt x="843051" y="113"/>
                </a:lnTo>
                <a:lnTo>
                  <a:pt x="843173" y="142"/>
                </a:lnTo>
                <a:lnTo>
                  <a:pt x="843298" y="142"/>
                </a:lnTo>
                <a:lnTo>
                  <a:pt x="843380" y="170"/>
                </a:lnTo>
                <a:lnTo>
                  <a:pt x="843502" y="198"/>
                </a:lnTo>
                <a:lnTo>
                  <a:pt x="843624" y="198"/>
                </a:lnTo>
                <a:lnTo>
                  <a:pt x="843706" y="227"/>
                </a:lnTo>
                <a:lnTo>
                  <a:pt x="843828" y="227"/>
                </a:lnTo>
                <a:lnTo>
                  <a:pt x="843960" y="255"/>
                </a:lnTo>
                <a:lnTo>
                  <a:pt x="844042" y="255"/>
                </a:lnTo>
                <a:lnTo>
                  <a:pt x="844164" y="283"/>
                </a:lnTo>
                <a:lnTo>
                  <a:pt x="844287" y="311"/>
                </a:lnTo>
                <a:lnTo>
                  <a:pt x="844371" y="340"/>
                </a:lnTo>
                <a:lnTo>
                  <a:pt x="844493" y="340"/>
                </a:lnTo>
                <a:lnTo>
                  <a:pt x="844615" y="368"/>
                </a:lnTo>
                <a:lnTo>
                  <a:pt x="844697" y="396"/>
                </a:lnTo>
                <a:lnTo>
                  <a:pt x="844829" y="425"/>
                </a:lnTo>
                <a:lnTo>
                  <a:pt x="844951" y="453"/>
                </a:lnTo>
                <a:lnTo>
                  <a:pt x="845033" y="481"/>
                </a:lnTo>
                <a:lnTo>
                  <a:pt x="845155" y="481"/>
                </a:lnTo>
                <a:lnTo>
                  <a:pt x="845278" y="510"/>
                </a:lnTo>
                <a:lnTo>
                  <a:pt x="845402" y="538"/>
                </a:lnTo>
                <a:lnTo>
                  <a:pt x="845484" y="566"/>
                </a:lnTo>
                <a:lnTo>
                  <a:pt x="845616" y="595"/>
                </a:lnTo>
                <a:lnTo>
                  <a:pt x="845738" y="623"/>
                </a:lnTo>
                <a:lnTo>
                  <a:pt x="845820" y="651"/>
                </a:lnTo>
                <a:lnTo>
                  <a:pt x="845942" y="680"/>
                </a:lnTo>
                <a:lnTo>
                  <a:pt x="846065" y="708"/>
                </a:lnTo>
                <a:lnTo>
                  <a:pt x="846146" y="736"/>
                </a:lnTo>
                <a:lnTo>
                  <a:pt x="846271" y="764"/>
                </a:lnTo>
                <a:lnTo>
                  <a:pt x="846403" y="793"/>
                </a:lnTo>
                <a:lnTo>
                  <a:pt x="846485" y="821"/>
                </a:lnTo>
                <a:lnTo>
                  <a:pt x="846607" y="849"/>
                </a:lnTo>
                <a:lnTo>
                  <a:pt x="846729" y="878"/>
                </a:lnTo>
                <a:lnTo>
                  <a:pt x="846811" y="906"/>
                </a:lnTo>
                <a:lnTo>
                  <a:pt x="846933" y="963"/>
                </a:lnTo>
                <a:lnTo>
                  <a:pt x="847056" y="991"/>
                </a:lnTo>
                <a:lnTo>
                  <a:pt x="847137" y="1019"/>
                </a:lnTo>
                <a:lnTo>
                  <a:pt x="847272" y="1048"/>
                </a:lnTo>
                <a:lnTo>
                  <a:pt x="847394" y="1076"/>
                </a:lnTo>
                <a:lnTo>
                  <a:pt x="847475" y="1104"/>
                </a:lnTo>
                <a:lnTo>
                  <a:pt x="847598" y="1161"/>
                </a:lnTo>
                <a:lnTo>
                  <a:pt x="847720" y="1189"/>
                </a:lnTo>
                <a:lnTo>
                  <a:pt x="847843" y="1217"/>
                </a:lnTo>
                <a:lnTo>
                  <a:pt x="847924" y="1246"/>
                </a:lnTo>
                <a:lnTo>
                  <a:pt x="848047" y="1274"/>
                </a:lnTo>
                <a:lnTo>
                  <a:pt x="848169" y="1331"/>
                </a:lnTo>
                <a:lnTo>
                  <a:pt x="848263" y="1359"/>
                </a:lnTo>
                <a:lnTo>
                  <a:pt x="848385" y="1387"/>
                </a:lnTo>
                <a:lnTo>
                  <a:pt x="848507" y="1444"/>
                </a:lnTo>
                <a:lnTo>
                  <a:pt x="848589" y="1472"/>
                </a:lnTo>
                <a:lnTo>
                  <a:pt x="848711" y="1501"/>
                </a:lnTo>
                <a:lnTo>
                  <a:pt x="848834" y="1529"/>
                </a:lnTo>
                <a:lnTo>
                  <a:pt x="848915" y="1586"/>
                </a:lnTo>
                <a:lnTo>
                  <a:pt x="849038" y="1614"/>
                </a:lnTo>
                <a:lnTo>
                  <a:pt x="849172" y="1670"/>
                </a:lnTo>
                <a:lnTo>
                  <a:pt x="849253" y="1699"/>
                </a:lnTo>
                <a:lnTo>
                  <a:pt x="849376" y="1727"/>
                </a:lnTo>
                <a:lnTo>
                  <a:pt x="849498" y="1784"/>
                </a:lnTo>
                <a:lnTo>
                  <a:pt x="849580" y="1812"/>
                </a:lnTo>
                <a:lnTo>
                  <a:pt x="849702" y="1869"/>
                </a:lnTo>
                <a:lnTo>
                  <a:pt x="849825" y="1897"/>
                </a:lnTo>
                <a:lnTo>
                  <a:pt x="849918" y="1925"/>
                </a:lnTo>
                <a:lnTo>
                  <a:pt x="850041" y="1982"/>
                </a:lnTo>
                <a:lnTo>
                  <a:pt x="850163" y="2010"/>
                </a:lnTo>
                <a:lnTo>
                  <a:pt x="850285" y="2039"/>
                </a:lnTo>
                <a:lnTo>
                  <a:pt x="850367" y="2095"/>
                </a:lnTo>
                <a:lnTo>
                  <a:pt x="850489" y="2123"/>
                </a:lnTo>
                <a:lnTo>
                  <a:pt x="850612" y="2152"/>
                </a:lnTo>
                <a:lnTo>
                  <a:pt x="850693" y="2208"/>
                </a:lnTo>
                <a:lnTo>
                  <a:pt x="850816" y="2237"/>
                </a:lnTo>
                <a:lnTo>
                  <a:pt x="850950" y="2293"/>
                </a:lnTo>
                <a:lnTo>
                  <a:pt x="851031" y="2322"/>
                </a:lnTo>
                <a:lnTo>
                  <a:pt x="851154" y="2378"/>
                </a:lnTo>
                <a:lnTo>
                  <a:pt x="851276" y="2407"/>
                </a:lnTo>
                <a:lnTo>
                  <a:pt x="851358" y="2463"/>
                </a:lnTo>
                <a:lnTo>
                  <a:pt x="851480" y="2492"/>
                </a:lnTo>
                <a:lnTo>
                  <a:pt x="851612" y="2520"/>
                </a:lnTo>
                <a:lnTo>
                  <a:pt x="851694" y="2576"/>
                </a:lnTo>
                <a:lnTo>
                  <a:pt x="851816" y="2605"/>
                </a:lnTo>
                <a:lnTo>
                  <a:pt x="851941" y="2633"/>
                </a:lnTo>
                <a:lnTo>
                  <a:pt x="852022" y="2690"/>
                </a:lnTo>
                <a:lnTo>
                  <a:pt x="852145" y="2718"/>
                </a:lnTo>
                <a:lnTo>
                  <a:pt x="852267" y="2775"/>
                </a:lnTo>
                <a:lnTo>
                  <a:pt x="852349" y="2803"/>
                </a:lnTo>
                <a:lnTo>
                  <a:pt x="852481" y="2860"/>
                </a:lnTo>
                <a:lnTo>
                  <a:pt x="852603" y="2888"/>
                </a:lnTo>
                <a:lnTo>
                  <a:pt x="852726" y="2916"/>
                </a:lnTo>
                <a:lnTo>
                  <a:pt x="852807" y="2973"/>
                </a:lnTo>
                <a:lnTo>
                  <a:pt x="852932" y="3001"/>
                </a:lnTo>
                <a:lnTo>
                  <a:pt x="853054" y="3058"/>
                </a:lnTo>
                <a:lnTo>
                  <a:pt x="853136" y="3086"/>
                </a:lnTo>
                <a:lnTo>
                  <a:pt x="853268" y="3114"/>
                </a:lnTo>
                <a:lnTo>
                  <a:pt x="853390" y="3171"/>
                </a:lnTo>
                <a:lnTo>
                  <a:pt x="853472" y="3199"/>
                </a:lnTo>
                <a:lnTo>
                  <a:pt x="853594" y="3228"/>
                </a:lnTo>
                <a:lnTo>
                  <a:pt x="853716" y="3284"/>
                </a:lnTo>
                <a:lnTo>
                  <a:pt x="853800" y="3313"/>
                </a:lnTo>
                <a:lnTo>
                  <a:pt x="853923" y="3369"/>
                </a:lnTo>
                <a:lnTo>
                  <a:pt x="854045" y="3398"/>
                </a:lnTo>
                <a:lnTo>
                  <a:pt x="854136" y="3426"/>
                </a:lnTo>
                <a:lnTo>
                  <a:pt x="854259" y="3483"/>
                </a:lnTo>
                <a:lnTo>
                  <a:pt x="854381" y="3511"/>
                </a:lnTo>
                <a:lnTo>
                  <a:pt x="854463" y="3567"/>
                </a:lnTo>
                <a:lnTo>
                  <a:pt x="854585" y="3596"/>
                </a:lnTo>
                <a:lnTo>
                  <a:pt x="854707" y="3624"/>
                </a:lnTo>
                <a:lnTo>
                  <a:pt x="854789" y="3681"/>
                </a:lnTo>
                <a:lnTo>
                  <a:pt x="854914" y="3709"/>
                </a:lnTo>
                <a:lnTo>
                  <a:pt x="855036" y="3737"/>
                </a:lnTo>
                <a:lnTo>
                  <a:pt x="855168" y="3794"/>
                </a:lnTo>
                <a:lnTo>
                  <a:pt x="855250" y="3822"/>
                </a:lnTo>
                <a:lnTo>
                  <a:pt x="855372" y="3851"/>
                </a:lnTo>
                <a:lnTo>
                  <a:pt x="855494" y="3879"/>
                </a:lnTo>
                <a:lnTo>
                  <a:pt x="855576" y="3936"/>
                </a:lnTo>
                <a:lnTo>
                  <a:pt x="855698" y="3964"/>
                </a:lnTo>
                <a:lnTo>
                  <a:pt x="855823" y="4020"/>
                </a:lnTo>
                <a:lnTo>
                  <a:pt x="855905" y="4049"/>
                </a:lnTo>
                <a:lnTo>
                  <a:pt x="856037" y="4077"/>
                </a:lnTo>
                <a:lnTo>
                  <a:pt x="856159" y="4105"/>
                </a:lnTo>
                <a:lnTo>
                  <a:pt x="856241" y="4162"/>
                </a:lnTo>
                <a:lnTo>
                  <a:pt x="856363" y="4190"/>
                </a:lnTo>
                <a:lnTo>
                  <a:pt x="856485" y="4219"/>
                </a:lnTo>
                <a:lnTo>
                  <a:pt x="856567" y="4275"/>
                </a:lnTo>
                <a:lnTo>
                  <a:pt x="856689" y="4304"/>
                </a:lnTo>
                <a:lnTo>
                  <a:pt x="856814" y="4332"/>
                </a:lnTo>
                <a:lnTo>
                  <a:pt x="856905" y="4360"/>
                </a:lnTo>
                <a:lnTo>
                  <a:pt x="857028" y="4417"/>
                </a:lnTo>
                <a:lnTo>
                  <a:pt x="857150" y="4445"/>
                </a:lnTo>
                <a:lnTo>
                  <a:pt x="857232" y="4473"/>
                </a:lnTo>
                <a:lnTo>
                  <a:pt x="857354" y="4502"/>
                </a:lnTo>
                <a:lnTo>
                  <a:pt x="857476" y="4558"/>
                </a:lnTo>
                <a:lnTo>
                  <a:pt x="857611" y="4587"/>
                </a:lnTo>
                <a:lnTo>
                  <a:pt x="857692" y="4615"/>
                </a:lnTo>
                <a:lnTo>
                  <a:pt x="857815" y="4672"/>
                </a:lnTo>
                <a:lnTo>
                  <a:pt x="857937" y="4700"/>
                </a:lnTo>
                <a:lnTo>
                  <a:pt x="858019" y="4728"/>
                </a:lnTo>
                <a:lnTo>
                  <a:pt x="858141" y="4785"/>
                </a:lnTo>
                <a:lnTo>
                  <a:pt x="858263" y="4813"/>
                </a:lnTo>
                <a:lnTo>
                  <a:pt x="858355" y="4842"/>
                </a:lnTo>
                <a:lnTo>
                  <a:pt x="858479" y="4870"/>
                </a:lnTo>
                <a:lnTo>
                  <a:pt x="858602" y="4898"/>
                </a:lnTo>
                <a:lnTo>
                  <a:pt x="858683" y="4955"/>
                </a:lnTo>
                <a:lnTo>
                  <a:pt x="858806" y="4983"/>
                </a:lnTo>
                <a:lnTo>
                  <a:pt x="858928" y="5011"/>
                </a:lnTo>
                <a:lnTo>
                  <a:pt x="859010" y="5040"/>
                </a:lnTo>
                <a:lnTo>
                  <a:pt x="859132" y="5068"/>
                </a:lnTo>
                <a:lnTo>
                  <a:pt x="859264" y="5096"/>
                </a:lnTo>
                <a:lnTo>
                  <a:pt x="859346" y="5153"/>
                </a:lnTo>
                <a:lnTo>
                  <a:pt x="859470" y="5181"/>
                </a:lnTo>
                <a:lnTo>
                  <a:pt x="859593" y="5210"/>
                </a:lnTo>
                <a:lnTo>
                  <a:pt x="859674" y="5238"/>
                </a:lnTo>
                <a:lnTo>
                  <a:pt x="859797" y="5295"/>
                </a:lnTo>
                <a:lnTo>
                  <a:pt x="859919" y="5323"/>
                </a:lnTo>
                <a:lnTo>
                  <a:pt x="860001" y="5351"/>
                </a:lnTo>
                <a:lnTo>
                  <a:pt x="860133" y="5379"/>
                </a:lnTo>
                <a:lnTo>
                  <a:pt x="860255" y="5436"/>
                </a:lnTo>
                <a:lnTo>
                  <a:pt x="860380" y="5464"/>
                </a:lnTo>
                <a:lnTo>
                  <a:pt x="860461" y="5493"/>
                </a:lnTo>
                <a:lnTo>
                  <a:pt x="860584" y="5521"/>
                </a:lnTo>
                <a:lnTo>
                  <a:pt x="860706" y="5549"/>
                </a:lnTo>
                <a:lnTo>
                  <a:pt x="860788" y="5606"/>
                </a:lnTo>
                <a:lnTo>
                  <a:pt x="860910" y="5634"/>
                </a:lnTo>
                <a:lnTo>
                  <a:pt x="861032" y="5663"/>
                </a:lnTo>
                <a:lnTo>
                  <a:pt x="861124" y="5691"/>
                </a:lnTo>
                <a:lnTo>
                  <a:pt x="861246" y="5719"/>
                </a:lnTo>
                <a:lnTo>
                  <a:pt x="861368" y="5776"/>
                </a:lnTo>
                <a:lnTo>
                  <a:pt x="861452" y="5804"/>
                </a:lnTo>
                <a:lnTo>
                  <a:pt x="861575" y="5832"/>
                </a:lnTo>
                <a:lnTo>
                  <a:pt x="861697" y="5861"/>
                </a:lnTo>
                <a:lnTo>
                  <a:pt x="861779" y="5917"/>
                </a:lnTo>
                <a:lnTo>
                  <a:pt x="861901" y="5946"/>
                </a:lnTo>
                <a:lnTo>
                  <a:pt x="862033" y="5974"/>
                </a:lnTo>
                <a:lnTo>
                  <a:pt x="862115" y="6031"/>
                </a:lnTo>
                <a:lnTo>
                  <a:pt x="862237" y="6059"/>
                </a:lnTo>
                <a:lnTo>
                  <a:pt x="862362" y="6087"/>
                </a:lnTo>
                <a:lnTo>
                  <a:pt x="862443" y="6116"/>
                </a:lnTo>
                <a:lnTo>
                  <a:pt x="862566" y="6172"/>
                </a:lnTo>
                <a:lnTo>
                  <a:pt x="862688" y="6201"/>
                </a:lnTo>
                <a:lnTo>
                  <a:pt x="862810" y="6229"/>
                </a:lnTo>
                <a:lnTo>
                  <a:pt x="862902" y="6286"/>
                </a:lnTo>
                <a:lnTo>
                  <a:pt x="863024" y="6314"/>
                </a:lnTo>
                <a:lnTo>
                  <a:pt x="863146" y="6342"/>
                </a:lnTo>
                <a:lnTo>
                  <a:pt x="863228" y="6370"/>
                </a:lnTo>
                <a:lnTo>
                  <a:pt x="863353" y="6427"/>
                </a:lnTo>
                <a:lnTo>
                  <a:pt x="863475" y="6455"/>
                </a:lnTo>
                <a:lnTo>
                  <a:pt x="863557" y="6484"/>
                </a:lnTo>
                <a:lnTo>
                  <a:pt x="863679" y="6540"/>
                </a:lnTo>
                <a:lnTo>
                  <a:pt x="863811" y="6569"/>
                </a:lnTo>
                <a:lnTo>
                  <a:pt x="863893" y="6597"/>
                </a:lnTo>
                <a:lnTo>
                  <a:pt x="864015" y="6654"/>
                </a:lnTo>
                <a:lnTo>
                  <a:pt x="864137" y="6682"/>
                </a:lnTo>
                <a:lnTo>
                  <a:pt x="864219" y="6710"/>
                </a:lnTo>
                <a:lnTo>
                  <a:pt x="864341" y="6767"/>
                </a:lnTo>
                <a:lnTo>
                  <a:pt x="864476" y="6795"/>
                </a:lnTo>
                <a:lnTo>
                  <a:pt x="864548" y="6852"/>
                </a:lnTo>
                <a:lnTo>
                  <a:pt x="864680" y="6880"/>
                </a:lnTo>
                <a:lnTo>
                  <a:pt x="864802" y="6908"/>
                </a:lnTo>
                <a:lnTo>
                  <a:pt x="864884" y="6965"/>
                </a:lnTo>
                <a:lnTo>
                  <a:pt x="865006" y="6993"/>
                </a:lnTo>
                <a:lnTo>
                  <a:pt x="865128" y="7050"/>
                </a:lnTo>
                <a:lnTo>
                  <a:pt x="865251" y="7078"/>
                </a:lnTo>
                <a:lnTo>
                  <a:pt x="865344" y="7107"/>
                </a:lnTo>
                <a:lnTo>
                  <a:pt x="865467" y="7163"/>
                </a:lnTo>
                <a:lnTo>
                  <a:pt x="865589" y="7192"/>
                </a:lnTo>
                <a:lnTo>
                  <a:pt x="865671" y="7248"/>
                </a:lnTo>
                <a:lnTo>
                  <a:pt x="865793" y="7276"/>
                </a:lnTo>
                <a:lnTo>
                  <a:pt x="865915" y="7333"/>
                </a:lnTo>
                <a:lnTo>
                  <a:pt x="865997" y="7390"/>
                </a:lnTo>
                <a:lnTo>
                  <a:pt x="866119" y="7418"/>
                </a:lnTo>
                <a:lnTo>
                  <a:pt x="866254" y="7446"/>
                </a:lnTo>
                <a:lnTo>
                  <a:pt x="866335" y="7503"/>
                </a:lnTo>
                <a:lnTo>
                  <a:pt x="866458" y="7531"/>
                </a:lnTo>
                <a:lnTo>
                  <a:pt x="866580" y="7588"/>
                </a:lnTo>
                <a:lnTo>
                  <a:pt x="866662" y="7645"/>
                </a:lnTo>
                <a:lnTo>
                  <a:pt x="866784" y="7673"/>
                </a:lnTo>
                <a:lnTo>
                  <a:pt x="866906" y="7729"/>
                </a:lnTo>
                <a:lnTo>
                  <a:pt x="866988" y="7758"/>
                </a:lnTo>
                <a:lnTo>
                  <a:pt x="867122" y="7814"/>
                </a:lnTo>
                <a:lnTo>
                  <a:pt x="867245" y="7843"/>
                </a:lnTo>
                <a:lnTo>
                  <a:pt x="867326" y="7899"/>
                </a:lnTo>
                <a:lnTo>
                  <a:pt x="867449" y="7928"/>
                </a:lnTo>
                <a:lnTo>
                  <a:pt x="867571" y="7984"/>
                </a:lnTo>
                <a:lnTo>
                  <a:pt x="867693" y="8041"/>
                </a:lnTo>
                <a:lnTo>
                  <a:pt x="867775" y="8069"/>
                </a:lnTo>
                <a:lnTo>
                  <a:pt x="867897" y="8126"/>
                </a:lnTo>
                <a:lnTo>
                  <a:pt x="868032" y="8182"/>
                </a:lnTo>
                <a:lnTo>
                  <a:pt x="868113" y="8211"/>
                </a:lnTo>
                <a:lnTo>
                  <a:pt x="868236" y="8267"/>
                </a:lnTo>
                <a:lnTo>
                  <a:pt x="868358" y="8324"/>
                </a:lnTo>
                <a:lnTo>
                  <a:pt x="868440" y="8352"/>
                </a:lnTo>
                <a:lnTo>
                  <a:pt x="868562" y="8409"/>
                </a:lnTo>
                <a:lnTo>
                  <a:pt x="868684" y="8466"/>
                </a:lnTo>
                <a:lnTo>
                  <a:pt x="868766" y="8522"/>
                </a:lnTo>
                <a:lnTo>
                  <a:pt x="868898" y="8551"/>
                </a:lnTo>
                <a:lnTo>
                  <a:pt x="869023" y="8607"/>
                </a:lnTo>
                <a:lnTo>
                  <a:pt x="869104" y="8664"/>
                </a:lnTo>
                <a:lnTo>
                  <a:pt x="869227" y="8692"/>
                </a:lnTo>
                <a:lnTo>
                  <a:pt x="869349" y="8749"/>
                </a:lnTo>
                <a:lnTo>
                  <a:pt x="869431" y="8805"/>
                </a:lnTo>
                <a:lnTo>
                  <a:pt x="869553" y="8862"/>
                </a:lnTo>
                <a:lnTo>
                  <a:pt x="869675" y="8890"/>
                </a:lnTo>
                <a:lnTo>
                  <a:pt x="869766" y="8947"/>
                </a:lnTo>
                <a:lnTo>
                  <a:pt x="869891" y="9004"/>
                </a:lnTo>
                <a:lnTo>
                  <a:pt x="870014" y="9060"/>
                </a:lnTo>
                <a:lnTo>
                  <a:pt x="870136" y="9117"/>
                </a:lnTo>
                <a:lnTo>
                  <a:pt x="870218" y="9145"/>
                </a:lnTo>
                <a:lnTo>
                  <a:pt x="870340" y="9202"/>
                </a:lnTo>
                <a:lnTo>
                  <a:pt x="870472" y="9258"/>
                </a:lnTo>
                <a:lnTo>
                  <a:pt x="870544" y="9315"/>
                </a:lnTo>
                <a:lnTo>
                  <a:pt x="870676" y="9372"/>
                </a:lnTo>
                <a:lnTo>
                  <a:pt x="870798" y="9400"/>
                </a:lnTo>
                <a:lnTo>
                  <a:pt x="870880" y="9457"/>
                </a:lnTo>
                <a:lnTo>
                  <a:pt x="871005" y="9513"/>
                </a:lnTo>
                <a:lnTo>
                  <a:pt x="871127" y="9570"/>
                </a:lnTo>
                <a:lnTo>
                  <a:pt x="871209" y="9626"/>
                </a:lnTo>
                <a:lnTo>
                  <a:pt x="871340" y="9683"/>
                </a:lnTo>
                <a:lnTo>
                  <a:pt x="871463" y="9740"/>
                </a:lnTo>
                <a:lnTo>
                  <a:pt x="871544" y="9796"/>
                </a:lnTo>
                <a:lnTo>
                  <a:pt x="871667" y="9825"/>
                </a:lnTo>
                <a:lnTo>
                  <a:pt x="871789" y="9910"/>
                </a:lnTo>
                <a:lnTo>
                  <a:pt x="871871" y="9938"/>
                </a:lnTo>
                <a:lnTo>
                  <a:pt x="871996" y="10023"/>
                </a:lnTo>
                <a:lnTo>
                  <a:pt x="872118" y="10051"/>
                </a:lnTo>
                <a:lnTo>
                  <a:pt x="872209" y="10136"/>
                </a:lnTo>
                <a:lnTo>
                  <a:pt x="872331" y="10164"/>
                </a:lnTo>
                <a:lnTo>
                  <a:pt x="872454" y="10249"/>
                </a:lnTo>
                <a:lnTo>
                  <a:pt x="872576" y="10278"/>
                </a:lnTo>
                <a:lnTo>
                  <a:pt x="872658" y="10334"/>
                </a:lnTo>
                <a:lnTo>
                  <a:pt x="872780" y="10391"/>
                </a:lnTo>
                <a:lnTo>
                  <a:pt x="872905" y="10448"/>
                </a:lnTo>
                <a:lnTo>
                  <a:pt x="872987" y="10532"/>
                </a:lnTo>
                <a:lnTo>
                  <a:pt x="873118" y="10561"/>
                </a:lnTo>
                <a:lnTo>
                  <a:pt x="873241" y="10646"/>
                </a:lnTo>
                <a:lnTo>
                  <a:pt x="873322" y="10702"/>
                </a:lnTo>
                <a:lnTo>
                  <a:pt x="873445" y="10759"/>
                </a:lnTo>
                <a:lnTo>
                  <a:pt x="873567" y="10816"/>
                </a:lnTo>
                <a:lnTo>
                  <a:pt x="873649" y="10872"/>
                </a:lnTo>
                <a:lnTo>
                  <a:pt x="873771" y="10929"/>
                </a:lnTo>
                <a:lnTo>
                  <a:pt x="873896" y="10985"/>
                </a:lnTo>
                <a:lnTo>
                  <a:pt x="873987" y="11042"/>
                </a:lnTo>
                <a:lnTo>
                  <a:pt x="874109" y="11099"/>
                </a:lnTo>
                <a:lnTo>
                  <a:pt x="874232" y="11155"/>
                </a:lnTo>
                <a:lnTo>
                  <a:pt x="874313" y="11240"/>
                </a:lnTo>
                <a:lnTo>
                  <a:pt x="874436" y="11297"/>
                </a:lnTo>
                <a:lnTo>
                  <a:pt x="874558" y="11354"/>
                </a:lnTo>
                <a:lnTo>
                  <a:pt x="874640" y="11410"/>
                </a:lnTo>
                <a:lnTo>
                  <a:pt x="874762" y="11467"/>
                </a:lnTo>
                <a:lnTo>
                  <a:pt x="874896" y="11523"/>
                </a:lnTo>
                <a:lnTo>
                  <a:pt x="875019" y="11608"/>
                </a:lnTo>
                <a:lnTo>
                  <a:pt x="875100" y="11665"/>
                </a:lnTo>
                <a:lnTo>
                  <a:pt x="875223" y="11722"/>
                </a:lnTo>
                <a:lnTo>
                  <a:pt x="875345" y="11778"/>
                </a:lnTo>
                <a:lnTo>
                  <a:pt x="875427" y="11863"/>
                </a:lnTo>
                <a:lnTo>
                  <a:pt x="875549" y="11920"/>
                </a:lnTo>
                <a:lnTo>
                  <a:pt x="875672" y="11976"/>
                </a:lnTo>
                <a:lnTo>
                  <a:pt x="875765" y="12033"/>
                </a:lnTo>
                <a:lnTo>
                  <a:pt x="875887" y="12118"/>
                </a:lnTo>
                <a:lnTo>
                  <a:pt x="876010" y="12175"/>
                </a:lnTo>
                <a:lnTo>
                  <a:pt x="876091" y="12231"/>
                </a:lnTo>
                <a:lnTo>
                  <a:pt x="876214" y="12288"/>
                </a:lnTo>
                <a:lnTo>
                  <a:pt x="876336" y="12345"/>
                </a:lnTo>
                <a:lnTo>
                  <a:pt x="876418" y="12429"/>
                </a:lnTo>
                <a:lnTo>
                  <a:pt x="876540" y="12486"/>
                </a:lnTo>
                <a:lnTo>
                  <a:pt x="876674" y="12543"/>
                </a:lnTo>
                <a:lnTo>
                  <a:pt x="876756" y="12628"/>
                </a:lnTo>
                <a:lnTo>
                  <a:pt x="876878" y="12684"/>
                </a:lnTo>
                <a:lnTo>
                  <a:pt x="877001" y="12741"/>
                </a:lnTo>
                <a:lnTo>
                  <a:pt x="877082" y="12798"/>
                </a:lnTo>
                <a:lnTo>
                  <a:pt x="877205" y="12882"/>
                </a:lnTo>
                <a:lnTo>
                  <a:pt x="877337" y="12939"/>
                </a:lnTo>
                <a:lnTo>
                  <a:pt x="877459" y="12996"/>
                </a:lnTo>
                <a:lnTo>
                  <a:pt x="877543" y="13081"/>
                </a:lnTo>
                <a:lnTo>
                  <a:pt x="877665" y="13137"/>
                </a:lnTo>
                <a:lnTo>
                  <a:pt x="877788" y="13222"/>
                </a:lnTo>
                <a:lnTo>
                  <a:pt x="877869" y="13279"/>
                </a:lnTo>
                <a:lnTo>
                  <a:pt x="877992" y="13335"/>
                </a:lnTo>
                <a:lnTo>
                  <a:pt x="878114" y="13420"/>
                </a:lnTo>
                <a:lnTo>
                  <a:pt x="878205" y="13477"/>
                </a:lnTo>
                <a:lnTo>
                  <a:pt x="878328" y="13534"/>
                </a:lnTo>
                <a:lnTo>
                  <a:pt x="878450" y="13619"/>
                </a:lnTo>
                <a:lnTo>
                  <a:pt x="878534" y="13675"/>
                </a:lnTo>
                <a:lnTo>
                  <a:pt x="878656" y="13760"/>
                </a:lnTo>
                <a:lnTo>
                  <a:pt x="878779" y="13817"/>
                </a:lnTo>
                <a:lnTo>
                  <a:pt x="878860" y="13873"/>
                </a:lnTo>
                <a:lnTo>
                  <a:pt x="878983" y="13958"/>
                </a:lnTo>
                <a:lnTo>
                  <a:pt x="879105" y="14015"/>
                </a:lnTo>
                <a:lnTo>
                  <a:pt x="879196" y="14100"/>
                </a:lnTo>
                <a:lnTo>
                  <a:pt x="879319" y="14157"/>
                </a:lnTo>
                <a:lnTo>
                  <a:pt x="879443" y="14241"/>
                </a:lnTo>
                <a:lnTo>
                  <a:pt x="879525" y="14298"/>
                </a:lnTo>
                <a:lnTo>
                  <a:pt x="879647" y="14355"/>
                </a:lnTo>
                <a:lnTo>
                  <a:pt x="879770" y="14440"/>
                </a:lnTo>
                <a:lnTo>
                  <a:pt x="879851" y="14496"/>
                </a:lnTo>
                <a:lnTo>
                  <a:pt x="879983" y="14581"/>
                </a:lnTo>
                <a:lnTo>
                  <a:pt x="880106" y="14638"/>
                </a:lnTo>
                <a:lnTo>
                  <a:pt x="880228" y="14723"/>
                </a:lnTo>
                <a:lnTo>
                  <a:pt x="880310" y="14779"/>
                </a:lnTo>
                <a:lnTo>
                  <a:pt x="880432" y="14864"/>
                </a:lnTo>
                <a:lnTo>
                  <a:pt x="880557" y="14949"/>
                </a:lnTo>
                <a:lnTo>
                  <a:pt x="880638" y="15006"/>
                </a:lnTo>
                <a:lnTo>
                  <a:pt x="880761" y="15091"/>
                </a:lnTo>
                <a:lnTo>
                  <a:pt x="880883" y="15148"/>
                </a:lnTo>
                <a:lnTo>
                  <a:pt x="880974" y="15232"/>
                </a:lnTo>
                <a:lnTo>
                  <a:pt x="881097" y="15289"/>
                </a:lnTo>
                <a:lnTo>
                  <a:pt x="881219" y="15374"/>
                </a:lnTo>
                <a:lnTo>
                  <a:pt x="881301" y="15459"/>
                </a:lnTo>
                <a:lnTo>
                  <a:pt x="881425" y="15516"/>
                </a:lnTo>
                <a:lnTo>
                  <a:pt x="881548" y="15601"/>
                </a:lnTo>
                <a:lnTo>
                  <a:pt x="881629" y="15685"/>
                </a:lnTo>
                <a:lnTo>
                  <a:pt x="881761" y="15742"/>
                </a:lnTo>
                <a:lnTo>
                  <a:pt x="881884" y="15827"/>
                </a:lnTo>
                <a:lnTo>
                  <a:pt x="881965" y="15884"/>
                </a:lnTo>
                <a:lnTo>
                  <a:pt x="882088" y="15969"/>
                </a:lnTo>
                <a:lnTo>
                  <a:pt x="882210" y="16054"/>
                </a:lnTo>
                <a:lnTo>
                  <a:pt x="882292" y="16110"/>
                </a:lnTo>
                <a:lnTo>
                  <a:pt x="882416" y="16195"/>
                </a:lnTo>
                <a:lnTo>
                  <a:pt x="882539" y="16280"/>
                </a:lnTo>
                <a:lnTo>
                  <a:pt x="882671" y="16365"/>
                </a:lnTo>
                <a:lnTo>
                  <a:pt x="882752" y="16422"/>
                </a:lnTo>
                <a:lnTo>
                  <a:pt x="882875" y="16507"/>
                </a:lnTo>
                <a:lnTo>
                  <a:pt x="882997" y="16591"/>
                </a:lnTo>
                <a:lnTo>
                  <a:pt x="883079" y="16676"/>
                </a:lnTo>
                <a:lnTo>
                  <a:pt x="883201" y="16733"/>
                </a:lnTo>
                <a:lnTo>
                  <a:pt x="883335" y="16818"/>
                </a:lnTo>
                <a:lnTo>
                  <a:pt x="883405" y="16903"/>
                </a:lnTo>
                <a:lnTo>
                  <a:pt x="883539" y="16988"/>
                </a:lnTo>
                <a:lnTo>
                  <a:pt x="883662" y="17073"/>
                </a:lnTo>
                <a:lnTo>
                  <a:pt x="883743" y="17129"/>
                </a:lnTo>
                <a:lnTo>
                  <a:pt x="883866" y="17214"/>
                </a:lnTo>
                <a:lnTo>
                  <a:pt x="883988" y="17299"/>
                </a:lnTo>
                <a:lnTo>
                  <a:pt x="884070" y="17384"/>
                </a:lnTo>
                <a:lnTo>
                  <a:pt x="884204" y="17469"/>
                </a:lnTo>
                <a:lnTo>
                  <a:pt x="884326" y="17554"/>
                </a:lnTo>
                <a:lnTo>
                  <a:pt x="884408" y="17639"/>
                </a:lnTo>
                <a:lnTo>
                  <a:pt x="884530" y="17724"/>
                </a:lnTo>
                <a:lnTo>
                  <a:pt x="884653" y="17809"/>
                </a:lnTo>
                <a:lnTo>
                  <a:pt x="884734" y="17894"/>
                </a:lnTo>
                <a:lnTo>
                  <a:pt x="884857" y="17979"/>
                </a:lnTo>
                <a:lnTo>
                  <a:pt x="884979" y="18064"/>
                </a:lnTo>
                <a:lnTo>
                  <a:pt x="885101" y="18120"/>
                </a:lnTo>
                <a:lnTo>
                  <a:pt x="885195" y="18234"/>
                </a:lnTo>
                <a:lnTo>
                  <a:pt x="885317" y="18319"/>
                </a:lnTo>
                <a:lnTo>
                  <a:pt x="885440" y="18404"/>
                </a:lnTo>
                <a:lnTo>
                  <a:pt x="885521" y="18488"/>
                </a:lnTo>
                <a:lnTo>
                  <a:pt x="885644" y="18573"/>
                </a:lnTo>
                <a:lnTo>
                  <a:pt x="885766" y="18658"/>
                </a:lnTo>
                <a:lnTo>
                  <a:pt x="885848" y="18743"/>
                </a:lnTo>
                <a:lnTo>
                  <a:pt x="885970" y="18828"/>
                </a:lnTo>
                <a:lnTo>
                  <a:pt x="886104" y="18913"/>
                </a:lnTo>
                <a:lnTo>
                  <a:pt x="886186" y="18998"/>
                </a:lnTo>
                <a:lnTo>
                  <a:pt x="886308" y="19083"/>
                </a:lnTo>
                <a:lnTo>
                  <a:pt x="886431" y="19196"/>
                </a:lnTo>
                <a:lnTo>
                  <a:pt x="886512" y="19281"/>
                </a:lnTo>
                <a:lnTo>
                  <a:pt x="886635" y="19366"/>
                </a:lnTo>
                <a:lnTo>
                  <a:pt x="886757" y="19451"/>
                </a:lnTo>
                <a:lnTo>
                  <a:pt x="886848" y="19564"/>
                </a:lnTo>
                <a:lnTo>
                  <a:pt x="886971" y="19649"/>
                </a:lnTo>
                <a:lnTo>
                  <a:pt x="887095" y="19734"/>
                </a:lnTo>
                <a:lnTo>
                  <a:pt x="887177" y="19819"/>
                </a:lnTo>
                <a:lnTo>
                  <a:pt x="887299" y="19904"/>
                </a:lnTo>
                <a:lnTo>
                  <a:pt x="887422" y="20017"/>
                </a:lnTo>
                <a:lnTo>
                  <a:pt x="887544" y="20102"/>
                </a:lnTo>
                <a:lnTo>
                  <a:pt x="887626" y="20187"/>
                </a:lnTo>
                <a:lnTo>
                  <a:pt x="887748" y="20300"/>
                </a:lnTo>
                <a:lnTo>
                  <a:pt x="887880" y="20385"/>
                </a:lnTo>
                <a:lnTo>
                  <a:pt x="887962" y="20470"/>
                </a:lnTo>
                <a:lnTo>
                  <a:pt x="888086" y="20555"/>
                </a:lnTo>
                <a:lnTo>
                  <a:pt x="888209" y="20669"/>
                </a:lnTo>
                <a:lnTo>
                  <a:pt x="888290" y="20754"/>
                </a:lnTo>
                <a:lnTo>
                  <a:pt x="888413" y="20838"/>
                </a:lnTo>
                <a:lnTo>
                  <a:pt x="888545" y="20952"/>
                </a:lnTo>
                <a:lnTo>
                  <a:pt x="888626" y="21037"/>
                </a:lnTo>
                <a:lnTo>
                  <a:pt x="888749" y="21150"/>
                </a:lnTo>
                <a:lnTo>
                  <a:pt x="888871" y="21235"/>
                </a:lnTo>
                <a:lnTo>
                  <a:pt x="888955" y="21320"/>
                </a:lnTo>
                <a:lnTo>
                  <a:pt x="889077" y="21433"/>
                </a:lnTo>
                <a:lnTo>
                  <a:pt x="889200" y="21518"/>
                </a:lnTo>
                <a:lnTo>
                  <a:pt x="889281" y="21631"/>
                </a:lnTo>
                <a:lnTo>
                  <a:pt x="889413" y="21716"/>
                </a:lnTo>
                <a:lnTo>
                  <a:pt x="889536" y="21801"/>
                </a:lnTo>
                <a:lnTo>
                  <a:pt x="889617" y="21914"/>
                </a:lnTo>
                <a:lnTo>
                  <a:pt x="889740" y="21999"/>
                </a:lnTo>
                <a:lnTo>
                  <a:pt x="889862" y="22084"/>
                </a:lnTo>
                <a:lnTo>
                  <a:pt x="889984" y="22197"/>
                </a:lnTo>
                <a:lnTo>
                  <a:pt x="890068" y="22282"/>
                </a:lnTo>
                <a:lnTo>
                  <a:pt x="890200" y="22396"/>
                </a:lnTo>
                <a:lnTo>
                  <a:pt x="890323" y="22509"/>
                </a:lnTo>
                <a:lnTo>
                  <a:pt x="890404" y="22594"/>
                </a:lnTo>
                <a:lnTo>
                  <a:pt x="890527" y="22679"/>
                </a:lnTo>
                <a:lnTo>
                  <a:pt x="890649" y="22792"/>
                </a:lnTo>
                <a:lnTo>
                  <a:pt x="890731" y="22877"/>
                </a:lnTo>
                <a:lnTo>
                  <a:pt x="890853" y="22990"/>
                </a:lnTo>
                <a:lnTo>
                  <a:pt x="890978" y="23075"/>
                </a:lnTo>
                <a:lnTo>
                  <a:pt x="891069" y="23160"/>
                </a:lnTo>
                <a:lnTo>
                  <a:pt x="891191" y="23273"/>
                </a:lnTo>
                <a:lnTo>
                  <a:pt x="891314" y="23358"/>
                </a:lnTo>
                <a:lnTo>
                  <a:pt x="891395" y="23443"/>
                </a:lnTo>
                <a:lnTo>
                  <a:pt x="891518" y="23556"/>
                </a:lnTo>
                <a:lnTo>
                  <a:pt x="891640" y="23641"/>
                </a:lnTo>
                <a:lnTo>
                  <a:pt x="891721" y="23755"/>
                </a:lnTo>
                <a:lnTo>
                  <a:pt x="891844" y="23840"/>
                </a:lnTo>
                <a:lnTo>
                  <a:pt x="891969" y="23925"/>
                </a:lnTo>
                <a:lnTo>
                  <a:pt x="892060" y="24038"/>
                </a:lnTo>
                <a:lnTo>
                  <a:pt x="892182" y="24123"/>
                </a:lnTo>
                <a:lnTo>
                  <a:pt x="892305" y="24236"/>
                </a:lnTo>
                <a:lnTo>
                  <a:pt x="892427" y="24321"/>
                </a:lnTo>
                <a:lnTo>
                  <a:pt x="892509" y="24406"/>
                </a:lnTo>
                <a:lnTo>
                  <a:pt x="892631" y="24491"/>
                </a:lnTo>
                <a:lnTo>
                  <a:pt x="892753" y="24604"/>
                </a:lnTo>
                <a:lnTo>
                  <a:pt x="892835" y="24689"/>
                </a:lnTo>
                <a:lnTo>
                  <a:pt x="892969" y="24774"/>
                </a:lnTo>
                <a:lnTo>
                  <a:pt x="893092" y="24887"/>
                </a:lnTo>
                <a:lnTo>
                  <a:pt x="893173" y="24972"/>
                </a:lnTo>
                <a:lnTo>
                  <a:pt x="893296" y="25057"/>
                </a:lnTo>
                <a:lnTo>
                  <a:pt x="893418" y="25142"/>
                </a:lnTo>
                <a:lnTo>
                  <a:pt x="893499" y="25255"/>
                </a:lnTo>
                <a:lnTo>
                  <a:pt x="893622" y="25340"/>
                </a:lnTo>
                <a:lnTo>
                  <a:pt x="893744" y="25425"/>
                </a:lnTo>
                <a:lnTo>
                  <a:pt x="893838" y="25510"/>
                </a:lnTo>
                <a:lnTo>
                  <a:pt x="893960" y="25595"/>
                </a:lnTo>
                <a:lnTo>
                  <a:pt x="894083" y="25680"/>
                </a:lnTo>
                <a:lnTo>
                  <a:pt x="894164" y="25765"/>
                </a:lnTo>
                <a:lnTo>
                  <a:pt x="894287" y="25878"/>
                </a:lnTo>
                <a:lnTo>
                  <a:pt x="894409" y="25963"/>
                </a:lnTo>
                <a:lnTo>
                  <a:pt x="894490" y="26048"/>
                </a:lnTo>
                <a:lnTo>
                  <a:pt x="894613" y="26133"/>
                </a:lnTo>
                <a:lnTo>
                  <a:pt x="894747" y="26218"/>
                </a:lnTo>
                <a:lnTo>
                  <a:pt x="894870" y="26303"/>
                </a:lnTo>
                <a:lnTo>
                  <a:pt x="894951" y="26388"/>
                </a:lnTo>
                <a:lnTo>
                  <a:pt x="895074" y="26473"/>
                </a:lnTo>
                <a:lnTo>
                  <a:pt x="895196" y="26529"/>
                </a:lnTo>
                <a:lnTo>
                  <a:pt x="895277" y="26643"/>
                </a:lnTo>
                <a:lnTo>
                  <a:pt x="895409" y="26728"/>
                </a:lnTo>
                <a:lnTo>
                  <a:pt x="895534" y="26784"/>
                </a:lnTo>
                <a:lnTo>
                  <a:pt x="895616" y="26869"/>
                </a:lnTo>
                <a:lnTo>
                  <a:pt x="895738" y="26954"/>
                </a:lnTo>
                <a:lnTo>
                  <a:pt x="895861" y="27039"/>
                </a:lnTo>
                <a:lnTo>
                  <a:pt x="895942" y="27124"/>
                </a:lnTo>
                <a:lnTo>
                  <a:pt x="896065" y="27209"/>
                </a:lnTo>
                <a:lnTo>
                  <a:pt x="896187" y="27266"/>
                </a:lnTo>
                <a:lnTo>
                  <a:pt x="896268" y="27350"/>
                </a:lnTo>
                <a:lnTo>
                  <a:pt x="896400" y="27407"/>
                </a:lnTo>
                <a:lnTo>
                  <a:pt x="896523" y="27492"/>
                </a:lnTo>
                <a:lnTo>
                  <a:pt x="896607" y="27577"/>
                </a:lnTo>
                <a:lnTo>
                  <a:pt x="896729" y="27634"/>
                </a:lnTo>
                <a:lnTo>
                  <a:pt x="896852" y="27719"/>
                </a:lnTo>
                <a:lnTo>
                  <a:pt x="896933" y="27775"/>
                </a:lnTo>
                <a:lnTo>
                  <a:pt x="897055" y="27860"/>
                </a:lnTo>
                <a:lnTo>
                  <a:pt x="897187" y="27945"/>
                </a:lnTo>
                <a:lnTo>
                  <a:pt x="897269" y="28002"/>
                </a:lnTo>
                <a:lnTo>
                  <a:pt x="897391" y="28087"/>
                </a:lnTo>
                <a:lnTo>
                  <a:pt x="897514" y="28143"/>
                </a:lnTo>
                <a:lnTo>
                  <a:pt x="897639" y="28228"/>
                </a:lnTo>
                <a:lnTo>
                  <a:pt x="897720" y="28285"/>
                </a:lnTo>
                <a:lnTo>
                  <a:pt x="897843" y="28341"/>
                </a:lnTo>
                <a:lnTo>
                  <a:pt x="897965" y="28398"/>
                </a:lnTo>
                <a:lnTo>
                  <a:pt x="898056" y="28483"/>
                </a:lnTo>
                <a:lnTo>
                  <a:pt x="898178" y="28540"/>
                </a:lnTo>
                <a:lnTo>
                  <a:pt x="898301" y="28596"/>
                </a:lnTo>
                <a:lnTo>
                  <a:pt x="898382" y="28681"/>
                </a:lnTo>
                <a:lnTo>
                  <a:pt x="898507" y="28738"/>
                </a:lnTo>
                <a:lnTo>
                  <a:pt x="898630" y="28794"/>
                </a:lnTo>
                <a:lnTo>
                  <a:pt x="898711" y="28851"/>
                </a:lnTo>
                <a:lnTo>
                  <a:pt x="898833" y="28936"/>
                </a:lnTo>
                <a:lnTo>
                  <a:pt x="898965" y="28993"/>
                </a:lnTo>
                <a:lnTo>
                  <a:pt x="899047" y="29049"/>
                </a:lnTo>
                <a:lnTo>
                  <a:pt x="899169" y="29106"/>
                </a:lnTo>
                <a:lnTo>
                  <a:pt x="899292" y="29162"/>
                </a:lnTo>
                <a:lnTo>
                  <a:pt x="899373" y="29219"/>
                </a:lnTo>
                <a:lnTo>
                  <a:pt x="899496" y="29276"/>
                </a:lnTo>
                <a:lnTo>
                  <a:pt x="899621" y="29332"/>
                </a:lnTo>
                <a:lnTo>
                  <a:pt x="899702" y="29389"/>
                </a:lnTo>
                <a:lnTo>
                  <a:pt x="899834" y="29446"/>
                </a:lnTo>
                <a:lnTo>
                  <a:pt x="899956" y="29502"/>
                </a:lnTo>
                <a:lnTo>
                  <a:pt x="900079" y="29559"/>
                </a:lnTo>
                <a:lnTo>
                  <a:pt x="900160" y="29616"/>
                </a:lnTo>
                <a:lnTo>
                  <a:pt x="900283" y="29672"/>
                </a:lnTo>
                <a:lnTo>
                  <a:pt x="900405" y="29700"/>
                </a:lnTo>
                <a:lnTo>
                  <a:pt x="900489" y="29757"/>
                </a:lnTo>
                <a:lnTo>
                  <a:pt x="900611" y="29814"/>
                </a:lnTo>
                <a:lnTo>
                  <a:pt x="900734" y="29870"/>
                </a:lnTo>
                <a:lnTo>
                  <a:pt x="900825" y="29927"/>
                </a:lnTo>
                <a:lnTo>
                  <a:pt x="900947" y="29955"/>
                </a:lnTo>
                <a:lnTo>
                  <a:pt x="901070" y="30012"/>
                </a:lnTo>
                <a:lnTo>
                  <a:pt x="901151" y="30069"/>
                </a:lnTo>
                <a:lnTo>
                  <a:pt x="901274" y="30097"/>
                </a:lnTo>
                <a:lnTo>
                  <a:pt x="901408" y="30153"/>
                </a:lnTo>
                <a:lnTo>
                  <a:pt x="901480" y="30210"/>
                </a:lnTo>
                <a:lnTo>
                  <a:pt x="901612" y="30238"/>
                </a:lnTo>
                <a:lnTo>
                  <a:pt x="901734" y="30295"/>
                </a:lnTo>
                <a:lnTo>
                  <a:pt x="901816" y="30323"/>
                </a:lnTo>
                <a:lnTo>
                  <a:pt x="901938" y="30380"/>
                </a:lnTo>
                <a:lnTo>
                  <a:pt x="902061" y="30437"/>
                </a:lnTo>
                <a:lnTo>
                  <a:pt x="902142" y="30465"/>
                </a:lnTo>
                <a:lnTo>
                  <a:pt x="902277" y="30493"/>
                </a:lnTo>
                <a:lnTo>
                  <a:pt x="902399" y="30550"/>
                </a:lnTo>
                <a:lnTo>
                  <a:pt x="902521" y="30578"/>
                </a:lnTo>
                <a:lnTo>
                  <a:pt x="902603" y="30635"/>
                </a:lnTo>
                <a:lnTo>
                  <a:pt x="902725" y="30663"/>
                </a:lnTo>
                <a:lnTo>
                  <a:pt x="902848" y="30720"/>
                </a:lnTo>
                <a:lnTo>
                  <a:pt x="902929" y="30748"/>
                </a:lnTo>
                <a:lnTo>
                  <a:pt x="903052" y="30805"/>
                </a:lnTo>
                <a:lnTo>
                  <a:pt x="903174" y="30833"/>
                </a:lnTo>
                <a:lnTo>
                  <a:pt x="903268" y="30861"/>
                </a:lnTo>
                <a:lnTo>
                  <a:pt x="903390" y="30918"/>
                </a:lnTo>
                <a:lnTo>
                  <a:pt x="903512" y="30946"/>
                </a:lnTo>
                <a:lnTo>
                  <a:pt x="903594" y="30975"/>
                </a:lnTo>
                <a:lnTo>
                  <a:pt x="903716" y="31003"/>
                </a:lnTo>
                <a:lnTo>
                  <a:pt x="903839" y="31059"/>
                </a:lnTo>
                <a:lnTo>
                  <a:pt x="903920" y="31088"/>
                </a:lnTo>
                <a:lnTo>
                  <a:pt x="904043" y="31116"/>
                </a:lnTo>
                <a:lnTo>
                  <a:pt x="904177" y="31173"/>
                </a:lnTo>
                <a:lnTo>
                  <a:pt x="904259" y="31201"/>
                </a:lnTo>
                <a:lnTo>
                  <a:pt x="904381" y="31229"/>
                </a:lnTo>
                <a:lnTo>
                  <a:pt x="904503" y="31258"/>
                </a:lnTo>
                <a:lnTo>
                  <a:pt x="904585" y="31286"/>
                </a:lnTo>
                <a:lnTo>
                  <a:pt x="904707" y="31314"/>
                </a:lnTo>
                <a:lnTo>
                  <a:pt x="904830" y="31343"/>
                </a:lnTo>
                <a:lnTo>
                  <a:pt x="904952" y="31399"/>
                </a:lnTo>
                <a:lnTo>
                  <a:pt x="905043" y="31428"/>
                </a:lnTo>
                <a:lnTo>
                  <a:pt x="905168" y="31456"/>
                </a:lnTo>
                <a:lnTo>
                  <a:pt x="905290" y="31484"/>
                </a:lnTo>
                <a:lnTo>
                  <a:pt x="905372" y="31512"/>
                </a:lnTo>
                <a:lnTo>
                  <a:pt x="905494" y="31541"/>
                </a:lnTo>
                <a:lnTo>
                  <a:pt x="905617" y="31569"/>
                </a:lnTo>
                <a:lnTo>
                  <a:pt x="905698" y="31597"/>
                </a:lnTo>
                <a:lnTo>
                  <a:pt x="905821" y="31654"/>
                </a:lnTo>
                <a:lnTo>
                  <a:pt x="905953" y="31682"/>
                </a:lnTo>
                <a:lnTo>
                  <a:pt x="906034" y="31711"/>
                </a:lnTo>
                <a:lnTo>
                  <a:pt x="906159" y="31739"/>
                </a:lnTo>
                <a:lnTo>
                  <a:pt x="906281" y="31767"/>
                </a:lnTo>
                <a:lnTo>
                  <a:pt x="906363" y="31796"/>
                </a:lnTo>
                <a:lnTo>
                  <a:pt x="906485" y="31824"/>
                </a:lnTo>
                <a:lnTo>
                  <a:pt x="906608" y="31852"/>
                </a:lnTo>
                <a:lnTo>
                  <a:pt x="906689" y="31881"/>
                </a:lnTo>
                <a:lnTo>
                  <a:pt x="906821" y="31909"/>
                </a:lnTo>
                <a:lnTo>
                  <a:pt x="906944" y="31937"/>
                </a:lnTo>
                <a:lnTo>
                  <a:pt x="907025" y="31965"/>
                </a:lnTo>
                <a:lnTo>
                  <a:pt x="907150" y="31994"/>
                </a:lnTo>
                <a:lnTo>
                  <a:pt x="907272" y="32022"/>
                </a:lnTo>
                <a:lnTo>
                  <a:pt x="907395" y="32050"/>
                </a:lnTo>
                <a:lnTo>
                  <a:pt x="907476" y="32079"/>
                </a:lnTo>
                <a:lnTo>
                  <a:pt x="907599" y="32107"/>
                </a:lnTo>
                <a:lnTo>
                  <a:pt x="907731" y="32135"/>
                </a:lnTo>
                <a:lnTo>
                  <a:pt x="907812" y="32164"/>
                </a:lnTo>
                <a:lnTo>
                  <a:pt x="907935" y="32192"/>
                </a:lnTo>
                <a:lnTo>
                  <a:pt x="908059" y="32220"/>
                </a:lnTo>
                <a:lnTo>
                  <a:pt x="908141" y="32249"/>
                </a:lnTo>
                <a:lnTo>
                  <a:pt x="908263" y="32277"/>
                </a:lnTo>
                <a:lnTo>
                  <a:pt x="908395" y="32305"/>
                </a:lnTo>
                <a:lnTo>
                  <a:pt x="908467" y="32334"/>
                </a:lnTo>
                <a:lnTo>
                  <a:pt x="908599" y="32362"/>
                </a:lnTo>
                <a:lnTo>
                  <a:pt x="908722" y="32418"/>
                </a:lnTo>
                <a:lnTo>
                  <a:pt x="908803" y="32447"/>
                </a:lnTo>
                <a:lnTo>
                  <a:pt x="908926" y="32475"/>
                </a:lnTo>
                <a:lnTo>
                  <a:pt x="909048" y="32503"/>
                </a:lnTo>
                <a:lnTo>
                  <a:pt x="909142" y="32532"/>
                </a:lnTo>
                <a:lnTo>
                  <a:pt x="909264" y="32560"/>
                </a:lnTo>
                <a:lnTo>
                  <a:pt x="909386" y="32588"/>
                </a:lnTo>
                <a:lnTo>
                  <a:pt x="909468" y="32617"/>
                </a:lnTo>
                <a:lnTo>
                  <a:pt x="909590" y="32645"/>
                </a:lnTo>
                <a:lnTo>
                  <a:pt x="909713" y="32673"/>
                </a:lnTo>
                <a:lnTo>
                  <a:pt x="909835" y="32702"/>
                </a:lnTo>
                <a:lnTo>
                  <a:pt x="909917" y="32758"/>
                </a:lnTo>
                <a:lnTo>
                  <a:pt x="910041" y="32787"/>
                </a:lnTo>
                <a:lnTo>
                  <a:pt x="910173" y="32815"/>
                </a:lnTo>
                <a:lnTo>
                  <a:pt x="910255" y="32843"/>
                </a:lnTo>
                <a:lnTo>
                  <a:pt x="910377" y="32872"/>
                </a:lnTo>
                <a:lnTo>
                  <a:pt x="910500" y="32900"/>
                </a:lnTo>
                <a:lnTo>
                  <a:pt x="910581" y="32956"/>
                </a:lnTo>
                <a:lnTo>
                  <a:pt x="910704" y="32985"/>
                </a:lnTo>
                <a:lnTo>
                  <a:pt x="910826" y="33013"/>
                </a:lnTo>
                <a:lnTo>
                  <a:pt x="910908" y="33041"/>
                </a:lnTo>
                <a:lnTo>
                  <a:pt x="911042" y="33070"/>
                </a:lnTo>
                <a:lnTo>
                  <a:pt x="911164" y="33098"/>
                </a:lnTo>
                <a:lnTo>
                  <a:pt x="911246" y="33155"/>
                </a:lnTo>
                <a:lnTo>
                  <a:pt x="911368" y="33183"/>
                </a:lnTo>
                <a:lnTo>
                  <a:pt x="911491" y="33211"/>
                </a:lnTo>
                <a:lnTo>
                  <a:pt x="911572" y="33268"/>
                </a:lnTo>
                <a:lnTo>
                  <a:pt x="911695" y="33296"/>
                </a:lnTo>
                <a:lnTo>
                  <a:pt x="911817" y="33325"/>
                </a:lnTo>
                <a:lnTo>
                  <a:pt x="911911" y="33353"/>
                </a:lnTo>
                <a:lnTo>
                  <a:pt x="912033" y="33409"/>
                </a:lnTo>
                <a:lnTo>
                  <a:pt x="912155" y="33438"/>
                </a:lnTo>
                <a:lnTo>
                  <a:pt x="912278" y="33466"/>
                </a:lnTo>
                <a:lnTo>
                  <a:pt x="912359" y="33523"/>
                </a:lnTo>
                <a:lnTo>
                  <a:pt x="912482" y="33551"/>
                </a:lnTo>
                <a:lnTo>
                  <a:pt x="912604" y="33579"/>
                </a:lnTo>
                <a:lnTo>
                  <a:pt x="912686" y="33636"/>
                </a:lnTo>
                <a:lnTo>
                  <a:pt x="912820" y="33664"/>
                </a:lnTo>
                <a:lnTo>
                  <a:pt x="912942" y="33693"/>
                </a:lnTo>
                <a:lnTo>
                  <a:pt x="913024" y="33749"/>
                </a:lnTo>
                <a:lnTo>
                  <a:pt x="913146" y="33778"/>
                </a:lnTo>
                <a:lnTo>
                  <a:pt x="913269" y="33834"/>
                </a:lnTo>
                <a:lnTo>
                  <a:pt x="913350" y="33862"/>
                </a:lnTo>
                <a:lnTo>
                  <a:pt x="913473" y="33919"/>
                </a:lnTo>
                <a:lnTo>
                  <a:pt x="913595" y="33947"/>
                </a:lnTo>
                <a:lnTo>
                  <a:pt x="913689" y="33976"/>
                </a:lnTo>
                <a:lnTo>
                  <a:pt x="913811" y="34032"/>
                </a:lnTo>
                <a:lnTo>
                  <a:pt x="913933" y="34061"/>
                </a:lnTo>
                <a:lnTo>
                  <a:pt x="914015" y="34117"/>
                </a:lnTo>
                <a:lnTo>
                  <a:pt x="914137" y="34146"/>
                </a:lnTo>
                <a:lnTo>
                  <a:pt x="914260" y="34202"/>
                </a:lnTo>
                <a:lnTo>
                  <a:pt x="914341" y="34231"/>
                </a:lnTo>
                <a:lnTo>
                  <a:pt x="914464" y="34287"/>
                </a:lnTo>
                <a:lnTo>
                  <a:pt x="914598" y="34315"/>
                </a:lnTo>
                <a:lnTo>
                  <a:pt x="914679" y="34372"/>
                </a:lnTo>
                <a:lnTo>
                  <a:pt x="914802" y="34400"/>
                </a:lnTo>
                <a:lnTo>
                  <a:pt x="914924" y="34457"/>
                </a:lnTo>
                <a:lnTo>
                  <a:pt x="915047" y="34514"/>
                </a:lnTo>
                <a:lnTo>
                  <a:pt x="915128" y="34542"/>
                </a:lnTo>
                <a:lnTo>
                  <a:pt x="915260" y="34599"/>
                </a:lnTo>
                <a:lnTo>
                  <a:pt x="915383" y="34655"/>
                </a:lnTo>
                <a:lnTo>
                  <a:pt x="915464" y="34684"/>
                </a:lnTo>
                <a:lnTo>
                  <a:pt x="915586" y="34740"/>
                </a:lnTo>
                <a:lnTo>
                  <a:pt x="915711" y="34768"/>
                </a:lnTo>
                <a:lnTo>
                  <a:pt x="915793" y="34825"/>
                </a:lnTo>
                <a:lnTo>
                  <a:pt x="915915" y="34882"/>
                </a:lnTo>
                <a:lnTo>
                  <a:pt x="916038" y="34938"/>
                </a:lnTo>
                <a:lnTo>
                  <a:pt x="916129" y="34967"/>
                </a:lnTo>
                <a:lnTo>
                  <a:pt x="916251" y="35023"/>
                </a:lnTo>
                <a:lnTo>
                  <a:pt x="916374" y="35052"/>
                </a:lnTo>
                <a:lnTo>
                  <a:pt x="916455" y="35137"/>
                </a:lnTo>
                <a:lnTo>
                  <a:pt x="916577" y="35165"/>
                </a:lnTo>
                <a:lnTo>
                  <a:pt x="916702" y="35221"/>
                </a:lnTo>
                <a:lnTo>
                  <a:pt x="916784" y="35278"/>
                </a:lnTo>
                <a:lnTo>
                  <a:pt x="916906" y="35306"/>
                </a:lnTo>
                <a:lnTo>
                  <a:pt x="917038" y="35363"/>
                </a:lnTo>
                <a:lnTo>
                  <a:pt x="917120" y="35420"/>
                </a:lnTo>
                <a:lnTo>
                  <a:pt x="917242" y="35476"/>
                </a:lnTo>
                <a:lnTo>
                  <a:pt x="917364" y="35533"/>
                </a:lnTo>
                <a:lnTo>
                  <a:pt x="917487" y="35561"/>
                </a:lnTo>
                <a:lnTo>
                  <a:pt x="917571" y="35618"/>
                </a:lnTo>
                <a:lnTo>
                  <a:pt x="917693" y="35675"/>
                </a:lnTo>
                <a:lnTo>
                  <a:pt x="917816" y="35731"/>
                </a:lnTo>
                <a:lnTo>
                  <a:pt x="917907" y="35788"/>
                </a:lnTo>
                <a:lnTo>
                  <a:pt x="918029" y="35844"/>
                </a:lnTo>
                <a:lnTo>
                  <a:pt x="918152" y="35901"/>
                </a:lnTo>
                <a:lnTo>
                  <a:pt x="918233" y="35929"/>
                </a:lnTo>
                <a:lnTo>
                  <a:pt x="918355" y="36014"/>
                </a:lnTo>
                <a:lnTo>
                  <a:pt x="918478" y="36043"/>
                </a:lnTo>
                <a:lnTo>
                  <a:pt x="918559" y="36128"/>
                </a:lnTo>
                <a:lnTo>
                  <a:pt x="918684" y="36156"/>
                </a:lnTo>
                <a:lnTo>
                  <a:pt x="918816" y="36212"/>
                </a:lnTo>
                <a:lnTo>
                  <a:pt x="918898" y="36269"/>
                </a:lnTo>
                <a:lnTo>
                  <a:pt x="919020" y="36326"/>
                </a:lnTo>
                <a:lnTo>
                  <a:pt x="919142" y="36382"/>
                </a:lnTo>
                <a:lnTo>
                  <a:pt x="919224" y="36439"/>
                </a:lnTo>
                <a:lnTo>
                  <a:pt x="919346" y="36496"/>
                </a:lnTo>
                <a:lnTo>
                  <a:pt x="919469" y="36552"/>
                </a:lnTo>
                <a:lnTo>
                  <a:pt x="919553" y="36609"/>
                </a:lnTo>
                <a:lnTo>
                  <a:pt x="919685" y="36665"/>
                </a:lnTo>
                <a:lnTo>
                  <a:pt x="919807" y="36722"/>
                </a:lnTo>
                <a:lnTo>
                  <a:pt x="919930" y="36779"/>
                </a:lnTo>
                <a:lnTo>
                  <a:pt x="920011" y="36835"/>
                </a:lnTo>
                <a:lnTo>
                  <a:pt x="920133" y="36892"/>
                </a:lnTo>
                <a:lnTo>
                  <a:pt x="920256" y="36977"/>
                </a:lnTo>
                <a:lnTo>
                  <a:pt x="920337" y="37005"/>
                </a:lnTo>
                <a:lnTo>
                  <a:pt x="920472" y="37062"/>
                </a:lnTo>
                <a:lnTo>
                  <a:pt x="920594" y="37147"/>
                </a:lnTo>
                <a:lnTo>
                  <a:pt x="920676" y="37203"/>
                </a:lnTo>
                <a:lnTo>
                  <a:pt x="920798" y="37260"/>
                </a:lnTo>
                <a:lnTo>
                  <a:pt x="920920" y="37317"/>
                </a:lnTo>
                <a:lnTo>
                  <a:pt x="921002" y="37373"/>
                </a:lnTo>
                <a:lnTo>
                  <a:pt x="921124" y="37430"/>
                </a:lnTo>
                <a:lnTo>
                  <a:pt x="921259" y="37487"/>
                </a:lnTo>
                <a:lnTo>
                  <a:pt x="921328" y="37543"/>
                </a:lnTo>
                <a:lnTo>
                  <a:pt x="921463" y="37628"/>
                </a:lnTo>
                <a:lnTo>
                  <a:pt x="921585" y="37685"/>
                </a:lnTo>
                <a:lnTo>
                  <a:pt x="921667" y="37741"/>
                </a:lnTo>
                <a:lnTo>
                  <a:pt x="921789" y="37798"/>
                </a:lnTo>
                <a:lnTo>
                  <a:pt x="921911" y="37883"/>
                </a:lnTo>
                <a:lnTo>
                  <a:pt x="921993" y="37940"/>
                </a:lnTo>
                <a:lnTo>
                  <a:pt x="922125" y="37996"/>
                </a:lnTo>
                <a:lnTo>
                  <a:pt x="922250" y="38053"/>
                </a:lnTo>
                <a:lnTo>
                  <a:pt x="922372" y="38138"/>
                </a:lnTo>
                <a:lnTo>
                  <a:pt x="922454" y="38194"/>
                </a:lnTo>
                <a:lnTo>
                  <a:pt x="922576" y="38251"/>
                </a:lnTo>
                <a:lnTo>
                  <a:pt x="922698" y="38308"/>
                </a:lnTo>
                <a:lnTo>
                  <a:pt x="922780" y="38393"/>
                </a:lnTo>
                <a:lnTo>
                  <a:pt x="922902" y="38449"/>
                </a:lnTo>
                <a:lnTo>
                  <a:pt x="923034" y="38534"/>
                </a:lnTo>
                <a:lnTo>
                  <a:pt x="923116" y="38591"/>
                </a:lnTo>
                <a:lnTo>
                  <a:pt x="923241" y="38647"/>
                </a:lnTo>
                <a:lnTo>
                  <a:pt x="923363" y="38732"/>
                </a:lnTo>
                <a:lnTo>
                  <a:pt x="923445" y="38789"/>
                </a:lnTo>
                <a:lnTo>
                  <a:pt x="923567" y="38874"/>
                </a:lnTo>
                <a:lnTo>
                  <a:pt x="923689" y="38959"/>
                </a:lnTo>
                <a:lnTo>
                  <a:pt x="923771" y="39015"/>
                </a:lnTo>
                <a:lnTo>
                  <a:pt x="923903" y="39100"/>
                </a:lnTo>
                <a:lnTo>
                  <a:pt x="924025" y="39157"/>
                </a:lnTo>
                <a:lnTo>
                  <a:pt x="924107" y="39242"/>
                </a:lnTo>
                <a:lnTo>
                  <a:pt x="924232" y="39299"/>
                </a:lnTo>
                <a:lnTo>
                  <a:pt x="924354" y="39384"/>
                </a:lnTo>
                <a:lnTo>
                  <a:pt x="924436" y="39468"/>
                </a:lnTo>
                <a:lnTo>
                  <a:pt x="924558" y="39553"/>
                </a:lnTo>
                <a:lnTo>
                  <a:pt x="924680" y="39638"/>
                </a:lnTo>
                <a:lnTo>
                  <a:pt x="924803" y="39695"/>
                </a:lnTo>
                <a:lnTo>
                  <a:pt x="924894" y="39780"/>
                </a:lnTo>
                <a:lnTo>
                  <a:pt x="925016" y="39865"/>
                </a:lnTo>
                <a:lnTo>
                  <a:pt x="925139" y="39950"/>
                </a:lnTo>
                <a:lnTo>
                  <a:pt x="925223" y="40035"/>
                </a:lnTo>
                <a:lnTo>
                  <a:pt x="925345" y="40120"/>
                </a:lnTo>
                <a:lnTo>
                  <a:pt x="925467" y="40205"/>
                </a:lnTo>
                <a:lnTo>
                  <a:pt x="925549" y="40290"/>
                </a:lnTo>
                <a:lnTo>
                  <a:pt x="925681" y="40374"/>
                </a:lnTo>
                <a:lnTo>
                  <a:pt x="925803" y="40459"/>
                </a:lnTo>
                <a:lnTo>
                  <a:pt x="925885" y="40544"/>
                </a:lnTo>
                <a:lnTo>
                  <a:pt x="926007" y="40629"/>
                </a:lnTo>
                <a:lnTo>
                  <a:pt x="926132" y="40714"/>
                </a:lnTo>
                <a:lnTo>
                  <a:pt x="926214" y="40799"/>
                </a:lnTo>
                <a:lnTo>
                  <a:pt x="926336" y="40884"/>
                </a:lnTo>
                <a:lnTo>
                  <a:pt x="926468" y="40997"/>
                </a:lnTo>
                <a:lnTo>
                  <a:pt x="926550" y="41082"/>
                </a:lnTo>
                <a:lnTo>
                  <a:pt x="926672" y="41196"/>
                </a:lnTo>
                <a:lnTo>
                  <a:pt x="926794" y="41280"/>
                </a:lnTo>
                <a:lnTo>
                  <a:pt x="926876" y="41365"/>
                </a:lnTo>
                <a:lnTo>
                  <a:pt x="926998" y="41479"/>
                </a:lnTo>
                <a:lnTo>
                  <a:pt x="927123" y="41564"/>
                </a:lnTo>
                <a:lnTo>
                  <a:pt x="927255" y="41677"/>
                </a:lnTo>
                <a:lnTo>
                  <a:pt x="927327" y="41762"/>
                </a:lnTo>
                <a:lnTo>
                  <a:pt x="927459" y="41875"/>
                </a:lnTo>
                <a:lnTo>
                  <a:pt x="927581" y="41988"/>
                </a:lnTo>
                <a:lnTo>
                  <a:pt x="927663" y="42073"/>
                </a:lnTo>
                <a:lnTo>
                  <a:pt x="927785" y="42187"/>
                </a:lnTo>
                <a:lnTo>
                  <a:pt x="927908" y="42300"/>
                </a:lnTo>
                <a:lnTo>
                  <a:pt x="927989" y="42413"/>
                </a:lnTo>
                <a:lnTo>
                  <a:pt x="928124" y="42498"/>
                </a:lnTo>
                <a:lnTo>
                  <a:pt x="928246" y="42611"/>
                </a:lnTo>
                <a:lnTo>
                  <a:pt x="928328" y="42724"/>
                </a:lnTo>
                <a:lnTo>
                  <a:pt x="928450" y="42866"/>
                </a:lnTo>
                <a:lnTo>
                  <a:pt x="928572" y="42979"/>
                </a:lnTo>
                <a:lnTo>
                  <a:pt x="928654" y="43093"/>
                </a:lnTo>
                <a:lnTo>
                  <a:pt x="928776" y="43206"/>
                </a:lnTo>
                <a:lnTo>
                  <a:pt x="928899" y="43319"/>
                </a:lnTo>
                <a:lnTo>
                  <a:pt x="928992" y="43432"/>
                </a:lnTo>
                <a:lnTo>
                  <a:pt x="929115" y="43574"/>
                </a:lnTo>
                <a:lnTo>
                  <a:pt x="929237" y="43687"/>
                </a:lnTo>
                <a:lnTo>
                  <a:pt x="929319" y="43829"/>
                </a:lnTo>
                <a:lnTo>
                  <a:pt x="929441" y="43942"/>
                </a:lnTo>
                <a:lnTo>
                  <a:pt x="929563" y="44055"/>
                </a:lnTo>
                <a:lnTo>
                  <a:pt x="929686" y="44197"/>
                </a:lnTo>
                <a:lnTo>
                  <a:pt x="929767" y="44338"/>
                </a:lnTo>
                <a:lnTo>
                  <a:pt x="929902" y="44452"/>
                </a:lnTo>
                <a:lnTo>
                  <a:pt x="930024" y="44593"/>
                </a:lnTo>
                <a:lnTo>
                  <a:pt x="930106" y="44735"/>
                </a:lnTo>
                <a:lnTo>
                  <a:pt x="930228" y="44848"/>
                </a:lnTo>
                <a:lnTo>
                  <a:pt x="930350" y="44990"/>
                </a:lnTo>
                <a:lnTo>
                  <a:pt x="930432" y="45131"/>
                </a:lnTo>
                <a:lnTo>
                  <a:pt x="930554" y="45273"/>
                </a:lnTo>
                <a:lnTo>
                  <a:pt x="930677" y="45414"/>
                </a:lnTo>
                <a:lnTo>
                  <a:pt x="930770" y="45556"/>
                </a:lnTo>
                <a:lnTo>
                  <a:pt x="930893" y="45697"/>
                </a:lnTo>
                <a:lnTo>
                  <a:pt x="931015" y="45839"/>
                </a:lnTo>
                <a:lnTo>
                  <a:pt x="931097" y="46009"/>
                </a:lnTo>
                <a:lnTo>
                  <a:pt x="931219" y="46150"/>
                </a:lnTo>
                <a:lnTo>
                  <a:pt x="931341" y="46292"/>
                </a:lnTo>
                <a:lnTo>
                  <a:pt x="931423" y="46462"/>
                </a:lnTo>
                <a:lnTo>
                  <a:pt x="931545" y="46603"/>
                </a:lnTo>
                <a:lnTo>
                  <a:pt x="931668" y="46773"/>
                </a:lnTo>
                <a:lnTo>
                  <a:pt x="931761" y="46915"/>
                </a:lnTo>
                <a:lnTo>
                  <a:pt x="931884" y="47056"/>
                </a:lnTo>
                <a:lnTo>
                  <a:pt x="932006" y="47226"/>
                </a:lnTo>
                <a:lnTo>
                  <a:pt x="932088" y="47396"/>
                </a:lnTo>
                <a:lnTo>
                  <a:pt x="932210" y="47538"/>
                </a:lnTo>
                <a:lnTo>
                  <a:pt x="932332" y="47708"/>
                </a:lnTo>
                <a:lnTo>
                  <a:pt x="932464" y="47877"/>
                </a:lnTo>
                <a:lnTo>
                  <a:pt x="932536" y="48047"/>
                </a:lnTo>
                <a:lnTo>
                  <a:pt x="932668" y="48189"/>
                </a:lnTo>
                <a:lnTo>
                  <a:pt x="932793" y="48387"/>
                </a:lnTo>
                <a:lnTo>
                  <a:pt x="932875" y="48529"/>
                </a:lnTo>
                <a:lnTo>
                  <a:pt x="932997" y="48699"/>
                </a:lnTo>
                <a:lnTo>
                  <a:pt x="933119" y="48868"/>
                </a:lnTo>
                <a:lnTo>
                  <a:pt x="933201" y="49038"/>
                </a:lnTo>
                <a:lnTo>
                  <a:pt x="933333" y="49208"/>
                </a:lnTo>
                <a:lnTo>
                  <a:pt x="933455" y="49378"/>
                </a:lnTo>
                <a:lnTo>
                  <a:pt x="933537" y="49548"/>
                </a:lnTo>
                <a:lnTo>
                  <a:pt x="933662" y="49718"/>
                </a:lnTo>
                <a:lnTo>
                  <a:pt x="933784" y="49888"/>
                </a:lnTo>
                <a:lnTo>
                  <a:pt x="933866" y="50058"/>
                </a:lnTo>
                <a:lnTo>
                  <a:pt x="933988" y="50256"/>
                </a:lnTo>
                <a:lnTo>
                  <a:pt x="934110" y="50426"/>
                </a:lnTo>
                <a:lnTo>
                  <a:pt x="934192" y="50596"/>
                </a:lnTo>
                <a:lnTo>
                  <a:pt x="934324" y="50765"/>
                </a:lnTo>
                <a:lnTo>
                  <a:pt x="934446" y="50935"/>
                </a:lnTo>
                <a:lnTo>
                  <a:pt x="934528" y="51133"/>
                </a:lnTo>
                <a:lnTo>
                  <a:pt x="934650" y="51303"/>
                </a:lnTo>
                <a:lnTo>
                  <a:pt x="934775" y="51473"/>
                </a:lnTo>
                <a:lnTo>
                  <a:pt x="934897" y="51643"/>
                </a:lnTo>
                <a:lnTo>
                  <a:pt x="934989" y="51841"/>
                </a:lnTo>
                <a:lnTo>
                  <a:pt x="935111" y="52011"/>
                </a:lnTo>
                <a:lnTo>
                  <a:pt x="935233" y="52181"/>
                </a:lnTo>
                <a:lnTo>
                  <a:pt x="935315" y="52351"/>
                </a:lnTo>
                <a:lnTo>
                  <a:pt x="935437" y="52521"/>
                </a:lnTo>
                <a:lnTo>
                  <a:pt x="935560" y="52719"/>
                </a:lnTo>
                <a:lnTo>
                  <a:pt x="935641" y="52889"/>
                </a:lnTo>
                <a:lnTo>
                  <a:pt x="935766" y="53059"/>
                </a:lnTo>
                <a:lnTo>
                  <a:pt x="935888" y="53229"/>
                </a:lnTo>
                <a:lnTo>
                  <a:pt x="935979" y="53399"/>
                </a:lnTo>
                <a:lnTo>
                  <a:pt x="936102" y="53597"/>
                </a:lnTo>
                <a:lnTo>
                  <a:pt x="936224" y="53767"/>
                </a:lnTo>
                <a:lnTo>
                  <a:pt x="936306" y="53936"/>
                </a:lnTo>
                <a:lnTo>
                  <a:pt x="936428" y="54106"/>
                </a:lnTo>
                <a:lnTo>
                  <a:pt x="936551" y="54276"/>
                </a:lnTo>
                <a:lnTo>
                  <a:pt x="936635" y="54446"/>
                </a:lnTo>
                <a:lnTo>
                  <a:pt x="936757" y="54616"/>
                </a:lnTo>
                <a:lnTo>
                  <a:pt x="936889" y="54814"/>
                </a:lnTo>
                <a:lnTo>
                  <a:pt x="936970" y="54956"/>
                </a:lnTo>
                <a:lnTo>
                  <a:pt x="937093" y="55126"/>
                </a:lnTo>
                <a:lnTo>
                  <a:pt x="937215" y="55324"/>
                </a:lnTo>
                <a:lnTo>
                  <a:pt x="937338" y="55465"/>
                </a:lnTo>
                <a:lnTo>
                  <a:pt x="937419" y="55635"/>
                </a:lnTo>
                <a:lnTo>
                  <a:pt x="937542" y="55805"/>
                </a:lnTo>
                <a:lnTo>
                  <a:pt x="937666" y="55975"/>
                </a:lnTo>
                <a:lnTo>
                  <a:pt x="937757" y="56145"/>
                </a:lnTo>
                <a:lnTo>
                  <a:pt x="937880" y="56315"/>
                </a:lnTo>
                <a:lnTo>
                  <a:pt x="938002" y="56485"/>
                </a:lnTo>
                <a:lnTo>
                  <a:pt x="938084" y="56626"/>
                </a:lnTo>
                <a:lnTo>
                  <a:pt x="938206" y="56796"/>
                </a:lnTo>
                <a:lnTo>
                  <a:pt x="938329" y="56966"/>
                </a:lnTo>
                <a:lnTo>
                  <a:pt x="938410" y="57108"/>
                </a:lnTo>
                <a:lnTo>
                  <a:pt x="938533" y="57277"/>
                </a:lnTo>
                <a:lnTo>
                  <a:pt x="938667" y="57447"/>
                </a:lnTo>
                <a:lnTo>
                  <a:pt x="938748" y="57589"/>
                </a:lnTo>
                <a:lnTo>
                  <a:pt x="938871" y="57759"/>
                </a:lnTo>
                <a:lnTo>
                  <a:pt x="938993" y="57900"/>
                </a:lnTo>
                <a:lnTo>
                  <a:pt x="939075" y="58070"/>
                </a:lnTo>
                <a:lnTo>
                  <a:pt x="939197" y="58212"/>
                </a:lnTo>
                <a:lnTo>
                  <a:pt x="939332" y="58382"/>
                </a:lnTo>
                <a:lnTo>
                  <a:pt x="939413" y="58523"/>
                </a:lnTo>
                <a:lnTo>
                  <a:pt x="939535" y="58665"/>
                </a:lnTo>
                <a:lnTo>
                  <a:pt x="939658" y="58835"/>
                </a:lnTo>
                <a:lnTo>
                  <a:pt x="939780" y="58976"/>
                </a:lnTo>
                <a:lnTo>
                  <a:pt x="939862" y="59118"/>
                </a:lnTo>
                <a:lnTo>
                  <a:pt x="939984" y="59259"/>
                </a:lnTo>
                <a:lnTo>
                  <a:pt x="940107" y="59429"/>
                </a:lnTo>
                <a:lnTo>
                  <a:pt x="940198" y="59571"/>
                </a:lnTo>
                <a:lnTo>
                  <a:pt x="940323" y="59712"/>
                </a:lnTo>
                <a:lnTo>
                  <a:pt x="940445" y="59854"/>
                </a:lnTo>
                <a:lnTo>
                  <a:pt x="940526" y="59967"/>
                </a:lnTo>
                <a:lnTo>
                  <a:pt x="940649" y="60137"/>
                </a:lnTo>
                <a:lnTo>
                  <a:pt x="940771" y="60279"/>
                </a:lnTo>
                <a:lnTo>
                  <a:pt x="940853" y="60420"/>
                </a:lnTo>
                <a:lnTo>
                  <a:pt x="940975" y="60533"/>
                </a:lnTo>
                <a:lnTo>
                  <a:pt x="941107" y="60675"/>
                </a:lnTo>
                <a:lnTo>
                  <a:pt x="941189" y="60817"/>
                </a:lnTo>
                <a:lnTo>
                  <a:pt x="941313" y="60958"/>
                </a:lnTo>
                <a:lnTo>
                  <a:pt x="941436" y="61071"/>
                </a:lnTo>
                <a:lnTo>
                  <a:pt x="941517" y="61213"/>
                </a:lnTo>
                <a:lnTo>
                  <a:pt x="941640" y="61326"/>
                </a:lnTo>
                <a:lnTo>
                  <a:pt x="941762" y="61468"/>
                </a:lnTo>
                <a:lnTo>
                  <a:pt x="941844" y="61581"/>
                </a:lnTo>
                <a:lnTo>
                  <a:pt x="941976" y="61723"/>
                </a:lnTo>
                <a:lnTo>
                  <a:pt x="942098" y="61836"/>
                </a:lnTo>
                <a:lnTo>
                  <a:pt x="942220" y="61949"/>
                </a:lnTo>
                <a:lnTo>
                  <a:pt x="942304" y="62091"/>
                </a:lnTo>
                <a:lnTo>
                  <a:pt x="942427" y="62204"/>
                </a:lnTo>
                <a:lnTo>
                  <a:pt x="942549" y="62317"/>
                </a:lnTo>
                <a:lnTo>
                  <a:pt x="942631" y="62430"/>
                </a:lnTo>
                <a:lnTo>
                  <a:pt x="942753" y="62572"/>
                </a:lnTo>
                <a:lnTo>
                  <a:pt x="942885" y="62685"/>
                </a:lnTo>
                <a:lnTo>
                  <a:pt x="942967" y="62798"/>
                </a:lnTo>
                <a:lnTo>
                  <a:pt x="943089" y="62912"/>
                </a:lnTo>
                <a:lnTo>
                  <a:pt x="943214" y="63025"/>
                </a:lnTo>
                <a:lnTo>
                  <a:pt x="943295" y="63138"/>
                </a:lnTo>
                <a:lnTo>
                  <a:pt x="943418" y="63251"/>
                </a:lnTo>
                <a:lnTo>
                  <a:pt x="943540" y="63365"/>
                </a:lnTo>
                <a:lnTo>
                  <a:pt x="943622" y="63450"/>
                </a:lnTo>
                <a:lnTo>
                  <a:pt x="943754" y="63563"/>
                </a:lnTo>
                <a:lnTo>
                  <a:pt x="943876" y="63648"/>
                </a:lnTo>
                <a:lnTo>
                  <a:pt x="943958" y="63761"/>
                </a:lnTo>
                <a:lnTo>
                  <a:pt x="944080" y="63874"/>
                </a:lnTo>
                <a:lnTo>
                  <a:pt x="944202" y="63959"/>
                </a:lnTo>
                <a:lnTo>
                  <a:pt x="944286" y="64073"/>
                </a:lnTo>
                <a:lnTo>
                  <a:pt x="944409" y="64157"/>
                </a:lnTo>
                <a:lnTo>
                  <a:pt x="944531" y="64271"/>
                </a:lnTo>
                <a:lnTo>
                  <a:pt x="944663" y="64356"/>
                </a:lnTo>
                <a:lnTo>
                  <a:pt x="944745" y="64469"/>
                </a:lnTo>
                <a:lnTo>
                  <a:pt x="944867" y="64554"/>
                </a:lnTo>
                <a:lnTo>
                  <a:pt x="944989" y="64639"/>
                </a:lnTo>
                <a:lnTo>
                  <a:pt x="945071" y="64724"/>
                </a:lnTo>
                <a:lnTo>
                  <a:pt x="945193" y="64809"/>
                </a:lnTo>
                <a:lnTo>
                  <a:pt x="945328" y="64894"/>
                </a:lnTo>
                <a:lnTo>
                  <a:pt x="945400" y="65007"/>
                </a:lnTo>
                <a:lnTo>
                  <a:pt x="945532" y="65092"/>
                </a:lnTo>
                <a:lnTo>
                  <a:pt x="945654" y="65177"/>
                </a:lnTo>
                <a:lnTo>
                  <a:pt x="945736" y="65262"/>
                </a:lnTo>
                <a:lnTo>
                  <a:pt x="945858" y="65347"/>
                </a:lnTo>
                <a:lnTo>
                  <a:pt x="945980" y="65403"/>
                </a:lnTo>
                <a:lnTo>
                  <a:pt x="946062" y="65488"/>
                </a:lnTo>
                <a:lnTo>
                  <a:pt x="946196" y="65573"/>
                </a:lnTo>
                <a:lnTo>
                  <a:pt x="946319" y="65658"/>
                </a:lnTo>
                <a:lnTo>
                  <a:pt x="946400" y="65743"/>
                </a:lnTo>
                <a:lnTo>
                  <a:pt x="946523" y="65800"/>
                </a:lnTo>
                <a:lnTo>
                  <a:pt x="946645" y="65885"/>
                </a:lnTo>
                <a:lnTo>
                  <a:pt x="946727" y="65970"/>
                </a:lnTo>
                <a:lnTo>
                  <a:pt x="946849" y="66026"/>
                </a:lnTo>
                <a:lnTo>
                  <a:pt x="946971" y="66111"/>
                </a:lnTo>
                <a:lnTo>
                  <a:pt x="947106" y="66168"/>
                </a:lnTo>
                <a:lnTo>
                  <a:pt x="947187" y="66253"/>
                </a:lnTo>
                <a:lnTo>
                  <a:pt x="947310" y="66309"/>
                </a:lnTo>
                <a:lnTo>
                  <a:pt x="947432" y="66394"/>
                </a:lnTo>
                <a:lnTo>
                  <a:pt x="947514" y="66451"/>
                </a:lnTo>
                <a:lnTo>
                  <a:pt x="947636" y="66507"/>
                </a:lnTo>
                <a:lnTo>
                  <a:pt x="947758" y="66592"/>
                </a:lnTo>
                <a:lnTo>
                  <a:pt x="947840" y="66649"/>
                </a:lnTo>
                <a:lnTo>
                  <a:pt x="947974" y="66706"/>
                </a:lnTo>
                <a:lnTo>
                  <a:pt x="948097" y="66762"/>
                </a:lnTo>
                <a:lnTo>
                  <a:pt x="948178" y="66847"/>
                </a:lnTo>
                <a:lnTo>
                  <a:pt x="948301" y="66904"/>
                </a:lnTo>
                <a:lnTo>
                  <a:pt x="948423" y="66960"/>
                </a:lnTo>
                <a:lnTo>
                  <a:pt x="948505" y="67017"/>
                </a:lnTo>
                <a:lnTo>
                  <a:pt x="948627" y="67074"/>
                </a:lnTo>
                <a:lnTo>
                  <a:pt x="948749" y="67130"/>
                </a:lnTo>
                <a:lnTo>
                  <a:pt x="948843" y="67187"/>
                </a:lnTo>
                <a:lnTo>
                  <a:pt x="948965" y="67244"/>
                </a:lnTo>
                <a:lnTo>
                  <a:pt x="949088" y="67300"/>
                </a:lnTo>
                <a:lnTo>
                  <a:pt x="949169" y="67357"/>
                </a:lnTo>
                <a:lnTo>
                  <a:pt x="949292" y="67413"/>
                </a:lnTo>
                <a:lnTo>
                  <a:pt x="949414" y="67470"/>
                </a:lnTo>
                <a:lnTo>
                  <a:pt x="949536" y="67498"/>
                </a:lnTo>
                <a:lnTo>
                  <a:pt x="949618" y="67555"/>
                </a:lnTo>
                <a:lnTo>
                  <a:pt x="949750" y="67612"/>
                </a:lnTo>
                <a:lnTo>
                  <a:pt x="949875" y="67640"/>
                </a:lnTo>
                <a:lnTo>
                  <a:pt x="949956" y="67697"/>
                </a:lnTo>
                <a:lnTo>
                  <a:pt x="950079" y="67753"/>
                </a:lnTo>
                <a:lnTo>
                  <a:pt x="950201" y="67782"/>
                </a:lnTo>
                <a:lnTo>
                  <a:pt x="950283" y="67838"/>
                </a:lnTo>
                <a:lnTo>
                  <a:pt x="950405" y="67866"/>
                </a:lnTo>
                <a:lnTo>
                  <a:pt x="950527" y="67923"/>
                </a:lnTo>
                <a:lnTo>
                  <a:pt x="950619" y="67951"/>
                </a:lnTo>
                <a:lnTo>
                  <a:pt x="950743" y="67980"/>
                </a:lnTo>
                <a:lnTo>
                  <a:pt x="950866" y="68036"/>
                </a:lnTo>
                <a:lnTo>
                  <a:pt x="950947" y="68065"/>
                </a:lnTo>
                <a:lnTo>
                  <a:pt x="951070" y="68093"/>
                </a:lnTo>
                <a:lnTo>
                  <a:pt x="951192" y="68121"/>
                </a:lnTo>
                <a:lnTo>
                  <a:pt x="951274" y="68150"/>
                </a:lnTo>
                <a:lnTo>
                  <a:pt x="951396" y="68206"/>
                </a:lnTo>
                <a:lnTo>
                  <a:pt x="951528" y="68235"/>
                </a:lnTo>
                <a:lnTo>
                  <a:pt x="951610" y="68263"/>
                </a:lnTo>
                <a:lnTo>
                  <a:pt x="951732" y="68291"/>
                </a:lnTo>
                <a:lnTo>
                  <a:pt x="951857" y="68320"/>
                </a:lnTo>
                <a:lnTo>
                  <a:pt x="951938" y="68348"/>
                </a:lnTo>
                <a:lnTo>
                  <a:pt x="952061" y="68376"/>
                </a:lnTo>
                <a:lnTo>
                  <a:pt x="952193" y="68376"/>
                </a:lnTo>
                <a:lnTo>
                  <a:pt x="952315" y="68404"/>
                </a:lnTo>
                <a:lnTo>
                  <a:pt x="952397" y="68433"/>
                </a:lnTo>
                <a:lnTo>
                  <a:pt x="952519" y="68461"/>
                </a:lnTo>
                <a:lnTo>
                  <a:pt x="952641" y="68461"/>
                </a:lnTo>
                <a:lnTo>
                  <a:pt x="952723" y="68489"/>
                </a:lnTo>
                <a:lnTo>
                  <a:pt x="952848" y="68489"/>
                </a:lnTo>
                <a:lnTo>
                  <a:pt x="952970" y="68518"/>
                </a:lnTo>
                <a:lnTo>
                  <a:pt x="953061" y="68518"/>
                </a:lnTo>
                <a:lnTo>
                  <a:pt x="953184" y="68546"/>
                </a:lnTo>
                <a:lnTo>
                  <a:pt x="953306" y="68546"/>
                </a:lnTo>
                <a:lnTo>
                  <a:pt x="953388" y="68574"/>
                </a:lnTo>
                <a:lnTo>
                  <a:pt x="953510" y="68574"/>
                </a:lnTo>
                <a:lnTo>
                  <a:pt x="953632" y="68574"/>
                </a:lnTo>
                <a:lnTo>
                  <a:pt x="953716" y="68603"/>
                </a:lnTo>
                <a:lnTo>
                  <a:pt x="953839" y="68603"/>
                </a:lnTo>
                <a:lnTo>
                  <a:pt x="953971" y="68603"/>
                </a:lnTo>
                <a:lnTo>
                  <a:pt x="954052" y="68603"/>
                </a:lnTo>
                <a:lnTo>
                  <a:pt x="954175" y="68603"/>
                </a:lnTo>
                <a:lnTo>
                  <a:pt x="954297" y="68603"/>
                </a:lnTo>
                <a:lnTo>
                  <a:pt x="954379" y="68603"/>
                </a:lnTo>
                <a:lnTo>
                  <a:pt x="954501" y="68603"/>
                </a:lnTo>
                <a:lnTo>
                  <a:pt x="954623" y="68603"/>
                </a:lnTo>
                <a:lnTo>
                  <a:pt x="954748" y="68603"/>
                </a:lnTo>
                <a:lnTo>
                  <a:pt x="954839" y="68603"/>
                </a:lnTo>
                <a:lnTo>
                  <a:pt x="954962" y="68603"/>
                </a:lnTo>
                <a:lnTo>
                  <a:pt x="955084" y="68603"/>
                </a:lnTo>
                <a:lnTo>
                  <a:pt x="955166" y="68574"/>
                </a:lnTo>
                <a:lnTo>
                  <a:pt x="955288" y="68574"/>
                </a:lnTo>
                <a:lnTo>
                  <a:pt x="955410" y="68574"/>
                </a:lnTo>
                <a:lnTo>
                  <a:pt x="955492" y="68574"/>
                </a:lnTo>
                <a:lnTo>
                  <a:pt x="955614" y="68546"/>
                </a:lnTo>
                <a:lnTo>
                  <a:pt x="955749" y="68518"/>
                </a:lnTo>
                <a:lnTo>
                  <a:pt x="955830" y="68518"/>
                </a:lnTo>
                <a:lnTo>
                  <a:pt x="955953" y="68518"/>
                </a:lnTo>
                <a:lnTo>
                  <a:pt x="956075" y="68489"/>
                </a:lnTo>
                <a:lnTo>
                  <a:pt x="956157" y="68489"/>
                </a:lnTo>
                <a:lnTo>
                  <a:pt x="956279" y="68461"/>
                </a:lnTo>
                <a:lnTo>
                  <a:pt x="956401" y="68461"/>
                </a:lnTo>
                <a:lnTo>
                  <a:pt x="956483" y="68433"/>
                </a:lnTo>
                <a:lnTo>
                  <a:pt x="956617" y="68404"/>
                </a:lnTo>
                <a:lnTo>
                  <a:pt x="956740" y="68376"/>
                </a:lnTo>
                <a:lnTo>
                  <a:pt x="956821" y="68376"/>
                </a:lnTo>
                <a:lnTo>
                  <a:pt x="956944" y="68348"/>
                </a:lnTo>
                <a:lnTo>
                  <a:pt x="957066" y="68320"/>
                </a:lnTo>
                <a:lnTo>
                  <a:pt x="957188" y="68320"/>
                </a:lnTo>
                <a:lnTo>
                  <a:pt x="957270" y="68263"/>
                </a:lnTo>
                <a:lnTo>
                  <a:pt x="957392" y="68263"/>
                </a:lnTo>
                <a:lnTo>
                  <a:pt x="957527" y="68235"/>
                </a:lnTo>
                <a:lnTo>
                  <a:pt x="957608" y="68206"/>
                </a:lnTo>
                <a:lnTo>
                  <a:pt x="957731" y="68178"/>
                </a:lnTo>
                <a:lnTo>
                  <a:pt x="957853" y="68150"/>
                </a:lnTo>
                <a:lnTo>
                  <a:pt x="957935" y="68121"/>
                </a:lnTo>
                <a:lnTo>
                  <a:pt x="958057" y="68093"/>
                </a:lnTo>
                <a:lnTo>
                  <a:pt x="958189" y="68065"/>
                </a:lnTo>
                <a:lnTo>
                  <a:pt x="958261" y="68036"/>
                </a:lnTo>
                <a:lnTo>
                  <a:pt x="958395" y="68008"/>
                </a:lnTo>
                <a:lnTo>
                  <a:pt x="958518" y="67980"/>
                </a:lnTo>
                <a:lnTo>
                  <a:pt x="958599" y="67951"/>
                </a:lnTo>
                <a:lnTo>
                  <a:pt x="958722" y="67895"/>
                </a:lnTo>
                <a:lnTo>
                  <a:pt x="958844" y="67866"/>
                </a:lnTo>
                <a:lnTo>
                  <a:pt x="958926" y="67838"/>
                </a:lnTo>
                <a:lnTo>
                  <a:pt x="959057" y="67810"/>
                </a:lnTo>
                <a:lnTo>
                  <a:pt x="959180" y="67782"/>
                </a:lnTo>
                <a:lnTo>
                  <a:pt x="959261" y="67725"/>
                </a:lnTo>
                <a:lnTo>
                  <a:pt x="959386" y="67697"/>
                </a:lnTo>
                <a:lnTo>
                  <a:pt x="959509" y="67668"/>
                </a:lnTo>
                <a:lnTo>
                  <a:pt x="959631" y="67640"/>
                </a:lnTo>
                <a:lnTo>
                  <a:pt x="959713" y="67612"/>
                </a:lnTo>
                <a:lnTo>
                  <a:pt x="959835" y="67555"/>
                </a:lnTo>
                <a:lnTo>
                  <a:pt x="959967" y="67527"/>
                </a:lnTo>
                <a:lnTo>
                  <a:pt x="960048" y="67498"/>
                </a:lnTo>
                <a:lnTo>
                  <a:pt x="960171" y="67442"/>
                </a:lnTo>
                <a:lnTo>
                  <a:pt x="960296" y="67413"/>
                </a:lnTo>
                <a:lnTo>
                  <a:pt x="960377" y="67357"/>
                </a:lnTo>
                <a:lnTo>
                  <a:pt x="960500" y="67329"/>
                </a:lnTo>
                <a:lnTo>
                  <a:pt x="960622" y="67300"/>
                </a:lnTo>
                <a:lnTo>
                  <a:pt x="960703" y="67244"/>
                </a:lnTo>
                <a:lnTo>
                  <a:pt x="960835" y="67215"/>
                </a:lnTo>
                <a:lnTo>
                  <a:pt x="960958" y="67187"/>
                </a:lnTo>
                <a:lnTo>
                  <a:pt x="961039" y="67130"/>
                </a:lnTo>
                <a:lnTo>
                  <a:pt x="961162" y="67102"/>
                </a:lnTo>
                <a:lnTo>
                  <a:pt x="961284" y="67074"/>
                </a:lnTo>
                <a:lnTo>
                  <a:pt x="961368" y="67017"/>
                </a:lnTo>
                <a:lnTo>
                  <a:pt x="961491" y="66989"/>
                </a:lnTo>
                <a:lnTo>
                  <a:pt x="961613" y="66960"/>
                </a:lnTo>
                <a:lnTo>
                  <a:pt x="961704" y="66904"/>
                </a:lnTo>
                <a:lnTo>
                  <a:pt x="961826" y="66876"/>
                </a:lnTo>
                <a:lnTo>
                  <a:pt x="961949" y="66847"/>
                </a:lnTo>
                <a:lnTo>
                  <a:pt x="962071" y="66791"/>
                </a:lnTo>
                <a:lnTo>
                  <a:pt x="962153" y="66762"/>
                </a:lnTo>
                <a:lnTo>
                  <a:pt x="962278" y="66734"/>
                </a:lnTo>
                <a:lnTo>
                  <a:pt x="962400" y="66677"/>
                </a:lnTo>
                <a:lnTo>
                  <a:pt x="962481" y="66649"/>
                </a:lnTo>
                <a:lnTo>
                  <a:pt x="962604" y="66621"/>
                </a:lnTo>
                <a:lnTo>
                  <a:pt x="962736" y="66592"/>
                </a:lnTo>
                <a:lnTo>
                  <a:pt x="962817" y="66536"/>
                </a:lnTo>
                <a:lnTo>
                  <a:pt x="962940" y="66507"/>
                </a:lnTo>
                <a:lnTo>
                  <a:pt x="963062" y="66479"/>
                </a:lnTo>
                <a:lnTo>
                  <a:pt x="963144" y="66451"/>
                </a:lnTo>
                <a:lnTo>
                  <a:pt x="963269" y="66394"/>
                </a:lnTo>
                <a:lnTo>
                  <a:pt x="963391" y="66366"/>
                </a:lnTo>
                <a:lnTo>
                  <a:pt x="963482" y="66338"/>
                </a:lnTo>
                <a:lnTo>
                  <a:pt x="963604" y="66309"/>
                </a:lnTo>
                <a:lnTo>
                  <a:pt x="963727" y="66281"/>
                </a:lnTo>
                <a:lnTo>
                  <a:pt x="963808" y="66224"/>
                </a:lnTo>
                <a:lnTo>
                  <a:pt x="963931" y="66196"/>
                </a:lnTo>
                <a:lnTo>
                  <a:pt x="964053" y="66168"/>
                </a:lnTo>
                <a:lnTo>
                  <a:pt x="964135" y="66139"/>
                </a:lnTo>
                <a:lnTo>
                  <a:pt x="964259" y="66111"/>
                </a:lnTo>
                <a:lnTo>
                  <a:pt x="964391" y="66083"/>
                </a:lnTo>
                <a:lnTo>
                  <a:pt x="964514" y="66054"/>
                </a:lnTo>
                <a:lnTo>
                  <a:pt x="964595" y="66026"/>
                </a:lnTo>
                <a:lnTo>
                  <a:pt x="964718" y="65998"/>
                </a:lnTo>
                <a:lnTo>
                  <a:pt x="964840" y="65970"/>
                </a:lnTo>
                <a:lnTo>
                  <a:pt x="964922" y="65941"/>
                </a:lnTo>
                <a:lnTo>
                  <a:pt x="965056" y="65913"/>
                </a:lnTo>
                <a:lnTo>
                  <a:pt x="965178" y="65885"/>
                </a:lnTo>
                <a:lnTo>
                  <a:pt x="965260" y="65856"/>
                </a:lnTo>
                <a:lnTo>
                  <a:pt x="965382" y="65828"/>
                </a:lnTo>
                <a:lnTo>
                  <a:pt x="965505" y="65800"/>
                </a:lnTo>
                <a:lnTo>
                  <a:pt x="965586" y="65771"/>
                </a:lnTo>
                <a:lnTo>
                  <a:pt x="965709" y="65743"/>
                </a:lnTo>
                <a:lnTo>
                  <a:pt x="965831" y="65715"/>
                </a:lnTo>
                <a:lnTo>
                  <a:pt x="965925" y="65686"/>
                </a:lnTo>
                <a:lnTo>
                  <a:pt x="966047" y="65658"/>
                </a:lnTo>
                <a:lnTo>
                  <a:pt x="966169" y="65658"/>
                </a:lnTo>
                <a:lnTo>
                  <a:pt x="966251" y="65630"/>
                </a:lnTo>
                <a:lnTo>
                  <a:pt x="966373" y="65601"/>
                </a:lnTo>
                <a:lnTo>
                  <a:pt x="966496" y="65573"/>
                </a:lnTo>
                <a:lnTo>
                  <a:pt x="966577" y="65545"/>
                </a:lnTo>
                <a:lnTo>
                  <a:pt x="966700" y="65545"/>
                </a:lnTo>
                <a:lnTo>
                  <a:pt x="966822" y="65517"/>
                </a:lnTo>
                <a:lnTo>
                  <a:pt x="966916" y="65488"/>
                </a:lnTo>
                <a:lnTo>
                  <a:pt x="967038" y="65460"/>
                </a:lnTo>
                <a:lnTo>
                  <a:pt x="967160" y="65460"/>
                </a:lnTo>
                <a:lnTo>
                  <a:pt x="967283" y="65432"/>
                </a:lnTo>
                <a:lnTo>
                  <a:pt x="967364" y="65403"/>
                </a:lnTo>
                <a:lnTo>
                  <a:pt x="967487" y="65375"/>
                </a:lnTo>
                <a:lnTo>
                  <a:pt x="967609" y="65375"/>
                </a:lnTo>
                <a:lnTo>
                  <a:pt x="967691" y="65347"/>
                </a:lnTo>
                <a:lnTo>
                  <a:pt x="967823" y="65318"/>
                </a:lnTo>
                <a:lnTo>
                  <a:pt x="967947" y="65318"/>
                </a:lnTo>
                <a:lnTo>
                  <a:pt x="968029" y="65290"/>
                </a:lnTo>
                <a:lnTo>
                  <a:pt x="968151" y="65262"/>
                </a:lnTo>
                <a:lnTo>
                  <a:pt x="968274" y="65262"/>
                </a:lnTo>
                <a:lnTo>
                  <a:pt x="968355" y="65233"/>
                </a:lnTo>
                <a:lnTo>
                  <a:pt x="968478" y="65233"/>
                </a:lnTo>
                <a:lnTo>
                  <a:pt x="968600" y="65205"/>
                </a:lnTo>
                <a:lnTo>
                  <a:pt x="968691" y="65177"/>
                </a:lnTo>
                <a:lnTo>
                  <a:pt x="968814" y="65177"/>
                </a:lnTo>
                <a:lnTo>
                  <a:pt x="968938" y="65148"/>
                </a:lnTo>
                <a:lnTo>
                  <a:pt x="969020" y="65148"/>
                </a:lnTo>
                <a:lnTo>
                  <a:pt x="969142" y="65120"/>
                </a:lnTo>
                <a:lnTo>
                  <a:pt x="969265" y="65120"/>
                </a:lnTo>
                <a:lnTo>
                  <a:pt x="969346" y="65092"/>
                </a:lnTo>
                <a:lnTo>
                  <a:pt x="969469" y="65092"/>
                </a:lnTo>
                <a:lnTo>
                  <a:pt x="969601" y="65064"/>
                </a:lnTo>
                <a:lnTo>
                  <a:pt x="969723" y="65064"/>
                </a:lnTo>
                <a:lnTo>
                  <a:pt x="969807" y="65035"/>
                </a:lnTo>
                <a:lnTo>
                  <a:pt x="969929" y="65035"/>
                </a:lnTo>
                <a:lnTo>
                  <a:pt x="970052" y="65007"/>
                </a:lnTo>
                <a:lnTo>
                  <a:pt x="970133" y="65007"/>
                </a:lnTo>
                <a:lnTo>
                  <a:pt x="970256" y="64979"/>
                </a:lnTo>
                <a:lnTo>
                  <a:pt x="970388" y="64979"/>
                </a:lnTo>
                <a:lnTo>
                  <a:pt x="970469" y="64979"/>
                </a:lnTo>
                <a:lnTo>
                  <a:pt x="970592" y="64950"/>
                </a:lnTo>
                <a:lnTo>
                  <a:pt x="970714" y="64922"/>
                </a:lnTo>
                <a:lnTo>
                  <a:pt x="970796" y="64922"/>
                </a:lnTo>
                <a:lnTo>
                  <a:pt x="970920" y="64922"/>
                </a:lnTo>
                <a:lnTo>
                  <a:pt x="971043" y="64894"/>
                </a:lnTo>
                <a:lnTo>
                  <a:pt x="971124" y="64894"/>
                </a:lnTo>
                <a:lnTo>
                  <a:pt x="971256" y="64865"/>
                </a:lnTo>
                <a:lnTo>
                  <a:pt x="971379" y="64865"/>
                </a:lnTo>
                <a:lnTo>
                  <a:pt x="971460" y="64865"/>
                </a:lnTo>
                <a:lnTo>
                  <a:pt x="971583" y="64837"/>
                </a:lnTo>
                <a:lnTo>
                  <a:pt x="971705" y="64809"/>
                </a:lnTo>
                <a:lnTo>
                  <a:pt x="971789" y="64809"/>
                </a:lnTo>
                <a:lnTo>
                  <a:pt x="971911" y="64809"/>
                </a:lnTo>
                <a:lnTo>
                  <a:pt x="972043" y="64780"/>
                </a:lnTo>
                <a:lnTo>
                  <a:pt x="972166" y="64780"/>
                </a:lnTo>
                <a:lnTo>
                  <a:pt x="972247" y="64752"/>
                </a:lnTo>
                <a:lnTo>
                  <a:pt x="972370" y="64752"/>
                </a:lnTo>
                <a:lnTo>
                  <a:pt x="972492" y="64724"/>
                </a:lnTo>
                <a:lnTo>
                  <a:pt x="972574" y="64724"/>
                </a:lnTo>
                <a:lnTo>
                  <a:pt x="972696" y="64724"/>
                </a:lnTo>
                <a:lnTo>
                  <a:pt x="972821" y="64695"/>
                </a:lnTo>
                <a:lnTo>
                  <a:pt x="972912" y="64667"/>
                </a:lnTo>
                <a:lnTo>
                  <a:pt x="973034" y="64667"/>
                </a:lnTo>
                <a:lnTo>
                  <a:pt x="973157" y="64639"/>
                </a:lnTo>
                <a:lnTo>
                  <a:pt x="973238" y="64639"/>
                </a:lnTo>
                <a:lnTo>
                  <a:pt x="973361" y="64610"/>
                </a:lnTo>
                <a:lnTo>
                  <a:pt x="973483" y="64610"/>
                </a:lnTo>
                <a:lnTo>
                  <a:pt x="973565" y="64582"/>
                </a:lnTo>
                <a:lnTo>
                  <a:pt x="973687" y="64554"/>
                </a:lnTo>
                <a:lnTo>
                  <a:pt x="973821" y="64554"/>
                </a:lnTo>
                <a:lnTo>
                  <a:pt x="973903" y="64526"/>
                </a:lnTo>
                <a:lnTo>
                  <a:pt x="974025" y="64526"/>
                </a:lnTo>
                <a:lnTo>
                  <a:pt x="974148" y="64497"/>
                </a:lnTo>
                <a:lnTo>
                  <a:pt x="974229" y="64469"/>
                </a:lnTo>
                <a:lnTo>
                  <a:pt x="974352" y="64469"/>
                </a:lnTo>
                <a:lnTo>
                  <a:pt x="974474" y="64441"/>
                </a:lnTo>
                <a:lnTo>
                  <a:pt x="974596" y="64412"/>
                </a:lnTo>
                <a:lnTo>
                  <a:pt x="974690" y="64412"/>
                </a:lnTo>
                <a:lnTo>
                  <a:pt x="974812" y="64384"/>
                </a:lnTo>
                <a:lnTo>
                  <a:pt x="974935" y="64356"/>
                </a:lnTo>
                <a:lnTo>
                  <a:pt x="975016" y="64356"/>
                </a:lnTo>
                <a:lnTo>
                  <a:pt x="975139" y="64327"/>
                </a:lnTo>
                <a:lnTo>
                  <a:pt x="975261" y="64299"/>
                </a:lnTo>
                <a:lnTo>
                  <a:pt x="975343" y="64271"/>
                </a:lnTo>
                <a:lnTo>
                  <a:pt x="975465" y="64242"/>
                </a:lnTo>
                <a:lnTo>
                  <a:pt x="975599" y="64242"/>
                </a:lnTo>
                <a:lnTo>
                  <a:pt x="975681" y="64186"/>
                </a:lnTo>
                <a:lnTo>
                  <a:pt x="975803" y="64186"/>
                </a:lnTo>
                <a:lnTo>
                  <a:pt x="975926" y="64157"/>
                </a:lnTo>
                <a:lnTo>
                  <a:pt x="976007" y="64129"/>
                </a:lnTo>
                <a:lnTo>
                  <a:pt x="976130" y="64101"/>
                </a:lnTo>
                <a:lnTo>
                  <a:pt x="976252" y="64073"/>
                </a:lnTo>
                <a:lnTo>
                  <a:pt x="976334" y="64044"/>
                </a:lnTo>
                <a:lnTo>
                  <a:pt x="976468" y="64016"/>
                </a:lnTo>
                <a:lnTo>
                  <a:pt x="976590" y="63988"/>
                </a:lnTo>
                <a:lnTo>
                  <a:pt x="976672" y="63988"/>
                </a:lnTo>
                <a:lnTo>
                  <a:pt x="976794" y="63931"/>
                </a:lnTo>
                <a:lnTo>
                  <a:pt x="976917" y="63903"/>
                </a:lnTo>
                <a:lnTo>
                  <a:pt x="977039" y="63903"/>
                </a:lnTo>
                <a:lnTo>
                  <a:pt x="977121" y="63874"/>
                </a:lnTo>
                <a:lnTo>
                  <a:pt x="977253" y="63846"/>
                </a:lnTo>
                <a:lnTo>
                  <a:pt x="977375" y="63789"/>
                </a:lnTo>
                <a:lnTo>
                  <a:pt x="977459" y="63761"/>
                </a:lnTo>
                <a:lnTo>
                  <a:pt x="977581" y="63733"/>
                </a:lnTo>
                <a:lnTo>
                  <a:pt x="977704" y="63704"/>
                </a:lnTo>
                <a:lnTo>
                  <a:pt x="977785" y="63676"/>
                </a:lnTo>
                <a:lnTo>
                  <a:pt x="977908" y="63648"/>
                </a:lnTo>
                <a:lnTo>
                  <a:pt x="978040" y="63620"/>
                </a:lnTo>
                <a:lnTo>
                  <a:pt x="978121" y="63591"/>
                </a:lnTo>
                <a:lnTo>
                  <a:pt x="978244" y="63563"/>
                </a:lnTo>
                <a:lnTo>
                  <a:pt x="978368" y="63535"/>
                </a:lnTo>
                <a:lnTo>
                  <a:pt x="978450" y="63506"/>
                </a:lnTo>
                <a:lnTo>
                  <a:pt x="978572" y="63478"/>
                </a:lnTo>
                <a:lnTo>
                  <a:pt x="978695" y="63421"/>
                </a:lnTo>
                <a:lnTo>
                  <a:pt x="978776" y="63393"/>
                </a:lnTo>
                <a:lnTo>
                  <a:pt x="978908" y="63365"/>
                </a:lnTo>
                <a:lnTo>
                  <a:pt x="979031" y="63336"/>
                </a:lnTo>
                <a:lnTo>
                  <a:pt x="979112" y="63308"/>
                </a:lnTo>
                <a:lnTo>
                  <a:pt x="979234" y="63280"/>
                </a:lnTo>
                <a:lnTo>
                  <a:pt x="979359" y="63251"/>
                </a:lnTo>
                <a:lnTo>
                  <a:pt x="979482" y="63195"/>
                </a:lnTo>
                <a:lnTo>
                  <a:pt x="979563" y="63167"/>
                </a:lnTo>
                <a:lnTo>
                  <a:pt x="979686" y="63138"/>
                </a:lnTo>
                <a:lnTo>
                  <a:pt x="979818" y="63110"/>
                </a:lnTo>
                <a:lnTo>
                  <a:pt x="979899" y="63053"/>
                </a:lnTo>
                <a:lnTo>
                  <a:pt x="980022" y="63025"/>
                </a:lnTo>
                <a:lnTo>
                  <a:pt x="980144" y="62997"/>
                </a:lnTo>
                <a:lnTo>
                  <a:pt x="980225" y="62940"/>
                </a:lnTo>
                <a:lnTo>
                  <a:pt x="980350" y="62912"/>
                </a:lnTo>
                <a:lnTo>
                  <a:pt x="980473" y="62883"/>
                </a:lnTo>
                <a:lnTo>
                  <a:pt x="980554" y="62855"/>
                </a:lnTo>
                <a:lnTo>
                  <a:pt x="980686" y="62798"/>
                </a:lnTo>
                <a:lnTo>
                  <a:pt x="980809" y="62770"/>
                </a:lnTo>
                <a:lnTo>
                  <a:pt x="980890" y="62742"/>
                </a:lnTo>
                <a:lnTo>
                  <a:pt x="981012" y="62714"/>
                </a:lnTo>
                <a:lnTo>
                  <a:pt x="981135" y="62657"/>
                </a:lnTo>
                <a:lnTo>
                  <a:pt x="981216" y="62629"/>
                </a:lnTo>
                <a:lnTo>
                  <a:pt x="981341" y="62600"/>
                </a:lnTo>
                <a:lnTo>
                  <a:pt x="981464" y="62544"/>
                </a:lnTo>
                <a:lnTo>
                  <a:pt x="981555" y="62515"/>
                </a:lnTo>
                <a:lnTo>
                  <a:pt x="981677" y="62487"/>
                </a:lnTo>
                <a:lnTo>
                  <a:pt x="981799" y="62430"/>
                </a:lnTo>
                <a:lnTo>
                  <a:pt x="981922" y="62402"/>
                </a:lnTo>
                <a:lnTo>
                  <a:pt x="982003" y="62374"/>
                </a:lnTo>
                <a:lnTo>
                  <a:pt x="982126" y="62317"/>
                </a:lnTo>
                <a:lnTo>
                  <a:pt x="982248" y="62289"/>
                </a:lnTo>
                <a:lnTo>
                  <a:pt x="982332" y="62261"/>
                </a:lnTo>
                <a:lnTo>
                  <a:pt x="982464" y="62204"/>
                </a:lnTo>
                <a:lnTo>
                  <a:pt x="982587" y="62176"/>
                </a:lnTo>
                <a:lnTo>
                  <a:pt x="982668" y="62119"/>
                </a:lnTo>
                <a:lnTo>
                  <a:pt x="982790" y="62091"/>
                </a:lnTo>
                <a:lnTo>
                  <a:pt x="982913" y="62034"/>
                </a:lnTo>
                <a:lnTo>
                  <a:pt x="982994" y="62006"/>
                </a:lnTo>
                <a:lnTo>
                  <a:pt x="983117" y="61949"/>
                </a:lnTo>
                <a:lnTo>
                  <a:pt x="983251" y="61921"/>
                </a:lnTo>
                <a:lnTo>
                  <a:pt x="983333" y="61892"/>
                </a:lnTo>
                <a:lnTo>
                  <a:pt x="983455" y="61836"/>
                </a:lnTo>
                <a:lnTo>
                  <a:pt x="983577" y="61807"/>
                </a:lnTo>
                <a:lnTo>
                  <a:pt x="983659" y="61779"/>
                </a:lnTo>
                <a:lnTo>
                  <a:pt x="983781" y="61723"/>
                </a:lnTo>
                <a:lnTo>
                  <a:pt x="983904" y="61694"/>
                </a:lnTo>
                <a:lnTo>
                  <a:pt x="983985" y="61638"/>
                </a:lnTo>
                <a:lnTo>
                  <a:pt x="984120" y="61609"/>
                </a:lnTo>
                <a:lnTo>
                  <a:pt x="984242" y="61581"/>
                </a:lnTo>
                <a:lnTo>
                  <a:pt x="984365" y="61524"/>
                </a:lnTo>
                <a:lnTo>
                  <a:pt x="984446" y="61496"/>
                </a:lnTo>
                <a:lnTo>
                  <a:pt x="984568" y="61439"/>
                </a:lnTo>
                <a:lnTo>
                  <a:pt x="984691" y="61411"/>
                </a:lnTo>
                <a:lnTo>
                  <a:pt x="984772" y="61383"/>
                </a:lnTo>
                <a:lnTo>
                  <a:pt x="984904" y="61326"/>
                </a:lnTo>
                <a:lnTo>
                  <a:pt x="985029" y="61298"/>
                </a:lnTo>
                <a:lnTo>
                  <a:pt x="985111" y="61270"/>
                </a:lnTo>
                <a:lnTo>
                  <a:pt x="985233" y="61213"/>
                </a:lnTo>
                <a:lnTo>
                  <a:pt x="985355" y="61185"/>
                </a:lnTo>
                <a:lnTo>
                  <a:pt x="985437" y="61156"/>
                </a:lnTo>
                <a:lnTo>
                  <a:pt x="985559" y="61128"/>
                </a:lnTo>
                <a:lnTo>
                  <a:pt x="985682" y="61071"/>
                </a:lnTo>
                <a:lnTo>
                  <a:pt x="985773" y="61043"/>
                </a:lnTo>
                <a:lnTo>
                  <a:pt x="985898" y="61015"/>
                </a:lnTo>
                <a:lnTo>
                  <a:pt x="986020" y="60958"/>
                </a:lnTo>
                <a:lnTo>
                  <a:pt x="986102" y="60930"/>
                </a:lnTo>
                <a:lnTo>
                  <a:pt x="986224" y="60901"/>
                </a:lnTo>
                <a:lnTo>
                  <a:pt x="986346" y="60845"/>
                </a:lnTo>
                <a:lnTo>
                  <a:pt x="986428" y="60817"/>
                </a:lnTo>
                <a:lnTo>
                  <a:pt x="986550" y="60788"/>
                </a:lnTo>
                <a:lnTo>
                  <a:pt x="986682" y="60760"/>
                </a:lnTo>
                <a:lnTo>
                  <a:pt x="986764" y="60703"/>
                </a:lnTo>
                <a:lnTo>
                  <a:pt x="986886" y="60675"/>
                </a:lnTo>
                <a:lnTo>
                  <a:pt x="987011" y="60647"/>
                </a:lnTo>
                <a:lnTo>
                  <a:pt x="987133" y="60618"/>
                </a:lnTo>
                <a:lnTo>
                  <a:pt x="987215" y="60562"/>
                </a:lnTo>
                <a:lnTo>
                  <a:pt x="987337" y="60533"/>
                </a:lnTo>
                <a:lnTo>
                  <a:pt x="987460" y="60505"/>
                </a:lnTo>
                <a:lnTo>
                  <a:pt x="987551" y="60477"/>
                </a:lnTo>
                <a:lnTo>
                  <a:pt x="987673" y="60448"/>
                </a:lnTo>
                <a:lnTo>
                  <a:pt x="987796" y="60420"/>
                </a:lnTo>
                <a:lnTo>
                  <a:pt x="987880" y="60392"/>
                </a:lnTo>
                <a:lnTo>
                  <a:pt x="988002" y="60335"/>
                </a:lnTo>
                <a:lnTo>
                  <a:pt x="988124" y="60307"/>
                </a:lnTo>
                <a:lnTo>
                  <a:pt x="988206" y="60279"/>
                </a:lnTo>
                <a:lnTo>
                  <a:pt x="988328" y="60250"/>
                </a:lnTo>
                <a:lnTo>
                  <a:pt x="988460" y="60222"/>
                </a:lnTo>
                <a:lnTo>
                  <a:pt x="988542" y="60194"/>
                </a:lnTo>
                <a:lnTo>
                  <a:pt x="988664" y="60165"/>
                </a:lnTo>
                <a:lnTo>
                  <a:pt x="988787" y="60137"/>
                </a:lnTo>
                <a:lnTo>
                  <a:pt x="988871" y="60109"/>
                </a:lnTo>
                <a:lnTo>
                  <a:pt x="988993" y="60080"/>
                </a:lnTo>
                <a:lnTo>
                  <a:pt x="989125" y="60052"/>
                </a:lnTo>
                <a:lnTo>
                  <a:pt x="989197" y="60024"/>
                </a:lnTo>
                <a:lnTo>
                  <a:pt x="989329" y="59995"/>
                </a:lnTo>
                <a:lnTo>
                  <a:pt x="989451" y="59967"/>
                </a:lnTo>
                <a:lnTo>
                  <a:pt x="989574" y="59939"/>
                </a:lnTo>
                <a:lnTo>
                  <a:pt x="989655" y="59911"/>
                </a:lnTo>
                <a:lnTo>
                  <a:pt x="989778" y="59882"/>
                </a:lnTo>
                <a:lnTo>
                  <a:pt x="989902" y="59854"/>
                </a:lnTo>
                <a:lnTo>
                  <a:pt x="989984" y="59826"/>
                </a:lnTo>
                <a:lnTo>
                  <a:pt x="990116" y="59797"/>
                </a:lnTo>
                <a:lnTo>
                  <a:pt x="990238" y="59769"/>
                </a:lnTo>
                <a:lnTo>
                  <a:pt x="990320" y="59769"/>
                </a:lnTo>
                <a:lnTo>
                  <a:pt x="990442" y="59741"/>
                </a:lnTo>
                <a:lnTo>
                  <a:pt x="990565" y="59712"/>
                </a:lnTo>
                <a:lnTo>
                  <a:pt x="990646" y="59684"/>
                </a:lnTo>
                <a:lnTo>
                  <a:pt x="990769" y="59656"/>
                </a:lnTo>
                <a:lnTo>
                  <a:pt x="990903" y="59656"/>
                </a:lnTo>
                <a:lnTo>
                  <a:pt x="990985" y="59627"/>
                </a:lnTo>
                <a:lnTo>
                  <a:pt x="991107" y="59599"/>
                </a:lnTo>
                <a:lnTo>
                  <a:pt x="991229" y="59571"/>
                </a:lnTo>
                <a:lnTo>
                  <a:pt x="991311" y="59571"/>
                </a:lnTo>
                <a:lnTo>
                  <a:pt x="991433" y="59542"/>
                </a:lnTo>
                <a:lnTo>
                  <a:pt x="991556" y="59542"/>
                </a:lnTo>
                <a:lnTo>
                  <a:pt x="991637" y="59514"/>
                </a:lnTo>
                <a:lnTo>
                  <a:pt x="991772" y="59486"/>
                </a:lnTo>
                <a:lnTo>
                  <a:pt x="991894" y="59486"/>
                </a:lnTo>
                <a:lnTo>
                  <a:pt x="992016" y="59458"/>
                </a:lnTo>
                <a:lnTo>
                  <a:pt x="992098" y="59429"/>
                </a:lnTo>
                <a:lnTo>
                  <a:pt x="992220" y="59429"/>
                </a:lnTo>
                <a:lnTo>
                  <a:pt x="992343" y="59429"/>
                </a:lnTo>
                <a:lnTo>
                  <a:pt x="992424" y="59401"/>
                </a:lnTo>
                <a:lnTo>
                  <a:pt x="992547" y="59401"/>
                </a:lnTo>
                <a:lnTo>
                  <a:pt x="992669" y="59373"/>
                </a:lnTo>
                <a:lnTo>
                  <a:pt x="992763" y="59344"/>
                </a:lnTo>
                <a:lnTo>
                  <a:pt x="992885" y="59344"/>
                </a:lnTo>
                <a:lnTo>
                  <a:pt x="993007" y="59344"/>
                </a:lnTo>
                <a:lnTo>
                  <a:pt x="993089" y="59316"/>
                </a:lnTo>
                <a:lnTo>
                  <a:pt x="993211" y="59316"/>
                </a:lnTo>
                <a:lnTo>
                  <a:pt x="993334" y="59316"/>
                </a:lnTo>
                <a:lnTo>
                  <a:pt x="993415" y="59288"/>
                </a:lnTo>
                <a:lnTo>
                  <a:pt x="993550" y="59288"/>
                </a:lnTo>
                <a:lnTo>
                  <a:pt x="993672" y="59288"/>
                </a:lnTo>
                <a:lnTo>
                  <a:pt x="993754" y="59259"/>
                </a:lnTo>
                <a:lnTo>
                  <a:pt x="993876" y="59259"/>
                </a:lnTo>
                <a:lnTo>
                  <a:pt x="993998" y="59231"/>
                </a:lnTo>
                <a:lnTo>
                  <a:pt x="994080" y="59231"/>
                </a:lnTo>
                <a:lnTo>
                  <a:pt x="994202" y="59231"/>
                </a:lnTo>
                <a:lnTo>
                  <a:pt x="994325" y="59231"/>
                </a:lnTo>
                <a:lnTo>
                  <a:pt x="994459" y="59203"/>
                </a:lnTo>
                <a:lnTo>
                  <a:pt x="994541" y="59203"/>
                </a:lnTo>
                <a:lnTo>
                  <a:pt x="994663" y="59203"/>
                </a:lnTo>
                <a:lnTo>
                  <a:pt x="994785" y="59203"/>
                </a:lnTo>
                <a:lnTo>
                  <a:pt x="994867" y="59203"/>
                </a:lnTo>
                <a:lnTo>
                  <a:pt x="994989" y="59203"/>
                </a:lnTo>
                <a:lnTo>
                  <a:pt x="995121" y="59174"/>
                </a:lnTo>
                <a:lnTo>
                  <a:pt x="995193" y="59174"/>
                </a:lnTo>
                <a:lnTo>
                  <a:pt x="995325" y="59174"/>
                </a:lnTo>
                <a:lnTo>
                  <a:pt x="995450" y="59174"/>
                </a:lnTo>
                <a:lnTo>
                  <a:pt x="995532" y="59174"/>
                </a:lnTo>
                <a:lnTo>
                  <a:pt x="995654" y="59174"/>
                </a:lnTo>
                <a:lnTo>
                  <a:pt x="995776" y="59174"/>
                </a:lnTo>
                <a:lnTo>
                  <a:pt x="995858" y="59146"/>
                </a:lnTo>
                <a:lnTo>
                  <a:pt x="995980" y="59146"/>
                </a:lnTo>
                <a:lnTo>
                  <a:pt x="996112" y="59146"/>
                </a:lnTo>
                <a:lnTo>
                  <a:pt x="996194" y="59146"/>
                </a:lnTo>
                <a:lnTo>
                  <a:pt x="996316" y="59146"/>
                </a:lnTo>
                <a:lnTo>
                  <a:pt x="996439" y="59146"/>
                </a:lnTo>
                <a:lnTo>
                  <a:pt x="996523" y="59146"/>
                </a:lnTo>
                <a:lnTo>
                  <a:pt x="996645" y="59146"/>
                </a:lnTo>
                <a:lnTo>
                  <a:pt x="996767" y="59146"/>
                </a:lnTo>
                <a:lnTo>
                  <a:pt x="996890" y="59118"/>
                </a:lnTo>
                <a:lnTo>
                  <a:pt x="996981" y="59118"/>
                </a:lnTo>
                <a:lnTo>
                  <a:pt x="997103" y="59118"/>
                </a:lnTo>
                <a:lnTo>
                  <a:pt x="997226" y="59118"/>
                </a:lnTo>
                <a:lnTo>
                  <a:pt x="997307" y="59118"/>
                </a:lnTo>
                <a:lnTo>
                  <a:pt x="997432" y="59118"/>
                </a:lnTo>
                <a:lnTo>
                  <a:pt x="997554" y="59118"/>
                </a:lnTo>
                <a:lnTo>
                  <a:pt x="997636" y="59089"/>
                </a:lnTo>
                <a:lnTo>
                  <a:pt x="997758" y="59089"/>
                </a:lnTo>
                <a:lnTo>
                  <a:pt x="997890" y="59089"/>
                </a:lnTo>
                <a:lnTo>
                  <a:pt x="997972" y="59089"/>
                </a:lnTo>
                <a:lnTo>
                  <a:pt x="998094" y="59089"/>
                </a:lnTo>
                <a:lnTo>
                  <a:pt x="998217" y="59089"/>
                </a:lnTo>
                <a:lnTo>
                  <a:pt x="998298" y="59089"/>
                </a:lnTo>
                <a:lnTo>
                  <a:pt x="998423" y="59089"/>
                </a:lnTo>
                <a:lnTo>
                  <a:pt x="998545" y="59089"/>
                </a:lnTo>
                <a:lnTo>
                  <a:pt x="998627" y="59089"/>
                </a:lnTo>
                <a:lnTo>
                  <a:pt x="998759" y="59089"/>
                </a:lnTo>
                <a:lnTo>
                  <a:pt x="998881" y="59089"/>
                </a:lnTo>
                <a:lnTo>
                  <a:pt x="998963" y="59061"/>
                </a:lnTo>
                <a:lnTo>
                  <a:pt x="999085" y="59061"/>
                </a:lnTo>
                <a:lnTo>
                  <a:pt x="999208" y="59061"/>
                </a:lnTo>
                <a:lnTo>
                  <a:pt x="999330" y="59061"/>
                </a:lnTo>
                <a:lnTo>
                  <a:pt x="999414" y="59061"/>
                </a:lnTo>
                <a:lnTo>
                  <a:pt x="999536" y="59061"/>
                </a:lnTo>
                <a:lnTo>
                  <a:pt x="999668" y="59061"/>
                </a:lnTo>
                <a:lnTo>
                  <a:pt x="999750" y="59061"/>
                </a:lnTo>
                <a:lnTo>
                  <a:pt x="999872" y="59033"/>
                </a:lnTo>
                <a:lnTo>
                  <a:pt x="999995" y="59033"/>
                </a:lnTo>
                <a:lnTo>
                  <a:pt x="1000076" y="59033"/>
                </a:lnTo>
                <a:lnTo>
                  <a:pt x="1000199" y="59033"/>
                </a:lnTo>
                <a:lnTo>
                  <a:pt x="1000321" y="59033"/>
                </a:lnTo>
                <a:lnTo>
                  <a:pt x="1000405" y="59004"/>
                </a:lnTo>
                <a:lnTo>
                  <a:pt x="1000537" y="59004"/>
                </a:lnTo>
                <a:lnTo>
                  <a:pt x="1000659" y="59004"/>
                </a:lnTo>
                <a:lnTo>
                  <a:pt x="1000741" y="58976"/>
                </a:lnTo>
                <a:lnTo>
                  <a:pt x="1000863" y="58976"/>
                </a:lnTo>
                <a:lnTo>
                  <a:pt x="1000986" y="58976"/>
                </a:lnTo>
                <a:lnTo>
                  <a:pt x="1001067" y="58976"/>
                </a:lnTo>
                <a:lnTo>
                  <a:pt x="1001189" y="58948"/>
                </a:lnTo>
                <a:lnTo>
                  <a:pt x="1001314" y="58948"/>
                </a:lnTo>
                <a:lnTo>
                  <a:pt x="1001405" y="58948"/>
                </a:lnTo>
                <a:lnTo>
                  <a:pt x="1001528" y="58920"/>
                </a:lnTo>
                <a:lnTo>
                  <a:pt x="1001650" y="58920"/>
                </a:lnTo>
                <a:lnTo>
                  <a:pt x="1001773" y="58920"/>
                </a:lnTo>
                <a:lnTo>
                  <a:pt x="1001854" y="58891"/>
                </a:lnTo>
                <a:lnTo>
                  <a:pt x="1001977" y="58891"/>
                </a:lnTo>
                <a:lnTo>
                  <a:pt x="1002111" y="58863"/>
                </a:lnTo>
                <a:lnTo>
                  <a:pt x="1002192" y="58863"/>
                </a:lnTo>
                <a:lnTo>
                  <a:pt x="1002315" y="58835"/>
                </a:lnTo>
                <a:lnTo>
                  <a:pt x="1002437" y="58835"/>
                </a:lnTo>
                <a:lnTo>
                  <a:pt x="1002519" y="58806"/>
                </a:lnTo>
                <a:lnTo>
                  <a:pt x="1002641" y="58806"/>
                </a:lnTo>
                <a:lnTo>
                  <a:pt x="1002764" y="58778"/>
                </a:lnTo>
                <a:lnTo>
                  <a:pt x="1002845" y="58778"/>
                </a:lnTo>
                <a:lnTo>
                  <a:pt x="1002977" y="58750"/>
                </a:lnTo>
                <a:lnTo>
                  <a:pt x="1003102" y="58750"/>
                </a:lnTo>
                <a:lnTo>
                  <a:pt x="1003183" y="58721"/>
                </a:lnTo>
                <a:lnTo>
                  <a:pt x="1003306" y="58693"/>
                </a:lnTo>
                <a:lnTo>
                  <a:pt x="1003428" y="58693"/>
                </a:lnTo>
                <a:lnTo>
                  <a:pt x="1003510" y="58665"/>
                </a:lnTo>
                <a:lnTo>
                  <a:pt x="1003632" y="58665"/>
                </a:lnTo>
                <a:lnTo>
                  <a:pt x="1003755" y="58636"/>
                </a:lnTo>
                <a:lnTo>
                  <a:pt x="1003846" y="58608"/>
                </a:lnTo>
                <a:lnTo>
                  <a:pt x="1003968" y="58580"/>
                </a:lnTo>
                <a:lnTo>
                  <a:pt x="1004093" y="58551"/>
                </a:lnTo>
                <a:lnTo>
                  <a:pt x="1004215" y="58551"/>
                </a:lnTo>
                <a:lnTo>
                  <a:pt x="1004297" y="58523"/>
                </a:lnTo>
                <a:lnTo>
                  <a:pt x="1004419" y="58495"/>
                </a:lnTo>
                <a:lnTo>
                  <a:pt x="1004542" y="58467"/>
                </a:lnTo>
                <a:lnTo>
                  <a:pt x="1004623" y="58438"/>
                </a:lnTo>
                <a:lnTo>
                  <a:pt x="1004755" y="58410"/>
                </a:lnTo>
                <a:lnTo>
                  <a:pt x="1004877" y="58382"/>
                </a:lnTo>
                <a:lnTo>
                  <a:pt x="1004961" y="58353"/>
                </a:lnTo>
                <a:lnTo>
                  <a:pt x="1005084" y="58325"/>
                </a:lnTo>
                <a:lnTo>
                  <a:pt x="1005206" y="58297"/>
                </a:lnTo>
                <a:lnTo>
                  <a:pt x="1005288" y="58268"/>
                </a:lnTo>
                <a:lnTo>
                  <a:pt x="1005410" y="58240"/>
                </a:lnTo>
                <a:lnTo>
                  <a:pt x="1005533" y="58212"/>
                </a:lnTo>
                <a:lnTo>
                  <a:pt x="1005624" y="58183"/>
                </a:lnTo>
                <a:lnTo>
                  <a:pt x="1005746" y="58155"/>
                </a:lnTo>
                <a:lnTo>
                  <a:pt x="1005868" y="58127"/>
                </a:lnTo>
                <a:lnTo>
                  <a:pt x="1005950" y="58098"/>
                </a:lnTo>
                <a:lnTo>
                  <a:pt x="1006075" y="58070"/>
                </a:lnTo>
                <a:lnTo>
                  <a:pt x="1006197" y="58014"/>
                </a:lnTo>
                <a:lnTo>
                  <a:pt x="1006279" y="57985"/>
                </a:lnTo>
                <a:lnTo>
                  <a:pt x="1006401" y="57957"/>
                </a:lnTo>
                <a:lnTo>
                  <a:pt x="1006533" y="57929"/>
                </a:lnTo>
                <a:lnTo>
                  <a:pt x="1006615" y="57872"/>
                </a:lnTo>
                <a:lnTo>
                  <a:pt x="1006737" y="57844"/>
                </a:lnTo>
                <a:lnTo>
                  <a:pt x="1006859" y="57787"/>
                </a:lnTo>
                <a:lnTo>
                  <a:pt x="1006984" y="57759"/>
                </a:lnTo>
                <a:lnTo>
                  <a:pt x="1007066" y="57730"/>
                </a:lnTo>
                <a:lnTo>
                  <a:pt x="1007188" y="57674"/>
                </a:lnTo>
                <a:lnTo>
                  <a:pt x="1007311" y="57645"/>
                </a:lnTo>
                <a:lnTo>
                  <a:pt x="1007402" y="57589"/>
                </a:lnTo>
                <a:lnTo>
                  <a:pt x="1007524" y="57561"/>
                </a:lnTo>
                <a:lnTo>
                  <a:pt x="1007646" y="57504"/>
                </a:lnTo>
                <a:lnTo>
                  <a:pt x="1007728" y="57476"/>
                </a:lnTo>
                <a:lnTo>
                  <a:pt x="1007850" y="57419"/>
                </a:lnTo>
                <a:lnTo>
                  <a:pt x="1007975" y="57362"/>
                </a:lnTo>
                <a:lnTo>
                  <a:pt x="1008057" y="57334"/>
                </a:lnTo>
                <a:lnTo>
                  <a:pt x="1008179" y="57277"/>
                </a:lnTo>
                <a:lnTo>
                  <a:pt x="1008311" y="57221"/>
                </a:lnTo>
                <a:lnTo>
                  <a:pt x="1008393" y="57192"/>
                </a:lnTo>
                <a:lnTo>
                  <a:pt x="1008515" y="57136"/>
                </a:lnTo>
                <a:lnTo>
                  <a:pt x="1008637" y="57079"/>
                </a:lnTo>
                <a:lnTo>
                  <a:pt x="1008719" y="57023"/>
                </a:lnTo>
                <a:lnTo>
                  <a:pt x="1008841" y="56966"/>
                </a:lnTo>
                <a:lnTo>
                  <a:pt x="1008976" y="56938"/>
                </a:lnTo>
                <a:lnTo>
                  <a:pt x="1009048" y="56853"/>
                </a:lnTo>
                <a:lnTo>
                  <a:pt x="1009180" y="56824"/>
                </a:lnTo>
                <a:lnTo>
                  <a:pt x="1009302" y="56739"/>
                </a:lnTo>
                <a:lnTo>
                  <a:pt x="1009424" y="56711"/>
                </a:lnTo>
                <a:lnTo>
                  <a:pt x="1009506" y="56626"/>
                </a:lnTo>
                <a:lnTo>
                  <a:pt x="1009628" y="56570"/>
                </a:lnTo>
                <a:lnTo>
                  <a:pt x="1009751" y="56513"/>
                </a:lnTo>
                <a:lnTo>
                  <a:pt x="1009844" y="56456"/>
                </a:lnTo>
                <a:lnTo>
                  <a:pt x="1009967" y="56400"/>
                </a:lnTo>
                <a:lnTo>
                  <a:pt x="1010089" y="56343"/>
                </a:lnTo>
                <a:lnTo>
                  <a:pt x="1010171" y="56258"/>
                </a:lnTo>
                <a:lnTo>
                  <a:pt x="1010293" y="56202"/>
                </a:lnTo>
                <a:lnTo>
                  <a:pt x="1010415" y="56145"/>
                </a:lnTo>
                <a:lnTo>
                  <a:pt x="1010497" y="56088"/>
                </a:lnTo>
                <a:lnTo>
                  <a:pt x="1010619" y="56003"/>
                </a:lnTo>
                <a:lnTo>
                  <a:pt x="1010754" y="55947"/>
                </a:lnTo>
                <a:lnTo>
                  <a:pt x="1010835" y="55862"/>
                </a:lnTo>
                <a:lnTo>
                  <a:pt x="1010958" y="55805"/>
                </a:lnTo>
                <a:lnTo>
                  <a:pt x="1011080" y="55748"/>
                </a:lnTo>
                <a:lnTo>
                  <a:pt x="1011162" y="55664"/>
                </a:lnTo>
                <a:lnTo>
                  <a:pt x="1011284" y="55607"/>
                </a:lnTo>
                <a:lnTo>
                  <a:pt x="1011406" y="55522"/>
                </a:lnTo>
                <a:lnTo>
                  <a:pt x="1011488" y="55465"/>
                </a:lnTo>
                <a:lnTo>
                  <a:pt x="1011622" y="55380"/>
                </a:lnTo>
                <a:lnTo>
                  <a:pt x="1011745" y="55295"/>
                </a:lnTo>
                <a:lnTo>
                  <a:pt x="1011867" y="55239"/>
                </a:lnTo>
                <a:lnTo>
                  <a:pt x="1011949" y="55154"/>
                </a:lnTo>
                <a:lnTo>
                  <a:pt x="1012071" y="55069"/>
                </a:lnTo>
                <a:lnTo>
                  <a:pt x="1012193" y="54984"/>
                </a:lnTo>
                <a:lnTo>
                  <a:pt x="1012275" y="54899"/>
                </a:lnTo>
                <a:lnTo>
                  <a:pt x="1012397" y="54842"/>
                </a:lnTo>
                <a:lnTo>
                  <a:pt x="1012529" y="54758"/>
                </a:lnTo>
                <a:lnTo>
                  <a:pt x="1012613" y="54673"/>
                </a:lnTo>
                <a:lnTo>
                  <a:pt x="1012736" y="54588"/>
                </a:lnTo>
                <a:lnTo>
                  <a:pt x="1012858" y="54503"/>
                </a:lnTo>
                <a:lnTo>
                  <a:pt x="1012940" y="54418"/>
                </a:lnTo>
                <a:lnTo>
                  <a:pt x="1013062" y="54333"/>
                </a:lnTo>
                <a:lnTo>
                  <a:pt x="1013184" y="54248"/>
                </a:lnTo>
                <a:lnTo>
                  <a:pt x="1013266" y="54163"/>
                </a:lnTo>
                <a:lnTo>
                  <a:pt x="1013398" y="54078"/>
                </a:lnTo>
                <a:lnTo>
                  <a:pt x="1013523" y="53993"/>
                </a:lnTo>
                <a:lnTo>
                  <a:pt x="1013604" y="53880"/>
                </a:lnTo>
                <a:lnTo>
                  <a:pt x="1013727" y="53795"/>
                </a:lnTo>
                <a:lnTo>
                  <a:pt x="1013849" y="53710"/>
                </a:lnTo>
                <a:lnTo>
                  <a:pt x="1013931" y="53625"/>
                </a:lnTo>
                <a:lnTo>
                  <a:pt x="1014053" y="53540"/>
                </a:lnTo>
                <a:lnTo>
                  <a:pt x="1014175" y="53427"/>
                </a:lnTo>
                <a:lnTo>
                  <a:pt x="1014307" y="53342"/>
                </a:lnTo>
                <a:lnTo>
                  <a:pt x="1014389" y="53257"/>
                </a:lnTo>
                <a:lnTo>
                  <a:pt x="1014514" y="53144"/>
                </a:lnTo>
                <a:lnTo>
                  <a:pt x="1014636" y="53059"/>
                </a:lnTo>
                <a:lnTo>
                  <a:pt x="1014718" y="52945"/>
                </a:lnTo>
                <a:lnTo>
                  <a:pt x="1014840" y="52861"/>
                </a:lnTo>
                <a:lnTo>
                  <a:pt x="1014972" y="52747"/>
                </a:lnTo>
                <a:lnTo>
                  <a:pt x="1015044" y="52662"/>
                </a:lnTo>
                <a:lnTo>
                  <a:pt x="1015176" y="52549"/>
                </a:lnTo>
                <a:lnTo>
                  <a:pt x="1015298" y="52464"/>
                </a:lnTo>
                <a:lnTo>
                  <a:pt x="1015380" y="52351"/>
                </a:lnTo>
                <a:lnTo>
                  <a:pt x="1015505" y="52266"/>
                </a:lnTo>
                <a:lnTo>
                  <a:pt x="1015627" y="52153"/>
                </a:lnTo>
                <a:lnTo>
                  <a:pt x="1015709" y="52039"/>
                </a:lnTo>
                <a:lnTo>
                  <a:pt x="1015841" y="51955"/>
                </a:lnTo>
                <a:lnTo>
                  <a:pt x="1015963" y="51841"/>
                </a:lnTo>
                <a:lnTo>
                  <a:pt x="1016045" y="51728"/>
                </a:lnTo>
                <a:lnTo>
                  <a:pt x="1016167" y="51643"/>
                </a:lnTo>
                <a:lnTo>
                  <a:pt x="1016289" y="51530"/>
                </a:lnTo>
                <a:lnTo>
                  <a:pt x="1016371" y="51417"/>
                </a:lnTo>
                <a:lnTo>
                  <a:pt x="1016496" y="51303"/>
                </a:lnTo>
                <a:lnTo>
                  <a:pt x="1016618" y="51218"/>
                </a:lnTo>
                <a:lnTo>
                  <a:pt x="1016750" y="51105"/>
                </a:lnTo>
                <a:lnTo>
                  <a:pt x="1016832" y="50992"/>
                </a:lnTo>
                <a:lnTo>
                  <a:pt x="1016954" y="50879"/>
                </a:lnTo>
                <a:lnTo>
                  <a:pt x="1017076" y="50765"/>
                </a:lnTo>
                <a:lnTo>
                  <a:pt x="1017158" y="50652"/>
                </a:lnTo>
                <a:lnTo>
                  <a:pt x="1017280" y="50539"/>
                </a:lnTo>
                <a:lnTo>
                  <a:pt x="1017405" y="50426"/>
                </a:lnTo>
                <a:lnTo>
                  <a:pt x="1017487" y="50312"/>
                </a:lnTo>
                <a:lnTo>
                  <a:pt x="1017619" y="50199"/>
                </a:lnTo>
                <a:lnTo>
                  <a:pt x="1017741" y="50086"/>
                </a:lnTo>
                <a:lnTo>
                  <a:pt x="1017823" y="49973"/>
                </a:lnTo>
                <a:lnTo>
                  <a:pt x="1017945" y="49859"/>
                </a:lnTo>
                <a:lnTo>
                  <a:pt x="1018067" y="49746"/>
                </a:lnTo>
                <a:lnTo>
                  <a:pt x="1018149" y="49633"/>
                </a:lnTo>
                <a:lnTo>
                  <a:pt x="1018271" y="49520"/>
                </a:lnTo>
                <a:lnTo>
                  <a:pt x="1018394" y="49378"/>
                </a:lnTo>
                <a:lnTo>
                  <a:pt x="1018487" y="49265"/>
                </a:lnTo>
                <a:lnTo>
                  <a:pt x="1018610" y="49152"/>
                </a:lnTo>
                <a:lnTo>
                  <a:pt x="1018732" y="49038"/>
                </a:lnTo>
                <a:lnTo>
                  <a:pt x="1018813" y="48925"/>
                </a:lnTo>
                <a:lnTo>
                  <a:pt x="1018936" y="48783"/>
                </a:lnTo>
                <a:lnTo>
                  <a:pt x="1019058" y="48670"/>
                </a:lnTo>
                <a:lnTo>
                  <a:pt x="1019181" y="48557"/>
                </a:lnTo>
                <a:lnTo>
                  <a:pt x="1019262" y="48415"/>
                </a:lnTo>
                <a:lnTo>
                  <a:pt x="1019397" y="48302"/>
                </a:lnTo>
                <a:lnTo>
                  <a:pt x="1019519" y="48189"/>
                </a:lnTo>
                <a:lnTo>
                  <a:pt x="1019600" y="48047"/>
                </a:lnTo>
                <a:lnTo>
                  <a:pt x="1019723" y="47934"/>
                </a:lnTo>
                <a:lnTo>
                  <a:pt x="1019845" y="47821"/>
                </a:lnTo>
                <a:lnTo>
                  <a:pt x="1019927" y="47679"/>
                </a:lnTo>
                <a:lnTo>
                  <a:pt x="1020049" y="47566"/>
                </a:lnTo>
                <a:lnTo>
                  <a:pt x="1020184" y="47424"/>
                </a:lnTo>
                <a:lnTo>
                  <a:pt x="1020265" y="47311"/>
                </a:lnTo>
                <a:lnTo>
                  <a:pt x="1020388" y="47170"/>
                </a:lnTo>
                <a:lnTo>
                  <a:pt x="1020510" y="47056"/>
                </a:lnTo>
                <a:lnTo>
                  <a:pt x="1020591" y="46915"/>
                </a:lnTo>
                <a:lnTo>
                  <a:pt x="1020714" y="46802"/>
                </a:lnTo>
                <a:lnTo>
                  <a:pt x="1020836" y="46660"/>
                </a:lnTo>
                <a:lnTo>
                  <a:pt x="1020918" y="46547"/>
                </a:lnTo>
                <a:lnTo>
                  <a:pt x="1021040" y="46405"/>
                </a:lnTo>
                <a:lnTo>
                  <a:pt x="1021175" y="46292"/>
                </a:lnTo>
                <a:lnTo>
                  <a:pt x="1021256" y="46150"/>
                </a:lnTo>
                <a:lnTo>
                  <a:pt x="1021378" y="46009"/>
                </a:lnTo>
                <a:lnTo>
                  <a:pt x="1021501" y="45896"/>
                </a:lnTo>
                <a:lnTo>
                  <a:pt x="1021582" y="45754"/>
                </a:lnTo>
                <a:lnTo>
                  <a:pt x="1021705" y="45612"/>
                </a:lnTo>
                <a:lnTo>
                  <a:pt x="1021837" y="45499"/>
                </a:lnTo>
                <a:lnTo>
                  <a:pt x="1021959" y="45358"/>
                </a:lnTo>
                <a:lnTo>
                  <a:pt x="1022041" y="45216"/>
                </a:lnTo>
                <a:lnTo>
                  <a:pt x="1022166" y="45103"/>
                </a:lnTo>
                <a:lnTo>
                  <a:pt x="1022288" y="44961"/>
                </a:lnTo>
                <a:lnTo>
                  <a:pt x="1022369" y="44820"/>
                </a:lnTo>
                <a:lnTo>
                  <a:pt x="1022492" y="44706"/>
                </a:lnTo>
                <a:lnTo>
                  <a:pt x="1022614" y="44565"/>
                </a:lnTo>
                <a:lnTo>
                  <a:pt x="1022705" y="44423"/>
                </a:lnTo>
                <a:lnTo>
                  <a:pt x="1022828" y="44310"/>
                </a:lnTo>
                <a:lnTo>
                  <a:pt x="1022950" y="44168"/>
                </a:lnTo>
                <a:lnTo>
                  <a:pt x="1023034" y="44027"/>
                </a:lnTo>
                <a:lnTo>
                  <a:pt x="1023156" y="43885"/>
                </a:lnTo>
                <a:lnTo>
                  <a:pt x="1023279" y="43744"/>
                </a:lnTo>
                <a:lnTo>
                  <a:pt x="1023360" y="43630"/>
                </a:lnTo>
                <a:lnTo>
                  <a:pt x="1023483" y="43489"/>
                </a:lnTo>
                <a:lnTo>
                  <a:pt x="1023615" y="43347"/>
                </a:lnTo>
                <a:lnTo>
                  <a:pt x="1023696" y="43206"/>
                </a:lnTo>
                <a:lnTo>
                  <a:pt x="1023819" y="43093"/>
                </a:lnTo>
                <a:lnTo>
                  <a:pt x="1023941" y="42951"/>
                </a:lnTo>
                <a:lnTo>
                  <a:pt x="1024025" y="42809"/>
                </a:lnTo>
                <a:lnTo>
                  <a:pt x="1024147" y="42668"/>
                </a:lnTo>
                <a:lnTo>
                  <a:pt x="1024270" y="42555"/>
                </a:lnTo>
                <a:lnTo>
                  <a:pt x="1024392" y="42413"/>
                </a:lnTo>
                <a:lnTo>
                  <a:pt x="1024483" y="42271"/>
                </a:lnTo>
                <a:lnTo>
                  <a:pt x="1024606" y="42130"/>
                </a:lnTo>
                <a:lnTo>
                  <a:pt x="1024728" y="41988"/>
                </a:lnTo>
                <a:lnTo>
                  <a:pt x="1024810" y="41847"/>
                </a:lnTo>
                <a:lnTo>
                  <a:pt x="1024932" y="41705"/>
                </a:lnTo>
                <a:lnTo>
                  <a:pt x="1025057" y="41592"/>
                </a:lnTo>
                <a:lnTo>
                  <a:pt x="1025138" y="41450"/>
                </a:lnTo>
                <a:lnTo>
                  <a:pt x="1025261" y="41309"/>
                </a:lnTo>
                <a:lnTo>
                  <a:pt x="1025383" y="41167"/>
                </a:lnTo>
                <a:lnTo>
                  <a:pt x="1025474" y="41026"/>
                </a:lnTo>
                <a:lnTo>
                  <a:pt x="1025597" y="40884"/>
                </a:lnTo>
                <a:lnTo>
                  <a:pt x="1025719" y="40743"/>
                </a:lnTo>
                <a:lnTo>
                  <a:pt x="1025801" y="40629"/>
                </a:lnTo>
                <a:lnTo>
                  <a:pt x="1025923" y="40488"/>
                </a:lnTo>
                <a:lnTo>
                  <a:pt x="1026048" y="40346"/>
                </a:lnTo>
                <a:lnTo>
                  <a:pt x="1026129" y="40205"/>
                </a:lnTo>
                <a:lnTo>
                  <a:pt x="1026252" y="40063"/>
                </a:lnTo>
                <a:lnTo>
                  <a:pt x="1026384" y="39921"/>
                </a:lnTo>
                <a:lnTo>
                  <a:pt x="1026465" y="39780"/>
                </a:lnTo>
                <a:lnTo>
                  <a:pt x="1026588" y="39638"/>
                </a:lnTo>
                <a:lnTo>
                  <a:pt x="1026710" y="39525"/>
                </a:lnTo>
                <a:lnTo>
                  <a:pt x="1026832" y="39384"/>
                </a:lnTo>
                <a:lnTo>
                  <a:pt x="1026914" y="39242"/>
                </a:lnTo>
                <a:lnTo>
                  <a:pt x="1027039" y="39100"/>
                </a:lnTo>
                <a:lnTo>
                  <a:pt x="1027171" y="38959"/>
                </a:lnTo>
                <a:lnTo>
                  <a:pt x="1027252" y="38817"/>
                </a:lnTo>
                <a:lnTo>
                  <a:pt x="1027375" y="38676"/>
                </a:lnTo>
                <a:lnTo>
                  <a:pt x="1027497" y="38534"/>
                </a:lnTo>
                <a:lnTo>
                  <a:pt x="1027579" y="38393"/>
                </a:lnTo>
                <a:lnTo>
                  <a:pt x="1027701" y="38279"/>
                </a:lnTo>
                <a:lnTo>
                  <a:pt x="1027823" y="38138"/>
                </a:lnTo>
                <a:lnTo>
                  <a:pt x="1027905" y="37996"/>
                </a:lnTo>
                <a:lnTo>
                  <a:pt x="1028039" y="37855"/>
                </a:lnTo>
                <a:lnTo>
                  <a:pt x="1028162" y="37713"/>
                </a:lnTo>
                <a:lnTo>
                  <a:pt x="1028243" y="37571"/>
                </a:lnTo>
                <a:lnTo>
                  <a:pt x="1028366" y="37430"/>
                </a:lnTo>
                <a:lnTo>
                  <a:pt x="1028488" y="37317"/>
                </a:lnTo>
                <a:lnTo>
                  <a:pt x="1028570" y="37175"/>
                </a:lnTo>
                <a:lnTo>
                  <a:pt x="1028692" y="37034"/>
                </a:lnTo>
                <a:lnTo>
                  <a:pt x="1028826" y="36892"/>
                </a:lnTo>
                <a:lnTo>
                  <a:pt x="1028908" y="36779"/>
                </a:lnTo>
                <a:lnTo>
                  <a:pt x="1029030" y="36637"/>
                </a:lnTo>
                <a:lnTo>
                  <a:pt x="1029153" y="36496"/>
                </a:lnTo>
                <a:lnTo>
                  <a:pt x="1029275" y="36354"/>
                </a:lnTo>
                <a:lnTo>
                  <a:pt x="1029357" y="36241"/>
                </a:lnTo>
                <a:lnTo>
                  <a:pt x="1029479" y="36099"/>
                </a:lnTo>
                <a:lnTo>
                  <a:pt x="1029601" y="35958"/>
                </a:lnTo>
                <a:lnTo>
                  <a:pt x="1029695" y="35816"/>
                </a:lnTo>
                <a:lnTo>
                  <a:pt x="1029817" y="35703"/>
                </a:lnTo>
                <a:lnTo>
                  <a:pt x="1029940" y="35561"/>
                </a:lnTo>
                <a:lnTo>
                  <a:pt x="1030021" y="35448"/>
                </a:lnTo>
                <a:lnTo>
                  <a:pt x="1030144" y="35306"/>
                </a:lnTo>
                <a:lnTo>
                  <a:pt x="1030266" y="35193"/>
                </a:lnTo>
                <a:lnTo>
                  <a:pt x="1030348" y="35052"/>
                </a:lnTo>
                <a:lnTo>
                  <a:pt x="1030470" y="34938"/>
                </a:lnTo>
                <a:lnTo>
                  <a:pt x="1030604" y="34797"/>
                </a:lnTo>
                <a:lnTo>
                  <a:pt x="1030686" y="34684"/>
                </a:lnTo>
                <a:lnTo>
                  <a:pt x="1030808" y="34542"/>
                </a:lnTo>
                <a:lnTo>
                  <a:pt x="1030931" y="34429"/>
                </a:lnTo>
                <a:lnTo>
                  <a:pt x="1031012" y="34287"/>
                </a:lnTo>
                <a:lnTo>
                  <a:pt x="1031135" y="34174"/>
                </a:lnTo>
                <a:lnTo>
                  <a:pt x="1031257" y="34061"/>
                </a:lnTo>
                <a:lnTo>
                  <a:pt x="1031348" y="33947"/>
                </a:lnTo>
                <a:lnTo>
                  <a:pt x="1031471" y="33806"/>
                </a:lnTo>
                <a:lnTo>
                  <a:pt x="1031595" y="33693"/>
                </a:lnTo>
                <a:lnTo>
                  <a:pt x="1031718" y="33579"/>
                </a:lnTo>
                <a:lnTo>
                  <a:pt x="1031799" y="33466"/>
                </a:lnTo>
                <a:lnTo>
                  <a:pt x="1031922" y="33325"/>
                </a:lnTo>
                <a:lnTo>
                  <a:pt x="1032044" y="33211"/>
                </a:lnTo>
                <a:lnTo>
                  <a:pt x="1032126" y="33098"/>
                </a:lnTo>
                <a:lnTo>
                  <a:pt x="1032248" y="32985"/>
                </a:lnTo>
                <a:lnTo>
                  <a:pt x="1032380" y="32872"/>
                </a:lnTo>
                <a:lnTo>
                  <a:pt x="1032462" y="32758"/>
                </a:lnTo>
                <a:lnTo>
                  <a:pt x="1032586" y="32645"/>
                </a:lnTo>
                <a:lnTo>
                  <a:pt x="1032709" y="32532"/>
                </a:lnTo>
                <a:lnTo>
                  <a:pt x="1032790" y="32418"/>
                </a:lnTo>
                <a:lnTo>
                  <a:pt x="1032913" y="32305"/>
                </a:lnTo>
                <a:lnTo>
                  <a:pt x="1033045" y="32192"/>
                </a:lnTo>
                <a:lnTo>
                  <a:pt x="1033117" y="32107"/>
                </a:lnTo>
                <a:lnTo>
                  <a:pt x="1033249" y="31994"/>
                </a:lnTo>
                <a:lnTo>
                  <a:pt x="1033371" y="31881"/>
                </a:lnTo>
                <a:lnTo>
                  <a:pt x="1033453" y="31767"/>
                </a:lnTo>
                <a:lnTo>
                  <a:pt x="1033577" y="31654"/>
                </a:lnTo>
                <a:lnTo>
                  <a:pt x="1033700" y="31569"/>
                </a:lnTo>
                <a:lnTo>
                  <a:pt x="1033781" y="31456"/>
                </a:lnTo>
                <a:lnTo>
                  <a:pt x="1033913" y="31343"/>
                </a:lnTo>
                <a:lnTo>
                  <a:pt x="1034036" y="31258"/>
                </a:lnTo>
                <a:lnTo>
                  <a:pt x="1034158" y="31144"/>
                </a:lnTo>
                <a:lnTo>
                  <a:pt x="1034240" y="31059"/>
                </a:lnTo>
                <a:lnTo>
                  <a:pt x="1034362" y="30946"/>
                </a:lnTo>
                <a:lnTo>
                  <a:pt x="1034484" y="30861"/>
                </a:lnTo>
                <a:lnTo>
                  <a:pt x="1034568" y="30748"/>
                </a:lnTo>
                <a:lnTo>
                  <a:pt x="1034691" y="30663"/>
                </a:lnTo>
                <a:lnTo>
                  <a:pt x="1034823" y="30550"/>
                </a:lnTo>
                <a:lnTo>
                  <a:pt x="1034904" y="30465"/>
                </a:lnTo>
                <a:lnTo>
                  <a:pt x="1035027" y="30380"/>
                </a:lnTo>
                <a:lnTo>
                  <a:pt x="1035149" y="30295"/>
                </a:lnTo>
                <a:lnTo>
                  <a:pt x="1035231" y="30182"/>
                </a:lnTo>
                <a:lnTo>
                  <a:pt x="1035353" y="30097"/>
                </a:lnTo>
                <a:lnTo>
                  <a:pt x="1035475" y="30012"/>
                </a:lnTo>
                <a:lnTo>
                  <a:pt x="1035559" y="29927"/>
                </a:lnTo>
                <a:lnTo>
                  <a:pt x="1035691" y="29842"/>
                </a:lnTo>
                <a:lnTo>
                  <a:pt x="1035814" y="29729"/>
                </a:lnTo>
                <a:lnTo>
                  <a:pt x="1035895" y="29672"/>
                </a:lnTo>
                <a:lnTo>
                  <a:pt x="1036018" y="29587"/>
                </a:lnTo>
                <a:lnTo>
                  <a:pt x="1036140" y="29502"/>
                </a:lnTo>
                <a:lnTo>
                  <a:pt x="1036221" y="29417"/>
                </a:lnTo>
                <a:lnTo>
                  <a:pt x="1036344" y="29332"/>
                </a:lnTo>
                <a:lnTo>
                  <a:pt x="1036469" y="29247"/>
                </a:lnTo>
                <a:lnTo>
                  <a:pt x="1036601" y="29191"/>
                </a:lnTo>
                <a:lnTo>
                  <a:pt x="1036682" y="29106"/>
                </a:lnTo>
                <a:lnTo>
                  <a:pt x="1036805" y="29021"/>
                </a:lnTo>
                <a:lnTo>
                  <a:pt x="1036927" y="28964"/>
                </a:lnTo>
                <a:lnTo>
                  <a:pt x="1037009" y="28879"/>
                </a:lnTo>
                <a:lnTo>
                  <a:pt x="1037131" y="28823"/>
                </a:lnTo>
                <a:lnTo>
                  <a:pt x="1037253" y="28738"/>
                </a:lnTo>
                <a:lnTo>
                  <a:pt x="1037335" y="28681"/>
                </a:lnTo>
                <a:lnTo>
                  <a:pt x="1037469" y="28596"/>
                </a:lnTo>
                <a:lnTo>
                  <a:pt x="1037592" y="28540"/>
                </a:lnTo>
                <a:lnTo>
                  <a:pt x="1037673" y="28483"/>
                </a:lnTo>
                <a:lnTo>
                  <a:pt x="1037796" y="28426"/>
                </a:lnTo>
                <a:lnTo>
                  <a:pt x="1037918" y="28370"/>
                </a:lnTo>
                <a:lnTo>
                  <a:pt x="1037999" y="28313"/>
                </a:lnTo>
                <a:lnTo>
                  <a:pt x="1038122" y="28256"/>
                </a:lnTo>
                <a:lnTo>
                  <a:pt x="1038244" y="28200"/>
                </a:lnTo>
                <a:lnTo>
                  <a:pt x="1038338" y="28143"/>
                </a:lnTo>
                <a:lnTo>
                  <a:pt x="1038460" y="28087"/>
                </a:lnTo>
                <a:lnTo>
                  <a:pt x="1038583" y="28030"/>
                </a:lnTo>
                <a:lnTo>
                  <a:pt x="1038664" y="28002"/>
                </a:lnTo>
                <a:lnTo>
                  <a:pt x="1038787" y="27945"/>
                </a:lnTo>
                <a:lnTo>
                  <a:pt x="1038909" y="27888"/>
                </a:lnTo>
                <a:lnTo>
                  <a:pt x="1039041" y="27860"/>
                </a:lnTo>
                <a:lnTo>
                  <a:pt x="1039113" y="27832"/>
                </a:lnTo>
                <a:lnTo>
                  <a:pt x="1039247" y="27775"/>
                </a:lnTo>
                <a:lnTo>
                  <a:pt x="1039370" y="27747"/>
                </a:lnTo>
                <a:lnTo>
                  <a:pt x="1039451" y="27719"/>
                </a:lnTo>
                <a:lnTo>
                  <a:pt x="1039574" y="27662"/>
                </a:lnTo>
                <a:lnTo>
                  <a:pt x="1039696" y="27634"/>
                </a:lnTo>
                <a:lnTo>
                  <a:pt x="1039777" y="27605"/>
                </a:lnTo>
                <a:lnTo>
                  <a:pt x="1039900" y="27577"/>
                </a:lnTo>
                <a:lnTo>
                  <a:pt x="1040032" y="27549"/>
                </a:lnTo>
                <a:lnTo>
                  <a:pt x="1040116" y="27520"/>
                </a:lnTo>
                <a:lnTo>
                  <a:pt x="1040238" y="27492"/>
                </a:lnTo>
                <a:lnTo>
                  <a:pt x="1040361" y="27464"/>
                </a:lnTo>
                <a:lnTo>
                  <a:pt x="1040442" y="27435"/>
                </a:lnTo>
                <a:lnTo>
                  <a:pt x="1040565" y="27407"/>
                </a:lnTo>
                <a:lnTo>
                  <a:pt x="1040687" y="27407"/>
                </a:lnTo>
                <a:lnTo>
                  <a:pt x="1040768" y="27379"/>
                </a:lnTo>
                <a:lnTo>
                  <a:pt x="1040900" y="27350"/>
                </a:lnTo>
                <a:lnTo>
                  <a:pt x="1041023" y="27350"/>
                </a:lnTo>
                <a:lnTo>
                  <a:pt x="1041107" y="27322"/>
                </a:lnTo>
                <a:lnTo>
                  <a:pt x="1041229" y="27322"/>
                </a:lnTo>
                <a:lnTo>
                  <a:pt x="1041352" y="27322"/>
                </a:lnTo>
                <a:lnTo>
                  <a:pt x="1041433" y="27294"/>
                </a:lnTo>
                <a:lnTo>
                  <a:pt x="1041555" y="27294"/>
                </a:lnTo>
                <a:lnTo>
                  <a:pt x="1041687" y="27294"/>
                </a:lnTo>
                <a:lnTo>
                  <a:pt x="1041810" y="27294"/>
                </a:lnTo>
                <a:lnTo>
                  <a:pt x="1041891" y="27266"/>
                </a:lnTo>
                <a:lnTo>
                  <a:pt x="1042014" y="27266"/>
                </a:lnTo>
                <a:lnTo>
                  <a:pt x="1042139" y="27266"/>
                </a:lnTo>
                <a:lnTo>
                  <a:pt x="1042220" y="27266"/>
                </a:lnTo>
                <a:lnTo>
                  <a:pt x="1042342" y="27266"/>
                </a:lnTo>
                <a:lnTo>
                  <a:pt x="1042465" y="27266"/>
                </a:lnTo>
                <a:lnTo>
                  <a:pt x="1042556" y="27294"/>
                </a:lnTo>
                <a:lnTo>
                  <a:pt x="1042678" y="27294"/>
                </a:lnTo>
                <a:lnTo>
                  <a:pt x="1042801" y="27294"/>
                </a:lnTo>
                <a:lnTo>
                  <a:pt x="1042882" y="27322"/>
                </a:lnTo>
                <a:lnTo>
                  <a:pt x="1043007" y="27322"/>
                </a:lnTo>
                <a:lnTo>
                  <a:pt x="1043130" y="27322"/>
                </a:lnTo>
                <a:lnTo>
                  <a:pt x="1043211" y="27350"/>
                </a:lnTo>
                <a:lnTo>
                  <a:pt x="1043333" y="27350"/>
                </a:lnTo>
                <a:lnTo>
                  <a:pt x="1043465" y="27379"/>
                </a:lnTo>
                <a:lnTo>
                  <a:pt x="1043547" y="27379"/>
                </a:lnTo>
                <a:lnTo>
                  <a:pt x="1043669" y="27407"/>
                </a:lnTo>
                <a:lnTo>
                  <a:pt x="1043792" y="27435"/>
                </a:lnTo>
                <a:lnTo>
                  <a:pt x="1043873" y="27464"/>
                </a:lnTo>
                <a:lnTo>
                  <a:pt x="1043996" y="27464"/>
                </a:lnTo>
                <a:lnTo>
                  <a:pt x="1044120" y="27492"/>
                </a:lnTo>
                <a:lnTo>
                  <a:pt x="1044243" y="27520"/>
                </a:lnTo>
                <a:lnTo>
                  <a:pt x="1044334" y="27549"/>
                </a:lnTo>
                <a:lnTo>
                  <a:pt x="1044456" y="27577"/>
                </a:lnTo>
                <a:lnTo>
                  <a:pt x="1044579" y="27605"/>
                </a:lnTo>
                <a:lnTo>
                  <a:pt x="1044660" y="27634"/>
                </a:lnTo>
                <a:lnTo>
                  <a:pt x="1044783" y="27662"/>
                </a:lnTo>
                <a:lnTo>
                  <a:pt x="1044905" y="27719"/>
                </a:lnTo>
                <a:lnTo>
                  <a:pt x="1044987" y="27747"/>
                </a:lnTo>
                <a:lnTo>
                  <a:pt x="1045111" y="27775"/>
                </a:lnTo>
                <a:lnTo>
                  <a:pt x="1045243" y="27832"/>
                </a:lnTo>
                <a:lnTo>
                  <a:pt x="1045325" y="27860"/>
                </a:lnTo>
                <a:lnTo>
                  <a:pt x="1045447" y="27888"/>
                </a:lnTo>
                <a:lnTo>
                  <a:pt x="1045570" y="27945"/>
                </a:lnTo>
                <a:lnTo>
                  <a:pt x="1045651" y="27973"/>
                </a:lnTo>
                <a:lnTo>
                  <a:pt x="1045774" y="28030"/>
                </a:lnTo>
                <a:lnTo>
                  <a:pt x="1045908" y="28087"/>
                </a:lnTo>
                <a:lnTo>
                  <a:pt x="1045980" y="28115"/>
                </a:lnTo>
                <a:lnTo>
                  <a:pt x="1046112" y="28172"/>
                </a:lnTo>
                <a:lnTo>
                  <a:pt x="1046234" y="28228"/>
                </a:lnTo>
                <a:lnTo>
                  <a:pt x="1046316" y="28256"/>
                </a:lnTo>
                <a:lnTo>
                  <a:pt x="1046438" y="28313"/>
                </a:lnTo>
                <a:lnTo>
                  <a:pt x="1046561" y="28370"/>
                </a:lnTo>
                <a:lnTo>
                  <a:pt x="1046683" y="28426"/>
                </a:lnTo>
                <a:lnTo>
                  <a:pt x="1046777" y="28483"/>
                </a:lnTo>
                <a:lnTo>
                  <a:pt x="1046899" y="28511"/>
                </a:lnTo>
                <a:lnTo>
                  <a:pt x="1047021" y="28596"/>
                </a:lnTo>
                <a:lnTo>
                  <a:pt x="1047103" y="28625"/>
                </a:lnTo>
                <a:lnTo>
                  <a:pt x="1047225" y="28709"/>
                </a:lnTo>
                <a:lnTo>
                  <a:pt x="1047348" y="28766"/>
                </a:lnTo>
                <a:lnTo>
                  <a:pt x="1047429" y="28823"/>
                </a:lnTo>
                <a:lnTo>
                  <a:pt x="1047552" y="28879"/>
                </a:lnTo>
                <a:lnTo>
                  <a:pt x="1047686" y="28936"/>
                </a:lnTo>
                <a:lnTo>
                  <a:pt x="1047768" y="28993"/>
                </a:lnTo>
                <a:lnTo>
                  <a:pt x="1047890" y="29078"/>
                </a:lnTo>
                <a:lnTo>
                  <a:pt x="1048012" y="29134"/>
                </a:lnTo>
                <a:lnTo>
                  <a:pt x="1048094" y="29191"/>
                </a:lnTo>
                <a:lnTo>
                  <a:pt x="1048216" y="29247"/>
                </a:lnTo>
                <a:lnTo>
                  <a:pt x="1048339" y="29332"/>
                </a:lnTo>
                <a:lnTo>
                  <a:pt x="1048420" y="29389"/>
                </a:lnTo>
                <a:lnTo>
                  <a:pt x="1048552" y="29474"/>
                </a:lnTo>
                <a:lnTo>
                  <a:pt x="1048677" y="29531"/>
                </a:lnTo>
                <a:lnTo>
                  <a:pt x="1048759" y="29587"/>
                </a:lnTo>
                <a:lnTo>
                  <a:pt x="1048881" y="29672"/>
                </a:lnTo>
                <a:lnTo>
                  <a:pt x="1049003" y="29729"/>
                </a:lnTo>
                <a:lnTo>
                  <a:pt x="1049126" y="29814"/>
                </a:lnTo>
                <a:lnTo>
                  <a:pt x="1049207" y="29899"/>
                </a:lnTo>
                <a:lnTo>
                  <a:pt x="1049330" y="29955"/>
                </a:lnTo>
                <a:lnTo>
                  <a:pt x="1049452" y="30040"/>
                </a:lnTo>
                <a:lnTo>
                  <a:pt x="1049543" y="30097"/>
                </a:lnTo>
                <a:lnTo>
                  <a:pt x="1049668" y="30182"/>
                </a:lnTo>
                <a:lnTo>
                  <a:pt x="1049790" y="30267"/>
                </a:lnTo>
                <a:lnTo>
                  <a:pt x="1049872" y="30352"/>
                </a:lnTo>
                <a:lnTo>
                  <a:pt x="1049994" y="30408"/>
                </a:lnTo>
                <a:lnTo>
                  <a:pt x="1050117" y="30493"/>
                </a:lnTo>
                <a:lnTo>
                  <a:pt x="1050198" y="30578"/>
                </a:lnTo>
                <a:lnTo>
                  <a:pt x="1050330" y="30663"/>
                </a:lnTo>
                <a:lnTo>
                  <a:pt x="1050453" y="30720"/>
                </a:lnTo>
                <a:lnTo>
                  <a:pt x="1050534" y="30805"/>
                </a:lnTo>
                <a:lnTo>
                  <a:pt x="1050659" y="30890"/>
                </a:lnTo>
                <a:lnTo>
                  <a:pt x="1050781" y="30975"/>
                </a:lnTo>
                <a:lnTo>
                  <a:pt x="1050863" y="31059"/>
                </a:lnTo>
                <a:lnTo>
                  <a:pt x="1050985" y="31116"/>
                </a:lnTo>
                <a:lnTo>
                  <a:pt x="1051108" y="31201"/>
                </a:lnTo>
                <a:lnTo>
                  <a:pt x="1051199" y="31286"/>
                </a:lnTo>
                <a:lnTo>
                  <a:pt x="1051321" y="31371"/>
                </a:lnTo>
                <a:lnTo>
                  <a:pt x="1051444" y="31456"/>
                </a:lnTo>
                <a:lnTo>
                  <a:pt x="1051566" y="31541"/>
                </a:lnTo>
                <a:lnTo>
                  <a:pt x="1051650" y="31626"/>
                </a:lnTo>
                <a:lnTo>
                  <a:pt x="1051772" y="31711"/>
                </a:lnTo>
                <a:lnTo>
                  <a:pt x="1051904" y="31796"/>
                </a:lnTo>
                <a:lnTo>
                  <a:pt x="1051976" y="31852"/>
                </a:lnTo>
                <a:lnTo>
                  <a:pt x="1052108" y="31937"/>
                </a:lnTo>
                <a:lnTo>
                  <a:pt x="1052231" y="32022"/>
                </a:lnTo>
                <a:lnTo>
                  <a:pt x="1052312" y="32107"/>
                </a:lnTo>
                <a:lnTo>
                  <a:pt x="1052435" y="32192"/>
                </a:lnTo>
                <a:lnTo>
                  <a:pt x="1052559" y="32277"/>
                </a:lnTo>
                <a:lnTo>
                  <a:pt x="1052641" y="32362"/>
                </a:lnTo>
                <a:lnTo>
                  <a:pt x="1052773" y="32447"/>
                </a:lnTo>
                <a:lnTo>
                  <a:pt x="1052895" y="32532"/>
                </a:lnTo>
                <a:lnTo>
                  <a:pt x="1052977" y="32617"/>
                </a:lnTo>
                <a:lnTo>
                  <a:pt x="1053099" y="32702"/>
                </a:lnTo>
                <a:lnTo>
                  <a:pt x="1053222" y="32787"/>
                </a:lnTo>
                <a:lnTo>
                  <a:pt x="1053303" y="32872"/>
                </a:lnTo>
                <a:lnTo>
                  <a:pt x="1053426" y="32928"/>
                </a:lnTo>
                <a:lnTo>
                  <a:pt x="1053548" y="33013"/>
                </a:lnTo>
                <a:lnTo>
                  <a:pt x="1053642" y="33098"/>
                </a:lnTo>
                <a:lnTo>
                  <a:pt x="1053764" y="33183"/>
                </a:lnTo>
                <a:lnTo>
                  <a:pt x="1053886" y="33268"/>
                </a:lnTo>
                <a:lnTo>
                  <a:pt x="1054009" y="33353"/>
                </a:lnTo>
                <a:lnTo>
                  <a:pt x="1054090" y="33438"/>
                </a:lnTo>
                <a:lnTo>
                  <a:pt x="1054213" y="33523"/>
                </a:lnTo>
                <a:lnTo>
                  <a:pt x="1054335" y="33579"/>
                </a:lnTo>
                <a:lnTo>
                  <a:pt x="1054417" y="33664"/>
                </a:lnTo>
                <a:lnTo>
                  <a:pt x="1054551" y="33749"/>
                </a:lnTo>
                <a:lnTo>
                  <a:pt x="1054673" y="33834"/>
                </a:lnTo>
                <a:lnTo>
                  <a:pt x="1054755" y="33891"/>
                </a:lnTo>
                <a:lnTo>
                  <a:pt x="1054877" y="33976"/>
                </a:lnTo>
                <a:lnTo>
                  <a:pt x="1055000" y="34061"/>
                </a:lnTo>
                <a:lnTo>
                  <a:pt x="1055081" y="34117"/>
                </a:lnTo>
                <a:lnTo>
                  <a:pt x="1055204" y="34202"/>
                </a:lnTo>
                <a:lnTo>
                  <a:pt x="1055326" y="34287"/>
                </a:lnTo>
                <a:lnTo>
                  <a:pt x="1055420" y="34344"/>
                </a:lnTo>
                <a:lnTo>
                  <a:pt x="1055542" y="34429"/>
                </a:lnTo>
                <a:lnTo>
                  <a:pt x="1055664" y="34514"/>
                </a:lnTo>
                <a:lnTo>
                  <a:pt x="1055746" y="34570"/>
                </a:lnTo>
                <a:lnTo>
                  <a:pt x="1055868" y="34655"/>
                </a:lnTo>
                <a:lnTo>
                  <a:pt x="1055991" y="34712"/>
                </a:lnTo>
                <a:lnTo>
                  <a:pt x="1056072" y="34797"/>
                </a:lnTo>
                <a:lnTo>
                  <a:pt x="1056195" y="34853"/>
                </a:lnTo>
                <a:lnTo>
                  <a:pt x="1056317" y="34938"/>
                </a:lnTo>
                <a:lnTo>
                  <a:pt x="1056451" y="34995"/>
                </a:lnTo>
                <a:lnTo>
                  <a:pt x="1056533" y="35052"/>
                </a:lnTo>
                <a:lnTo>
                  <a:pt x="1056655" y="35137"/>
                </a:lnTo>
                <a:lnTo>
                  <a:pt x="1056778" y="35193"/>
                </a:lnTo>
                <a:lnTo>
                  <a:pt x="1056859" y="35278"/>
                </a:lnTo>
                <a:lnTo>
                  <a:pt x="1056982" y="35335"/>
                </a:lnTo>
                <a:lnTo>
                  <a:pt x="1057104" y="35391"/>
                </a:lnTo>
                <a:lnTo>
                  <a:pt x="1057186" y="35448"/>
                </a:lnTo>
                <a:lnTo>
                  <a:pt x="1057320" y="35533"/>
                </a:lnTo>
                <a:lnTo>
                  <a:pt x="1057442" y="35590"/>
                </a:lnTo>
                <a:lnTo>
                  <a:pt x="1057524" y="35646"/>
                </a:lnTo>
                <a:lnTo>
                  <a:pt x="1057646" y="35703"/>
                </a:lnTo>
                <a:lnTo>
                  <a:pt x="1057769" y="35759"/>
                </a:lnTo>
                <a:lnTo>
                  <a:pt x="1057850" y="35816"/>
                </a:lnTo>
                <a:lnTo>
                  <a:pt x="1057973" y="35901"/>
                </a:lnTo>
                <a:lnTo>
                  <a:pt x="1058095" y="35958"/>
                </a:lnTo>
                <a:lnTo>
                  <a:pt x="1058189" y="36014"/>
                </a:lnTo>
                <a:lnTo>
                  <a:pt x="1058311" y="36071"/>
                </a:lnTo>
                <a:lnTo>
                  <a:pt x="1058433" y="36128"/>
                </a:lnTo>
                <a:lnTo>
                  <a:pt x="1058515" y="36184"/>
                </a:lnTo>
                <a:lnTo>
                  <a:pt x="1058637" y="36241"/>
                </a:lnTo>
                <a:lnTo>
                  <a:pt x="1058760" y="36297"/>
                </a:lnTo>
                <a:lnTo>
                  <a:pt x="1058841" y="36354"/>
                </a:lnTo>
                <a:lnTo>
                  <a:pt x="1058964" y="36411"/>
                </a:lnTo>
                <a:lnTo>
                  <a:pt x="1059096" y="36467"/>
                </a:lnTo>
                <a:lnTo>
                  <a:pt x="1059220" y="36524"/>
                </a:lnTo>
                <a:lnTo>
                  <a:pt x="1059302" y="36552"/>
                </a:lnTo>
                <a:lnTo>
                  <a:pt x="1059424" y="36609"/>
                </a:lnTo>
                <a:lnTo>
                  <a:pt x="1059547" y="36665"/>
                </a:lnTo>
                <a:lnTo>
                  <a:pt x="1059628" y="36722"/>
                </a:lnTo>
                <a:lnTo>
                  <a:pt x="1059760" y="36779"/>
                </a:lnTo>
                <a:lnTo>
                  <a:pt x="1059883" y="36807"/>
                </a:lnTo>
                <a:lnTo>
                  <a:pt x="1059964" y="36864"/>
                </a:lnTo>
                <a:lnTo>
                  <a:pt x="1060086" y="36892"/>
                </a:lnTo>
                <a:lnTo>
                  <a:pt x="1060211" y="36949"/>
                </a:lnTo>
                <a:lnTo>
                  <a:pt x="1060293" y="37005"/>
                </a:lnTo>
                <a:lnTo>
                  <a:pt x="1060415" y="37034"/>
                </a:lnTo>
                <a:lnTo>
                  <a:pt x="1060538" y="37090"/>
                </a:lnTo>
                <a:lnTo>
                  <a:pt x="1060629" y="37118"/>
                </a:lnTo>
                <a:lnTo>
                  <a:pt x="1060751" y="37175"/>
                </a:lnTo>
                <a:lnTo>
                  <a:pt x="1060874" y="37232"/>
                </a:lnTo>
                <a:lnTo>
                  <a:pt x="1060955" y="37260"/>
                </a:lnTo>
                <a:lnTo>
                  <a:pt x="1061077" y="37288"/>
                </a:lnTo>
                <a:lnTo>
                  <a:pt x="1061202" y="37345"/>
                </a:lnTo>
                <a:lnTo>
                  <a:pt x="1061284" y="37373"/>
                </a:lnTo>
                <a:lnTo>
                  <a:pt x="1061406" y="37402"/>
                </a:lnTo>
                <a:lnTo>
                  <a:pt x="1061538" y="37458"/>
                </a:lnTo>
                <a:lnTo>
                  <a:pt x="1061661" y="37487"/>
                </a:lnTo>
                <a:lnTo>
                  <a:pt x="1061742" y="37515"/>
                </a:lnTo>
                <a:lnTo>
                  <a:pt x="1061864" y="37571"/>
                </a:lnTo>
                <a:lnTo>
                  <a:pt x="1061987" y="37600"/>
                </a:lnTo>
                <a:lnTo>
                  <a:pt x="1062071" y="37628"/>
                </a:lnTo>
                <a:lnTo>
                  <a:pt x="1062193" y="37656"/>
                </a:lnTo>
                <a:lnTo>
                  <a:pt x="1062316" y="37685"/>
                </a:lnTo>
                <a:lnTo>
                  <a:pt x="1062407" y="37741"/>
                </a:lnTo>
                <a:lnTo>
                  <a:pt x="1062529" y="37770"/>
                </a:lnTo>
                <a:lnTo>
                  <a:pt x="1062652" y="37770"/>
                </a:lnTo>
                <a:lnTo>
                  <a:pt x="1062733" y="37826"/>
                </a:lnTo>
                <a:lnTo>
                  <a:pt x="1062855" y="37855"/>
                </a:lnTo>
                <a:lnTo>
                  <a:pt x="1062978" y="37883"/>
                </a:lnTo>
                <a:lnTo>
                  <a:pt x="1063059" y="37883"/>
                </a:lnTo>
                <a:lnTo>
                  <a:pt x="1063184" y="37911"/>
                </a:lnTo>
                <a:lnTo>
                  <a:pt x="1063316" y="37940"/>
                </a:lnTo>
                <a:lnTo>
                  <a:pt x="1063398" y="37968"/>
                </a:lnTo>
                <a:lnTo>
                  <a:pt x="1063520" y="37996"/>
                </a:lnTo>
                <a:lnTo>
                  <a:pt x="1063642" y="38024"/>
                </a:lnTo>
                <a:lnTo>
                  <a:pt x="1063724" y="38053"/>
                </a:lnTo>
                <a:lnTo>
                  <a:pt x="1063846" y="38053"/>
                </a:lnTo>
                <a:lnTo>
                  <a:pt x="1063969" y="38081"/>
                </a:lnTo>
                <a:lnTo>
                  <a:pt x="1064103" y="38109"/>
                </a:lnTo>
                <a:lnTo>
                  <a:pt x="1064185" y="38138"/>
                </a:lnTo>
                <a:lnTo>
                  <a:pt x="1064307" y="38138"/>
                </a:lnTo>
                <a:lnTo>
                  <a:pt x="1064430" y="38166"/>
                </a:lnTo>
                <a:lnTo>
                  <a:pt x="1064511" y="38194"/>
                </a:lnTo>
                <a:lnTo>
                  <a:pt x="1064633" y="38223"/>
                </a:lnTo>
                <a:lnTo>
                  <a:pt x="1064756" y="38223"/>
                </a:lnTo>
                <a:lnTo>
                  <a:pt x="1064837" y="38251"/>
                </a:lnTo>
                <a:lnTo>
                  <a:pt x="1064972" y="38251"/>
                </a:lnTo>
                <a:lnTo>
                  <a:pt x="1065094" y="38279"/>
                </a:lnTo>
                <a:lnTo>
                  <a:pt x="1065176" y="38279"/>
                </a:lnTo>
                <a:lnTo>
                  <a:pt x="1065298" y="38308"/>
                </a:lnTo>
                <a:lnTo>
                  <a:pt x="1065420" y="38308"/>
                </a:lnTo>
                <a:lnTo>
                  <a:pt x="1065502" y="38336"/>
                </a:lnTo>
                <a:lnTo>
                  <a:pt x="1065624" y="38364"/>
                </a:lnTo>
                <a:lnTo>
                  <a:pt x="1065759" y="38364"/>
                </a:lnTo>
                <a:lnTo>
                  <a:pt x="1065828" y="38364"/>
                </a:lnTo>
                <a:lnTo>
                  <a:pt x="1065963" y="38393"/>
                </a:lnTo>
                <a:lnTo>
                  <a:pt x="1066085" y="38393"/>
                </a:lnTo>
                <a:lnTo>
                  <a:pt x="1066167" y="38421"/>
                </a:lnTo>
                <a:lnTo>
                  <a:pt x="1066289" y="38421"/>
                </a:lnTo>
                <a:lnTo>
                  <a:pt x="1066411" y="38421"/>
                </a:lnTo>
                <a:lnTo>
                  <a:pt x="1066534" y="38449"/>
                </a:lnTo>
                <a:lnTo>
                  <a:pt x="1066625" y="38449"/>
                </a:lnTo>
                <a:lnTo>
                  <a:pt x="1066750" y="38478"/>
                </a:lnTo>
                <a:lnTo>
                  <a:pt x="1066872" y="38478"/>
                </a:lnTo>
                <a:lnTo>
                  <a:pt x="1066954" y="38478"/>
                </a:lnTo>
                <a:lnTo>
                  <a:pt x="1067076" y="38506"/>
                </a:lnTo>
                <a:lnTo>
                  <a:pt x="1067198" y="38506"/>
                </a:lnTo>
                <a:lnTo>
                  <a:pt x="1067280" y="38506"/>
                </a:lnTo>
                <a:lnTo>
                  <a:pt x="1067402" y="38534"/>
                </a:lnTo>
                <a:lnTo>
                  <a:pt x="1067534" y="38534"/>
                </a:lnTo>
                <a:lnTo>
                  <a:pt x="1067616" y="38534"/>
                </a:lnTo>
                <a:lnTo>
                  <a:pt x="1067741" y="38534"/>
                </a:lnTo>
                <a:lnTo>
                  <a:pt x="1067863" y="38534"/>
                </a:lnTo>
                <a:lnTo>
                  <a:pt x="1067945" y="38562"/>
                </a:lnTo>
                <a:lnTo>
                  <a:pt x="1068067" y="38562"/>
                </a:lnTo>
                <a:lnTo>
                  <a:pt x="1068189" y="38562"/>
                </a:lnTo>
                <a:lnTo>
                  <a:pt x="1068271" y="38591"/>
                </a:lnTo>
                <a:lnTo>
                  <a:pt x="1068403" y="38591"/>
                </a:lnTo>
                <a:lnTo>
                  <a:pt x="1068525" y="38591"/>
                </a:lnTo>
                <a:lnTo>
                  <a:pt x="1068607" y="38591"/>
                </a:lnTo>
                <a:lnTo>
                  <a:pt x="1068732" y="38591"/>
                </a:lnTo>
                <a:lnTo>
                  <a:pt x="1068854" y="38591"/>
                </a:lnTo>
                <a:lnTo>
                  <a:pt x="1068976" y="38591"/>
                </a:lnTo>
                <a:lnTo>
                  <a:pt x="1069058" y="38591"/>
                </a:lnTo>
                <a:lnTo>
                  <a:pt x="1069180" y="38619"/>
                </a:lnTo>
                <a:lnTo>
                  <a:pt x="1069312" y="38619"/>
                </a:lnTo>
                <a:lnTo>
                  <a:pt x="1069394" y="38619"/>
                </a:lnTo>
                <a:lnTo>
                  <a:pt x="1069516" y="38619"/>
                </a:lnTo>
                <a:lnTo>
                  <a:pt x="1069639" y="38619"/>
                </a:lnTo>
                <a:lnTo>
                  <a:pt x="1069723" y="38619"/>
                </a:lnTo>
                <a:lnTo>
                  <a:pt x="1069845" y="38619"/>
                </a:lnTo>
                <a:lnTo>
                  <a:pt x="1069967" y="38619"/>
                </a:lnTo>
                <a:lnTo>
                  <a:pt x="1070049" y="38619"/>
                </a:lnTo>
                <a:lnTo>
                  <a:pt x="1070181" y="38619"/>
                </a:lnTo>
                <a:lnTo>
                  <a:pt x="1070303" y="38619"/>
                </a:lnTo>
                <a:lnTo>
                  <a:pt x="1070385" y="38619"/>
                </a:lnTo>
                <a:lnTo>
                  <a:pt x="1070507" y="38619"/>
                </a:lnTo>
                <a:lnTo>
                  <a:pt x="1070630" y="38619"/>
                </a:lnTo>
                <a:lnTo>
                  <a:pt x="1070714" y="38619"/>
                </a:lnTo>
                <a:lnTo>
                  <a:pt x="1070836" y="38619"/>
                </a:lnTo>
                <a:lnTo>
                  <a:pt x="1070958" y="38619"/>
                </a:lnTo>
                <a:lnTo>
                  <a:pt x="1071050" y="38619"/>
                </a:lnTo>
                <a:lnTo>
                  <a:pt x="1071172" y="38619"/>
                </a:lnTo>
                <a:lnTo>
                  <a:pt x="1071294" y="38619"/>
                </a:lnTo>
                <a:lnTo>
                  <a:pt x="1071417" y="38619"/>
                </a:lnTo>
                <a:lnTo>
                  <a:pt x="1071498" y="38619"/>
                </a:lnTo>
                <a:lnTo>
                  <a:pt x="1071623" y="38619"/>
                </a:lnTo>
                <a:lnTo>
                  <a:pt x="1071755" y="38619"/>
                </a:lnTo>
                <a:lnTo>
                  <a:pt x="1071827" y="38619"/>
                </a:lnTo>
                <a:lnTo>
                  <a:pt x="1071959" y="38619"/>
                </a:lnTo>
                <a:lnTo>
                  <a:pt x="1072081" y="38647"/>
                </a:lnTo>
                <a:lnTo>
                  <a:pt x="1072163" y="38647"/>
                </a:lnTo>
                <a:lnTo>
                  <a:pt x="1072285" y="38647"/>
                </a:lnTo>
                <a:lnTo>
                  <a:pt x="1072408" y="38647"/>
                </a:lnTo>
                <a:lnTo>
                  <a:pt x="1072489" y="38647"/>
                </a:lnTo>
                <a:lnTo>
                  <a:pt x="1072624" y="38647"/>
                </a:lnTo>
                <a:lnTo>
                  <a:pt x="1072746" y="38647"/>
                </a:lnTo>
                <a:lnTo>
                  <a:pt x="1072828" y="38647"/>
                </a:lnTo>
                <a:lnTo>
                  <a:pt x="1072950" y="38647"/>
                </a:lnTo>
                <a:lnTo>
                  <a:pt x="1073072" y="38647"/>
                </a:lnTo>
                <a:lnTo>
                  <a:pt x="1073154" y="38647"/>
                </a:lnTo>
                <a:lnTo>
                  <a:pt x="1073276" y="38647"/>
                </a:lnTo>
                <a:lnTo>
                  <a:pt x="1073399" y="38647"/>
                </a:lnTo>
                <a:lnTo>
                  <a:pt x="1073492" y="38647"/>
                </a:lnTo>
                <a:lnTo>
                  <a:pt x="1073615" y="38647"/>
                </a:lnTo>
                <a:lnTo>
                  <a:pt x="1073737" y="38647"/>
                </a:lnTo>
                <a:lnTo>
                  <a:pt x="1073859" y="38647"/>
                </a:lnTo>
                <a:lnTo>
                  <a:pt x="1073941" y="38647"/>
                </a:lnTo>
                <a:lnTo>
                  <a:pt x="1074063" y="38647"/>
                </a:lnTo>
                <a:lnTo>
                  <a:pt x="1074186" y="38647"/>
                </a:lnTo>
                <a:lnTo>
                  <a:pt x="1074267" y="38647"/>
                </a:lnTo>
                <a:lnTo>
                  <a:pt x="1074402" y="38647"/>
                </a:lnTo>
                <a:lnTo>
                  <a:pt x="1074524" y="38647"/>
                </a:lnTo>
                <a:lnTo>
                  <a:pt x="1074606" y="38647"/>
                </a:lnTo>
                <a:lnTo>
                  <a:pt x="1074728" y="38647"/>
                </a:lnTo>
                <a:lnTo>
                  <a:pt x="1074850" y="38647"/>
                </a:lnTo>
                <a:lnTo>
                  <a:pt x="1074932" y="38647"/>
                </a:lnTo>
                <a:lnTo>
                  <a:pt x="1075054" y="38647"/>
                </a:lnTo>
                <a:lnTo>
                  <a:pt x="1075177" y="38647"/>
                </a:lnTo>
                <a:lnTo>
                  <a:pt x="1075270" y="38647"/>
                </a:lnTo>
                <a:lnTo>
                  <a:pt x="1075393" y="38647"/>
                </a:lnTo>
                <a:lnTo>
                  <a:pt x="1075515" y="38647"/>
                </a:lnTo>
                <a:lnTo>
                  <a:pt x="1075597" y="38647"/>
                </a:lnTo>
                <a:lnTo>
                  <a:pt x="1075719" y="38647"/>
                </a:lnTo>
                <a:lnTo>
                  <a:pt x="1075841" y="38647"/>
                </a:lnTo>
                <a:lnTo>
                  <a:pt x="1075923" y="38647"/>
                </a:lnTo>
                <a:lnTo>
                  <a:pt x="1076045" y="38647"/>
                </a:lnTo>
                <a:lnTo>
                  <a:pt x="1076180" y="38647"/>
                </a:lnTo>
                <a:lnTo>
                  <a:pt x="1076261" y="38647"/>
                </a:lnTo>
                <a:lnTo>
                  <a:pt x="1076384" y="38647"/>
                </a:lnTo>
                <a:lnTo>
                  <a:pt x="1076506" y="38647"/>
                </a:lnTo>
                <a:lnTo>
                  <a:pt x="1076628" y="38647"/>
                </a:lnTo>
                <a:lnTo>
                  <a:pt x="1076710" y="38647"/>
                </a:lnTo>
                <a:lnTo>
                  <a:pt x="1076832" y="38647"/>
                </a:lnTo>
                <a:lnTo>
                  <a:pt x="1076964" y="38647"/>
                </a:lnTo>
                <a:lnTo>
                  <a:pt x="1077046" y="38647"/>
                </a:lnTo>
                <a:lnTo>
                  <a:pt x="1077168" y="38647"/>
                </a:lnTo>
                <a:lnTo>
                  <a:pt x="1077293" y="38647"/>
                </a:lnTo>
                <a:lnTo>
                  <a:pt x="1077375" y="38647"/>
                </a:lnTo>
                <a:lnTo>
                  <a:pt x="1077497" y="38619"/>
                </a:lnTo>
                <a:lnTo>
                  <a:pt x="1077619" y="38619"/>
                </a:lnTo>
                <a:lnTo>
                  <a:pt x="1077701" y="38619"/>
                </a:lnTo>
                <a:lnTo>
                  <a:pt x="1077833" y="38619"/>
                </a:lnTo>
                <a:lnTo>
                  <a:pt x="1077955" y="38619"/>
                </a:lnTo>
                <a:lnTo>
                  <a:pt x="1078037" y="38619"/>
                </a:lnTo>
                <a:lnTo>
                  <a:pt x="1078159" y="38619"/>
                </a:lnTo>
                <a:lnTo>
                  <a:pt x="1078284" y="38619"/>
                </a:lnTo>
                <a:lnTo>
                  <a:pt x="1078366" y="38619"/>
                </a:lnTo>
                <a:lnTo>
                  <a:pt x="1078488" y="38619"/>
                </a:lnTo>
                <a:lnTo>
                  <a:pt x="1078620" y="38619"/>
                </a:lnTo>
                <a:lnTo>
                  <a:pt x="1078692" y="38619"/>
                </a:lnTo>
                <a:lnTo>
                  <a:pt x="1078824" y="38591"/>
                </a:lnTo>
                <a:lnTo>
                  <a:pt x="1078946" y="38591"/>
                </a:lnTo>
                <a:lnTo>
                  <a:pt x="1079069" y="38591"/>
                </a:lnTo>
                <a:lnTo>
                  <a:pt x="1079153" y="38591"/>
                </a:lnTo>
                <a:lnTo>
                  <a:pt x="1079275" y="38591"/>
                </a:lnTo>
                <a:lnTo>
                  <a:pt x="1079397" y="38591"/>
                </a:lnTo>
                <a:lnTo>
                  <a:pt x="1079488" y="38591"/>
                </a:lnTo>
                <a:lnTo>
                  <a:pt x="1079611" y="38591"/>
                </a:lnTo>
                <a:lnTo>
                  <a:pt x="1079733" y="38591"/>
                </a:lnTo>
                <a:lnTo>
                  <a:pt x="1079815" y="38591"/>
                </a:lnTo>
                <a:lnTo>
                  <a:pt x="1079937" y="38591"/>
                </a:lnTo>
                <a:lnTo>
                  <a:pt x="1080060" y="38591"/>
                </a:lnTo>
                <a:lnTo>
                  <a:pt x="1080141" y="38562"/>
                </a:lnTo>
                <a:lnTo>
                  <a:pt x="1080266" y="38562"/>
                </a:lnTo>
                <a:lnTo>
                  <a:pt x="1080398" y="38562"/>
                </a:lnTo>
                <a:lnTo>
                  <a:pt x="1080479" y="38562"/>
                </a:lnTo>
                <a:lnTo>
                  <a:pt x="1080602" y="38562"/>
                </a:lnTo>
                <a:lnTo>
                  <a:pt x="1080724" y="38534"/>
                </a:lnTo>
                <a:lnTo>
                  <a:pt x="1080806" y="38534"/>
                </a:lnTo>
                <a:lnTo>
                  <a:pt x="1080928" y="38534"/>
                </a:lnTo>
                <a:lnTo>
                  <a:pt x="1081051" y="38534"/>
                </a:lnTo>
                <a:lnTo>
                  <a:pt x="1081135" y="38534"/>
                </a:lnTo>
                <a:lnTo>
                  <a:pt x="1081266" y="38534"/>
                </a:lnTo>
                <a:lnTo>
                  <a:pt x="1081389" y="38534"/>
                </a:lnTo>
                <a:lnTo>
                  <a:pt x="1081511" y="38534"/>
                </a:lnTo>
                <a:lnTo>
                  <a:pt x="1081593" y="38534"/>
                </a:lnTo>
                <a:lnTo>
                  <a:pt x="1081715" y="38534"/>
                </a:lnTo>
                <a:lnTo>
                  <a:pt x="1081838" y="38534"/>
                </a:lnTo>
                <a:lnTo>
                  <a:pt x="1081919" y="38534"/>
                </a:lnTo>
                <a:lnTo>
                  <a:pt x="1082042" y="38534"/>
                </a:lnTo>
                <a:lnTo>
                  <a:pt x="1082166" y="38534"/>
                </a:lnTo>
                <a:lnTo>
                  <a:pt x="1082257" y="38506"/>
                </a:lnTo>
                <a:lnTo>
                  <a:pt x="1082380" y="38506"/>
                </a:lnTo>
                <a:lnTo>
                  <a:pt x="1082502" y="38506"/>
                </a:lnTo>
                <a:lnTo>
                  <a:pt x="1082584" y="38506"/>
                </a:lnTo>
                <a:lnTo>
                  <a:pt x="1082706" y="38506"/>
                </a:lnTo>
                <a:lnTo>
                  <a:pt x="1082829" y="38506"/>
                </a:lnTo>
                <a:lnTo>
                  <a:pt x="1082910" y="38506"/>
                </a:lnTo>
                <a:lnTo>
                  <a:pt x="1083044" y="38506"/>
                </a:lnTo>
                <a:lnTo>
                  <a:pt x="1083167" y="38506"/>
                </a:lnTo>
                <a:lnTo>
                  <a:pt x="1083248" y="38506"/>
                </a:lnTo>
                <a:lnTo>
                  <a:pt x="1083371" y="38506"/>
                </a:lnTo>
                <a:lnTo>
                  <a:pt x="1083493" y="38506"/>
                </a:lnTo>
                <a:lnTo>
                  <a:pt x="1083575" y="38506"/>
                </a:lnTo>
                <a:lnTo>
                  <a:pt x="1083697" y="38478"/>
                </a:lnTo>
                <a:lnTo>
                  <a:pt x="1083831" y="38478"/>
                </a:lnTo>
                <a:lnTo>
                  <a:pt x="1083954" y="38478"/>
                </a:lnTo>
                <a:lnTo>
                  <a:pt x="1084035" y="38478"/>
                </a:lnTo>
                <a:lnTo>
                  <a:pt x="1084158" y="38478"/>
                </a:lnTo>
                <a:lnTo>
                  <a:pt x="1084280" y="38478"/>
                </a:lnTo>
                <a:lnTo>
                  <a:pt x="1084362" y="38478"/>
                </a:lnTo>
                <a:lnTo>
                  <a:pt x="1084484" y="38478"/>
                </a:lnTo>
                <a:lnTo>
                  <a:pt x="1084616" y="38478"/>
                </a:lnTo>
                <a:lnTo>
                  <a:pt x="1084698" y="38478"/>
                </a:lnTo>
                <a:lnTo>
                  <a:pt x="1084822" y="38478"/>
                </a:lnTo>
                <a:lnTo>
                  <a:pt x="1084945" y="38478"/>
                </a:lnTo>
                <a:lnTo>
                  <a:pt x="1085026" y="38478"/>
                </a:lnTo>
                <a:lnTo>
                  <a:pt x="1085149" y="38478"/>
                </a:lnTo>
                <a:lnTo>
                  <a:pt x="1085271" y="38478"/>
                </a:lnTo>
                <a:lnTo>
                  <a:pt x="1085353" y="38449"/>
                </a:lnTo>
                <a:lnTo>
                  <a:pt x="1085485" y="38449"/>
                </a:lnTo>
                <a:lnTo>
                  <a:pt x="1085607" y="38449"/>
                </a:lnTo>
                <a:lnTo>
                  <a:pt x="1085689" y="38449"/>
                </a:lnTo>
                <a:lnTo>
                  <a:pt x="1085813" y="38449"/>
                </a:lnTo>
                <a:lnTo>
                  <a:pt x="1085936" y="38449"/>
                </a:lnTo>
                <a:lnTo>
                  <a:pt x="1086017" y="38449"/>
                </a:lnTo>
                <a:lnTo>
                  <a:pt x="1086140" y="38449"/>
                </a:lnTo>
                <a:lnTo>
                  <a:pt x="1086262" y="38449"/>
                </a:lnTo>
                <a:lnTo>
                  <a:pt x="1086385" y="38449"/>
                </a:lnTo>
                <a:lnTo>
                  <a:pt x="1086476" y="38449"/>
                </a:lnTo>
                <a:lnTo>
                  <a:pt x="1086598" y="38449"/>
                </a:lnTo>
                <a:lnTo>
                  <a:pt x="1086720" y="38449"/>
                </a:lnTo>
                <a:lnTo>
                  <a:pt x="1086804" y="38449"/>
                </a:lnTo>
                <a:lnTo>
                  <a:pt x="1086927" y="38478"/>
                </a:lnTo>
                <a:lnTo>
                  <a:pt x="1087049" y="38478"/>
                </a:lnTo>
                <a:lnTo>
                  <a:pt x="1087131" y="38478"/>
                </a:lnTo>
                <a:lnTo>
                  <a:pt x="1087253" y="38478"/>
                </a:lnTo>
                <a:lnTo>
                  <a:pt x="1087385" y="38478"/>
                </a:lnTo>
                <a:lnTo>
                  <a:pt x="1087467" y="38478"/>
                </a:lnTo>
                <a:lnTo>
                  <a:pt x="1087589" y="38478"/>
                </a:lnTo>
                <a:lnTo>
                  <a:pt x="1087714" y="38478"/>
                </a:lnTo>
                <a:lnTo>
                  <a:pt x="1087795" y="38506"/>
                </a:lnTo>
                <a:lnTo>
                  <a:pt x="1087918" y="38506"/>
                </a:lnTo>
                <a:lnTo>
                  <a:pt x="1088040" y="38506"/>
                </a:lnTo>
                <a:lnTo>
                  <a:pt x="1088122" y="38506"/>
                </a:lnTo>
                <a:lnTo>
                  <a:pt x="1088254" y="38534"/>
                </a:lnTo>
                <a:lnTo>
                  <a:pt x="1088376" y="38534"/>
                </a:lnTo>
                <a:lnTo>
                  <a:pt x="1088458" y="38534"/>
                </a:lnTo>
                <a:lnTo>
                  <a:pt x="1088580" y="38562"/>
                </a:lnTo>
                <a:lnTo>
                  <a:pt x="1088705" y="38562"/>
                </a:lnTo>
                <a:lnTo>
                  <a:pt x="1088827" y="38591"/>
                </a:lnTo>
                <a:lnTo>
                  <a:pt x="1088909" y="38591"/>
                </a:lnTo>
                <a:lnTo>
                  <a:pt x="1089031" y="38619"/>
                </a:lnTo>
                <a:lnTo>
                  <a:pt x="1089163" y="38619"/>
                </a:lnTo>
                <a:lnTo>
                  <a:pt x="1089245" y="38647"/>
                </a:lnTo>
                <a:lnTo>
                  <a:pt x="1089367" y="38647"/>
                </a:lnTo>
                <a:lnTo>
                  <a:pt x="1089489" y="38647"/>
                </a:lnTo>
                <a:lnTo>
                  <a:pt x="1089571" y="38676"/>
                </a:lnTo>
                <a:lnTo>
                  <a:pt x="1089696" y="38704"/>
                </a:lnTo>
                <a:lnTo>
                  <a:pt x="1089828" y="38732"/>
                </a:lnTo>
                <a:lnTo>
                  <a:pt x="1089900" y="38732"/>
                </a:lnTo>
                <a:lnTo>
                  <a:pt x="1090032" y="38761"/>
                </a:lnTo>
                <a:lnTo>
                  <a:pt x="1090154" y="38761"/>
                </a:lnTo>
                <a:lnTo>
                  <a:pt x="1090236" y="38789"/>
                </a:lnTo>
                <a:lnTo>
                  <a:pt x="1090358" y="38817"/>
                </a:lnTo>
                <a:lnTo>
                  <a:pt x="1090480" y="38846"/>
                </a:lnTo>
                <a:lnTo>
                  <a:pt x="1090562" y="38874"/>
                </a:lnTo>
                <a:lnTo>
                  <a:pt x="1090696" y="38902"/>
                </a:lnTo>
                <a:lnTo>
                  <a:pt x="1090819" y="38902"/>
                </a:lnTo>
                <a:lnTo>
                  <a:pt x="1090900" y="38959"/>
                </a:lnTo>
                <a:lnTo>
                  <a:pt x="1091023" y="38987"/>
                </a:lnTo>
                <a:lnTo>
                  <a:pt x="1091145" y="38987"/>
                </a:lnTo>
                <a:lnTo>
                  <a:pt x="1091267" y="39015"/>
                </a:lnTo>
                <a:lnTo>
                  <a:pt x="1091349" y="39044"/>
                </a:lnTo>
                <a:lnTo>
                  <a:pt x="1091471" y="39100"/>
                </a:lnTo>
                <a:lnTo>
                  <a:pt x="1091606" y="39100"/>
                </a:lnTo>
                <a:lnTo>
                  <a:pt x="1091687" y="39129"/>
                </a:lnTo>
                <a:lnTo>
                  <a:pt x="1091810" y="39185"/>
                </a:lnTo>
                <a:lnTo>
                  <a:pt x="1091932" y="39214"/>
                </a:lnTo>
                <a:lnTo>
                  <a:pt x="1092014" y="39242"/>
                </a:lnTo>
                <a:lnTo>
                  <a:pt x="1092136" y="39270"/>
                </a:lnTo>
                <a:lnTo>
                  <a:pt x="1092258" y="39299"/>
                </a:lnTo>
                <a:lnTo>
                  <a:pt x="1092340" y="39355"/>
                </a:lnTo>
                <a:lnTo>
                  <a:pt x="1092474" y="39384"/>
                </a:lnTo>
                <a:lnTo>
                  <a:pt x="1092597" y="39412"/>
                </a:lnTo>
                <a:lnTo>
                  <a:pt x="1092678" y="39440"/>
                </a:lnTo>
                <a:lnTo>
                  <a:pt x="1092801" y="39497"/>
                </a:lnTo>
                <a:lnTo>
                  <a:pt x="1092923" y="39525"/>
                </a:lnTo>
                <a:lnTo>
                  <a:pt x="1093005" y="39553"/>
                </a:lnTo>
                <a:lnTo>
                  <a:pt x="1093127" y="39610"/>
                </a:lnTo>
                <a:lnTo>
                  <a:pt x="1093249" y="39638"/>
                </a:lnTo>
                <a:lnTo>
                  <a:pt x="1093343" y="39667"/>
                </a:lnTo>
                <a:lnTo>
                  <a:pt x="1093465" y="39723"/>
                </a:lnTo>
                <a:lnTo>
                  <a:pt x="1093588" y="39752"/>
                </a:lnTo>
                <a:lnTo>
                  <a:pt x="1093710" y="39808"/>
                </a:lnTo>
                <a:lnTo>
                  <a:pt x="1093792" y="39837"/>
                </a:lnTo>
                <a:lnTo>
                  <a:pt x="1093914" y="39893"/>
                </a:lnTo>
                <a:lnTo>
                  <a:pt x="1094036" y="39921"/>
                </a:lnTo>
                <a:lnTo>
                  <a:pt x="1094118" y="39978"/>
                </a:lnTo>
                <a:lnTo>
                  <a:pt x="1094250" y="40006"/>
                </a:lnTo>
                <a:lnTo>
                  <a:pt x="1094375" y="40063"/>
                </a:lnTo>
                <a:lnTo>
                  <a:pt x="1094456" y="40120"/>
                </a:lnTo>
                <a:lnTo>
                  <a:pt x="1094579" y="40148"/>
                </a:lnTo>
                <a:lnTo>
                  <a:pt x="1094701" y="40205"/>
                </a:lnTo>
                <a:lnTo>
                  <a:pt x="1094783" y="40261"/>
                </a:lnTo>
                <a:lnTo>
                  <a:pt x="1094905" y="40290"/>
                </a:lnTo>
                <a:lnTo>
                  <a:pt x="1095027" y="40346"/>
                </a:lnTo>
                <a:lnTo>
                  <a:pt x="1095119" y="40403"/>
                </a:lnTo>
                <a:lnTo>
                  <a:pt x="1095243" y="40459"/>
                </a:lnTo>
                <a:lnTo>
                  <a:pt x="1095366" y="40516"/>
                </a:lnTo>
                <a:lnTo>
                  <a:pt x="1095447" y="40573"/>
                </a:lnTo>
                <a:lnTo>
                  <a:pt x="1095570" y="40629"/>
                </a:lnTo>
                <a:lnTo>
                  <a:pt x="1095692" y="40658"/>
                </a:lnTo>
                <a:lnTo>
                  <a:pt x="1095774" y="40743"/>
                </a:lnTo>
                <a:lnTo>
                  <a:pt x="1095896" y="40771"/>
                </a:lnTo>
                <a:lnTo>
                  <a:pt x="1096028" y="40827"/>
                </a:lnTo>
                <a:lnTo>
                  <a:pt x="1096110" y="40884"/>
                </a:lnTo>
                <a:lnTo>
                  <a:pt x="1096232" y="40969"/>
                </a:lnTo>
                <a:lnTo>
                  <a:pt x="1096357" y="41026"/>
                </a:lnTo>
                <a:lnTo>
                  <a:pt x="1096479" y="41082"/>
                </a:lnTo>
                <a:lnTo>
                  <a:pt x="1096561" y="41139"/>
                </a:lnTo>
                <a:lnTo>
                  <a:pt x="1096693" y="41196"/>
                </a:lnTo>
                <a:lnTo>
                  <a:pt x="1096815" y="41252"/>
                </a:lnTo>
                <a:lnTo>
                  <a:pt x="1096897" y="41337"/>
                </a:lnTo>
                <a:lnTo>
                  <a:pt x="1097019" y="41394"/>
                </a:lnTo>
                <a:lnTo>
                  <a:pt x="1097141" y="41450"/>
                </a:lnTo>
                <a:lnTo>
                  <a:pt x="1097223" y="41535"/>
                </a:lnTo>
                <a:lnTo>
                  <a:pt x="1097348" y="41592"/>
                </a:lnTo>
                <a:lnTo>
                  <a:pt x="1097470" y="41649"/>
                </a:lnTo>
                <a:lnTo>
                  <a:pt x="1097561" y="41734"/>
                </a:lnTo>
                <a:lnTo>
                  <a:pt x="1097684" y="41790"/>
                </a:lnTo>
                <a:lnTo>
                  <a:pt x="1097806" y="41875"/>
                </a:lnTo>
                <a:lnTo>
                  <a:pt x="1097888" y="41932"/>
                </a:lnTo>
                <a:lnTo>
                  <a:pt x="1098010" y="42017"/>
                </a:lnTo>
                <a:lnTo>
                  <a:pt x="1098132" y="42073"/>
                </a:lnTo>
                <a:lnTo>
                  <a:pt x="1098216" y="42158"/>
                </a:lnTo>
                <a:lnTo>
                  <a:pt x="1098339" y="42243"/>
                </a:lnTo>
                <a:lnTo>
                  <a:pt x="1098471" y="42300"/>
                </a:lnTo>
                <a:lnTo>
                  <a:pt x="1098552" y="42385"/>
                </a:lnTo>
                <a:lnTo>
                  <a:pt x="1098675" y="42470"/>
                </a:lnTo>
                <a:lnTo>
                  <a:pt x="1098797" y="42555"/>
                </a:lnTo>
                <a:lnTo>
                  <a:pt x="1098919" y="42611"/>
                </a:lnTo>
                <a:lnTo>
                  <a:pt x="1099001" y="42696"/>
                </a:lnTo>
                <a:lnTo>
                  <a:pt x="1099123" y="42781"/>
                </a:lnTo>
                <a:lnTo>
                  <a:pt x="1099248" y="42866"/>
                </a:lnTo>
                <a:lnTo>
                  <a:pt x="1099339" y="42951"/>
                </a:lnTo>
                <a:lnTo>
                  <a:pt x="1099462" y="43036"/>
                </a:lnTo>
                <a:lnTo>
                  <a:pt x="1099584" y="43121"/>
                </a:lnTo>
                <a:lnTo>
                  <a:pt x="1099666" y="43206"/>
                </a:lnTo>
                <a:lnTo>
                  <a:pt x="1099788" y="43291"/>
                </a:lnTo>
                <a:lnTo>
                  <a:pt x="1099910" y="43376"/>
                </a:lnTo>
                <a:lnTo>
                  <a:pt x="1099992" y="43461"/>
                </a:lnTo>
                <a:lnTo>
                  <a:pt x="1100114" y="43546"/>
                </a:lnTo>
                <a:lnTo>
                  <a:pt x="1100249" y="43630"/>
                </a:lnTo>
                <a:lnTo>
                  <a:pt x="1100330" y="43715"/>
                </a:lnTo>
                <a:lnTo>
                  <a:pt x="1100453" y="43829"/>
                </a:lnTo>
                <a:lnTo>
                  <a:pt x="1100575" y="43914"/>
                </a:lnTo>
                <a:lnTo>
                  <a:pt x="1100656" y="43999"/>
                </a:lnTo>
                <a:lnTo>
                  <a:pt x="1100779" y="44112"/>
                </a:lnTo>
                <a:lnTo>
                  <a:pt x="1100901" y="44197"/>
                </a:lnTo>
                <a:lnTo>
                  <a:pt x="1100983" y="44282"/>
                </a:lnTo>
                <a:lnTo>
                  <a:pt x="1101117" y="44395"/>
                </a:lnTo>
                <a:lnTo>
                  <a:pt x="1101240" y="44480"/>
                </a:lnTo>
                <a:lnTo>
                  <a:pt x="1101362" y="44593"/>
                </a:lnTo>
                <a:lnTo>
                  <a:pt x="1101444" y="44678"/>
                </a:lnTo>
                <a:lnTo>
                  <a:pt x="1101566" y="44791"/>
                </a:lnTo>
                <a:lnTo>
                  <a:pt x="1101688" y="44876"/>
                </a:lnTo>
                <a:lnTo>
                  <a:pt x="1101770" y="44990"/>
                </a:lnTo>
                <a:lnTo>
                  <a:pt x="1101892" y="45074"/>
                </a:lnTo>
                <a:lnTo>
                  <a:pt x="1102027" y="45188"/>
                </a:lnTo>
                <a:lnTo>
                  <a:pt x="1102108" y="45301"/>
                </a:lnTo>
                <a:lnTo>
                  <a:pt x="1102231" y="45414"/>
                </a:lnTo>
                <a:lnTo>
                  <a:pt x="1102353" y="45499"/>
                </a:lnTo>
                <a:lnTo>
                  <a:pt x="1102434" y="45612"/>
                </a:lnTo>
                <a:lnTo>
                  <a:pt x="1102557" y="45726"/>
                </a:lnTo>
                <a:lnTo>
                  <a:pt x="1102689" y="45811"/>
                </a:lnTo>
                <a:lnTo>
                  <a:pt x="1102761" y="45924"/>
                </a:lnTo>
                <a:lnTo>
                  <a:pt x="1102895" y="46037"/>
                </a:lnTo>
                <a:lnTo>
                  <a:pt x="1103018" y="46150"/>
                </a:lnTo>
                <a:lnTo>
                  <a:pt x="1103099" y="46264"/>
                </a:lnTo>
                <a:lnTo>
                  <a:pt x="1103222" y="46377"/>
                </a:lnTo>
                <a:lnTo>
                  <a:pt x="1103344" y="46490"/>
                </a:lnTo>
                <a:lnTo>
                  <a:pt x="1103425" y="46603"/>
                </a:lnTo>
                <a:lnTo>
                  <a:pt x="1103557" y="46717"/>
                </a:lnTo>
                <a:lnTo>
                  <a:pt x="1103680" y="46830"/>
                </a:lnTo>
                <a:lnTo>
                  <a:pt x="1103805" y="46943"/>
                </a:lnTo>
                <a:lnTo>
                  <a:pt x="1103886" y="47056"/>
                </a:lnTo>
                <a:lnTo>
                  <a:pt x="1104009" y="47198"/>
                </a:lnTo>
                <a:lnTo>
                  <a:pt x="1104131" y="47311"/>
                </a:lnTo>
                <a:lnTo>
                  <a:pt x="1104212" y="47424"/>
                </a:lnTo>
                <a:lnTo>
                  <a:pt x="1104335" y="47538"/>
                </a:lnTo>
                <a:lnTo>
                  <a:pt x="1104457" y="47651"/>
                </a:lnTo>
                <a:lnTo>
                  <a:pt x="1104548" y="47793"/>
                </a:lnTo>
                <a:lnTo>
                  <a:pt x="1104671" y="47906"/>
                </a:lnTo>
                <a:lnTo>
                  <a:pt x="1104796" y="48019"/>
                </a:lnTo>
                <a:lnTo>
                  <a:pt x="1104877" y="48161"/>
                </a:lnTo>
                <a:lnTo>
                  <a:pt x="1105000" y="48274"/>
                </a:lnTo>
                <a:lnTo>
                  <a:pt x="1105122" y="48415"/>
                </a:lnTo>
                <a:lnTo>
                  <a:pt x="1105203" y="48529"/>
                </a:lnTo>
                <a:lnTo>
                  <a:pt x="1105335" y="48670"/>
                </a:lnTo>
                <a:lnTo>
                  <a:pt x="1105458" y="48783"/>
                </a:lnTo>
                <a:lnTo>
                  <a:pt x="1105539" y="48925"/>
                </a:lnTo>
                <a:lnTo>
                  <a:pt x="1105662" y="49038"/>
                </a:lnTo>
                <a:lnTo>
                  <a:pt x="1105784" y="49180"/>
                </a:lnTo>
                <a:lnTo>
                  <a:pt x="1105868" y="49321"/>
                </a:lnTo>
                <a:lnTo>
                  <a:pt x="1105990" y="49435"/>
                </a:lnTo>
                <a:lnTo>
                  <a:pt x="1106113" y="49576"/>
                </a:lnTo>
                <a:lnTo>
                  <a:pt x="1106235" y="49718"/>
                </a:lnTo>
                <a:lnTo>
                  <a:pt x="1106326" y="49859"/>
                </a:lnTo>
                <a:lnTo>
                  <a:pt x="1106449" y="50001"/>
                </a:lnTo>
                <a:lnTo>
                  <a:pt x="1106571" y="50114"/>
                </a:lnTo>
                <a:lnTo>
                  <a:pt x="1106653" y="50256"/>
                </a:lnTo>
                <a:lnTo>
                  <a:pt x="1106778" y="50397"/>
                </a:lnTo>
                <a:lnTo>
                  <a:pt x="1106900" y="50539"/>
                </a:lnTo>
                <a:lnTo>
                  <a:pt x="1106981" y="50680"/>
                </a:lnTo>
                <a:lnTo>
                  <a:pt x="1107113" y="50822"/>
                </a:lnTo>
                <a:lnTo>
                  <a:pt x="1107236" y="50964"/>
                </a:lnTo>
                <a:lnTo>
                  <a:pt x="1107317" y="51105"/>
                </a:lnTo>
                <a:lnTo>
                  <a:pt x="1107440" y="51247"/>
                </a:lnTo>
                <a:lnTo>
                  <a:pt x="1107562" y="51388"/>
                </a:lnTo>
                <a:lnTo>
                  <a:pt x="1107644" y="51530"/>
                </a:lnTo>
                <a:lnTo>
                  <a:pt x="1107768" y="51671"/>
                </a:lnTo>
                <a:lnTo>
                  <a:pt x="1107891" y="51813"/>
                </a:lnTo>
                <a:lnTo>
                  <a:pt x="1107982" y="51983"/>
                </a:lnTo>
                <a:lnTo>
                  <a:pt x="1108104" y="52124"/>
                </a:lnTo>
                <a:lnTo>
                  <a:pt x="1108227" y="52266"/>
                </a:lnTo>
                <a:lnTo>
                  <a:pt x="1108308" y="52408"/>
                </a:lnTo>
                <a:lnTo>
                  <a:pt x="1108431" y="52549"/>
                </a:lnTo>
                <a:lnTo>
                  <a:pt x="1108553" y="52719"/>
                </a:lnTo>
                <a:lnTo>
                  <a:pt x="1108675" y="52861"/>
                </a:lnTo>
                <a:lnTo>
                  <a:pt x="1108757" y="53002"/>
                </a:lnTo>
                <a:lnTo>
                  <a:pt x="1108891" y="53172"/>
                </a:lnTo>
                <a:lnTo>
                  <a:pt x="1109014" y="53314"/>
                </a:lnTo>
                <a:lnTo>
                  <a:pt x="1109095" y="53455"/>
                </a:lnTo>
                <a:lnTo>
                  <a:pt x="1109218" y="53625"/>
                </a:lnTo>
                <a:lnTo>
                  <a:pt x="1109340" y="53767"/>
                </a:lnTo>
                <a:lnTo>
                  <a:pt x="1109422" y="53908"/>
                </a:lnTo>
                <a:lnTo>
                  <a:pt x="1109556" y="54078"/>
                </a:lnTo>
                <a:lnTo>
                  <a:pt x="1109678" y="54220"/>
                </a:lnTo>
                <a:lnTo>
                  <a:pt x="1109760" y="54389"/>
                </a:lnTo>
                <a:lnTo>
                  <a:pt x="1109882" y="54531"/>
                </a:lnTo>
                <a:lnTo>
                  <a:pt x="1110005" y="54701"/>
                </a:lnTo>
                <a:lnTo>
                  <a:pt x="1110086" y="54842"/>
                </a:lnTo>
                <a:lnTo>
                  <a:pt x="1110209" y="55012"/>
                </a:lnTo>
                <a:lnTo>
                  <a:pt x="1110331" y="55182"/>
                </a:lnTo>
                <a:lnTo>
                  <a:pt x="1110425" y="55324"/>
                </a:lnTo>
                <a:lnTo>
                  <a:pt x="1110547" y="55494"/>
                </a:lnTo>
                <a:lnTo>
                  <a:pt x="1110669" y="55635"/>
                </a:lnTo>
                <a:lnTo>
                  <a:pt x="1110751" y="55805"/>
                </a:lnTo>
                <a:lnTo>
                  <a:pt x="1110873" y="55947"/>
                </a:lnTo>
                <a:lnTo>
                  <a:pt x="1110996" y="56117"/>
                </a:lnTo>
                <a:lnTo>
                  <a:pt x="1111118" y="56258"/>
                </a:lnTo>
                <a:lnTo>
                  <a:pt x="1111200" y="56428"/>
                </a:lnTo>
                <a:lnTo>
                  <a:pt x="1111332" y="56598"/>
                </a:lnTo>
                <a:lnTo>
                  <a:pt x="1111456" y="56768"/>
                </a:lnTo>
                <a:lnTo>
                  <a:pt x="1111538" y="56938"/>
                </a:lnTo>
                <a:lnTo>
                  <a:pt x="1111660" y="57079"/>
                </a:lnTo>
                <a:lnTo>
                  <a:pt x="1111783" y="57249"/>
                </a:lnTo>
                <a:lnTo>
                  <a:pt x="1111864" y="57419"/>
                </a:lnTo>
                <a:lnTo>
                  <a:pt x="1111987" y="57561"/>
                </a:lnTo>
                <a:lnTo>
                  <a:pt x="1112109" y="57730"/>
                </a:lnTo>
                <a:lnTo>
                  <a:pt x="1112200" y="57872"/>
                </a:lnTo>
                <a:lnTo>
                  <a:pt x="1112323" y="58042"/>
                </a:lnTo>
                <a:lnTo>
                  <a:pt x="1112447" y="58212"/>
                </a:lnTo>
                <a:lnTo>
                  <a:pt x="1112529" y="58382"/>
                </a:lnTo>
                <a:lnTo>
                  <a:pt x="1112651" y="58551"/>
                </a:lnTo>
                <a:lnTo>
                  <a:pt x="1112774" y="58693"/>
                </a:lnTo>
                <a:lnTo>
                  <a:pt x="1112855" y="58863"/>
                </a:lnTo>
                <a:lnTo>
                  <a:pt x="1112978" y="59033"/>
                </a:lnTo>
                <a:lnTo>
                  <a:pt x="1113110" y="59203"/>
                </a:lnTo>
                <a:lnTo>
                  <a:pt x="1113191" y="59344"/>
                </a:lnTo>
                <a:lnTo>
                  <a:pt x="1113314" y="59514"/>
                </a:lnTo>
                <a:lnTo>
                  <a:pt x="1113438" y="59684"/>
                </a:lnTo>
                <a:lnTo>
                  <a:pt x="1113520" y="59854"/>
                </a:lnTo>
                <a:lnTo>
                  <a:pt x="1113642" y="60024"/>
                </a:lnTo>
                <a:lnTo>
                  <a:pt x="1113765" y="60194"/>
                </a:lnTo>
                <a:lnTo>
                  <a:pt x="1113887" y="60335"/>
                </a:lnTo>
                <a:lnTo>
                  <a:pt x="1113978" y="60505"/>
                </a:lnTo>
                <a:lnTo>
                  <a:pt x="1114101" y="60675"/>
                </a:lnTo>
                <a:lnTo>
                  <a:pt x="1114223" y="60845"/>
                </a:lnTo>
                <a:lnTo>
                  <a:pt x="1114307" y="61015"/>
                </a:lnTo>
                <a:lnTo>
                  <a:pt x="1114429" y="61185"/>
                </a:lnTo>
                <a:lnTo>
                  <a:pt x="1114552" y="61326"/>
                </a:lnTo>
                <a:lnTo>
                  <a:pt x="1114633" y="61496"/>
                </a:lnTo>
                <a:lnTo>
                  <a:pt x="1114756" y="61666"/>
                </a:lnTo>
                <a:lnTo>
                  <a:pt x="1114888" y="61836"/>
                </a:lnTo>
                <a:lnTo>
                  <a:pt x="1114969" y="62006"/>
                </a:lnTo>
                <a:lnTo>
                  <a:pt x="1115092" y="62176"/>
                </a:lnTo>
                <a:lnTo>
                  <a:pt x="1115214" y="62317"/>
                </a:lnTo>
                <a:lnTo>
                  <a:pt x="1115296" y="62515"/>
                </a:lnTo>
                <a:lnTo>
                  <a:pt x="1115420" y="62657"/>
                </a:lnTo>
                <a:lnTo>
                  <a:pt x="1115552" y="62827"/>
                </a:lnTo>
                <a:lnTo>
                  <a:pt x="1115624" y="62997"/>
                </a:lnTo>
                <a:lnTo>
                  <a:pt x="1115756" y="63167"/>
                </a:lnTo>
                <a:lnTo>
                  <a:pt x="1115879" y="63336"/>
                </a:lnTo>
                <a:lnTo>
                  <a:pt x="1115960" y="63506"/>
                </a:lnTo>
                <a:lnTo>
                  <a:pt x="1116083" y="63676"/>
                </a:lnTo>
                <a:lnTo>
                  <a:pt x="1116205" y="63846"/>
                </a:lnTo>
                <a:lnTo>
                  <a:pt x="1116330" y="64016"/>
                </a:lnTo>
                <a:lnTo>
                  <a:pt x="1116421" y="64157"/>
                </a:lnTo>
                <a:lnTo>
                  <a:pt x="1116543" y="64356"/>
                </a:lnTo>
                <a:lnTo>
                  <a:pt x="1116666" y="64497"/>
                </a:lnTo>
                <a:lnTo>
                  <a:pt x="1116747" y="64667"/>
                </a:lnTo>
                <a:lnTo>
                  <a:pt x="1116870" y="64837"/>
                </a:lnTo>
                <a:lnTo>
                  <a:pt x="1116992" y="65007"/>
                </a:lnTo>
                <a:lnTo>
                  <a:pt x="1117074" y="65177"/>
                </a:lnTo>
                <a:lnTo>
                  <a:pt x="1117196" y="65347"/>
                </a:lnTo>
                <a:lnTo>
                  <a:pt x="1117321" y="65517"/>
                </a:lnTo>
                <a:lnTo>
                  <a:pt x="1117412" y="65658"/>
                </a:lnTo>
                <a:lnTo>
                  <a:pt x="1117534" y="65828"/>
                </a:lnTo>
                <a:lnTo>
                  <a:pt x="1117657" y="65998"/>
                </a:lnTo>
                <a:lnTo>
                  <a:pt x="1117738" y="66168"/>
                </a:lnTo>
                <a:lnTo>
                  <a:pt x="1117861" y="66338"/>
                </a:lnTo>
                <a:lnTo>
                  <a:pt x="1117983" y="66507"/>
                </a:lnTo>
                <a:lnTo>
                  <a:pt x="1118065" y="66677"/>
                </a:lnTo>
                <a:lnTo>
                  <a:pt x="1118187" y="66847"/>
                </a:lnTo>
                <a:lnTo>
                  <a:pt x="1118321" y="66989"/>
                </a:lnTo>
                <a:lnTo>
                  <a:pt x="1118403" y="67159"/>
                </a:lnTo>
                <a:lnTo>
                  <a:pt x="1118525" y="67329"/>
                </a:lnTo>
                <a:lnTo>
                  <a:pt x="1118648" y="67498"/>
                </a:lnTo>
                <a:lnTo>
                  <a:pt x="1118770" y="67668"/>
                </a:lnTo>
                <a:lnTo>
                  <a:pt x="1118852" y="67838"/>
                </a:lnTo>
                <a:lnTo>
                  <a:pt x="1118974" y="67980"/>
                </a:lnTo>
                <a:lnTo>
                  <a:pt x="1119096" y="68150"/>
                </a:lnTo>
                <a:lnTo>
                  <a:pt x="1119190" y="68320"/>
                </a:lnTo>
                <a:lnTo>
                  <a:pt x="1119312" y="68489"/>
                </a:lnTo>
                <a:lnTo>
                  <a:pt x="1119435" y="68631"/>
                </a:lnTo>
                <a:lnTo>
                  <a:pt x="1119516" y="68801"/>
                </a:lnTo>
                <a:lnTo>
                  <a:pt x="1119639" y="68971"/>
                </a:lnTo>
                <a:lnTo>
                  <a:pt x="1119761" y="69141"/>
                </a:lnTo>
                <a:lnTo>
                  <a:pt x="1119843" y="69310"/>
                </a:lnTo>
                <a:lnTo>
                  <a:pt x="1119965" y="69452"/>
                </a:lnTo>
                <a:lnTo>
                  <a:pt x="1120099" y="69622"/>
                </a:lnTo>
                <a:lnTo>
                  <a:pt x="1120181" y="69792"/>
                </a:lnTo>
                <a:lnTo>
                  <a:pt x="1120303" y="69933"/>
                </a:lnTo>
                <a:lnTo>
                  <a:pt x="1120426" y="70103"/>
                </a:lnTo>
                <a:lnTo>
                  <a:pt x="1120507" y="70273"/>
                </a:lnTo>
                <a:lnTo>
                  <a:pt x="1120630" y="70443"/>
                </a:lnTo>
                <a:lnTo>
                  <a:pt x="1120752" y="70585"/>
                </a:lnTo>
                <a:lnTo>
                  <a:pt x="1120834" y="70754"/>
                </a:lnTo>
                <a:lnTo>
                  <a:pt x="1120968" y="70924"/>
                </a:lnTo>
                <a:lnTo>
                  <a:pt x="1121090" y="71066"/>
                </a:lnTo>
                <a:lnTo>
                  <a:pt x="1121213" y="71236"/>
                </a:lnTo>
                <a:lnTo>
                  <a:pt x="1121294" y="71406"/>
                </a:lnTo>
                <a:lnTo>
                  <a:pt x="1121417" y="71547"/>
                </a:lnTo>
                <a:lnTo>
                  <a:pt x="1121539" y="71717"/>
                </a:lnTo>
                <a:lnTo>
                  <a:pt x="1121621" y="71859"/>
                </a:lnTo>
                <a:lnTo>
                  <a:pt x="1121753" y="72029"/>
                </a:lnTo>
                <a:lnTo>
                  <a:pt x="1121875" y="72170"/>
                </a:lnTo>
                <a:lnTo>
                  <a:pt x="1121959" y="72340"/>
                </a:lnTo>
                <a:lnTo>
                  <a:pt x="1122081" y="72482"/>
                </a:lnTo>
                <a:lnTo>
                  <a:pt x="1122204" y="72651"/>
                </a:lnTo>
                <a:lnTo>
                  <a:pt x="1122285" y="72793"/>
                </a:lnTo>
                <a:lnTo>
                  <a:pt x="1122408" y="72963"/>
                </a:lnTo>
                <a:lnTo>
                  <a:pt x="1122540" y="73104"/>
                </a:lnTo>
                <a:lnTo>
                  <a:pt x="1122621" y="73274"/>
                </a:lnTo>
                <a:lnTo>
                  <a:pt x="1122744" y="73416"/>
                </a:lnTo>
                <a:lnTo>
                  <a:pt x="1122866" y="73586"/>
                </a:lnTo>
                <a:lnTo>
                  <a:pt x="1122950" y="73727"/>
                </a:lnTo>
                <a:lnTo>
                  <a:pt x="1123072" y="73897"/>
                </a:lnTo>
                <a:lnTo>
                  <a:pt x="1123195" y="74039"/>
                </a:lnTo>
                <a:lnTo>
                  <a:pt x="1123286" y="74180"/>
                </a:lnTo>
                <a:lnTo>
                  <a:pt x="1123408" y="74322"/>
                </a:lnTo>
                <a:lnTo>
                  <a:pt x="1123531" y="74492"/>
                </a:lnTo>
                <a:lnTo>
                  <a:pt x="1123653" y="74633"/>
                </a:lnTo>
                <a:lnTo>
                  <a:pt x="1123734" y="74803"/>
                </a:lnTo>
                <a:lnTo>
                  <a:pt x="1123859" y="74945"/>
                </a:lnTo>
                <a:lnTo>
                  <a:pt x="1123982" y="75086"/>
                </a:lnTo>
                <a:lnTo>
                  <a:pt x="1124063" y="75228"/>
                </a:lnTo>
                <a:lnTo>
                  <a:pt x="1124186" y="75369"/>
                </a:lnTo>
                <a:lnTo>
                  <a:pt x="1124318" y="75539"/>
                </a:lnTo>
                <a:lnTo>
                  <a:pt x="1124399" y="75681"/>
                </a:lnTo>
                <a:lnTo>
                  <a:pt x="1124522" y="75822"/>
                </a:lnTo>
                <a:lnTo>
                  <a:pt x="1124644" y="75964"/>
                </a:lnTo>
                <a:lnTo>
                  <a:pt x="1124725" y="76106"/>
                </a:lnTo>
                <a:lnTo>
                  <a:pt x="1124848" y="76247"/>
                </a:lnTo>
                <a:lnTo>
                  <a:pt x="1124973" y="76389"/>
                </a:lnTo>
                <a:lnTo>
                  <a:pt x="1125064" y="76530"/>
                </a:lnTo>
                <a:lnTo>
                  <a:pt x="1125186" y="76672"/>
                </a:lnTo>
                <a:lnTo>
                  <a:pt x="1125309" y="76813"/>
                </a:lnTo>
                <a:lnTo>
                  <a:pt x="1125390" y="76955"/>
                </a:lnTo>
                <a:lnTo>
                  <a:pt x="1125512" y="77097"/>
                </a:lnTo>
                <a:lnTo>
                  <a:pt x="1125635" y="77238"/>
                </a:lnTo>
                <a:lnTo>
                  <a:pt x="1125716" y="77380"/>
                </a:lnTo>
                <a:lnTo>
                  <a:pt x="1125841" y="77521"/>
                </a:lnTo>
                <a:lnTo>
                  <a:pt x="1125964" y="77663"/>
                </a:lnTo>
                <a:lnTo>
                  <a:pt x="1126096" y="77776"/>
                </a:lnTo>
                <a:lnTo>
                  <a:pt x="1126177" y="77918"/>
                </a:lnTo>
                <a:lnTo>
                  <a:pt x="1126300" y="78059"/>
                </a:lnTo>
                <a:lnTo>
                  <a:pt x="1126422" y="78201"/>
                </a:lnTo>
                <a:lnTo>
                  <a:pt x="1126503" y="78342"/>
                </a:lnTo>
                <a:lnTo>
                  <a:pt x="1126626" y="78456"/>
                </a:lnTo>
                <a:lnTo>
                  <a:pt x="1126748" y="78597"/>
                </a:lnTo>
                <a:lnTo>
                  <a:pt x="1126832" y="78710"/>
                </a:lnTo>
                <a:lnTo>
                  <a:pt x="1126964" y="78852"/>
                </a:lnTo>
                <a:lnTo>
                  <a:pt x="1127087" y="78965"/>
                </a:lnTo>
                <a:lnTo>
                  <a:pt x="1127168" y="79107"/>
                </a:lnTo>
                <a:lnTo>
                  <a:pt x="1127290" y="79248"/>
                </a:lnTo>
                <a:lnTo>
                  <a:pt x="1127413" y="79362"/>
                </a:lnTo>
                <a:lnTo>
                  <a:pt x="1127494" y="79475"/>
                </a:lnTo>
                <a:lnTo>
                  <a:pt x="1127617" y="79616"/>
                </a:lnTo>
                <a:lnTo>
                  <a:pt x="1127751" y="79730"/>
                </a:lnTo>
                <a:lnTo>
                  <a:pt x="1127833" y="79871"/>
                </a:lnTo>
                <a:lnTo>
                  <a:pt x="1127955" y="79985"/>
                </a:lnTo>
                <a:lnTo>
                  <a:pt x="1128078" y="80098"/>
                </a:lnTo>
                <a:lnTo>
                  <a:pt x="1128159" y="80211"/>
                </a:lnTo>
                <a:lnTo>
                  <a:pt x="1128281" y="80353"/>
                </a:lnTo>
                <a:lnTo>
                  <a:pt x="1128404" y="80466"/>
                </a:lnTo>
                <a:lnTo>
                  <a:pt x="1128538" y="80579"/>
                </a:lnTo>
                <a:lnTo>
                  <a:pt x="1128620" y="80692"/>
                </a:lnTo>
                <a:lnTo>
                  <a:pt x="1128742" y="80806"/>
                </a:lnTo>
                <a:lnTo>
                  <a:pt x="1128865" y="80947"/>
                </a:lnTo>
                <a:lnTo>
                  <a:pt x="1128946" y="81060"/>
                </a:lnTo>
                <a:lnTo>
                  <a:pt x="1129068" y="81145"/>
                </a:lnTo>
                <a:lnTo>
                  <a:pt x="1129191" y="81259"/>
                </a:lnTo>
                <a:lnTo>
                  <a:pt x="1129272" y="81372"/>
                </a:lnTo>
                <a:lnTo>
                  <a:pt x="1129404" y="81485"/>
                </a:lnTo>
                <a:lnTo>
                  <a:pt x="1129529" y="81598"/>
                </a:lnTo>
                <a:lnTo>
                  <a:pt x="1129611" y="81712"/>
                </a:lnTo>
                <a:lnTo>
                  <a:pt x="1129733" y="81825"/>
                </a:lnTo>
                <a:lnTo>
                  <a:pt x="1129856" y="81938"/>
                </a:lnTo>
                <a:lnTo>
                  <a:pt x="1129937" y="82051"/>
                </a:lnTo>
                <a:lnTo>
                  <a:pt x="1130059" y="82136"/>
                </a:lnTo>
                <a:lnTo>
                  <a:pt x="1130182" y="82250"/>
                </a:lnTo>
                <a:lnTo>
                  <a:pt x="1130273" y="82363"/>
                </a:lnTo>
                <a:lnTo>
                  <a:pt x="1130395" y="82476"/>
                </a:lnTo>
                <a:lnTo>
                  <a:pt x="1130520" y="82589"/>
                </a:lnTo>
                <a:lnTo>
                  <a:pt x="1130602" y="82674"/>
                </a:lnTo>
                <a:lnTo>
                  <a:pt x="1130724" y="82788"/>
                </a:lnTo>
                <a:lnTo>
                  <a:pt x="1130846" y="82901"/>
                </a:lnTo>
                <a:lnTo>
                  <a:pt x="1130928" y="82986"/>
                </a:lnTo>
                <a:lnTo>
                  <a:pt x="1131050" y="83099"/>
                </a:lnTo>
                <a:lnTo>
                  <a:pt x="1131182" y="83184"/>
                </a:lnTo>
                <a:lnTo>
                  <a:pt x="1131305" y="83297"/>
                </a:lnTo>
                <a:lnTo>
                  <a:pt x="1131386" y="83382"/>
                </a:lnTo>
                <a:lnTo>
                  <a:pt x="1131511" y="83495"/>
                </a:lnTo>
                <a:lnTo>
                  <a:pt x="1131634" y="83609"/>
                </a:lnTo>
                <a:lnTo>
                  <a:pt x="1131715" y="83694"/>
                </a:lnTo>
                <a:lnTo>
                  <a:pt x="1131837" y="83778"/>
                </a:lnTo>
                <a:lnTo>
                  <a:pt x="1131960" y="83892"/>
                </a:lnTo>
                <a:lnTo>
                  <a:pt x="1132051" y="83977"/>
                </a:lnTo>
                <a:lnTo>
                  <a:pt x="1132173" y="84090"/>
                </a:lnTo>
                <a:lnTo>
                  <a:pt x="1132296" y="84175"/>
                </a:lnTo>
                <a:lnTo>
                  <a:pt x="1132377" y="84260"/>
                </a:lnTo>
                <a:lnTo>
                  <a:pt x="1132502" y="84373"/>
                </a:lnTo>
                <a:lnTo>
                  <a:pt x="1132624" y="84458"/>
                </a:lnTo>
                <a:lnTo>
                  <a:pt x="1132706" y="84543"/>
                </a:lnTo>
                <a:lnTo>
                  <a:pt x="1132828" y="84656"/>
                </a:lnTo>
                <a:lnTo>
                  <a:pt x="1132960" y="84741"/>
                </a:lnTo>
                <a:lnTo>
                  <a:pt x="1133042" y="84826"/>
                </a:lnTo>
                <a:lnTo>
                  <a:pt x="1133164" y="84911"/>
                </a:lnTo>
                <a:lnTo>
                  <a:pt x="1133287" y="85024"/>
                </a:lnTo>
                <a:lnTo>
                  <a:pt x="1133368" y="85109"/>
                </a:lnTo>
                <a:lnTo>
                  <a:pt x="1133493" y="85194"/>
                </a:lnTo>
                <a:lnTo>
                  <a:pt x="1133625" y="85279"/>
                </a:lnTo>
                <a:lnTo>
                  <a:pt x="1133747" y="85364"/>
                </a:lnTo>
                <a:lnTo>
                  <a:pt x="1133829" y="85477"/>
                </a:lnTo>
                <a:lnTo>
                  <a:pt x="1133951" y="85562"/>
                </a:lnTo>
                <a:lnTo>
                  <a:pt x="1134074" y="85647"/>
                </a:lnTo>
                <a:lnTo>
                  <a:pt x="1134155" y="85732"/>
                </a:lnTo>
                <a:lnTo>
                  <a:pt x="1134278" y="85817"/>
                </a:lnTo>
                <a:lnTo>
                  <a:pt x="1134400" y="85930"/>
                </a:lnTo>
                <a:lnTo>
                  <a:pt x="1134484" y="86015"/>
                </a:lnTo>
                <a:lnTo>
                  <a:pt x="1134616" y="86100"/>
                </a:lnTo>
                <a:lnTo>
                  <a:pt x="1134738" y="86185"/>
                </a:lnTo>
                <a:lnTo>
                  <a:pt x="1134820" y="86270"/>
                </a:lnTo>
                <a:lnTo>
                  <a:pt x="1134942" y="86355"/>
                </a:lnTo>
                <a:lnTo>
                  <a:pt x="1135065" y="86440"/>
                </a:lnTo>
                <a:lnTo>
                  <a:pt x="1135146" y="86525"/>
                </a:lnTo>
                <a:lnTo>
                  <a:pt x="1135269" y="86610"/>
                </a:lnTo>
                <a:lnTo>
                  <a:pt x="1135403" y="86695"/>
                </a:lnTo>
                <a:lnTo>
                  <a:pt x="1135485" y="86780"/>
                </a:lnTo>
                <a:lnTo>
                  <a:pt x="1135607" y="86893"/>
                </a:lnTo>
                <a:lnTo>
                  <a:pt x="1135729" y="86950"/>
                </a:lnTo>
                <a:lnTo>
                  <a:pt x="1135811" y="87063"/>
                </a:lnTo>
                <a:lnTo>
                  <a:pt x="1135933" y="87148"/>
                </a:lnTo>
                <a:lnTo>
                  <a:pt x="1136056" y="87204"/>
                </a:lnTo>
                <a:lnTo>
                  <a:pt x="1136178" y="87318"/>
                </a:lnTo>
                <a:lnTo>
                  <a:pt x="1136272" y="87403"/>
                </a:lnTo>
                <a:lnTo>
                  <a:pt x="1136394" y="87487"/>
                </a:lnTo>
                <a:lnTo>
                  <a:pt x="1136516" y="87572"/>
                </a:lnTo>
                <a:lnTo>
                  <a:pt x="1136598" y="87657"/>
                </a:lnTo>
                <a:lnTo>
                  <a:pt x="1136720" y="87742"/>
                </a:lnTo>
                <a:lnTo>
                  <a:pt x="1136843" y="87827"/>
                </a:lnTo>
                <a:lnTo>
                  <a:pt x="1136924" y="87912"/>
                </a:lnTo>
                <a:lnTo>
                  <a:pt x="1137047" y="87997"/>
                </a:lnTo>
                <a:lnTo>
                  <a:pt x="1137181" y="88082"/>
                </a:lnTo>
                <a:lnTo>
                  <a:pt x="1137263" y="88167"/>
                </a:lnTo>
                <a:lnTo>
                  <a:pt x="1137385" y="88252"/>
                </a:lnTo>
                <a:lnTo>
                  <a:pt x="1137507" y="88337"/>
                </a:lnTo>
                <a:lnTo>
                  <a:pt x="1137589" y="88422"/>
                </a:lnTo>
                <a:lnTo>
                  <a:pt x="1137711" y="88507"/>
                </a:lnTo>
                <a:lnTo>
                  <a:pt x="1137834" y="88563"/>
                </a:lnTo>
                <a:lnTo>
                  <a:pt x="1137915" y="88677"/>
                </a:lnTo>
                <a:lnTo>
                  <a:pt x="1138050" y="88762"/>
                </a:lnTo>
                <a:lnTo>
                  <a:pt x="1138172" y="88818"/>
                </a:lnTo>
                <a:lnTo>
                  <a:pt x="1138254" y="88903"/>
                </a:lnTo>
                <a:lnTo>
                  <a:pt x="1138376" y="89016"/>
                </a:lnTo>
                <a:lnTo>
                  <a:pt x="1138498" y="89073"/>
                </a:lnTo>
                <a:lnTo>
                  <a:pt x="1138621" y="89158"/>
                </a:lnTo>
                <a:lnTo>
                  <a:pt x="1138702" y="89271"/>
                </a:lnTo>
                <a:lnTo>
                  <a:pt x="1138825" y="89356"/>
                </a:lnTo>
                <a:lnTo>
                  <a:pt x="1138957" y="89413"/>
                </a:lnTo>
                <a:lnTo>
                  <a:pt x="1139041" y="89498"/>
                </a:lnTo>
                <a:lnTo>
                  <a:pt x="1139163" y="89611"/>
                </a:lnTo>
                <a:lnTo>
                  <a:pt x="1139285" y="89668"/>
                </a:lnTo>
                <a:lnTo>
                  <a:pt x="1139367" y="89753"/>
                </a:lnTo>
                <a:lnTo>
                  <a:pt x="1139489" y="89837"/>
                </a:lnTo>
                <a:lnTo>
                  <a:pt x="1139612" y="89922"/>
                </a:lnTo>
                <a:lnTo>
                  <a:pt x="1139693" y="90007"/>
                </a:lnTo>
                <a:lnTo>
                  <a:pt x="1139825" y="90092"/>
                </a:lnTo>
                <a:lnTo>
                  <a:pt x="1139948" y="90177"/>
                </a:lnTo>
                <a:lnTo>
                  <a:pt x="1140032" y="90262"/>
                </a:lnTo>
                <a:lnTo>
                  <a:pt x="1140154" y="90347"/>
                </a:lnTo>
                <a:lnTo>
                  <a:pt x="1140276" y="90432"/>
                </a:lnTo>
                <a:lnTo>
                  <a:pt x="1140358" y="90517"/>
                </a:lnTo>
                <a:lnTo>
                  <a:pt x="1140480" y="90602"/>
                </a:lnTo>
                <a:lnTo>
                  <a:pt x="1140612" y="90687"/>
                </a:lnTo>
                <a:lnTo>
                  <a:pt x="1140694" y="90772"/>
                </a:lnTo>
                <a:lnTo>
                  <a:pt x="1140816" y="90857"/>
                </a:lnTo>
                <a:lnTo>
                  <a:pt x="1140939" y="90942"/>
                </a:lnTo>
                <a:lnTo>
                  <a:pt x="1141063" y="91027"/>
                </a:lnTo>
                <a:lnTo>
                  <a:pt x="1141145" y="91112"/>
                </a:lnTo>
                <a:lnTo>
                  <a:pt x="1141267" y="91196"/>
                </a:lnTo>
                <a:lnTo>
                  <a:pt x="1141399" y="91281"/>
                </a:lnTo>
                <a:lnTo>
                  <a:pt x="1141481" y="91366"/>
                </a:lnTo>
                <a:lnTo>
                  <a:pt x="1141603" y="91451"/>
                </a:lnTo>
                <a:lnTo>
                  <a:pt x="1141726" y="91536"/>
                </a:lnTo>
                <a:lnTo>
                  <a:pt x="1141807" y="91621"/>
                </a:lnTo>
                <a:lnTo>
                  <a:pt x="1141930" y="91734"/>
                </a:lnTo>
                <a:lnTo>
                  <a:pt x="1142054" y="91791"/>
                </a:lnTo>
                <a:lnTo>
                  <a:pt x="1142136" y="91904"/>
                </a:lnTo>
                <a:lnTo>
                  <a:pt x="1142268" y="91989"/>
                </a:lnTo>
                <a:lnTo>
                  <a:pt x="1142390" y="92074"/>
                </a:lnTo>
                <a:lnTo>
                  <a:pt x="1142472" y="92159"/>
                </a:lnTo>
                <a:lnTo>
                  <a:pt x="1142594" y="92244"/>
                </a:lnTo>
                <a:lnTo>
                  <a:pt x="1142717" y="92329"/>
                </a:lnTo>
                <a:lnTo>
                  <a:pt x="1142798" y="92414"/>
                </a:lnTo>
                <a:lnTo>
                  <a:pt x="1142923" y="92527"/>
                </a:lnTo>
                <a:lnTo>
                  <a:pt x="1143045" y="92612"/>
                </a:lnTo>
                <a:lnTo>
                  <a:pt x="1143137" y="92697"/>
                </a:lnTo>
                <a:lnTo>
                  <a:pt x="1143259" y="92782"/>
                </a:lnTo>
                <a:lnTo>
                  <a:pt x="1143381" y="92867"/>
                </a:lnTo>
                <a:lnTo>
                  <a:pt x="1143504" y="92980"/>
                </a:lnTo>
                <a:lnTo>
                  <a:pt x="1143585" y="93065"/>
                </a:lnTo>
                <a:lnTo>
                  <a:pt x="1143708" y="93150"/>
                </a:lnTo>
                <a:lnTo>
                  <a:pt x="1143830" y="93235"/>
                </a:lnTo>
                <a:lnTo>
                  <a:pt x="1143912" y="93348"/>
                </a:lnTo>
                <a:lnTo>
                  <a:pt x="1144046" y="93433"/>
                </a:lnTo>
                <a:lnTo>
                  <a:pt x="1144168" y="93518"/>
                </a:lnTo>
                <a:lnTo>
                  <a:pt x="1144250" y="93631"/>
                </a:lnTo>
                <a:lnTo>
                  <a:pt x="1144372" y="93716"/>
                </a:lnTo>
                <a:lnTo>
                  <a:pt x="1144495" y="93801"/>
                </a:lnTo>
                <a:lnTo>
                  <a:pt x="1144576" y="93886"/>
                </a:lnTo>
                <a:lnTo>
                  <a:pt x="1144699" y="93999"/>
                </a:lnTo>
                <a:lnTo>
                  <a:pt x="1144821" y="94084"/>
                </a:lnTo>
                <a:lnTo>
                  <a:pt x="1144915" y="94198"/>
                </a:lnTo>
                <a:lnTo>
                  <a:pt x="1145037" y="94283"/>
                </a:lnTo>
                <a:lnTo>
                  <a:pt x="1145159" y="94368"/>
                </a:lnTo>
                <a:lnTo>
                  <a:pt x="1145241" y="94481"/>
                </a:lnTo>
                <a:lnTo>
                  <a:pt x="1145363" y="94566"/>
                </a:lnTo>
                <a:lnTo>
                  <a:pt x="1145486" y="94679"/>
                </a:lnTo>
                <a:lnTo>
                  <a:pt x="1145567" y="94764"/>
                </a:lnTo>
                <a:lnTo>
                  <a:pt x="1145690" y="94849"/>
                </a:lnTo>
                <a:lnTo>
                  <a:pt x="1145812" y="94962"/>
                </a:lnTo>
                <a:lnTo>
                  <a:pt x="1145946" y="95047"/>
                </a:lnTo>
                <a:lnTo>
                  <a:pt x="1146028" y="95160"/>
                </a:lnTo>
                <a:lnTo>
                  <a:pt x="1146150" y="95245"/>
                </a:lnTo>
                <a:lnTo>
                  <a:pt x="1146273" y="95359"/>
                </a:lnTo>
                <a:lnTo>
                  <a:pt x="1146354" y="95443"/>
                </a:lnTo>
                <a:lnTo>
                  <a:pt x="1146486" y="95557"/>
                </a:lnTo>
                <a:lnTo>
                  <a:pt x="1146611" y="95642"/>
                </a:lnTo>
                <a:lnTo>
                  <a:pt x="1146693" y="95755"/>
                </a:lnTo>
                <a:lnTo>
                  <a:pt x="1146815" y="95840"/>
                </a:lnTo>
                <a:lnTo>
                  <a:pt x="1146937" y="95953"/>
                </a:lnTo>
                <a:lnTo>
                  <a:pt x="1147019" y="96066"/>
                </a:lnTo>
                <a:lnTo>
                  <a:pt x="1147141" y="96151"/>
                </a:lnTo>
                <a:lnTo>
                  <a:pt x="1147264" y="96265"/>
                </a:lnTo>
                <a:lnTo>
                  <a:pt x="1147345" y="96349"/>
                </a:lnTo>
                <a:lnTo>
                  <a:pt x="1147477" y="96463"/>
                </a:lnTo>
                <a:lnTo>
                  <a:pt x="1147602" y="96576"/>
                </a:lnTo>
                <a:lnTo>
                  <a:pt x="1147683" y="96661"/>
                </a:lnTo>
                <a:lnTo>
                  <a:pt x="1147806" y="96774"/>
                </a:lnTo>
                <a:lnTo>
                  <a:pt x="1147928" y="96859"/>
                </a:lnTo>
                <a:lnTo>
                  <a:pt x="1148010" y="96972"/>
                </a:lnTo>
                <a:lnTo>
                  <a:pt x="1148132" y="97086"/>
                </a:lnTo>
                <a:lnTo>
                  <a:pt x="1148255" y="97199"/>
                </a:lnTo>
                <a:lnTo>
                  <a:pt x="1148346" y="97284"/>
                </a:lnTo>
                <a:lnTo>
                  <a:pt x="1148468" y="97397"/>
                </a:lnTo>
                <a:lnTo>
                  <a:pt x="1148593" y="97482"/>
                </a:lnTo>
                <a:lnTo>
                  <a:pt x="1148715" y="97595"/>
                </a:lnTo>
                <a:lnTo>
                  <a:pt x="1148797" y="97709"/>
                </a:lnTo>
                <a:lnTo>
                  <a:pt x="1148919" y="97793"/>
                </a:lnTo>
                <a:lnTo>
                  <a:pt x="1149042" y="97907"/>
                </a:lnTo>
                <a:lnTo>
                  <a:pt x="1149123" y="98020"/>
                </a:lnTo>
                <a:lnTo>
                  <a:pt x="1149255" y="98105"/>
                </a:lnTo>
                <a:lnTo>
                  <a:pt x="1149378" y="98218"/>
                </a:lnTo>
                <a:lnTo>
                  <a:pt x="1149459" y="98331"/>
                </a:lnTo>
                <a:lnTo>
                  <a:pt x="1149584" y="98445"/>
                </a:lnTo>
                <a:lnTo>
                  <a:pt x="1149706" y="98530"/>
                </a:lnTo>
                <a:lnTo>
                  <a:pt x="1149788" y="98643"/>
                </a:lnTo>
                <a:lnTo>
                  <a:pt x="1149910" y="98756"/>
                </a:lnTo>
                <a:lnTo>
                  <a:pt x="1150033" y="98841"/>
                </a:lnTo>
                <a:lnTo>
                  <a:pt x="1150124" y="98954"/>
                </a:lnTo>
                <a:lnTo>
                  <a:pt x="1150246" y="99068"/>
                </a:lnTo>
                <a:lnTo>
                  <a:pt x="1150368" y="99152"/>
                </a:lnTo>
                <a:lnTo>
                  <a:pt x="1150450" y="99266"/>
                </a:lnTo>
                <a:lnTo>
                  <a:pt x="1150575" y="99379"/>
                </a:lnTo>
                <a:lnTo>
                  <a:pt x="1150697" y="99464"/>
                </a:lnTo>
                <a:lnTo>
                  <a:pt x="1150779" y="99577"/>
                </a:lnTo>
                <a:lnTo>
                  <a:pt x="1150901" y="99690"/>
                </a:lnTo>
                <a:lnTo>
                  <a:pt x="1151033" y="99804"/>
                </a:lnTo>
                <a:lnTo>
                  <a:pt x="1151156" y="99889"/>
                </a:lnTo>
                <a:lnTo>
                  <a:pt x="1151237" y="100002"/>
                </a:lnTo>
                <a:lnTo>
                  <a:pt x="1151359" y="100087"/>
                </a:lnTo>
                <a:lnTo>
                  <a:pt x="1151482" y="100200"/>
                </a:lnTo>
                <a:lnTo>
                  <a:pt x="1151566" y="100313"/>
                </a:lnTo>
                <a:lnTo>
                  <a:pt x="1151688" y="100427"/>
                </a:lnTo>
                <a:lnTo>
                  <a:pt x="1151811" y="100512"/>
                </a:lnTo>
                <a:lnTo>
                  <a:pt x="1151902" y="100625"/>
                </a:lnTo>
                <a:lnTo>
                  <a:pt x="1152024" y="100738"/>
                </a:lnTo>
                <a:lnTo>
                  <a:pt x="1152146" y="100823"/>
                </a:lnTo>
                <a:lnTo>
                  <a:pt x="1152228" y="100936"/>
                </a:lnTo>
                <a:lnTo>
                  <a:pt x="1152350" y="101049"/>
                </a:lnTo>
                <a:lnTo>
                  <a:pt x="1152475" y="101134"/>
                </a:lnTo>
                <a:lnTo>
                  <a:pt x="1152557" y="101248"/>
                </a:lnTo>
                <a:lnTo>
                  <a:pt x="1152679" y="101333"/>
                </a:lnTo>
                <a:lnTo>
                  <a:pt x="1152811" y="101446"/>
                </a:lnTo>
                <a:lnTo>
                  <a:pt x="1152893" y="101559"/>
                </a:lnTo>
                <a:lnTo>
                  <a:pt x="1153015" y="101644"/>
                </a:lnTo>
                <a:lnTo>
                  <a:pt x="1153137" y="101757"/>
                </a:lnTo>
                <a:lnTo>
                  <a:pt x="1153219" y="101871"/>
                </a:lnTo>
                <a:lnTo>
                  <a:pt x="1153353" y="101955"/>
                </a:lnTo>
                <a:lnTo>
                  <a:pt x="1153476" y="102069"/>
                </a:lnTo>
                <a:lnTo>
                  <a:pt x="1153598" y="102154"/>
                </a:lnTo>
                <a:lnTo>
                  <a:pt x="1153680" y="102267"/>
                </a:lnTo>
                <a:lnTo>
                  <a:pt x="1153802" y="102380"/>
                </a:lnTo>
                <a:lnTo>
                  <a:pt x="1153924" y="102465"/>
                </a:lnTo>
                <a:lnTo>
                  <a:pt x="1154006" y="102578"/>
                </a:lnTo>
                <a:lnTo>
                  <a:pt x="1154128" y="102663"/>
                </a:lnTo>
                <a:lnTo>
                  <a:pt x="1154251" y="102777"/>
                </a:lnTo>
                <a:lnTo>
                  <a:pt x="1154344" y="102861"/>
                </a:lnTo>
                <a:lnTo>
                  <a:pt x="1154467" y="102975"/>
                </a:lnTo>
                <a:lnTo>
                  <a:pt x="1154589" y="103060"/>
                </a:lnTo>
                <a:lnTo>
                  <a:pt x="1154671" y="103173"/>
                </a:lnTo>
                <a:lnTo>
                  <a:pt x="1154793" y="103258"/>
                </a:lnTo>
                <a:lnTo>
                  <a:pt x="1154915" y="103371"/>
                </a:lnTo>
                <a:lnTo>
                  <a:pt x="1154997" y="103484"/>
                </a:lnTo>
                <a:lnTo>
                  <a:pt x="1155131" y="103569"/>
                </a:lnTo>
                <a:lnTo>
                  <a:pt x="1155254" y="103654"/>
                </a:lnTo>
                <a:lnTo>
                  <a:pt x="1155335" y="103768"/>
                </a:lnTo>
                <a:lnTo>
                  <a:pt x="1155458" y="103881"/>
                </a:lnTo>
                <a:lnTo>
                  <a:pt x="1155580" y="103966"/>
                </a:lnTo>
                <a:lnTo>
                  <a:pt x="1155662" y="104051"/>
                </a:lnTo>
                <a:lnTo>
                  <a:pt x="1155784" y="104164"/>
                </a:lnTo>
                <a:lnTo>
                  <a:pt x="1155906" y="104249"/>
                </a:lnTo>
                <a:lnTo>
                  <a:pt x="1156029" y="104362"/>
                </a:lnTo>
                <a:lnTo>
                  <a:pt x="1156122" y="104447"/>
                </a:lnTo>
                <a:lnTo>
                  <a:pt x="1156245" y="104560"/>
                </a:lnTo>
                <a:lnTo>
                  <a:pt x="1156367" y="104645"/>
                </a:lnTo>
                <a:lnTo>
                  <a:pt x="1156449" y="104758"/>
                </a:lnTo>
                <a:lnTo>
                  <a:pt x="1156571" y="104843"/>
                </a:lnTo>
                <a:lnTo>
                  <a:pt x="1156693" y="104928"/>
                </a:lnTo>
                <a:lnTo>
                  <a:pt x="1156775" y="105042"/>
                </a:lnTo>
                <a:lnTo>
                  <a:pt x="1156897" y="105127"/>
                </a:lnTo>
                <a:lnTo>
                  <a:pt x="1157029" y="105240"/>
                </a:lnTo>
                <a:lnTo>
                  <a:pt x="1157113" y="105325"/>
                </a:lnTo>
                <a:lnTo>
                  <a:pt x="1157236" y="105410"/>
                </a:lnTo>
                <a:lnTo>
                  <a:pt x="1157358" y="105523"/>
                </a:lnTo>
                <a:lnTo>
                  <a:pt x="1157440" y="105608"/>
                </a:lnTo>
                <a:lnTo>
                  <a:pt x="1157562" y="105721"/>
                </a:lnTo>
                <a:lnTo>
                  <a:pt x="1157684" y="105806"/>
                </a:lnTo>
                <a:lnTo>
                  <a:pt x="1157766" y="105891"/>
                </a:lnTo>
                <a:lnTo>
                  <a:pt x="1157898" y="106004"/>
                </a:lnTo>
                <a:lnTo>
                  <a:pt x="1158020" y="106089"/>
                </a:lnTo>
                <a:lnTo>
                  <a:pt x="1158104" y="106202"/>
                </a:lnTo>
                <a:lnTo>
                  <a:pt x="1158227" y="106287"/>
                </a:lnTo>
                <a:lnTo>
                  <a:pt x="1158349" y="106372"/>
                </a:lnTo>
                <a:lnTo>
                  <a:pt x="1158471" y="106486"/>
                </a:lnTo>
                <a:lnTo>
                  <a:pt x="1158553" y="106571"/>
                </a:lnTo>
                <a:lnTo>
                  <a:pt x="1158675" y="106655"/>
                </a:lnTo>
                <a:lnTo>
                  <a:pt x="1158807" y="106769"/>
                </a:lnTo>
                <a:lnTo>
                  <a:pt x="1158889" y="106854"/>
                </a:lnTo>
                <a:lnTo>
                  <a:pt x="1159011" y="106939"/>
                </a:lnTo>
                <a:lnTo>
                  <a:pt x="1159136" y="107024"/>
                </a:lnTo>
                <a:lnTo>
                  <a:pt x="1159218" y="107137"/>
                </a:lnTo>
                <a:lnTo>
                  <a:pt x="1159340" y="107222"/>
                </a:lnTo>
                <a:lnTo>
                  <a:pt x="1159472" y="107307"/>
                </a:lnTo>
                <a:lnTo>
                  <a:pt x="1159554" y="107392"/>
                </a:lnTo>
                <a:lnTo>
                  <a:pt x="1159676" y="107505"/>
                </a:lnTo>
                <a:lnTo>
                  <a:pt x="1159798" y="107590"/>
                </a:lnTo>
                <a:lnTo>
                  <a:pt x="1159880" y="107675"/>
                </a:lnTo>
                <a:lnTo>
                  <a:pt x="1160002" y="107788"/>
                </a:lnTo>
                <a:lnTo>
                  <a:pt x="1160127" y="107873"/>
                </a:lnTo>
                <a:lnTo>
                  <a:pt x="1160218" y="107958"/>
                </a:lnTo>
                <a:lnTo>
                  <a:pt x="1160341" y="108043"/>
                </a:lnTo>
                <a:lnTo>
                  <a:pt x="1160463" y="108128"/>
                </a:lnTo>
                <a:lnTo>
                  <a:pt x="1160545" y="108241"/>
                </a:lnTo>
                <a:lnTo>
                  <a:pt x="1160667" y="108298"/>
                </a:lnTo>
                <a:lnTo>
                  <a:pt x="1160789" y="108411"/>
                </a:lnTo>
                <a:lnTo>
                  <a:pt x="1160912" y="108496"/>
                </a:lnTo>
                <a:lnTo>
                  <a:pt x="1160993" y="108609"/>
                </a:lnTo>
                <a:lnTo>
                  <a:pt x="1161118" y="108666"/>
                </a:lnTo>
                <a:lnTo>
                  <a:pt x="1161250" y="108751"/>
                </a:lnTo>
                <a:lnTo>
                  <a:pt x="1161332" y="108864"/>
                </a:lnTo>
                <a:lnTo>
                  <a:pt x="1161454" y="108949"/>
                </a:lnTo>
                <a:lnTo>
                  <a:pt x="1161576" y="109005"/>
                </a:lnTo>
                <a:lnTo>
                  <a:pt x="1161658" y="109119"/>
                </a:lnTo>
                <a:lnTo>
                  <a:pt x="1161780" y="109204"/>
                </a:lnTo>
                <a:lnTo>
                  <a:pt x="1161903" y="109260"/>
                </a:lnTo>
                <a:lnTo>
                  <a:pt x="1161987" y="109345"/>
                </a:lnTo>
                <a:lnTo>
                  <a:pt x="1162119" y="109458"/>
                </a:lnTo>
                <a:lnTo>
                  <a:pt x="1162241" y="109543"/>
                </a:lnTo>
                <a:lnTo>
                  <a:pt x="1162323" y="109600"/>
                </a:lnTo>
                <a:lnTo>
                  <a:pt x="1162445" y="109685"/>
                </a:lnTo>
                <a:lnTo>
                  <a:pt x="1162567" y="109798"/>
                </a:lnTo>
                <a:lnTo>
                  <a:pt x="1162649" y="109883"/>
                </a:lnTo>
                <a:lnTo>
                  <a:pt x="1162771" y="109968"/>
                </a:lnTo>
                <a:lnTo>
                  <a:pt x="1162894" y="110025"/>
                </a:lnTo>
                <a:lnTo>
                  <a:pt x="1162987" y="110110"/>
                </a:lnTo>
                <a:lnTo>
                  <a:pt x="1163110" y="110195"/>
                </a:lnTo>
                <a:lnTo>
                  <a:pt x="1163232" y="110251"/>
                </a:lnTo>
                <a:lnTo>
                  <a:pt x="1163354" y="110336"/>
                </a:lnTo>
                <a:lnTo>
                  <a:pt x="1163436" y="110421"/>
                </a:lnTo>
                <a:lnTo>
                  <a:pt x="1163558" y="110506"/>
                </a:lnTo>
                <a:lnTo>
                  <a:pt x="1163681" y="110619"/>
                </a:lnTo>
                <a:lnTo>
                  <a:pt x="1163762" y="110676"/>
                </a:lnTo>
                <a:lnTo>
                  <a:pt x="1163897" y="110761"/>
                </a:lnTo>
                <a:lnTo>
                  <a:pt x="1164019" y="110846"/>
                </a:lnTo>
                <a:lnTo>
                  <a:pt x="1164101" y="110902"/>
                </a:lnTo>
                <a:lnTo>
                  <a:pt x="1164223" y="110987"/>
                </a:lnTo>
                <a:lnTo>
                  <a:pt x="1164345" y="111044"/>
                </a:lnTo>
                <a:lnTo>
                  <a:pt x="1164427" y="111129"/>
                </a:lnTo>
                <a:lnTo>
                  <a:pt x="1164549" y="111214"/>
                </a:lnTo>
                <a:lnTo>
                  <a:pt x="1164684" y="111299"/>
                </a:lnTo>
                <a:lnTo>
                  <a:pt x="1164765" y="111355"/>
                </a:lnTo>
                <a:lnTo>
                  <a:pt x="1164888" y="111440"/>
                </a:lnTo>
                <a:lnTo>
                  <a:pt x="1165010" y="111497"/>
                </a:lnTo>
                <a:lnTo>
                  <a:pt x="1165092" y="111582"/>
                </a:lnTo>
                <a:lnTo>
                  <a:pt x="1165214" y="111667"/>
                </a:lnTo>
                <a:lnTo>
                  <a:pt x="1165336" y="111723"/>
                </a:lnTo>
                <a:lnTo>
                  <a:pt x="1165418" y="111780"/>
                </a:lnTo>
                <a:lnTo>
                  <a:pt x="1165540" y="111865"/>
                </a:lnTo>
                <a:lnTo>
                  <a:pt x="1165675" y="111950"/>
                </a:lnTo>
                <a:lnTo>
                  <a:pt x="1165797" y="111978"/>
                </a:lnTo>
                <a:lnTo>
                  <a:pt x="1165879" y="112063"/>
                </a:lnTo>
                <a:lnTo>
                  <a:pt x="1166001" y="112148"/>
                </a:lnTo>
                <a:lnTo>
                  <a:pt x="1166123" y="112205"/>
                </a:lnTo>
                <a:lnTo>
                  <a:pt x="1166205" y="112290"/>
                </a:lnTo>
                <a:lnTo>
                  <a:pt x="1166337" y="112346"/>
                </a:lnTo>
                <a:lnTo>
                  <a:pt x="1166459" y="112403"/>
                </a:lnTo>
                <a:lnTo>
                  <a:pt x="1166541" y="112488"/>
                </a:lnTo>
                <a:lnTo>
                  <a:pt x="1166666" y="112545"/>
                </a:lnTo>
                <a:lnTo>
                  <a:pt x="1166788" y="112630"/>
                </a:lnTo>
                <a:lnTo>
                  <a:pt x="1166870" y="112686"/>
                </a:lnTo>
                <a:lnTo>
                  <a:pt x="1166992" y="112771"/>
                </a:lnTo>
                <a:lnTo>
                  <a:pt x="1167114" y="112799"/>
                </a:lnTo>
                <a:lnTo>
                  <a:pt x="1167205" y="112856"/>
                </a:lnTo>
                <a:lnTo>
                  <a:pt x="1167328" y="112941"/>
                </a:lnTo>
                <a:lnTo>
                  <a:pt x="1167450" y="112998"/>
                </a:lnTo>
                <a:lnTo>
                  <a:pt x="1167532" y="113054"/>
                </a:lnTo>
                <a:lnTo>
                  <a:pt x="1167657" y="113139"/>
                </a:lnTo>
                <a:lnTo>
                  <a:pt x="1167779" y="113167"/>
                </a:lnTo>
                <a:lnTo>
                  <a:pt x="1167861" y="113252"/>
                </a:lnTo>
                <a:lnTo>
                  <a:pt x="1167983" y="113309"/>
                </a:lnTo>
                <a:lnTo>
                  <a:pt x="1168115" y="113366"/>
                </a:lnTo>
                <a:lnTo>
                  <a:pt x="1168196" y="113422"/>
                </a:lnTo>
                <a:lnTo>
                  <a:pt x="1168319" y="113479"/>
                </a:lnTo>
                <a:lnTo>
                  <a:pt x="1168441" y="113536"/>
                </a:lnTo>
                <a:lnTo>
                  <a:pt x="1168566" y="113592"/>
                </a:lnTo>
                <a:lnTo>
                  <a:pt x="1168648" y="113649"/>
                </a:lnTo>
                <a:lnTo>
                  <a:pt x="1168770" y="113705"/>
                </a:lnTo>
                <a:lnTo>
                  <a:pt x="1168892" y="113790"/>
                </a:lnTo>
                <a:lnTo>
                  <a:pt x="1168983" y="113819"/>
                </a:lnTo>
                <a:lnTo>
                  <a:pt x="1169106" y="113875"/>
                </a:lnTo>
                <a:lnTo>
                  <a:pt x="1169228" y="113932"/>
                </a:lnTo>
                <a:lnTo>
                  <a:pt x="1169310" y="113989"/>
                </a:lnTo>
                <a:lnTo>
                  <a:pt x="1169432" y="114045"/>
                </a:lnTo>
                <a:lnTo>
                  <a:pt x="1169555" y="114073"/>
                </a:lnTo>
                <a:lnTo>
                  <a:pt x="1169639" y="114130"/>
                </a:lnTo>
                <a:lnTo>
                  <a:pt x="1169761" y="114187"/>
                </a:lnTo>
                <a:lnTo>
                  <a:pt x="1169893" y="114243"/>
                </a:lnTo>
                <a:lnTo>
                  <a:pt x="1169974" y="114300"/>
                </a:lnTo>
                <a:lnTo>
                  <a:pt x="1170097" y="114357"/>
                </a:lnTo>
                <a:lnTo>
                  <a:pt x="1170219" y="114413"/>
                </a:lnTo>
                <a:lnTo>
                  <a:pt x="1170301" y="114442"/>
                </a:lnTo>
                <a:lnTo>
                  <a:pt x="1170423" y="114498"/>
                </a:lnTo>
                <a:lnTo>
                  <a:pt x="1170546" y="114526"/>
                </a:lnTo>
                <a:lnTo>
                  <a:pt x="1170630" y="114583"/>
                </a:lnTo>
                <a:lnTo>
                  <a:pt x="1170761" y="114640"/>
                </a:lnTo>
                <a:lnTo>
                  <a:pt x="1170884" y="114696"/>
                </a:lnTo>
                <a:lnTo>
                  <a:pt x="1171006" y="114725"/>
                </a:lnTo>
                <a:lnTo>
                  <a:pt x="1171088" y="114781"/>
                </a:lnTo>
                <a:lnTo>
                  <a:pt x="1171210" y="114810"/>
                </a:lnTo>
                <a:lnTo>
                  <a:pt x="1171333" y="114866"/>
                </a:lnTo>
                <a:lnTo>
                  <a:pt x="1171414" y="114895"/>
                </a:lnTo>
                <a:lnTo>
                  <a:pt x="1171539" y="114951"/>
                </a:lnTo>
                <a:lnTo>
                  <a:pt x="1171671" y="115008"/>
                </a:lnTo>
                <a:lnTo>
                  <a:pt x="1171752" y="115036"/>
                </a:lnTo>
                <a:lnTo>
                  <a:pt x="1171875" y="115093"/>
                </a:lnTo>
                <a:lnTo>
                  <a:pt x="1171997" y="115149"/>
                </a:lnTo>
                <a:lnTo>
                  <a:pt x="1172079" y="115149"/>
                </a:lnTo>
                <a:lnTo>
                  <a:pt x="1172201" y="115206"/>
                </a:lnTo>
                <a:lnTo>
                  <a:pt x="1172336" y="115234"/>
                </a:lnTo>
                <a:lnTo>
                  <a:pt x="1172405" y="115291"/>
                </a:lnTo>
                <a:lnTo>
                  <a:pt x="1172539" y="115319"/>
                </a:lnTo>
                <a:lnTo>
                  <a:pt x="1172662" y="115376"/>
                </a:lnTo>
                <a:lnTo>
                  <a:pt x="1172743" y="115404"/>
                </a:lnTo>
                <a:lnTo>
                  <a:pt x="1172866" y="115433"/>
                </a:lnTo>
                <a:lnTo>
                  <a:pt x="1172988" y="115489"/>
                </a:lnTo>
                <a:lnTo>
                  <a:pt x="1173070" y="115489"/>
                </a:lnTo>
                <a:lnTo>
                  <a:pt x="1173204" y="115546"/>
                </a:lnTo>
                <a:lnTo>
                  <a:pt x="1173327" y="115574"/>
                </a:lnTo>
                <a:lnTo>
                  <a:pt x="1173449" y="115602"/>
                </a:lnTo>
                <a:lnTo>
                  <a:pt x="1173530" y="115659"/>
                </a:lnTo>
                <a:lnTo>
                  <a:pt x="1173653" y="115687"/>
                </a:lnTo>
                <a:lnTo>
                  <a:pt x="1173775" y="115716"/>
                </a:lnTo>
                <a:lnTo>
                  <a:pt x="1173857" y="115744"/>
                </a:lnTo>
                <a:lnTo>
                  <a:pt x="1173979" y="115801"/>
                </a:lnTo>
                <a:lnTo>
                  <a:pt x="1174111" y="115801"/>
                </a:lnTo>
                <a:lnTo>
                  <a:pt x="1174195" y="115857"/>
                </a:lnTo>
                <a:lnTo>
                  <a:pt x="1174317" y="115857"/>
                </a:lnTo>
                <a:lnTo>
                  <a:pt x="1174440" y="115886"/>
                </a:lnTo>
                <a:lnTo>
                  <a:pt x="1174521" y="115942"/>
                </a:lnTo>
                <a:lnTo>
                  <a:pt x="1174644" y="115970"/>
                </a:lnTo>
                <a:lnTo>
                  <a:pt x="1174766" y="115999"/>
                </a:lnTo>
                <a:lnTo>
                  <a:pt x="1174848" y="116027"/>
                </a:lnTo>
                <a:lnTo>
                  <a:pt x="1174980" y="116055"/>
                </a:lnTo>
                <a:lnTo>
                  <a:pt x="1175102" y="116084"/>
                </a:lnTo>
                <a:lnTo>
                  <a:pt x="1175186" y="116112"/>
                </a:lnTo>
                <a:lnTo>
                  <a:pt x="1175308" y="116140"/>
                </a:lnTo>
                <a:lnTo>
                  <a:pt x="1175431" y="116140"/>
                </a:lnTo>
                <a:lnTo>
                  <a:pt x="1175512" y="116169"/>
                </a:lnTo>
                <a:lnTo>
                  <a:pt x="1175635" y="116225"/>
                </a:lnTo>
                <a:lnTo>
                  <a:pt x="1175757" y="116225"/>
                </a:lnTo>
                <a:lnTo>
                  <a:pt x="1175880" y="116254"/>
                </a:lnTo>
                <a:lnTo>
                  <a:pt x="1175971" y="116254"/>
                </a:lnTo>
                <a:lnTo>
                  <a:pt x="1176095" y="116282"/>
                </a:lnTo>
                <a:lnTo>
                  <a:pt x="1176218" y="116310"/>
                </a:lnTo>
                <a:lnTo>
                  <a:pt x="1176299" y="116339"/>
                </a:lnTo>
                <a:lnTo>
                  <a:pt x="1176422" y="116367"/>
                </a:lnTo>
                <a:lnTo>
                  <a:pt x="1176544" y="116395"/>
                </a:lnTo>
                <a:lnTo>
                  <a:pt x="1176626" y="116395"/>
                </a:lnTo>
                <a:lnTo>
                  <a:pt x="1176748" y="116423"/>
                </a:lnTo>
                <a:lnTo>
                  <a:pt x="1176880" y="116452"/>
                </a:lnTo>
                <a:lnTo>
                  <a:pt x="1176962" y="116480"/>
                </a:lnTo>
                <a:lnTo>
                  <a:pt x="1177084" y="116480"/>
                </a:lnTo>
                <a:lnTo>
                  <a:pt x="1177209" y="116508"/>
                </a:lnTo>
                <a:lnTo>
                  <a:pt x="1177290" y="116508"/>
                </a:lnTo>
                <a:lnTo>
                  <a:pt x="1177413" y="116508"/>
                </a:lnTo>
                <a:lnTo>
                  <a:pt x="1177545" y="116537"/>
                </a:lnTo>
                <a:lnTo>
                  <a:pt x="1177626" y="116565"/>
                </a:lnTo>
                <a:lnTo>
                  <a:pt x="1177749" y="116565"/>
                </a:lnTo>
                <a:lnTo>
                  <a:pt x="1177871" y="116593"/>
                </a:lnTo>
                <a:lnTo>
                  <a:pt x="1177953" y="116622"/>
                </a:lnTo>
                <a:lnTo>
                  <a:pt x="1178075" y="116622"/>
                </a:lnTo>
                <a:lnTo>
                  <a:pt x="1178200" y="116650"/>
                </a:lnTo>
                <a:lnTo>
                  <a:pt x="1178322" y="116650"/>
                </a:lnTo>
                <a:lnTo>
                  <a:pt x="1178404" y="116678"/>
                </a:lnTo>
                <a:lnTo>
                  <a:pt x="1178536" y="116678"/>
                </a:lnTo>
                <a:lnTo>
                  <a:pt x="1178658" y="116678"/>
                </a:lnTo>
                <a:lnTo>
                  <a:pt x="1178740" y="116707"/>
                </a:lnTo>
                <a:lnTo>
                  <a:pt x="1178862" y="116707"/>
                </a:lnTo>
                <a:lnTo>
                  <a:pt x="1178984" y="116735"/>
                </a:lnTo>
                <a:lnTo>
                  <a:pt x="1179068" y="116735"/>
                </a:lnTo>
                <a:lnTo>
                  <a:pt x="1179191" y="116763"/>
                </a:lnTo>
                <a:lnTo>
                  <a:pt x="1179323" y="116763"/>
                </a:lnTo>
                <a:lnTo>
                  <a:pt x="1179404" y="116763"/>
                </a:lnTo>
                <a:lnTo>
                  <a:pt x="1179527" y="116792"/>
                </a:lnTo>
                <a:lnTo>
                  <a:pt x="1179649" y="116792"/>
                </a:lnTo>
                <a:lnTo>
                  <a:pt x="1179731" y="116792"/>
                </a:lnTo>
                <a:lnTo>
                  <a:pt x="1179853" y="116792"/>
                </a:lnTo>
                <a:lnTo>
                  <a:pt x="1179975" y="116792"/>
                </a:lnTo>
                <a:lnTo>
                  <a:pt x="1180057" y="116792"/>
                </a:lnTo>
                <a:lnTo>
                  <a:pt x="1180191" y="116848"/>
                </a:lnTo>
                <a:lnTo>
                  <a:pt x="1180314" y="116848"/>
                </a:lnTo>
                <a:lnTo>
                  <a:pt x="1180395" y="116848"/>
                </a:lnTo>
                <a:lnTo>
                  <a:pt x="1180518" y="116848"/>
                </a:lnTo>
                <a:lnTo>
                  <a:pt x="1180640" y="116848"/>
                </a:lnTo>
                <a:lnTo>
                  <a:pt x="1180762" y="116876"/>
                </a:lnTo>
                <a:lnTo>
                  <a:pt x="1180844" y="116876"/>
                </a:lnTo>
                <a:lnTo>
                  <a:pt x="1180966" y="116876"/>
                </a:lnTo>
                <a:lnTo>
                  <a:pt x="1181101" y="116876"/>
                </a:lnTo>
                <a:lnTo>
                  <a:pt x="1181182" y="116876"/>
                </a:lnTo>
                <a:lnTo>
                  <a:pt x="1181305" y="116876"/>
                </a:lnTo>
                <a:lnTo>
                  <a:pt x="1181427" y="116876"/>
                </a:lnTo>
                <a:lnTo>
                  <a:pt x="1181509" y="116876"/>
                </a:lnTo>
                <a:lnTo>
                  <a:pt x="1181631" y="116876"/>
                </a:lnTo>
                <a:lnTo>
                  <a:pt x="1181753" y="116876"/>
                </a:lnTo>
                <a:lnTo>
                  <a:pt x="1181835" y="116876"/>
                </a:lnTo>
                <a:lnTo>
                  <a:pt x="1181969" y="116876"/>
                </a:lnTo>
                <a:lnTo>
                  <a:pt x="1182092" y="116876"/>
                </a:lnTo>
                <a:lnTo>
                  <a:pt x="1182173" y="116876"/>
                </a:lnTo>
                <a:lnTo>
                  <a:pt x="1182296" y="116876"/>
                </a:lnTo>
                <a:lnTo>
                  <a:pt x="1182418" y="116876"/>
                </a:lnTo>
                <a:lnTo>
                  <a:pt x="1182500" y="116876"/>
                </a:lnTo>
                <a:lnTo>
                  <a:pt x="1182622" y="116876"/>
                </a:lnTo>
                <a:lnTo>
                  <a:pt x="1182744" y="116876"/>
                </a:lnTo>
                <a:lnTo>
                  <a:pt x="1182838" y="116876"/>
                </a:lnTo>
                <a:lnTo>
                  <a:pt x="1182960" y="116876"/>
                </a:lnTo>
                <a:lnTo>
                  <a:pt x="1183083" y="116876"/>
                </a:lnTo>
                <a:lnTo>
                  <a:pt x="1183205" y="116876"/>
                </a:lnTo>
                <a:lnTo>
                  <a:pt x="1183287" y="116876"/>
                </a:lnTo>
                <a:lnTo>
                  <a:pt x="1183409" y="116876"/>
                </a:lnTo>
                <a:lnTo>
                  <a:pt x="1183541" y="116848"/>
                </a:lnTo>
                <a:lnTo>
                  <a:pt x="1183613" y="116848"/>
                </a:lnTo>
                <a:lnTo>
                  <a:pt x="1183747" y="116848"/>
                </a:lnTo>
                <a:lnTo>
                  <a:pt x="1183870" y="116848"/>
                </a:lnTo>
                <a:lnTo>
                  <a:pt x="1183951" y="116848"/>
                </a:lnTo>
                <a:lnTo>
                  <a:pt x="1184074" y="116792"/>
                </a:lnTo>
                <a:lnTo>
                  <a:pt x="1184196" y="116792"/>
                </a:lnTo>
                <a:lnTo>
                  <a:pt x="1184278" y="116792"/>
                </a:lnTo>
                <a:lnTo>
                  <a:pt x="1184410" y="116792"/>
                </a:lnTo>
                <a:lnTo>
                  <a:pt x="1184532" y="116792"/>
                </a:lnTo>
                <a:lnTo>
                  <a:pt x="1184614" y="116792"/>
                </a:lnTo>
                <a:lnTo>
                  <a:pt x="1184738" y="116763"/>
                </a:lnTo>
                <a:lnTo>
                  <a:pt x="1184861" y="116763"/>
                </a:lnTo>
                <a:lnTo>
                  <a:pt x="1184942" y="116763"/>
                </a:lnTo>
                <a:lnTo>
                  <a:pt x="1185065" y="116735"/>
                </a:lnTo>
                <a:lnTo>
                  <a:pt x="1185187" y="116735"/>
                </a:lnTo>
                <a:lnTo>
                  <a:pt x="1185278" y="116735"/>
                </a:lnTo>
                <a:lnTo>
                  <a:pt x="1185401" y="116707"/>
                </a:lnTo>
                <a:lnTo>
                  <a:pt x="1185523" y="116707"/>
                </a:lnTo>
                <a:lnTo>
                  <a:pt x="1185605" y="116678"/>
                </a:lnTo>
                <a:lnTo>
                  <a:pt x="1185729" y="116678"/>
                </a:lnTo>
                <a:lnTo>
                  <a:pt x="1185852" y="116650"/>
                </a:lnTo>
                <a:lnTo>
                  <a:pt x="1185974" y="116650"/>
                </a:lnTo>
                <a:lnTo>
                  <a:pt x="1186065" y="116622"/>
                </a:lnTo>
                <a:lnTo>
                  <a:pt x="1186188" y="116622"/>
                </a:lnTo>
                <a:lnTo>
                  <a:pt x="1186310" y="116593"/>
                </a:lnTo>
                <a:lnTo>
                  <a:pt x="1186392" y="116593"/>
                </a:lnTo>
                <a:lnTo>
                  <a:pt x="1186514" y="116565"/>
                </a:lnTo>
                <a:lnTo>
                  <a:pt x="1186636" y="116565"/>
                </a:lnTo>
                <a:lnTo>
                  <a:pt x="1186720" y="116537"/>
                </a:lnTo>
                <a:lnTo>
                  <a:pt x="1186843" y="116537"/>
                </a:lnTo>
                <a:lnTo>
                  <a:pt x="1186965" y="116508"/>
                </a:lnTo>
                <a:lnTo>
                  <a:pt x="1187056" y="116508"/>
                </a:lnTo>
                <a:lnTo>
                  <a:pt x="1187179" y="116508"/>
                </a:lnTo>
                <a:lnTo>
                  <a:pt x="1187301" y="116480"/>
                </a:lnTo>
                <a:lnTo>
                  <a:pt x="1187383" y="116480"/>
                </a:lnTo>
                <a:lnTo>
                  <a:pt x="1187505" y="116452"/>
                </a:lnTo>
                <a:lnTo>
                  <a:pt x="1187630" y="116423"/>
                </a:lnTo>
                <a:lnTo>
                  <a:pt x="1187711" y="116423"/>
                </a:lnTo>
                <a:lnTo>
                  <a:pt x="1187834" y="116395"/>
                </a:lnTo>
                <a:lnTo>
                  <a:pt x="1187966" y="116367"/>
                </a:lnTo>
                <a:lnTo>
                  <a:pt x="1188047" y="116367"/>
                </a:lnTo>
                <a:lnTo>
                  <a:pt x="1188170" y="116339"/>
                </a:lnTo>
                <a:lnTo>
                  <a:pt x="1188292" y="116310"/>
                </a:lnTo>
                <a:lnTo>
                  <a:pt x="1188414" y="116310"/>
                </a:lnTo>
                <a:lnTo>
                  <a:pt x="1188496" y="116282"/>
                </a:lnTo>
                <a:lnTo>
                  <a:pt x="1188621" y="116254"/>
                </a:lnTo>
                <a:lnTo>
                  <a:pt x="1188743" y="116225"/>
                </a:lnTo>
                <a:lnTo>
                  <a:pt x="1188834" y="116225"/>
                </a:lnTo>
                <a:lnTo>
                  <a:pt x="1188957" y="116225"/>
                </a:lnTo>
                <a:lnTo>
                  <a:pt x="1189079" y="116169"/>
                </a:lnTo>
                <a:lnTo>
                  <a:pt x="1189161" y="116140"/>
                </a:lnTo>
                <a:lnTo>
                  <a:pt x="1189283" y="116140"/>
                </a:lnTo>
                <a:lnTo>
                  <a:pt x="1189405" y="116140"/>
                </a:lnTo>
                <a:lnTo>
                  <a:pt x="1189487" y="116112"/>
                </a:lnTo>
                <a:lnTo>
                  <a:pt x="1189612" y="116084"/>
                </a:lnTo>
                <a:lnTo>
                  <a:pt x="1189744" y="116055"/>
                </a:lnTo>
                <a:lnTo>
                  <a:pt x="1189825" y="116027"/>
                </a:lnTo>
                <a:lnTo>
                  <a:pt x="1189948" y="116027"/>
                </a:lnTo>
                <a:lnTo>
                  <a:pt x="1190070" y="115999"/>
                </a:lnTo>
                <a:lnTo>
                  <a:pt x="1190151" y="115970"/>
                </a:lnTo>
                <a:lnTo>
                  <a:pt x="1190274" y="115942"/>
                </a:lnTo>
                <a:lnTo>
                  <a:pt x="1190408" y="115914"/>
                </a:lnTo>
                <a:lnTo>
                  <a:pt x="1190490" y="115886"/>
                </a:lnTo>
                <a:lnTo>
                  <a:pt x="1190612" y="115857"/>
                </a:lnTo>
                <a:lnTo>
                  <a:pt x="1190735" y="115857"/>
                </a:lnTo>
                <a:lnTo>
                  <a:pt x="1190857" y="115801"/>
                </a:lnTo>
                <a:lnTo>
                  <a:pt x="1190939" y="115801"/>
                </a:lnTo>
                <a:lnTo>
                  <a:pt x="1191061" y="115801"/>
                </a:lnTo>
                <a:lnTo>
                  <a:pt x="1191183" y="115772"/>
                </a:lnTo>
                <a:lnTo>
                  <a:pt x="1191277" y="115744"/>
                </a:lnTo>
                <a:lnTo>
                  <a:pt x="1191399" y="115716"/>
                </a:lnTo>
                <a:lnTo>
                  <a:pt x="1191522" y="115687"/>
                </a:lnTo>
                <a:lnTo>
                  <a:pt x="1191603" y="115659"/>
                </a:lnTo>
                <a:lnTo>
                  <a:pt x="1191726" y="115631"/>
                </a:lnTo>
                <a:lnTo>
                  <a:pt x="1191848" y="115602"/>
                </a:lnTo>
                <a:lnTo>
                  <a:pt x="1191929" y="115574"/>
                </a:lnTo>
                <a:lnTo>
                  <a:pt x="1192052" y="115517"/>
                </a:lnTo>
                <a:lnTo>
                  <a:pt x="1192184" y="115517"/>
                </a:lnTo>
                <a:lnTo>
                  <a:pt x="1192268" y="115489"/>
                </a:lnTo>
                <a:lnTo>
                  <a:pt x="1192390" y="115433"/>
                </a:lnTo>
                <a:lnTo>
                  <a:pt x="1192513" y="115433"/>
                </a:lnTo>
                <a:lnTo>
                  <a:pt x="1192594" y="115404"/>
                </a:lnTo>
                <a:lnTo>
                  <a:pt x="1192717" y="115376"/>
                </a:lnTo>
                <a:lnTo>
                  <a:pt x="1192839" y="115348"/>
                </a:lnTo>
                <a:lnTo>
                  <a:pt x="1192920" y="115319"/>
                </a:lnTo>
                <a:lnTo>
                  <a:pt x="1193052" y="115263"/>
                </a:lnTo>
                <a:lnTo>
                  <a:pt x="1193175" y="115234"/>
                </a:lnTo>
                <a:lnTo>
                  <a:pt x="1193300" y="115206"/>
                </a:lnTo>
                <a:lnTo>
                  <a:pt x="1193381" y="115178"/>
                </a:lnTo>
                <a:lnTo>
                  <a:pt x="1193504" y="115149"/>
                </a:lnTo>
                <a:lnTo>
                  <a:pt x="1193626" y="115121"/>
                </a:lnTo>
                <a:lnTo>
                  <a:pt x="1193707" y="115093"/>
                </a:lnTo>
                <a:lnTo>
                  <a:pt x="1193830" y="115064"/>
                </a:lnTo>
                <a:lnTo>
                  <a:pt x="1193962" y="115036"/>
                </a:lnTo>
                <a:lnTo>
                  <a:pt x="1194043" y="114979"/>
                </a:lnTo>
                <a:lnTo>
                  <a:pt x="1194166" y="114951"/>
                </a:lnTo>
                <a:lnTo>
                  <a:pt x="1194291" y="114923"/>
                </a:lnTo>
                <a:lnTo>
                  <a:pt x="1194372" y="114895"/>
                </a:lnTo>
                <a:lnTo>
                  <a:pt x="1194494" y="114838"/>
                </a:lnTo>
                <a:lnTo>
                  <a:pt x="1194617" y="114810"/>
                </a:lnTo>
                <a:lnTo>
                  <a:pt x="1194698" y="114781"/>
                </a:lnTo>
                <a:lnTo>
                  <a:pt x="1194830" y="114753"/>
                </a:lnTo>
                <a:lnTo>
                  <a:pt x="1194953" y="114725"/>
                </a:lnTo>
                <a:lnTo>
                  <a:pt x="1195034" y="114668"/>
                </a:lnTo>
                <a:lnTo>
                  <a:pt x="1195159" y="114640"/>
                </a:lnTo>
                <a:lnTo>
                  <a:pt x="1195282" y="114611"/>
                </a:lnTo>
                <a:lnTo>
                  <a:pt x="1195363" y="114555"/>
                </a:lnTo>
                <a:lnTo>
                  <a:pt x="1195485" y="114526"/>
                </a:lnTo>
                <a:lnTo>
                  <a:pt x="1195608" y="114498"/>
                </a:lnTo>
                <a:lnTo>
                  <a:pt x="1195740" y="114442"/>
                </a:lnTo>
                <a:lnTo>
                  <a:pt x="1195821" y="114442"/>
                </a:lnTo>
                <a:lnTo>
                  <a:pt x="1195944" y="114385"/>
                </a:lnTo>
                <a:lnTo>
                  <a:pt x="1196066" y="114357"/>
                </a:lnTo>
                <a:lnTo>
                  <a:pt x="1196148" y="114300"/>
                </a:lnTo>
                <a:lnTo>
                  <a:pt x="1196272" y="114272"/>
                </a:lnTo>
                <a:lnTo>
                  <a:pt x="1196404" y="114215"/>
                </a:lnTo>
                <a:lnTo>
                  <a:pt x="1196476" y="114187"/>
                </a:lnTo>
                <a:lnTo>
                  <a:pt x="1196608" y="114130"/>
                </a:lnTo>
                <a:lnTo>
                  <a:pt x="1196731" y="114130"/>
                </a:lnTo>
                <a:lnTo>
                  <a:pt x="1196812" y="114073"/>
                </a:lnTo>
                <a:lnTo>
                  <a:pt x="1196935" y="114045"/>
                </a:lnTo>
                <a:lnTo>
                  <a:pt x="1197057" y="113989"/>
                </a:lnTo>
                <a:lnTo>
                  <a:pt x="1197141" y="113932"/>
                </a:lnTo>
                <a:lnTo>
                  <a:pt x="1197273" y="113904"/>
                </a:lnTo>
                <a:lnTo>
                  <a:pt x="1197395" y="113847"/>
                </a:lnTo>
                <a:lnTo>
                  <a:pt x="1197477" y="113819"/>
                </a:lnTo>
                <a:lnTo>
                  <a:pt x="1197599" y="113790"/>
                </a:lnTo>
                <a:lnTo>
                  <a:pt x="1197722" y="113705"/>
                </a:lnTo>
                <a:lnTo>
                  <a:pt x="1197803" y="113705"/>
                </a:lnTo>
                <a:lnTo>
                  <a:pt x="1197926" y="113649"/>
                </a:lnTo>
                <a:lnTo>
                  <a:pt x="1198048" y="113620"/>
                </a:lnTo>
                <a:lnTo>
                  <a:pt x="1198182" y="113564"/>
                </a:lnTo>
                <a:lnTo>
                  <a:pt x="1198264" y="113507"/>
                </a:lnTo>
                <a:lnTo>
                  <a:pt x="1198386" y="113479"/>
                </a:lnTo>
                <a:lnTo>
                  <a:pt x="1198509" y="113422"/>
                </a:lnTo>
                <a:lnTo>
                  <a:pt x="1198590" y="113394"/>
                </a:lnTo>
                <a:lnTo>
                  <a:pt x="1198713" y="113337"/>
                </a:lnTo>
                <a:lnTo>
                  <a:pt x="1198835" y="113309"/>
                </a:lnTo>
                <a:lnTo>
                  <a:pt x="1198917" y="113252"/>
                </a:lnTo>
                <a:lnTo>
                  <a:pt x="1199051" y="113196"/>
                </a:lnTo>
                <a:lnTo>
                  <a:pt x="1199173" y="113139"/>
                </a:lnTo>
                <a:lnTo>
                  <a:pt x="1199255" y="113139"/>
                </a:lnTo>
                <a:lnTo>
                  <a:pt x="1199377" y="113054"/>
                </a:lnTo>
                <a:lnTo>
                  <a:pt x="1199500" y="113026"/>
                </a:lnTo>
                <a:lnTo>
                  <a:pt x="1199581" y="112969"/>
                </a:lnTo>
                <a:lnTo>
                  <a:pt x="1199704" y="112913"/>
                </a:lnTo>
                <a:lnTo>
                  <a:pt x="1199826" y="112884"/>
                </a:lnTo>
                <a:lnTo>
                  <a:pt x="1199920" y="112828"/>
                </a:lnTo>
                <a:lnTo>
                  <a:pt x="1200042" y="112771"/>
                </a:lnTo>
                <a:lnTo>
                  <a:pt x="1200164" y="112714"/>
                </a:lnTo>
                <a:lnTo>
                  <a:pt x="1200246" y="112686"/>
                </a:lnTo>
                <a:lnTo>
                  <a:pt x="1200368" y="112630"/>
                </a:lnTo>
                <a:lnTo>
                  <a:pt x="1200491" y="112573"/>
                </a:lnTo>
                <a:lnTo>
                  <a:pt x="1200613" y="112516"/>
                </a:lnTo>
                <a:lnTo>
                  <a:pt x="1200695" y="112460"/>
                </a:lnTo>
                <a:lnTo>
                  <a:pt x="1200829" y="112403"/>
                </a:lnTo>
                <a:lnTo>
                  <a:pt x="1200951" y="112346"/>
                </a:lnTo>
                <a:lnTo>
                  <a:pt x="1201033" y="112318"/>
                </a:lnTo>
                <a:lnTo>
                  <a:pt x="1201155" y="112261"/>
                </a:lnTo>
                <a:lnTo>
                  <a:pt x="1201278" y="112205"/>
                </a:lnTo>
                <a:lnTo>
                  <a:pt x="1201359" y="112148"/>
                </a:lnTo>
                <a:lnTo>
                  <a:pt x="1201482" y="112092"/>
                </a:lnTo>
                <a:lnTo>
                  <a:pt x="1201604" y="112063"/>
                </a:lnTo>
                <a:lnTo>
                  <a:pt x="1201695" y="111978"/>
                </a:lnTo>
                <a:lnTo>
                  <a:pt x="1201820" y="111950"/>
                </a:lnTo>
                <a:lnTo>
                  <a:pt x="1201942" y="111893"/>
                </a:lnTo>
                <a:lnTo>
                  <a:pt x="1202024" y="111837"/>
                </a:lnTo>
                <a:lnTo>
                  <a:pt x="1202146" y="111752"/>
                </a:lnTo>
                <a:lnTo>
                  <a:pt x="1202269" y="111695"/>
                </a:lnTo>
                <a:lnTo>
                  <a:pt x="1202350" y="111667"/>
                </a:lnTo>
                <a:lnTo>
                  <a:pt x="1202473" y="111610"/>
                </a:lnTo>
                <a:lnTo>
                  <a:pt x="1202605" y="111554"/>
                </a:lnTo>
                <a:lnTo>
                  <a:pt x="1202686" y="111469"/>
                </a:lnTo>
                <a:lnTo>
                  <a:pt x="1202811" y="111412"/>
                </a:lnTo>
                <a:lnTo>
                  <a:pt x="1202933" y="111355"/>
                </a:lnTo>
                <a:lnTo>
                  <a:pt x="1203015" y="111327"/>
                </a:lnTo>
                <a:lnTo>
                  <a:pt x="1203137" y="111242"/>
                </a:lnTo>
                <a:lnTo>
                  <a:pt x="1203269" y="111186"/>
                </a:lnTo>
                <a:lnTo>
                  <a:pt x="1203392" y="111129"/>
                </a:lnTo>
                <a:lnTo>
                  <a:pt x="1203473" y="111044"/>
                </a:lnTo>
                <a:lnTo>
                  <a:pt x="1203596" y="110987"/>
                </a:lnTo>
                <a:lnTo>
                  <a:pt x="1203720" y="110959"/>
                </a:lnTo>
                <a:lnTo>
                  <a:pt x="1203802" y="110874"/>
                </a:lnTo>
                <a:lnTo>
                  <a:pt x="1203924" y="110817"/>
                </a:lnTo>
                <a:lnTo>
                  <a:pt x="1204047" y="110733"/>
                </a:lnTo>
                <a:lnTo>
                  <a:pt x="1204138" y="110676"/>
                </a:lnTo>
                <a:lnTo>
                  <a:pt x="1204260" y="110619"/>
                </a:lnTo>
                <a:lnTo>
                  <a:pt x="1204383" y="110563"/>
                </a:lnTo>
                <a:lnTo>
                  <a:pt x="1204464" y="110506"/>
                </a:lnTo>
                <a:lnTo>
                  <a:pt x="1204587" y="110421"/>
                </a:lnTo>
                <a:lnTo>
                  <a:pt x="1204711" y="110364"/>
                </a:lnTo>
                <a:lnTo>
                  <a:pt x="1204793" y="110308"/>
                </a:lnTo>
                <a:lnTo>
                  <a:pt x="1204915" y="110223"/>
                </a:lnTo>
                <a:lnTo>
                  <a:pt x="1205047" y="110166"/>
                </a:lnTo>
                <a:lnTo>
                  <a:pt x="1205129" y="110081"/>
                </a:lnTo>
                <a:lnTo>
                  <a:pt x="1205251" y="110025"/>
                </a:lnTo>
                <a:lnTo>
                  <a:pt x="1205374" y="109968"/>
                </a:lnTo>
                <a:lnTo>
                  <a:pt x="1205455" y="109883"/>
                </a:lnTo>
                <a:lnTo>
                  <a:pt x="1205578" y="109827"/>
                </a:lnTo>
                <a:lnTo>
                  <a:pt x="1205700" y="109742"/>
                </a:lnTo>
                <a:lnTo>
                  <a:pt x="1205825" y="109685"/>
                </a:lnTo>
                <a:lnTo>
                  <a:pt x="1205916" y="109600"/>
                </a:lnTo>
                <a:lnTo>
                  <a:pt x="1206038" y="109543"/>
                </a:lnTo>
                <a:lnTo>
                  <a:pt x="1206161" y="109458"/>
                </a:lnTo>
                <a:lnTo>
                  <a:pt x="1206242" y="109402"/>
                </a:lnTo>
                <a:lnTo>
                  <a:pt x="1206365" y="109317"/>
                </a:lnTo>
                <a:lnTo>
                  <a:pt x="1206487" y="109260"/>
                </a:lnTo>
                <a:lnTo>
                  <a:pt x="1206569" y="109175"/>
                </a:lnTo>
                <a:lnTo>
                  <a:pt x="1206693" y="109090"/>
                </a:lnTo>
                <a:lnTo>
                  <a:pt x="1206816" y="109034"/>
                </a:lnTo>
                <a:lnTo>
                  <a:pt x="1206907" y="108949"/>
                </a:lnTo>
                <a:lnTo>
                  <a:pt x="1207029" y="108892"/>
                </a:lnTo>
                <a:lnTo>
                  <a:pt x="1207152" y="108807"/>
                </a:lnTo>
                <a:lnTo>
                  <a:pt x="1207233" y="108722"/>
                </a:lnTo>
                <a:lnTo>
                  <a:pt x="1207356" y="108637"/>
                </a:lnTo>
                <a:lnTo>
                  <a:pt x="1207478" y="108581"/>
                </a:lnTo>
                <a:lnTo>
                  <a:pt x="1207560" y="108496"/>
                </a:lnTo>
                <a:lnTo>
                  <a:pt x="1207684" y="108411"/>
                </a:lnTo>
                <a:lnTo>
                  <a:pt x="1207816" y="108326"/>
                </a:lnTo>
                <a:lnTo>
                  <a:pt x="1207898" y="108241"/>
                </a:lnTo>
                <a:lnTo>
                  <a:pt x="1208020" y="108184"/>
                </a:lnTo>
                <a:lnTo>
                  <a:pt x="1208143" y="108099"/>
                </a:lnTo>
                <a:lnTo>
                  <a:pt x="1208265" y="108014"/>
                </a:lnTo>
                <a:lnTo>
                  <a:pt x="1208347" y="107958"/>
                </a:lnTo>
                <a:lnTo>
                  <a:pt x="1208469" y="107873"/>
                </a:lnTo>
                <a:lnTo>
                  <a:pt x="1208603" y="107788"/>
                </a:lnTo>
                <a:lnTo>
                  <a:pt x="1208685" y="107703"/>
                </a:lnTo>
                <a:lnTo>
                  <a:pt x="1208807" y="107618"/>
                </a:lnTo>
                <a:lnTo>
                  <a:pt x="1208930" y="107561"/>
                </a:lnTo>
                <a:lnTo>
                  <a:pt x="1209011" y="107477"/>
                </a:lnTo>
                <a:lnTo>
                  <a:pt x="1209134" y="107392"/>
                </a:lnTo>
                <a:lnTo>
                  <a:pt x="1209256" y="107278"/>
                </a:lnTo>
                <a:lnTo>
                  <a:pt x="1209338" y="107222"/>
                </a:lnTo>
                <a:lnTo>
                  <a:pt x="1209472" y="107137"/>
                </a:lnTo>
                <a:lnTo>
                  <a:pt x="1209594" y="107052"/>
                </a:lnTo>
                <a:lnTo>
                  <a:pt x="1209676" y="106967"/>
                </a:lnTo>
                <a:lnTo>
                  <a:pt x="1209798" y="106882"/>
                </a:lnTo>
                <a:lnTo>
                  <a:pt x="1209921" y="106797"/>
                </a:lnTo>
                <a:lnTo>
                  <a:pt x="1210002" y="106712"/>
                </a:lnTo>
                <a:lnTo>
                  <a:pt x="1210125" y="106627"/>
                </a:lnTo>
                <a:lnTo>
                  <a:pt x="1210257" y="106514"/>
                </a:lnTo>
                <a:lnTo>
                  <a:pt x="1210340" y="106457"/>
                </a:lnTo>
                <a:lnTo>
                  <a:pt x="1210463" y="106372"/>
                </a:lnTo>
                <a:lnTo>
                  <a:pt x="1210585" y="106287"/>
                </a:lnTo>
                <a:lnTo>
                  <a:pt x="1210708" y="106202"/>
                </a:lnTo>
                <a:lnTo>
                  <a:pt x="1210789" y="106117"/>
                </a:lnTo>
                <a:lnTo>
                  <a:pt x="1210912" y="106004"/>
                </a:lnTo>
                <a:lnTo>
                  <a:pt x="1211034" y="105948"/>
                </a:lnTo>
                <a:lnTo>
                  <a:pt x="1211125" y="105834"/>
                </a:lnTo>
                <a:lnTo>
                  <a:pt x="1211250" y="105749"/>
                </a:lnTo>
                <a:lnTo>
                  <a:pt x="1211372" y="105664"/>
                </a:lnTo>
                <a:lnTo>
                  <a:pt x="1211454" y="105580"/>
                </a:lnTo>
                <a:lnTo>
                  <a:pt x="1211576" y="105495"/>
                </a:lnTo>
                <a:lnTo>
                  <a:pt x="1211699" y="105381"/>
                </a:lnTo>
                <a:lnTo>
                  <a:pt x="1211780" y="105296"/>
                </a:lnTo>
                <a:lnTo>
                  <a:pt x="1211903" y="105211"/>
                </a:lnTo>
                <a:lnTo>
                  <a:pt x="1212034" y="105127"/>
                </a:lnTo>
                <a:lnTo>
                  <a:pt x="1212116" y="105013"/>
                </a:lnTo>
                <a:lnTo>
                  <a:pt x="1212238" y="104928"/>
                </a:lnTo>
                <a:lnTo>
                  <a:pt x="1212363" y="104843"/>
                </a:lnTo>
                <a:lnTo>
                  <a:pt x="1212445" y="104758"/>
                </a:lnTo>
                <a:lnTo>
                  <a:pt x="1212567" y="104645"/>
                </a:lnTo>
                <a:lnTo>
                  <a:pt x="1212690" y="104560"/>
                </a:lnTo>
                <a:lnTo>
                  <a:pt x="1212771" y="104475"/>
                </a:lnTo>
                <a:lnTo>
                  <a:pt x="1212903" y="104390"/>
                </a:lnTo>
                <a:lnTo>
                  <a:pt x="1213025" y="104277"/>
                </a:lnTo>
                <a:lnTo>
                  <a:pt x="1213148" y="104192"/>
                </a:lnTo>
                <a:lnTo>
                  <a:pt x="1213232" y="104107"/>
                </a:lnTo>
                <a:lnTo>
                  <a:pt x="1213354" y="103994"/>
                </a:lnTo>
                <a:lnTo>
                  <a:pt x="1213477" y="103909"/>
                </a:lnTo>
                <a:lnTo>
                  <a:pt x="1213558" y="103796"/>
                </a:lnTo>
                <a:lnTo>
                  <a:pt x="1213681" y="103711"/>
                </a:lnTo>
                <a:lnTo>
                  <a:pt x="1213812" y="103626"/>
                </a:lnTo>
                <a:lnTo>
                  <a:pt x="1213894" y="103513"/>
                </a:lnTo>
                <a:lnTo>
                  <a:pt x="1214016" y="103428"/>
                </a:lnTo>
                <a:lnTo>
                  <a:pt x="1214139" y="103314"/>
                </a:lnTo>
                <a:lnTo>
                  <a:pt x="1214223" y="103230"/>
                </a:lnTo>
                <a:lnTo>
                  <a:pt x="1214345" y="103145"/>
                </a:lnTo>
                <a:lnTo>
                  <a:pt x="1214468" y="103031"/>
                </a:lnTo>
                <a:lnTo>
                  <a:pt x="1214549" y="102946"/>
                </a:lnTo>
                <a:lnTo>
                  <a:pt x="1214681" y="102833"/>
                </a:lnTo>
                <a:lnTo>
                  <a:pt x="1214803" y="102748"/>
                </a:lnTo>
                <a:lnTo>
                  <a:pt x="1214885" y="102635"/>
                </a:lnTo>
                <a:lnTo>
                  <a:pt x="1215007" y="102550"/>
                </a:lnTo>
                <a:lnTo>
                  <a:pt x="1215130" y="102437"/>
                </a:lnTo>
                <a:lnTo>
                  <a:pt x="1215211" y="102352"/>
                </a:lnTo>
                <a:lnTo>
                  <a:pt x="1215336" y="102239"/>
                </a:lnTo>
                <a:lnTo>
                  <a:pt x="1215468" y="102154"/>
                </a:lnTo>
                <a:lnTo>
                  <a:pt x="1215590" y="102040"/>
                </a:lnTo>
                <a:lnTo>
                  <a:pt x="1215672" y="101955"/>
                </a:lnTo>
                <a:lnTo>
                  <a:pt x="1215794" y="101842"/>
                </a:lnTo>
                <a:lnTo>
                  <a:pt x="1215917" y="101757"/>
                </a:lnTo>
                <a:lnTo>
                  <a:pt x="1215998" y="101644"/>
                </a:lnTo>
                <a:lnTo>
                  <a:pt x="1216133" y="101559"/>
                </a:lnTo>
                <a:lnTo>
                  <a:pt x="1216255" y="101446"/>
                </a:lnTo>
                <a:lnTo>
                  <a:pt x="1216337" y="101333"/>
                </a:lnTo>
                <a:lnTo>
                  <a:pt x="1216459" y="101248"/>
                </a:lnTo>
                <a:lnTo>
                  <a:pt x="1216581" y="101163"/>
                </a:lnTo>
                <a:lnTo>
                  <a:pt x="1216663" y="101049"/>
                </a:lnTo>
                <a:lnTo>
                  <a:pt x="1216785" y="100936"/>
                </a:lnTo>
                <a:lnTo>
                  <a:pt x="1216908" y="100851"/>
                </a:lnTo>
                <a:lnTo>
                  <a:pt x="1217001" y="100738"/>
                </a:lnTo>
                <a:lnTo>
                  <a:pt x="1217124" y="100653"/>
                </a:lnTo>
                <a:lnTo>
                  <a:pt x="1217246" y="100540"/>
                </a:lnTo>
                <a:lnTo>
                  <a:pt x="1217328" y="100427"/>
                </a:lnTo>
                <a:lnTo>
                  <a:pt x="1217450" y="100342"/>
                </a:lnTo>
                <a:lnTo>
                  <a:pt x="1217572" y="100228"/>
                </a:lnTo>
                <a:lnTo>
                  <a:pt x="1217654" y="100143"/>
                </a:lnTo>
                <a:lnTo>
                  <a:pt x="1217776" y="100030"/>
                </a:lnTo>
                <a:lnTo>
                  <a:pt x="1217899" y="99917"/>
                </a:lnTo>
                <a:lnTo>
                  <a:pt x="1218033" y="99832"/>
                </a:lnTo>
                <a:lnTo>
                  <a:pt x="1218115" y="99719"/>
                </a:lnTo>
                <a:lnTo>
                  <a:pt x="1218237" y="99634"/>
                </a:lnTo>
                <a:lnTo>
                  <a:pt x="1218359" y="99521"/>
                </a:lnTo>
                <a:lnTo>
                  <a:pt x="1218441" y="99436"/>
                </a:lnTo>
                <a:lnTo>
                  <a:pt x="1218563" y="99322"/>
                </a:lnTo>
                <a:lnTo>
                  <a:pt x="1218686" y="99209"/>
                </a:lnTo>
                <a:lnTo>
                  <a:pt x="1218777" y="99096"/>
                </a:lnTo>
                <a:lnTo>
                  <a:pt x="1218902" y="99011"/>
                </a:lnTo>
                <a:lnTo>
                  <a:pt x="1219024" y="98898"/>
                </a:lnTo>
                <a:lnTo>
                  <a:pt x="1219106" y="98813"/>
                </a:lnTo>
                <a:lnTo>
                  <a:pt x="1219228" y="98699"/>
                </a:lnTo>
                <a:lnTo>
                  <a:pt x="1219350" y="98586"/>
                </a:lnTo>
                <a:lnTo>
                  <a:pt x="1219432" y="98501"/>
                </a:lnTo>
                <a:lnTo>
                  <a:pt x="1219554" y="98416"/>
                </a:lnTo>
                <a:lnTo>
                  <a:pt x="1219677" y="98303"/>
                </a:lnTo>
                <a:lnTo>
                  <a:pt x="1219768" y="98190"/>
                </a:lnTo>
                <a:lnTo>
                  <a:pt x="1219893" y="98105"/>
                </a:lnTo>
                <a:lnTo>
                  <a:pt x="1220015" y="97992"/>
                </a:lnTo>
                <a:lnTo>
                  <a:pt x="1220097" y="97907"/>
                </a:lnTo>
                <a:lnTo>
                  <a:pt x="1220219" y="97793"/>
                </a:lnTo>
                <a:lnTo>
                  <a:pt x="1220341" y="97680"/>
                </a:lnTo>
                <a:lnTo>
                  <a:pt x="1220423" y="97567"/>
                </a:lnTo>
                <a:lnTo>
                  <a:pt x="1220545" y="97482"/>
                </a:lnTo>
                <a:lnTo>
                  <a:pt x="1220677" y="97369"/>
                </a:lnTo>
                <a:lnTo>
                  <a:pt x="1220802" y="97284"/>
                </a:lnTo>
                <a:lnTo>
                  <a:pt x="1220884" y="97171"/>
                </a:lnTo>
                <a:lnTo>
                  <a:pt x="1221006" y="97057"/>
                </a:lnTo>
                <a:lnTo>
                  <a:pt x="1221128" y="96972"/>
                </a:lnTo>
                <a:lnTo>
                  <a:pt x="1221210" y="96859"/>
                </a:lnTo>
                <a:lnTo>
                  <a:pt x="1221332" y="96746"/>
                </a:lnTo>
                <a:lnTo>
                  <a:pt x="1221464" y="96661"/>
                </a:lnTo>
                <a:lnTo>
                  <a:pt x="1221546" y="96548"/>
                </a:lnTo>
                <a:lnTo>
                  <a:pt x="1221668" y="96463"/>
                </a:lnTo>
                <a:lnTo>
                  <a:pt x="1221793" y="96349"/>
                </a:lnTo>
                <a:lnTo>
                  <a:pt x="1221875" y="96236"/>
                </a:lnTo>
                <a:lnTo>
                  <a:pt x="1221997" y="96151"/>
                </a:lnTo>
                <a:lnTo>
                  <a:pt x="1222119" y="96038"/>
                </a:lnTo>
                <a:lnTo>
                  <a:pt x="1222201" y="95925"/>
                </a:lnTo>
                <a:lnTo>
                  <a:pt x="1222333" y="95840"/>
                </a:lnTo>
                <a:lnTo>
                  <a:pt x="1222455" y="95727"/>
                </a:lnTo>
                <a:lnTo>
                  <a:pt x="1222537" y="95613"/>
                </a:lnTo>
                <a:lnTo>
                  <a:pt x="1222659" y="95528"/>
                </a:lnTo>
                <a:lnTo>
                  <a:pt x="1222784" y="95415"/>
                </a:lnTo>
                <a:lnTo>
                  <a:pt x="1222866" y="95330"/>
                </a:lnTo>
                <a:lnTo>
                  <a:pt x="1222988" y="95217"/>
                </a:lnTo>
                <a:lnTo>
                  <a:pt x="1223120" y="95104"/>
                </a:lnTo>
                <a:lnTo>
                  <a:pt x="1223242" y="94990"/>
                </a:lnTo>
                <a:lnTo>
                  <a:pt x="1223324" y="94906"/>
                </a:lnTo>
                <a:lnTo>
                  <a:pt x="1223446" y="94792"/>
                </a:lnTo>
                <a:lnTo>
                  <a:pt x="1223569" y="94707"/>
                </a:lnTo>
                <a:lnTo>
                  <a:pt x="1223650" y="94594"/>
                </a:lnTo>
                <a:lnTo>
                  <a:pt x="1223775" y="94481"/>
                </a:lnTo>
                <a:lnTo>
                  <a:pt x="1223897" y="94396"/>
                </a:lnTo>
                <a:lnTo>
                  <a:pt x="1223989" y="94283"/>
                </a:lnTo>
                <a:lnTo>
                  <a:pt x="1224111" y="94198"/>
                </a:lnTo>
                <a:lnTo>
                  <a:pt x="1224233" y="94084"/>
                </a:lnTo>
                <a:lnTo>
                  <a:pt x="1224315" y="93971"/>
                </a:lnTo>
                <a:lnTo>
                  <a:pt x="1224437" y="93858"/>
                </a:lnTo>
                <a:lnTo>
                  <a:pt x="1224560" y="93773"/>
                </a:lnTo>
                <a:lnTo>
                  <a:pt x="1224641" y="93660"/>
                </a:lnTo>
                <a:lnTo>
                  <a:pt x="1224766" y="93575"/>
                </a:lnTo>
                <a:lnTo>
                  <a:pt x="1224898" y="93462"/>
                </a:lnTo>
                <a:lnTo>
                  <a:pt x="1224980" y="93348"/>
                </a:lnTo>
                <a:lnTo>
                  <a:pt x="1225102" y="93235"/>
                </a:lnTo>
                <a:lnTo>
                  <a:pt x="1225224" y="93150"/>
                </a:lnTo>
                <a:lnTo>
                  <a:pt x="1225306" y="93037"/>
                </a:lnTo>
                <a:lnTo>
                  <a:pt x="1225428" y="92952"/>
                </a:lnTo>
                <a:lnTo>
                  <a:pt x="1225551" y="92839"/>
                </a:lnTo>
                <a:lnTo>
                  <a:pt x="1225673" y="92725"/>
                </a:lnTo>
                <a:lnTo>
                  <a:pt x="1225767" y="92612"/>
                </a:lnTo>
                <a:lnTo>
                  <a:pt x="1225889" y="92527"/>
                </a:lnTo>
                <a:lnTo>
                  <a:pt x="1226011" y="92414"/>
                </a:lnTo>
                <a:lnTo>
                  <a:pt x="1226093" y="92329"/>
                </a:lnTo>
                <a:lnTo>
                  <a:pt x="1226215" y="92216"/>
                </a:lnTo>
                <a:lnTo>
                  <a:pt x="1226338" y="92103"/>
                </a:lnTo>
                <a:lnTo>
                  <a:pt x="1226419" y="92018"/>
                </a:lnTo>
                <a:lnTo>
                  <a:pt x="1226542" y="91904"/>
                </a:lnTo>
                <a:lnTo>
                  <a:pt x="1226676" y="91791"/>
                </a:lnTo>
                <a:lnTo>
                  <a:pt x="1226758" y="91706"/>
                </a:lnTo>
                <a:lnTo>
                  <a:pt x="1226880" y="91593"/>
                </a:lnTo>
                <a:lnTo>
                  <a:pt x="1227002" y="91480"/>
                </a:lnTo>
                <a:lnTo>
                  <a:pt x="1227084" y="91395"/>
                </a:lnTo>
                <a:lnTo>
                  <a:pt x="1227206" y="91281"/>
                </a:lnTo>
                <a:lnTo>
                  <a:pt x="1227329" y="91168"/>
                </a:lnTo>
                <a:lnTo>
                  <a:pt x="1227410" y="91083"/>
                </a:lnTo>
                <a:lnTo>
                  <a:pt x="1227545" y="90970"/>
                </a:lnTo>
                <a:lnTo>
                  <a:pt x="1227667" y="90885"/>
                </a:lnTo>
                <a:lnTo>
                  <a:pt x="1227749" y="90772"/>
                </a:lnTo>
                <a:lnTo>
                  <a:pt x="1227871" y="90659"/>
                </a:lnTo>
                <a:lnTo>
                  <a:pt x="1227993" y="90574"/>
                </a:lnTo>
                <a:lnTo>
                  <a:pt x="1228116" y="90460"/>
                </a:lnTo>
                <a:lnTo>
                  <a:pt x="1228197" y="90375"/>
                </a:lnTo>
                <a:lnTo>
                  <a:pt x="1228329" y="90262"/>
                </a:lnTo>
                <a:lnTo>
                  <a:pt x="1228454" y="90149"/>
                </a:lnTo>
                <a:lnTo>
                  <a:pt x="1228536" y="90036"/>
                </a:lnTo>
                <a:lnTo>
                  <a:pt x="1228658" y="89951"/>
                </a:lnTo>
                <a:lnTo>
                  <a:pt x="1228780" y="89837"/>
                </a:lnTo>
                <a:lnTo>
                  <a:pt x="1228862" y="89753"/>
                </a:lnTo>
                <a:lnTo>
                  <a:pt x="1228984" y="89639"/>
                </a:lnTo>
                <a:lnTo>
                  <a:pt x="1229116" y="89526"/>
                </a:lnTo>
                <a:lnTo>
                  <a:pt x="1229198" y="89441"/>
                </a:lnTo>
                <a:lnTo>
                  <a:pt x="1229323" y="89328"/>
                </a:lnTo>
                <a:lnTo>
                  <a:pt x="1229445" y="89243"/>
                </a:lnTo>
                <a:lnTo>
                  <a:pt x="1229527" y="89130"/>
                </a:lnTo>
                <a:lnTo>
                  <a:pt x="1229649" y="89016"/>
                </a:lnTo>
                <a:lnTo>
                  <a:pt x="1229771" y="88903"/>
                </a:lnTo>
                <a:lnTo>
                  <a:pt x="1229853" y="88818"/>
                </a:lnTo>
                <a:lnTo>
                  <a:pt x="1229985" y="88705"/>
                </a:lnTo>
                <a:lnTo>
                  <a:pt x="1230107" y="88620"/>
                </a:lnTo>
                <a:lnTo>
                  <a:pt x="1230189" y="88507"/>
                </a:lnTo>
                <a:lnTo>
                  <a:pt x="1230314" y="88422"/>
                </a:lnTo>
                <a:lnTo>
                  <a:pt x="1230436" y="88309"/>
                </a:lnTo>
                <a:lnTo>
                  <a:pt x="1230558" y="88195"/>
                </a:lnTo>
                <a:lnTo>
                  <a:pt x="1230640" y="88110"/>
                </a:lnTo>
                <a:lnTo>
                  <a:pt x="1230762" y="87997"/>
                </a:lnTo>
                <a:lnTo>
                  <a:pt x="1230894" y="87912"/>
                </a:lnTo>
                <a:lnTo>
                  <a:pt x="1230976" y="87799"/>
                </a:lnTo>
                <a:lnTo>
                  <a:pt x="1231098" y="87714"/>
                </a:lnTo>
                <a:lnTo>
                  <a:pt x="1231221" y="87601"/>
                </a:lnTo>
                <a:lnTo>
                  <a:pt x="1231302" y="87487"/>
                </a:lnTo>
                <a:lnTo>
                  <a:pt x="1231427" y="87403"/>
                </a:lnTo>
                <a:lnTo>
                  <a:pt x="1231549" y="87289"/>
                </a:lnTo>
                <a:lnTo>
                  <a:pt x="1231631" y="87204"/>
                </a:lnTo>
                <a:lnTo>
                  <a:pt x="1231763" y="87091"/>
                </a:lnTo>
                <a:lnTo>
                  <a:pt x="1231885" y="87006"/>
                </a:lnTo>
                <a:lnTo>
                  <a:pt x="1231967" y="86893"/>
                </a:lnTo>
                <a:lnTo>
                  <a:pt x="1232089" y="86808"/>
                </a:lnTo>
                <a:lnTo>
                  <a:pt x="1232211" y="86695"/>
                </a:lnTo>
                <a:lnTo>
                  <a:pt x="1232295" y="86581"/>
                </a:lnTo>
                <a:lnTo>
                  <a:pt x="1232418" y="86497"/>
                </a:lnTo>
                <a:lnTo>
                  <a:pt x="1232540" y="86383"/>
                </a:lnTo>
                <a:lnTo>
                  <a:pt x="1232631" y="86298"/>
                </a:lnTo>
                <a:lnTo>
                  <a:pt x="1232754" y="86185"/>
                </a:lnTo>
                <a:lnTo>
                  <a:pt x="1232876" y="86100"/>
                </a:lnTo>
                <a:lnTo>
                  <a:pt x="1232999" y="85987"/>
                </a:lnTo>
                <a:lnTo>
                  <a:pt x="1233080" y="85902"/>
                </a:lnTo>
                <a:lnTo>
                  <a:pt x="1233202" y="85789"/>
                </a:lnTo>
                <a:lnTo>
                  <a:pt x="1233337" y="85704"/>
                </a:lnTo>
                <a:lnTo>
                  <a:pt x="1233409" y="85590"/>
                </a:lnTo>
                <a:lnTo>
                  <a:pt x="1233541" y="85506"/>
                </a:lnTo>
                <a:lnTo>
                  <a:pt x="1233663" y="85392"/>
                </a:lnTo>
                <a:lnTo>
                  <a:pt x="1233745" y="85307"/>
                </a:lnTo>
                <a:lnTo>
                  <a:pt x="1233867" y="85194"/>
                </a:lnTo>
                <a:lnTo>
                  <a:pt x="1233989" y="85109"/>
                </a:lnTo>
                <a:lnTo>
                  <a:pt x="1234071" y="85024"/>
                </a:lnTo>
                <a:lnTo>
                  <a:pt x="1234193" y="84911"/>
                </a:lnTo>
                <a:lnTo>
                  <a:pt x="1234328" y="84798"/>
                </a:lnTo>
                <a:lnTo>
                  <a:pt x="1234409" y="84713"/>
                </a:lnTo>
                <a:lnTo>
                  <a:pt x="1234532" y="84600"/>
                </a:lnTo>
                <a:lnTo>
                  <a:pt x="1234654" y="84515"/>
                </a:lnTo>
                <a:lnTo>
                  <a:pt x="1234736" y="84430"/>
                </a:lnTo>
                <a:lnTo>
                  <a:pt x="1234858" y="84316"/>
                </a:lnTo>
                <a:lnTo>
                  <a:pt x="1234980" y="84231"/>
                </a:lnTo>
                <a:lnTo>
                  <a:pt x="1235062" y="84118"/>
                </a:lnTo>
                <a:lnTo>
                  <a:pt x="1235196" y="84033"/>
                </a:lnTo>
                <a:lnTo>
                  <a:pt x="1235319" y="83920"/>
                </a:lnTo>
                <a:lnTo>
                  <a:pt x="1235441" y="83835"/>
                </a:lnTo>
                <a:lnTo>
                  <a:pt x="1235523" y="83722"/>
                </a:lnTo>
                <a:lnTo>
                  <a:pt x="1235645" y="83637"/>
                </a:lnTo>
                <a:lnTo>
                  <a:pt x="1235767" y="83552"/>
                </a:lnTo>
                <a:lnTo>
                  <a:pt x="1235849" y="83439"/>
                </a:lnTo>
                <a:lnTo>
                  <a:pt x="1235983" y="83354"/>
                </a:lnTo>
                <a:lnTo>
                  <a:pt x="1236106" y="83241"/>
                </a:lnTo>
                <a:lnTo>
                  <a:pt x="1236187" y="83156"/>
                </a:lnTo>
                <a:lnTo>
                  <a:pt x="1236310" y="83071"/>
                </a:lnTo>
                <a:lnTo>
                  <a:pt x="1236432" y="82957"/>
                </a:lnTo>
                <a:lnTo>
                  <a:pt x="1236514" y="82872"/>
                </a:lnTo>
                <a:lnTo>
                  <a:pt x="1236636" y="82759"/>
                </a:lnTo>
                <a:lnTo>
                  <a:pt x="1236758" y="82674"/>
                </a:lnTo>
                <a:lnTo>
                  <a:pt x="1236852" y="82589"/>
                </a:lnTo>
                <a:lnTo>
                  <a:pt x="1236974" y="82476"/>
                </a:lnTo>
                <a:lnTo>
                  <a:pt x="1237097" y="82391"/>
                </a:lnTo>
                <a:lnTo>
                  <a:pt x="1237178" y="82306"/>
                </a:lnTo>
                <a:lnTo>
                  <a:pt x="1237301" y="82193"/>
                </a:lnTo>
                <a:lnTo>
                  <a:pt x="1237423" y="82108"/>
                </a:lnTo>
                <a:lnTo>
                  <a:pt x="1237505" y="81995"/>
                </a:lnTo>
                <a:lnTo>
                  <a:pt x="1237627" y="81910"/>
                </a:lnTo>
                <a:lnTo>
                  <a:pt x="1237749" y="81825"/>
                </a:lnTo>
                <a:lnTo>
                  <a:pt x="1237884" y="81712"/>
                </a:lnTo>
                <a:lnTo>
                  <a:pt x="1237965" y="81627"/>
                </a:lnTo>
                <a:lnTo>
                  <a:pt x="1238088" y="81513"/>
                </a:lnTo>
                <a:lnTo>
                  <a:pt x="1238210" y="81428"/>
                </a:lnTo>
                <a:lnTo>
                  <a:pt x="1238292" y="81344"/>
                </a:lnTo>
                <a:lnTo>
                  <a:pt x="1238414" y="81259"/>
                </a:lnTo>
                <a:lnTo>
                  <a:pt x="1238536" y="81145"/>
                </a:lnTo>
                <a:lnTo>
                  <a:pt x="1238618" y="81060"/>
                </a:lnTo>
                <a:lnTo>
                  <a:pt x="1238750" y="80975"/>
                </a:lnTo>
                <a:lnTo>
                  <a:pt x="1238875" y="80862"/>
                </a:lnTo>
                <a:lnTo>
                  <a:pt x="1238956" y="80777"/>
                </a:lnTo>
                <a:lnTo>
                  <a:pt x="1239079" y="80692"/>
                </a:lnTo>
                <a:lnTo>
                  <a:pt x="1239201" y="80579"/>
                </a:lnTo>
                <a:lnTo>
                  <a:pt x="1239283" y="80494"/>
                </a:lnTo>
                <a:lnTo>
                  <a:pt x="1239405" y="80409"/>
                </a:lnTo>
                <a:lnTo>
                  <a:pt x="1239527" y="80324"/>
                </a:lnTo>
                <a:lnTo>
                  <a:pt x="1239619" y="80211"/>
                </a:lnTo>
                <a:lnTo>
                  <a:pt x="1239741" y="80126"/>
                </a:lnTo>
                <a:lnTo>
                  <a:pt x="1239866" y="80041"/>
                </a:lnTo>
                <a:lnTo>
                  <a:pt x="1239947" y="79956"/>
                </a:lnTo>
                <a:lnTo>
                  <a:pt x="1240070" y="79843"/>
                </a:lnTo>
                <a:lnTo>
                  <a:pt x="1240192" y="79758"/>
                </a:lnTo>
                <a:lnTo>
                  <a:pt x="1240274" y="79673"/>
                </a:lnTo>
                <a:lnTo>
                  <a:pt x="1240406" y="79560"/>
                </a:lnTo>
                <a:lnTo>
                  <a:pt x="1240528" y="79475"/>
                </a:lnTo>
                <a:lnTo>
                  <a:pt x="1240650" y="79390"/>
                </a:lnTo>
                <a:lnTo>
                  <a:pt x="1240732" y="79305"/>
                </a:lnTo>
                <a:lnTo>
                  <a:pt x="1240857" y="79192"/>
                </a:lnTo>
                <a:lnTo>
                  <a:pt x="1240979" y="79107"/>
                </a:lnTo>
                <a:lnTo>
                  <a:pt x="1241061" y="79022"/>
                </a:lnTo>
                <a:lnTo>
                  <a:pt x="1241193" y="78937"/>
                </a:lnTo>
                <a:lnTo>
                  <a:pt x="1241315" y="78852"/>
                </a:lnTo>
                <a:lnTo>
                  <a:pt x="1241397" y="78767"/>
                </a:lnTo>
                <a:lnTo>
                  <a:pt x="1241519" y="78654"/>
                </a:lnTo>
                <a:lnTo>
                  <a:pt x="1241641" y="78569"/>
                </a:lnTo>
                <a:lnTo>
                  <a:pt x="1241723" y="78484"/>
                </a:lnTo>
                <a:lnTo>
                  <a:pt x="1241848" y="78399"/>
                </a:lnTo>
                <a:lnTo>
                  <a:pt x="1241970" y="78314"/>
                </a:lnTo>
                <a:lnTo>
                  <a:pt x="1242061" y="78229"/>
                </a:lnTo>
                <a:lnTo>
                  <a:pt x="1242184" y="78116"/>
                </a:lnTo>
                <a:lnTo>
                  <a:pt x="1242306" y="78031"/>
                </a:lnTo>
                <a:lnTo>
                  <a:pt x="1242388" y="77946"/>
                </a:lnTo>
                <a:lnTo>
                  <a:pt x="1242510" y="77861"/>
                </a:lnTo>
                <a:lnTo>
                  <a:pt x="1242632" y="77776"/>
                </a:lnTo>
                <a:lnTo>
                  <a:pt x="1242714" y="77691"/>
                </a:lnTo>
                <a:lnTo>
                  <a:pt x="1242839" y="77606"/>
                </a:lnTo>
                <a:lnTo>
                  <a:pt x="1242971" y="77521"/>
                </a:lnTo>
                <a:lnTo>
                  <a:pt x="1243093" y="77436"/>
                </a:lnTo>
                <a:lnTo>
                  <a:pt x="1243175" y="77351"/>
                </a:lnTo>
                <a:lnTo>
                  <a:pt x="1243297" y="77238"/>
                </a:lnTo>
                <a:lnTo>
                  <a:pt x="1243419" y="77153"/>
                </a:lnTo>
                <a:lnTo>
                  <a:pt x="1243501" y="77068"/>
                </a:lnTo>
                <a:lnTo>
                  <a:pt x="1243623" y="77012"/>
                </a:lnTo>
                <a:lnTo>
                  <a:pt x="1243746" y="76898"/>
                </a:lnTo>
                <a:lnTo>
                  <a:pt x="1243839" y="76813"/>
                </a:lnTo>
                <a:lnTo>
                  <a:pt x="1243962" y="76728"/>
                </a:lnTo>
                <a:lnTo>
                  <a:pt x="1244084" y="76644"/>
                </a:lnTo>
                <a:lnTo>
                  <a:pt x="1244166" y="76559"/>
                </a:lnTo>
                <a:lnTo>
                  <a:pt x="1244288" y="76474"/>
                </a:lnTo>
                <a:lnTo>
                  <a:pt x="1244410" y="76389"/>
                </a:lnTo>
                <a:lnTo>
                  <a:pt x="1244492" y="76304"/>
                </a:lnTo>
                <a:lnTo>
                  <a:pt x="1244614" y="76247"/>
                </a:lnTo>
                <a:lnTo>
                  <a:pt x="1244749" y="76134"/>
                </a:lnTo>
                <a:lnTo>
                  <a:pt x="1244830" y="76049"/>
                </a:lnTo>
                <a:lnTo>
                  <a:pt x="1244953" y="75992"/>
                </a:lnTo>
                <a:lnTo>
                  <a:pt x="1245075" y="75907"/>
                </a:lnTo>
                <a:lnTo>
                  <a:pt x="1245157" y="75822"/>
                </a:lnTo>
                <a:lnTo>
                  <a:pt x="1245279" y="75738"/>
                </a:lnTo>
                <a:lnTo>
                  <a:pt x="1245401" y="75653"/>
                </a:lnTo>
                <a:lnTo>
                  <a:pt x="1245524" y="75568"/>
                </a:lnTo>
                <a:lnTo>
                  <a:pt x="1245617" y="75483"/>
                </a:lnTo>
                <a:lnTo>
                  <a:pt x="1245740" y="75398"/>
                </a:lnTo>
                <a:lnTo>
                  <a:pt x="1245862" y="75313"/>
                </a:lnTo>
                <a:lnTo>
                  <a:pt x="1245944" y="75256"/>
                </a:lnTo>
                <a:lnTo>
                  <a:pt x="1246066" y="75171"/>
                </a:lnTo>
                <a:lnTo>
                  <a:pt x="1246188" y="75086"/>
                </a:lnTo>
                <a:lnTo>
                  <a:pt x="1246270" y="75001"/>
                </a:lnTo>
                <a:lnTo>
                  <a:pt x="1246392" y="74916"/>
                </a:lnTo>
                <a:lnTo>
                  <a:pt x="1246527" y="74832"/>
                </a:lnTo>
                <a:lnTo>
                  <a:pt x="1246608" y="74775"/>
                </a:lnTo>
                <a:lnTo>
                  <a:pt x="1246731" y="74690"/>
                </a:lnTo>
                <a:lnTo>
                  <a:pt x="1246853" y="74605"/>
                </a:lnTo>
                <a:lnTo>
                  <a:pt x="1246935" y="74520"/>
                </a:lnTo>
                <a:lnTo>
                  <a:pt x="1247057" y="74435"/>
                </a:lnTo>
                <a:lnTo>
                  <a:pt x="1247189" y="74379"/>
                </a:lnTo>
                <a:lnTo>
                  <a:pt x="1247261" y="74294"/>
                </a:lnTo>
                <a:lnTo>
                  <a:pt x="1247393" y="74209"/>
                </a:lnTo>
                <a:lnTo>
                  <a:pt x="1247518" y="74124"/>
                </a:lnTo>
                <a:lnTo>
                  <a:pt x="1247599" y="74039"/>
                </a:lnTo>
                <a:lnTo>
                  <a:pt x="1247722" y="73982"/>
                </a:lnTo>
                <a:lnTo>
                  <a:pt x="1247844" y="73897"/>
                </a:lnTo>
                <a:lnTo>
                  <a:pt x="1247966" y="73812"/>
                </a:lnTo>
                <a:lnTo>
                  <a:pt x="1248057" y="73756"/>
                </a:lnTo>
                <a:lnTo>
                  <a:pt x="1248180" y="73671"/>
                </a:lnTo>
                <a:lnTo>
                  <a:pt x="1248302" y="73586"/>
                </a:lnTo>
                <a:lnTo>
                  <a:pt x="1248386" y="73501"/>
                </a:lnTo>
                <a:lnTo>
                  <a:pt x="1248509" y="73444"/>
                </a:lnTo>
                <a:lnTo>
                  <a:pt x="1248631" y="73359"/>
                </a:lnTo>
                <a:lnTo>
                  <a:pt x="1248713" y="73274"/>
                </a:lnTo>
                <a:lnTo>
                  <a:pt x="1248844" y="73189"/>
                </a:lnTo>
                <a:lnTo>
                  <a:pt x="1248967" y="73133"/>
                </a:lnTo>
                <a:lnTo>
                  <a:pt x="1249048" y="73048"/>
                </a:lnTo>
                <a:lnTo>
                  <a:pt x="1249171" y="72963"/>
                </a:lnTo>
                <a:lnTo>
                  <a:pt x="1249293" y="72906"/>
                </a:lnTo>
                <a:lnTo>
                  <a:pt x="1249377" y="72821"/>
                </a:lnTo>
                <a:lnTo>
                  <a:pt x="1249500" y="72765"/>
                </a:lnTo>
                <a:lnTo>
                  <a:pt x="1249622" y="72680"/>
                </a:lnTo>
                <a:lnTo>
                  <a:pt x="1249713" y="72595"/>
                </a:lnTo>
                <a:lnTo>
                  <a:pt x="1249835" y="72538"/>
                </a:lnTo>
                <a:lnTo>
                  <a:pt x="1249958" y="72453"/>
                </a:lnTo>
                <a:lnTo>
                  <a:pt x="1250039" y="72397"/>
                </a:lnTo>
                <a:lnTo>
                  <a:pt x="1250162" y="72312"/>
                </a:lnTo>
                <a:lnTo>
                  <a:pt x="1250284" y="72227"/>
                </a:lnTo>
                <a:lnTo>
                  <a:pt x="1250409" y="72170"/>
                </a:lnTo>
                <a:lnTo>
                  <a:pt x="1250491" y="72085"/>
                </a:lnTo>
                <a:lnTo>
                  <a:pt x="1250613" y="72000"/>
                </a:lnTo>
                <a:lnTo>
                  <a:pt x="1250745" y="71944"/>
                </a:lnTo>
                <a:lnTo>
                  <a:pt x="1250826" y="71859"/>
                </a:lnTo>
                <a:lnTo>
                  <a:pt x="1250949" y="71802"/>
                </a:lnTo>
                <a:lnTo>
                  <a:pt x="1251071" y="71717"/>
                </a:lnTo>
                <a:lnTo>
                  <a:pt x="1251153" y="71660"/>
                </a:lnTo>
                <a:lnTo>
                  <a:pt x="1251275" y="71576"/>
                </a:lnTo>
                <a:lnTo>
                  <a:pt x="1251400" y="71491"/>
                </a:lnTo>
                <a:lnTo>
                  <a:pt x="1251481" y="71434"/>
                </a:lnTo>
                <a:lnTo>
                  <a:pt x="1251613" y="71349"/>
                </a:lnTo>
                <a:lnTo>
                  <a:pt x="1251736" y="71292"/>
                </a:lnTo>
                <a:lnTo>
                  <a:pt x="1251817" y="71207"/>
                </a:lnTo>
                <a:lnTo>
                  <a:pt x="1251940" y="71123"/>
                </a:lnTo>
                <a:lnTo>
                  <a:pt x="1252062" y="71066"/>
                </a:lnTo>
                <a:lnTo>
                  <a:pt x="1252144" y="71009"/>
                </a:lnTo>
                <a:lnTo>
                  <a:pt x="1252269" y="70924"/>
                </a:lnTo>
                <a:lnTo>
                  <a:pt x="1252391" y="70868"/>
                </a:lnTo>
                <a:lnTo>
                  <a:pt x="1252482" y="70783"/>
                </a:lnTo>
                <a:lnTo>
                  <a:pt x="1252604" y="70726"/>
                </a:lnTo>
                <a:lnTo>
                  <a:pt x="1252727" y="70641"/>
                </a:lnTo>
                <a:lnTo>
                  <a:pt x="1252849" y="70585"/>
                </a:lnTo>
                <a:lnTo>
                  <a:pt x="1252931" y="70500"/>
                </a:lnTo>
                <a:lnTo>
                  <a:pt x="1253053" y="70443"/>
                </a:lnTo>
                <a:lnTo>
                  <a:pt x="1253188" y="70358"/>
                </a:lnTo>
                <a:lnTo>
                  <a:pt x="1253257" y="70301"/>
                </a:lnTo>
                <a:lnTo>
                  <a:pt x="1253391" y="70245"/>
                </a:lnTo>
                <a:lnTo>
                  <a:pt x="1253514" y="70160"/>
                </a:lnTo>
                <a:lnTo>
                  <a:pt x="1253595" y="70103"/>
                </a:lnTo>
                <a:lnTo>
                  <a:pt x="1253718" y="70018"/>
                </a:lnTo>
                <a:lnTo>
                  <a:pt x="1253840" y="69962"/>
                </a:lnTo>
                <a:lnTo>
                  <a:pt x="1253922" y="69877"/>
                </a:lnTo>
                <a:lnTo>
                  <a:pt x="1254056" y="69820"/>
                </a:lnTo>
                <a:lnTo>
                  <a:pt x="1254178" y="69763"/>
                </a:lnTo>
                <a:lnTo>
                  <a:pt x="1254260" y="69707"/>
                </a:lnTo>
                <a:lnTo>
                  <a:pt x="1254382" y="69622"/>
                </a:lnTo>
                <a:lnTo>
                  <a:pt x="1254505" y="69565"/>
                </a:lnTo>
                <a:lnTo>
                  <a:pt x="1254586" y="69480"/>
                </a:lnTo>
                <a:lnTo>
                  <a:pt x="1254709" y="69424"/>
                </a:lnTo>
                <a:lnTo>
                  <a:pt x="1254831" y="69367"/>
                </a:lnTo>
                <a:lnTo>
                  <a:pt x="1254925" y="69282"/>
                </a:lnTo>
                <a:lnTo>
                  <a:pt x="1255047" y="69226"/>
                </a:lnTo>
                <a:lnTo>
                  <a:pt x="1255169" y="69141"/>
                </a:lnTo>
                <a:lnTo>
                  <a:pt x="1255292" y="69084"/>
                </a:lnTo>
                <a:lnTo>
                  <a:pt x="1255373" y="69027"/>
                </a:lnTo>
                <a:lnTo>
                  <a:pt x="1255496" y="68971"/>
                </a:lnTo>
                <a:lnTo>
                  <a:pt x="1255618" y="68886"/>
                </a:lnTo>
                <a:lnTo>
                  <a:pt x="1255700" y="68829"/>
                </a:lnTo>
                <a:lnTo>
                  <a:pt x="1255832" y="68773"/>
                </a:lnTo>
                <a:lnTo>
                  <a:pt x="1255956" y="68716"/>
                </a:lnTo>
                <a:lnTo>
                  <a:pt x="1256038" y="68631"/>
                </a:lnTo>
                <a:lnTo>
                  <a:pt x="1256160" y="68574"/>
                </a:lnTo>
                <a:lnTo>
                  <a:pt x="1256283" y="68518"/>
                </a:lnTo>
                <a:lnTo>
                  <a:pt x="1256364" y="68461"/>
                </a:lnTo>
                <a:lnTo>
                  <a:pt x="1256487" y="68376"/>
                </a:lnTo>
                <a:lnTo>
                  <a:pt x="1256609" y="68320"/>
                </a:lnTo>
                <a:lnTo>
                  <a:pt x="1256700" y="68263"/>
                </a:lnTo>
                <a:lnTo>
                  <a:pt x="1256823" y="68206"/>
                </a:lnTo>
                <a:lnTo>
                  <a:pt x="1256947" y="68121"/>
                </a:lnTo>
                <a:lnTo>
                  <a:pt x="1257029" y="68065"/>
                </a:lnTo>
                <a:lnTo>
                  <a:pt x="1257151" y="68008"/>
                </a:lnTo>
                <a:lnTo>
                  <a:pt x="1257274" y="67951"/>
                </a:lnTo>
                <a:lnTo>
                  <a:pt x="1257355" y="67866"/>
                </a:lnTo>
                <a:lnTo>
                  <a:pt x="1257478" y="67838"/>
                </a:lnTo>
                <a:lnTo>
                  <a:pt x="1257600" y="67753"/>
                </a:lnTo>
                <a:lnTo>
                  <a:pt x="1257691" y="67697"/>
                </a:lnTo>
                <a:lnTo>
                  <a:pt x="1257814" y="67640"/>
                </a:lnTo>
                <a:lnTo>
                  <a:pt x="1257938" y="67583"/>
                </a:lnTo>
                <a:lnTo>
                  <a:pt x="1258061" y="67498"/>
                </a:lnTo>
                <a:lnTo>
                  <a:pt x="1258142" y="67442"/>
                </a:lnTo>
                <a:lnTo>
                  <a:pt x="1258265" y="67385"/>
                </a:lnTo>
                <a:lnTo>
                  <a:pt x="1258387" y="67329"/>
                </a:lnTo>
                <a:lnTo>
                  <a:pt x="1258478" y="67272"/>
                </a:lnTo>
                <a:lnTo>
                  <a:pt x="1258601" y="67215"/>
                </a:lnTo>
                <a:lnTo>
                  <a:pt x="1258723" y="67159"/>
                </a:lnTo>
                <a:lnTo>
                  <a:pt x="1258805" y="67102"/>
                </a:lnTo>
                <a:lnTo>
                  <a:pt x="1258929" y="67017"/>
                </a:lnTo>
                <a:lnTo>
                  <a:pt x="1259052" y="66960"/>
                </a:lnTo>
                <a:lnTo>
                  <a:pt x="1259133" y="66904"/>
                </a:lnTo>
                <a:lnTo>
                  <a:pt x="1259256" y="66847"/>
                </a:lnTo>
                <a:lnTo>
                  <a:pt x="1259388" y="66791"/>
                </a:lnTo>
                <a:lnTo>
                  <a:pt x="1259469" y="66734"/>
                </a:lnTo>
                <a:lnTo>
                  <a:pt x="1259592" y="66677"/>
                </a:lnTo>
                <a:lnTo>
                  <a:pt x="1259714" y="66621"/>
                </a:lnTo>
                <a:lnTo>
                  <a:pt x="1259796" y="66564"/>
                </a:lnTo>
                <a:lnTo>
                  <a:pt x="1259920" y="66507"/>
                </a:lnTo>
                <a:lnTo>
                  <a:pt x="1260052" y="66451"/>
                </a:lnTo>
                <a:lnTo>
                  <a:pt x="1260124" y="66394"/>
                </a:lnTo>
                <a:lnTo>
                  <a:pt x="1260256" y="66338"/>
                </a:lnTo>
                <a:lnTo>
                  <a:pt x="1260379" y="66253"/>
                </a:lnTo>
                <a:lnTo>
                  <a:pt x="1260501" y="66196"/>
                </a:lnTo>
                <a:lnTo>
                  <a:pt x="1260583" y="66139"/>
                </a:lnTo>
                <a:lnTo>
                  <a:pt x="1260705" y="66083"/>
                </a:lnTo>
                <a:lnTo>
                  <a:pt x="1260830" y="66026"/>
                </a:lnTo>
                <a:lnTo>
                  <a:pt x="1260921" y="65970"/>
                </a:lnTo>
                <a:lnTo>
                  <a:pt x="1261043" y="65913"/>
                </a:lnTo>
                <a:lnTo>
                  <a:pt x="1261166" y="65856"/>
                </a:lnTo>
                <a:lnTo>
                  <a:pt x="1261247" y="65800"/>
                </a:lnTo>
                <a:lnTo>
                  <a:pt x="1261370" y="65743"/>
                </a:lnTo>
                <a:lnTo>
                  <a:pt x="1261492" y="65686"/>
                </a:lnTo>
                <a:lnTo>
                  <a:pt x="1261574" y="65630"/>
                </a:lnTo>
                <a:lnTo>
                  <a:pt x="1261696" y="65573"/>
                </a:lnTo>
                <a:lnTo>
                  <a:pt x="1261830" y="65517"/>
                </a:lnTo>
                <a:lnTo>
                  <a:pt x="1261912" y="65460"/>
                </a:lnTo>
                <a:lnTo>
                  <a:pt x="1262034" y="65403"/>
                </a:lnTo>
                <a:lnTo>
                  <a:pt x="1262157" y="65347"/>
                </a:lnTo>
                <a:lnTo>
                  <a:pt x="1262238" y="65290"/>
                </a:lnTo>
                <a:lnTo>
                  <a:pt x="1262361" y="65233"/>
                </a:lnTo>
                <a:lnTo>
                  <a:pt x="1262483" y="65177"/>
                </a:lnTo>
                <a:lnTo>
                  <a:pt x="1262565" y="65120"/>
                </a:lnTo>
                <a:lnTo>
                  <a:pt x="1262699" y="65064"/>
                </a:lnTo>
                <a:lnTo>
                  <a:pt x="1262821" y="65007"/>
                </a:lnTo>
                <a:lnTo>
                  <a:pt x="1262944" y="64950"/>
                </a:lnTo>
                <a:lnTo>
                  <a:pt x="1263025" y="64894"/>
                </a:lnTo>
                <a:lnTo>
                  <a:pt x="1263148" y="64837"/>
                </a:lnTo>
                <a:lnTo>
                  <a:pt x="1263270" y="64780"/>
                </a:lnTo>
                <a:lnTo>
                  <a:pt x="1263352" y="64724"/>
                </a:lnTo>
                <a:lnTo>
                  <a:pt x="1263474" y="64667"/>
                </a:lnTo>
                <a:lnTo>
                  <a:pt x="1263608" y="64610"/>
                </a:lnTo>
                <a:lnTo>
                  <a:pt x="1263690" y="64554"/>
                </a:lnTo>
                <a:lnTo>
                  <a:pt x="1263812" y="64497"/>
                </a:lnTo>
                <a:lnTo>
                  <a:pt x="1263935" y="64469"/>
                </a:lnTo>
                <a:lnTo>
                  <a:pt x="1264016" y="64384"/>
                </a:lnTo>
                <a:lnTo>
                  <a:pt x="1264139" y="64356"/>
                </a:lnTo>
                <a:lnTo>
                  <a:pt x="1264261" y="64299"/>
                </a:lnTo>
                <a:lnTo>
                  <a:pt x="1264343" y="64242"/>
                </a:lnTo>
                <a:lnTo>
                  <a:pt x="1264477" y="64186"/>
                </a:lnTo>
                <a:lnTo>
                  <a:pt x="1264599" y="64129"/>
                </a:lnTo>
                <a:lnTo>
                  <a:pt x="1264681" y="64073"/>
                </a:lnTo>
                <a:lnTo>
                  <a:pt x="1264803" y="64016"/>
                </a:lnTo>
                <a:lnTo>
                  <a:pt x="1264926" y="63959"/>
                </a:lnTo>
                <a:lnTo>
                  <a:pt x="1265007" y="63903"/>
                </a:lnTo>
                <a:lnTo>
                  <a:pt x="1265130" y="63846"/>
                </a:lnTo>
                <a:lnTo>
                  <a:pt x="1265252" y="63789"/>
                </a:lnTo>
                <a:lnTo>
                  <a:pt x="1265384" y="63733"/>
                </a:lnTo>
                <a:lnTo>
                  <a:pt x="1265468" y="63676"/>
                </a:lnTo>
                <a:lnTo>
                  <a:pt x="1265590" y="63648"/>
                </a:lnTo>
                <a:lnTo>
                  <a:pt x="1265713" y="63563"/>
                </a:lnTo>
                <a:lnTo>
                  <a:pt x="1265794" y="63535"/>
                </a:lnTo>
                <a:lnTo>
                  <a:pt x="1265917" y="63478"/>
                </a:lnTo>
                <a:lnTo>
                  <a:pt x="1266049" y="63421"/>
                </a:lnTo>
                <a:lnTo>
                  <a:pt x="1266121" y="63365"/>
                </a:lnTo>
                <a:lnTo>
                  <a:pt x="1266253" y="63308"/>
                </a:lnTo>
                <a:lnTo>
                  <a:pt x="1266375" y="63251"/>
                </a:lnTo>
                <a:lnTo>
                  <a:pt x="1266459" y="63195"/>
                </a:lnTo>
                <a:lnTo>
                  <a:pt x="1266581" y="63167"/>
                </a:lnTo>
                <a:lnTo>
                  <a:pt x="1266704" y="63110"/>
                </a:lnTo>
                <a:lnTo>
                  <a:pt x="1266785" y="63053"/>
                </a:lnTo>
                <a:lnTo>
                  <a:pt x="1266917" y="62997"/>
                </a:lnTo>
                <a:lnTo>
                  <a:pt x="1267040" y="62940"/>
                </a:lnTo>
                <a:lnTo>
                  <a:pt x="1267121" y="62883"/>
                </a:lnTo>
                <a:lnTo>
                  <a:pt x="1267243" y="62827"/>
                </a:lnTo>
                <a:lnTo>
                  <a:pt x="1267366" y="62798"/>
                </a:lnTo>
                <a:lnTo>
                  <a:pt x="1267450" y="62742"/>
                </a:lnTo>
                <a:lnTo>
                  <a:pt x="1267572" y="62685"/>
                </a:lnTo>
                <a:lnTo>
                  <a:pt x="1267695" y="62629"/>
                </a:lnTo>
                <a:lnTo>
                  <a:pt x="1267817" y="62572"/>
                </a:lnTo>
                <a:lnTo>
                  <a:pt x="1267908" y="62515"/>
                </a:lnTo>
                <a:lnTo>
                  <a:pt x="1268031" y="62487"/>
                </a:lnTo>
                <a:lnTo>
                  <a:pt x="1268153" y="62430"/>
                </a:lnTo>
                <a:lnTo>
                  <a:pt x="1268234" y="62374"/>
                </a:lnTo>
                <a:lnTo>
                  <a:pt x="1268359" y="62317"/>
                </a:lnTo>
                <a:lnTo>
                  <a:pt x="1268482" y="62261"/>
                </a:lnTo>
                <a:lnTo>
                  <a:pt x="1268563" y="62204"/>
                </a:lnTo>
                <a:lnTo>
                  <a:pt x="1268686" y="62176"/>
                </a:lnTo>
                <a:lnTo>
                  <a:pt x="1268818" y="62119"/>
                </a:lnTo>
                <a:lnTo>
                  <a:pt x="1268899" y="62062"/>
                </a:lnTo>
                <a:lnTo>
                  <a:pt x="1269021" y="62034"/>
                </a:lnTo>
                <a:lnTo>
                  <a:pt x="1269144" y="61949"/>
                </a:lnTo>
                <a:lnTo>
                  <a:pt x="1269225" y="61921"/>
                </a:lnTo>
                <a:lnTo>
                  <a:pt x="1269348" y="61864"/>
                </a:lnTo>
                <a:lnTo>
                  <a:pt x="1269473" y="61807"/>
                </a:lnTo>
                <a:lnTo>
                  <a:pt x="1269554" y="61779"/>
                </a:lnTo>
                <a:lnTo>
                  <a:pt x="1269686" y="61723"/>
                </a:lnTo>
                <a:lnTo>
                  <a:pt x="1269809" y="61666"/>
                </a:lnTo>
                <a:lnTo>
                  <a:pt x="1269890" y="61609"/>
                </a:lnTo>
                <a:lnTo>
                  <a:pt x="1270012" y="61581"/>
                </a:lnTo>
                <a:lnTo>
                  <a:pt x="1270135" y="61524"/>
                </a:lnTo>
                <a:lnTo>
                  <a:pt x="1270257" y="61468"/>
                </a:lnTo>
                <a:lnTo>
                  <a:pt x="1270339" y="61411"/>
                </a:lnTo>
                <a:lnTo>
                  <a:pt x="1270464" y="61383"/>
                </a:lnTo>
                <a:lnTo>
                  <a:pt x="1270596" y="61326"/>
                </a:lnTo>
                <a:lnTo>
                  <a:pt x="1270677" y="61270"/>
                </a:lnTo>
                <a:lnTo>
                  <a:pt x="1270799" y="61213"/>
                </a:lnTo>
                <a:lnTo>
                  <a:pt x="1270922" y="61185"/>
                </a:lnTo>
                <a:lnTo>
                  <a:pt x="1271003" y="61128"/>
                </a:lnTo>
                <a:lnTo>
                  <a:pt x="1271126" y="61071"/>
                </a:lnTo>
                <a:lnTo>
                  <a:pt x="1271248" y="61043"/>
                </a:lnTo>
                <a:lnTo>
                  <a:pt x="1271342" y="60986"/>
                </a:lnTo>
                <a:lnTo>
                  <a:pt x="1271464" y="60930"/>
                </a:lnTo>
                <a:lnTo>
                  <a:pt x="1271587" y="60901"/>
                </a:lnTo>
                <a:lnTo>
                  <a:pt x="1271668" y="60845"/>
                </a:lnTo>
                <a:lnTo>
                  <a:pt x="1271790" y="60817"/>
                </a:lnTo>
                <a:lnTo>
                  <a:pt x="1271913" y="60760"/>
                </a:lnTo>
                <a:lnTo>
                  <a:pt x="1271994" y="60703"/>
                </a:lnTo>
                <a:lnTo>
                  <a:pt x="1272117" y="60675"/>
                </a:lnTo>
                <a:lnTo>
                  <a:pt x="1272251" y="60618"/>
                </a:lnTo>
                <a:lnTo>
                  <a:pt x="1272333" y="60562"/>
                </a:lnTo>
                <a:lnTo>
                  <a:pt x="1272455" y="60533"/>
                </a:lnTo>
                <a:lnTo>
                  <a:pt x="1272577" y="60477"/>
                </a:lnTo>
                <a:lnTo>
                  <a:pt x="1272700" y="60420"/>
                </a:lnTo>
                <a:lnTo>
                  <a:pt x="1272781" y="60392"/>
                </a:lnTo>
                <a:lnTo>
                  <a:pt x="1272904" y="60335"/>
                </a:lnTo>
                <a:lnTo>
                  <a:pt x="1273038" y="60307"/>
                </a:lnTo>
                <a:lnTo>
                  <a:pt x="1273120" y="60250"/>
                </a:lnTo>
                <a:lnTo>
                  <a:pt x="1273242" y="60194"/>
                </a:lnTo>
                <a:lnTo>
                  <a:pt x="1273365" y="60165"/>
                </a:lnTo>
                <a:lnTo>
                  <a:pt x="1273446" y="60109"/>
                </a:lnTo>
                <a:lnTo>
                  <a:pt x="1273568" y="60080"/>
                </a:lnTo>
                <a:lnTo>
                  <a:pt x="1273691" y="60024"/>
                </a:lnTo>
                <a:lnTo>
                  <a:pt x="1273772" y="59967"/>
                </a:lnTo>
                <a:lnTo>
                  <a:pt x="1273904" y="59939"/>
                </a:lnTo>
                <a:lnTo>
                  <a:pt x="1274029" y="59911"/>
                </a:lnTo>
                <a:lnTo>
                  <a:pt x="1274111" y="59854"/>
                </a:lnTo>
                <a:lnTo>
                  <a:pt x="1274233" y="59797"/>
                </a:lnTo>
                <a:lnTo>
                  <a:pt x="1274355" y="59769"/>
                </a:lnTo>
                <a:lnTo>
                  <a:pt x="1274437" y="59712"/>
                </a:lnTo>
                <a:lnTo>
                  <a:pt x="1274559" y="59684"/>
                </a:lnTo>
                <a:lnTo>
                  <a:pt x="1274682" y="59656"/>
                </a:lnTo>
                <a:lnTo>
                  <a:pt x="1274773" y="59599"/>
                </a:lnTo>
                <a:lnTo>
                  <a:pt x="1274895" y="59542"/>
                </a:lnTo>
                <a:lnTo>
                  <a:pt x="1275020" y="59514"/>
                </a:lnTo>
                <a:lnTo>
                  <a:pt x="1275102" y="59458"/>
                </a:lnTo>
                <a:lnTo>
                  <a:pt x="1275224" y="59429"/>
                </a:lnTo>
                <a:lnTo>
                  <a:pt x="1275346" y="59373"/>
                </a:lnTo>
                <a:lnTo>
                  <a:pt x="1275469" y="59344"/>
                </a:lnTo>
                <a:lnTo>
                  <a:pt x="1275550" y="59288"/>
                </a:lnTo>
                <a:lnTo>
                  <a:pt x="1275682" y="59259"/>
                </a:lnTo>
                <a:lnTo>
                  <a:pt x="1275805" y="59203"/>
                </a:lnTo>
                <a:lnTo>
                  <a:pt x="1275886" y="59174"/>
                </a:lnTo>
                <a:lnTo>
                  <a:pt x="1276011" y="59146"/>
                </a:lnTo>
                <a:lnTo>
                  <a:pt x="1276133" y="59089"/>
                </a:lnTo>
                <a:lnTo>
                  <a:pt x="1276215" y="59061"/>
                </a:lnTo>
                <a:lnTo>
                  <a:pt x="1276337" y="59004"/>
                </a:lnTo>
                <a:lnTo>
                  <a:pt x="1276460" y="58976"/>
                </a:lnTo>
                <a:lnTo>
                  <a:pt x="1276551" y="58920"/>
                </a:lnTo>
                <a:lnTo>
                  <a:pt x="1276673" y="58891"/>
                </a:lnTo>
                <a:lnTo>
                  <a:pt x="1276796" y="58835"/>
                </a:lnTo>
                <a:lnTo>
                  <a:pt x="1276877" y="58806"/>
                </a:lnTo>
                <a:lnTo>
                  <a:pt x="1277002" y="58778"/>
                </a:lnTo>
                <a:lnTo>
                  <a:pt x="1277124" y="58721"/>
                </a:lnTo>
                <a:lnTo>
                  <a:pt x="1277206" y="58693"/>
                </a:lnTo>
                <a:lnTo>
                  <a:pt x="1277328" y="58665"/>
                </a:lnTo>
                <a:lnTo>
                  <a:pt x="1277460" y="58608"/>
                </a:lnTo>
                <a:lnTo>
                  <a:pt x="1277542" y="58551"/>
                </a:lnTo>
                <a:lnTo>
                  <a:pt x="1277664" y="58523"/>
                </a:lnTo>
                <a:lnTo>
                  <a:pt x="1277787" y="58495"/>
                </a:lnTo>
                <a:lnTo>
                  <a:pt x="1277911" y="58438"/>
                </a:lnTo>
                <a:lnTo>
                  <a:pt x="1277993" y="58410"/>
                </a:lnTo>
                <a:lnTo>
                  <a:pt x="1278115" y="58353"/>
                </a:lnTo>
                <a:lnTo>
                  <a:pt x="1278247" y="58325"/>
                </a:lnTo>
                <a:lnTo>
                  <a:pt x="1278329" y="58297"/>
                </a:lnTo>
                <a:lnTo>
                  <a:pt x="1278451" y="58240"/>
                </a:lnTo>
                <a:lnTo>
                  <a:pt x="1278574" y="58212"/>
                </a:lnTo>
                <a:lnTo>
                  <a:pt x="1278655" y="58183"/>
                </a:lnTo>
                <a:lnTo>
                  <a:pt x="1278778" y="58155"/>
                </a:lnTo>
                <a:lnTo>
                  <a:pt x="1278900" y="58098"/>
                </a:lnTo>
                <a:lnTo>
                  <a:pt x="1278984" y="58070"/>
                </a:lnTo>
                <a:lnTo>
                  <a:pt x="1279116" y="58014"/>
                </a:lnTo>
                <a:lnTo>
                  <a:pt x="1279238" y="57985"/>
                </a:lnTo>
                <a:lnTo>
                  <a:pt x="1279320" y="57957"/>
                </a:lnTo>
                <a:lnTo>
                  <a:pt x="1279442" y="57900"/>
                </a:lnTo>
                <a:lnTo>
                  <a:pt x="1279565" y="57872"/>
                </a:lnTo>
                <a:lnTo>
                  <a:pt x="1279646" y="57844"/>
                </a:lnTo>
                <a:lnTo>
                  <a:pt x="1279781" y="57787"/>
                </a:lnTo>
                <a:lnTo>
                  <a:pt x="1279903" y="57759"/>
                </a:lnTo>
                <a:lnTo>
                  <a:pt x="1279985" y="57730"/>
                </a:lnTo>
                <a:lnTo>
                  <a:pt x="1280107" y="57674"/>
                </a:lnTo>
                <a:lnTo>
                  <a:pt x="1280229" y="57645"/>
                </a:lnTo>
                <a:lnTo>
                  <a:pt x="1280352" y="57617"/>
                </a:lnTo>
                <a:lnTo>
                  <a:pt x="1280433" y="57561"/>
                </a:lnTo>
                <a:lnTo>
                  <a:pt x="1280556" y="57532"/>
                </a:lnTo>
                <a:lnTo>
                  <a:pt x="1280678" y="57504"/>
                </a:lnTo>
                <a:lnTo>
                  <a:pt x="1280772" y="57476"/>
                </a:lnTo>
                <a:lnTo>
                  <a:pt x="1280894" y="57419"/>
                </a:lnTo>
                <a:lnTo>
                  <a:pt x="1281016" y="57391"/>
                </a:lnTo>
                <a:lnTo>
                  <a:pt x="1281098" y="57362"/>
                </a:lnTo>
                <a:lnTo>
                  <a:pt x="1281220" y="57306"/>
                </a:lnTo>
                <a:lnTo>
                  <a:pt x="1281343" y="57277"/>
                </a:lnTo>
                <a:lnTo>
                  <a:pt x="1281424" y="57249"/>
                </a:lnTo>
                <a:lnTo>
                  <a:pt x="1281547" y="57192"/>
                </a:lnTo>
                <a:lnTo>
                  <a:pt x="1281681" y="57164"/>
                </a:lnTo>
                <a:lnTo>
                  <a:pt x="1281763" y="57136"/>
                </a:lnTo>
                <a:lnTo>
                  <a:pt x="1281885" y="57108"/>
                </a:lnTo>
                <a:lnTo>
                  <a:pt x="1282007" y="57051"/>
                </a:lnTo>
                <a:lnTo>
                  <a:pt x="1282089" y="57023"/>
                </a:lnTo>
                <a:lnTo>
                  <a:pt x="1282211" y="56994"/>
                </a:lnTo>
                <a:lnTo>
                  <a:pt x="1282334" y="56938"/>
                </a:lnTo>
                <a:lnTo>
                  <a:pt x="1282415" y="56909"/>
                </a:lnTo>
                <a:lnTo>
                  <a:pt x="1282550" y="56881"/>
                </a:lnTo>
                <a:lnTo>
                  <a:pt x="1282672" y="56853"/>
                </a:lnTo>
                <a:lnTo>
                  <a:pt x="1282794" y="56796"/>
                </a:lnTo>
                <a:lnTo>
                  <a:pt x="1282876" y="56768"/>
                </a:lnTo>
                <a:lnTo>
                  <a:pt x="1282998" y="56739"/>
                </a:lnTo>
                <a:lnTo>
                  <a:pt x="1283121" y="56711"/>
                </a:lnTo>
                <a:lnTo>
                  <a:pt x="1283202" y="56655"/>
                </a:lnTo>
                <a:lnTo>
                  <a:pt x="1283325" y="56626"/>
                </a:lnTo>
                <a:lnTo>
                  <a:pt x="1283457" y="56598"/>
                </a:lnTo>
                <a:lnTo>
                  <a:pt x="1283541" y="56570"/>
                </a:lnTo>
                <a:lnTo>
                  <a:pt x="1283663" y="56513"/>
                </a:lnTo>
                <a:lnTo>
                  <a:pt x="1283785" y="56485"/>
                </a:lnTo>
                <a:lnTo>
                  <a:pt x="1283867" y="56456"/>
                </a:lnTo>
                <a:lnTo>
                  <a:pt x="1283989" y="56428"/>
                </a:lnTo>
                <a:lnTo>
                  <a:pt x="1284121" y="56371"/>
                </a:lnTo>
                <a:lnTo>
                  <a:pt x="1284193" y="56343"/>
                </a:lnTo>
                <a:lnTo>
                  <a:pt x="1284325" y="56315"/>
                </a:lnTo>
                <a:lnTo>
                  <a:pt x="1284450" y="56258"/>
                </a:lnTo>
                <a:lnTo>
                  <a:pt x="1284532" y="56230"/>
                </a:lnTo>
                <a:lnTo>
                  <a:pt x="1284654" y="56202"/>
                </a:lnTo>
                <a:lnTo>
                  <a:pt x="1284776" y="56173"/>
                </a:lnTo>
                <a:lnTo>
                  <a:pt x="1284858" y="56145"/>
                </a:lnTo>
                <a:lnTo>
                  <a:pt x="1284990" y="56088"/>
                </a:lnTo>
                <a:lnTo>
                  <a:pt x="1285112" y="56060"/>
                </a:lnTo>
                <a:lnTo>
                  <a:pt x="1285235" y="56032"/>
                </a:lnTo>
                <a:lnTo>
                  <a:pt x="1285316" y="56003"/>
                </a:lnTo>
                <a:lnTo>
                  <a:pt x="1285439" y="55947"/>
                </a:lnTo>
                <a:lnTo>
                  <a:pt x="1285563" y="55918"/>
                </a:lnTo>
                <a:lnTo>
                  <a:pt x="1285645" y="55890"/>
                </a:lnTo>
                <a:lnTo>
                  <a:pt x="1285767" y="55862"/>
                </a:lnTo>
                <a:lnTo>
                  <a:pt x="1285899" y="55833"/>
                </a:lnTo>
                <a:lnTo>
                  <a:pt x="1285981" y="55777"/>
                </a:lnTo>
                <a:lnTo>
                  <a:pt x="1286103" y="55748"/>
                </a:lnTo>
                <a:lnTo>
                  <a:pt x="1286226" y="55720"/>
                </a:lnTo>
                <a:lnTo>
                  <a:pt x="1286307" y="55692"/>
                </a:lnTo>
                <a:lnTo>
                  <a:pt x="1286430" y="55635"/>
                </a:lnTo>
                <a:lnTo>
                  <a:pt x="1286554" y="55607"/>
                </a:lnTo>
                <a:lnTo>
                  <a:pt x="1286636" y="55579"/>
                </a:lnTo>
                <a:lnTo>
                  <a:pt x="1286768" y="55522"/>
                </a:lnTo>
                <a:lnTo>
                  <a:pt x="1286890" y="55494"/>
                </a:lnTo>
                <a:lnTo>
                  <a:pt x="1286972" y="55465"/>
                </a:lnTo>
                <a:lnTo>
                  <a:pt x="1287094" y="55437"/>
                </a:lnTo>
                <a:lnTo>
                  <a:pt x="1287217" y="55409"/>
                </a:lnTo>
                <a:lnTo>
                  <a:pt x="1287298" y="55352"/>
                </a:lnTo>
                <a:lnTo>
                  <a:pt x="1287423" y="55324"/>
                </a:lnTo>
                <a:lnTo>
                  <a:pt x="1287545" y="55295"/>
                </a:lnTo>
                <a:lnTo>
                  <a:pt x="1287668" y="55267"/>
                </a:lnTo>
                <a:lnTo>
                  <a:pt x="1287759" y="55239"/>
                </a:lnTo>
                <a:lnTo>
                  <a:pt x="1287881" y="55182"/>
                </a:lnTo>
                <a:lnTo>
                  <a:pt x="1288004" y="55154"/>
                </a:lnTo>
                <a:lnTo>
                  <a:pt x="1288085" y="55126"/>
                </a:lnTo>
                <a:lnTo>
                  <a:pt x="1288208" y="55097"/>
                </a:lnTo>
                <a:lnTo>
                  <a:pt x="1288330" y="55069"/>
                </a:lnTo>
                <a:lnTo>
                  <a:pt x="1288411" y="55012"/>
                </a:lnTo>
                <a:lnTo>
                  <a:pt x="1288536" y="54984"/>
                </a:lnTo>
                <a:lnTo>
                  <a:pt x="1288668" y="54956"/>
                </a:lnTo>
                <a:lnTo>
                  <a:pt x="1288750" y="54899"/>
                </a:lnTo>
                <a:lnTo>
                  <a:pt x="1288872" y="54871"/>
                </a:lnTo>
                <a:lnTo>
                  <a:pt x="1288995" y="54842"/>
                </a:lnTo>
                <a:lnTo>
                  <a:pt x="1289076" y="54814"/>
                </a:lnTo>
                <a:lnTo>
                  <a:pt x="1289199" y="54758"/>
                </a:lnTo>
                <a:lnTo>
                  <a:pt x="1289321" y="54729"/>
                </a:lnTo>
                <a:lnTo>
                  <a:pt x="1289405" y="54701"/>
                </a:lnTo>
                <a:lnTo>
                  <a:pt x="1289537" y="54673"/>
                </a:lnTo>
                <a:lnTo>
                  <a:pt x="1289659" y="54616"/>
                </a:lnTo>
                <a:lnTo>
                  <a:pt x="1289741" y="54588"/>
                </a:lnTo>
                <a:lnTo>
                  <a:pt x="1289863" y="54559"/>
                </a:lnTo>
                <a:lnTo>
                  <a:pt x="1289986" y="54531"/>
                </a:lnTo>
                <a:lnTo>
                  <a:pt x="1290120" y="54503"/>
                </a:lnTo>
                <a:lnTo>
                  <a:pt x="1290189" y="54446"/>
                </a:lnTo>
                <a:lnTo>
                  <a:pt x="1290324" y="54418"/>
                </a:lnTo>
                <a:lnTo>
                  <a:pt x="1290446" y="54389"/>
                </a:lnTo>
                <a:lnTo>
                  <a:pt x="1290528" y="54361"/>
                </a:lnTo>
                <a:lnTo>
                  <a:pt x="1290650" y="54305"/>
                </a:lnTo>
                <a:lnTo>
                  <a:pt x="1290773" y="54276"/>
                </a:lnTo>
                <a:lnTo>
                  <a:pt x="1290854" y="54248"/>
                </a:lnTo>
                <a:lnTo>
                  <a:pt x="1290986" y="54220"/>
                </a:lnTo>
                <a:lnTo>
                  <a:pt x="1291111" y="54163"/>
                </a:lnTo>
                <a:lnTo>
                  <a:pt x="1291192" y="54135"/>
                </a:lnTo>
                <a:lnTo>
                  <a:pt x="1291315" y="54106"/>
                </a:lnTo>
                <a:lnTo>
                  <a:pt x="1291437" y="54078"/>
                </a:lnTo>
                <a:lnTo>
                  <a:pt x="1291519" y="54021"/>
                </a:lnTo>
                <a:lnTo>
                  <a:pt x="1291641" y="53993"/>
                </a:lnTo>
                <a:lnTo>
                  <a:pt x="1291764" y="53965"/>
                </a:lnTo>
                <a:lnTo>
                  <a:pt x="1291845" y="53908"/>
                </a:lnTo>
                <a:lnTo>
                  <a:pt x="1291977" y="53880"/>
                </a:lnTo>
                <a:lnTo>
                  <a:pt x="1292102" y="53852"/>
                </a:lnTo>
                <a:lnTo>
                  <a:pt x="1292183" y="53795"/>
                </a:lnTo>
                <a:lnTo>
                  <a:pt x="1292306" y="53767"/>
                </a:lnTo>
                <a:lnTo>
                  <a:pt x="1292428" y="53738"/>
                </a:lnTo>
                <a:lnTo>
                  <a:pt x="1292510" y="53710"/>
                </a:lnTo>
                <a:lnTo>
                  <a:pt x="1292632" y="53653"/>
                </a:lnTo>
                <a:lnTo>
                  <a:pt x="1292764" y="53625"/>
                </a:lnTo>
                <a:lnTo>
                  <a:pt x="1292886" y="53597"/>
                </a:lnTo>
                <a:lnTo>
                  <a:pt x="1292968" y="53540"/>
                </a:lnTo>
                <a:lnTo>
                  <a:pt x="1293093" y="53512"/>
                </a:lnTo>
                <a:lnTo>
                  <a:pt x="1293215" y="53455"/>
                </a:lnTo>
                <a:lnTo>
                  <a:pt x="1293297" y="53427"/>
                </a:lnTo>
                <a:lnTo>
                  <a:pt x="1293419" y="53399"/>
                </a:lnTo>
                <a:lnTo>
                  <a:pt x="1293542" y="53342"/>
                </a:lnTo>
                <a:lnTo>
                  <a:pt x="1293633" y="53314"/>
                </a:lnTo>
                <a:lnTo>
                  <a:pt x="1293755" y="53285"/>
                </a:lnTo>
                <a:lnTo>
                  <a:pt x="1293877" y="53229"/>
                </a:lnTo>
                <a:lnTo>
                  <a:pt x="1293959" y="53200"/>
                </a:lnTo>
                <a:lnTo>
                  <a:pt x="1294084" y="53172"/>
                </a:lnTo>
                <a:lnTo>
                  <a:pt x="1294206" y="53115"/>
                </a:lnTo>
                <a:lnTo>
                  <a:pt x="1294288" y="53087"/>
                </a:lnTo>
                <a:lnTo>
                  <a:pt x="1294410" y="53030"/>
                </a:lnTo>
                <a:lnTo>
                  <a:pt x="1294542" y="53002"/>
                </a:lnTo>
                <a:lnTo>
                  <a:pt x="1294624" y="52974"/>
                </a:lnTo>
                <a:lnTo>
                  <a:pt x="1294746" y="52917"/>
                </a:lnTo>
                <a:lnTo>
                  <a:pt x="1294868" y="52889"/>
                </a:lnTo>
                <a:lnTo>
                  <a:pt x="1294950" y="52861"/>
                </a:lnTo>
                <a:lnTo>
                  <a:pt x="1295075" y="52832"/>
                </a:lnTo>
                <a:lnTo>
                  <a:pt x="1295197" y="52776"/>
                </a:lnTo>
                <a:lnTo>
                  <a:pt x="1295320" y="52747"/>
                </a:lnTo>
                <a:lnTo>
                  <a:pt x="1295411" y="52691"/>
                </a:lnTo>
                <a:lnTo>
                  <a:pt x="1295533" y="52662"/>
                </a:lnTo>
                <a:lnTo>
                  <a:pt x="1295655" y="52634"/>
                </a:lnTo>
                <a:lnTo>
                  <a:pt x="1295737" y="52577"/>
                </a:lnTo>
                <a:lnTo>
                  <a:pt x="1295859" y="52549"/>
                </a:lnTo>
                <a:lnTo>
                  <a:pt x="1295984" y="52492"/>
                </a:lnTo>
                <a:lnTo>
                  <a:pt x="1296066" y="52464"/>
                </a:lnTo>
                <a:lnTo>
                  <a:pt x="1296188" y="52408"/>
                </a:lnTo>
                <a:lnTo>
                  <a:pt x="1296310" y="52379"/>
                </a:lnTo>
                <a:lnTo>
                  <a:pt x="1296402" y="52351"/>
                </a:lnTo>
                <a:lnTo>
                  <a:pt x="1296524" y="52294"/>
                </a:lnTo>
                <a:lnTo>
                  <a:pt x="1296646" y="52266"/>
                </a:lnTo>
                <a:lnTo>
                  <a:pt x="1296728" y="52238"/>
                </a:lnTo>
                <a:lnTo>
                  <a:pt x="1296850" y="52181"/>
                </a:lnTo>
                <a:lnTo>
                  <a:pt x="1296985" y="52153"/>
                </a:lnTo>
                <a:lnTo>
                  <a:pt x="1297057" y="52096"/>
                </a:lnTo>
                <a:lnTo>
                  <a:pt x="1297179" y="52068"/>
                </a:lnTo>
                <a:lnTo>
                  <a:pt x="1297311" y="52011"/>
                </a:lnTo>
                <a:lnTo>
                  <a:pt x="1297393" y="51983"/>
                </a:lnTo>
                <a:lnTo>
                  <a:pt x="1297515" y="51926"/>
                </a:lnTo>
                <a:lnTo>
                  <a:pt x="1297637" y="51898"/>
                </a:lnTo>
                <a:lnTo>
                  <a:pt x="1297760" y="51870"/>
                </a:lnTo>
                <a:lnTo>
                  <a:pt x="1297853" y="51841"/>
                </a:lnTo>
                <a:lnTo>
                  <a:pt x="1297976" y="51785"/>
                </a:lnTo>
                <a:lnTo>
                  <a:pt x="1298098" y="51756"/>
                </a:lnTo>
                <a:lnTo>
                  <a:pt x="1298180" y="51700"/>
                </a:lnTo>
                <a:lnTo>
                  <a:pt x="1298302" y="51671"/>
                </a:lnTo>
                <a:lnTo>
                  <a:pt x="1298424" y="51615"/>
                </a:lnTo>
                <a:lnTo>
                  <a:pt x="1298506" y="51586"/>
                </a:lnTo>
                <a:lnTo>
                  <a:pt x="1298628" y="51530"/>
                </a:lnTo>
                <a:lnTo>
                  <a:pt x="1298751" y="51502"/>
                </a:lnTo>
                <a:lnTo>
                  <a:pt x="1298844" y="51473"/>
                </a:lnTo>
                <a:lnTo>
                  <a:pt x="1298967" y="51417"/>
                </a:lnTo>
                <a:lnTo>
                  <a:pt x="1299089" y="51388"/>
                </a:lnTo>
                <a:lnTo>
                  <a:pt x="1299171" y="51360"/>
                </a:lnTo>
                <a:lnTo>
                  <a:pt x="1299293" y="51303"/>
                </a:lnTo>
                <a:lnTo>
                  <a:pt x="1299415" y="51275"/>
                </a:lnTo>
                <a:lnTo>
                  <a:pt x="1299497" y="51218"/>
                </a:lnTo>
                <a:lnTo>
                  <a:pt x="1299619" y="51190"/>
                </a:lnTo>
                <a:lnTo>
                  <a:pt x="1299754" y="51133"/>
                </a:lnTo>
                <a:lnTo>
                  <a:pt x="1299835" y="51105"/>
                </a:lnTo>
                <a:lnTo>
                  <a:pt x="1299958" y="51049"/>
                </a:lnTo>
                <a:lnTo>
                  <a:pt x="1300080" y="51020"/>
                </a:lnTo>
                <a:lnTo>
                  <a:pt x="1300202" y="50992"/>
                </a:lnTo>
                <a:lnTo>
                  <a:pt x="1300284" y="50935"/>
                </a:lnTo>
                <a:lnTo>
                  <a:pt x="1300406" y="50907"/>
                </a:lnTo>
                <a:lnTo>
                  <a:pt x="1300529" y="50850"/>
                </a:lnTo>
                <a:lnTo>
                  <a:pt x="1300622" y="50822"/>
                </a:lnTo>
                <a:lnTo>
                  <a:pt x="1300745" y="50765"/>
                </a:lnTo>
                <a:lnTo>
                  <a:pt x="1300867" y="50737"/>
                </a:lnTo>
                <a:lnTo>
                  <a:pt x="1300949" y="50680"/>
                </a:lnTo>
                <a:lnTo>
                  <a:pt x="1301071" y="50652"/>
                </a:lnTo>
                <a:lnTo>
                  <a:pt x="1301193" y="50624"/>
                </a:lnTo>
                <a:lnTo>
                  <a:pt x="1301275" y="50567"/>
                </a:lnTo>
                <a:lnTo>
                  <a:pt x="1301397" y="50539"/>
                </a:lnTo>
                <a:lnTo>
                  <a:pt x="1301532" y="50482"/>
                </a:lnTo>
                <a:lnTo>
                  <a:pt x="1301613" y="50454"/>
                </a:lnTo>
                <a:lnTo>
                  <a:pt x="1301736" y="50397"/>
                </a:lnTo>
                <a:lnTo>
                  <a:pt x="1301858" y="50369"/>
                </a:lnTo>
                <a:lnTo>
                  <a:pt x="1301940" y="50312"/>
                </a:lnTo>
                <a:lnTo>
                  <a:pt x="1302062" y="50284"/>
                </a:lnTo>
                <a:lnTo>
                  <a:pt x="1302184" y="50256"/>
                </a:lnTo>
                <a:lnTo>
                  <a:pt x="1302266" y="50199"/>
                </a:lnTo>
                <a:lnTo>
                  <a:pt x="1302398" y="50171"/>
                </a:lnTo>
                <a:lnTo>
                  <a:pt x="1302520" y="50114"/>
                </a:lnTo>
                <a:lnTo>
                  <a:pt x="1302645" y="50086"/>
                </a:lnTo>
                <a:lnTo>
                  <a:pt x="1302727" y="50029"/>
                </a:lnTo>
                <a:lnTo>
                  <a:pt x="1302849" y="50001"/>
                </a:lnTo>
                <a:lnTo>
                  <a:pt x="1302971" y="49944"/>
                </a:lnTo>
                <a:lnTo>
                  <a:pt x="1303053" y="49916"/>
                </a:lnTo>
                <a:lnTo>
                  <a:pt x="1303175" y="49888"/>
                </a:lnTo>
                <a:lnTo>
                  <a:pt x="1303307" y="49831"/>
                </a:lnTo>
                <a:lnTo>
                  <a:pt x="1303389" y="49774"/>
                </a:lnTo>
                <a:lnTo>
                  <a:pt x="1303514" y="49746"/>
                </a:lnTo>
                <a:lnTo>
                  <a:pt x="1303636" y="49718"/>
                </a:lnTo>
                <a:lnTo>
                  <a:pt x="1303718" y="49661"/>
                </a:lnTo>
                <a:lnTo>
                  <a:pt x="1303840" y="49633"/>
                </a:lnTo>
                <a:lnTo>
                  <a:pt x="1303972" y="49576"/>
                </a:lnTo>
                <a:lnTo>
                  <a:pt x="1304044" y="49548"/>
                </a:lnTo>
                <a:lnTo>
                  <a:pt x="1304176" y="49491"/>
                </a:lnTo>
                <a:lnTo>
                  <a:pt x="1304298" y="49463"/>
                </a:lnTo>
                <a:lnTo>
                  <a:pt x="1304380" y="49406"/>
                </a:lnTo>
                <a:lnTo>
                  <a:pt x="1304505" y="49378"/>
                </a:lnTo>
                <a:lnTo>
                  <a:pt x="1304627" y="49321"/>
                </a:lnTo>
                <a:lnTo>
                  <a:pt x="1304709" y="49293"/>
                </a:lnTo>
                <a:lnTo>
                  <a:pt x="1304841" y="49236"/>
                </a:lnTo>
                <a:lnTo>
                  <a:pt x="1304963" y="49208"/>
                </a:lnTo>
                <a:lnTo>
                  <a:pt x="1305085" y="49180"/>
                </a:lnTo>
                <a:lnTo>
                  <a:pt x="1305167" y="49123"/>
                </a:lnTo>
                <a:lnTo>
                  <a:pt x="1305289" y="49067"/>
                </a:lnTo>
                <a:lnTo>
                  <a:pt x="1305412" y="49038"/>
                </a:lnTo>
                <a:lnTo>
                  <a:pt x="1305496" y="49010"/>
                </a:lnTo>
                <a:lnTo>
                  <a:pt x="1305618" y="48953"/>
                </a:lnTo>
                <a:lnTo>
                  <a:pt x="1305750" y="48925"/>
                </a:lnTo>
                <a:lnTo>
                  <a:pt x="1305832" y="48868"/>
                </a:lnTo>
                <a:lnTo>
                  <a:pt x="1305954" y="48840"/>
                </a:lnTo>
                <a:lnTo>
                  <a:pt x="1306076" y="48783"/>
                </a:lnTo>
                <a:lnTo>
                  <a:pt x="1306158" y="48755"/>
                </a:lnTo>
                <a:lnTo>
                  <a:pt x="1306280" y="48699"/>
                </a:lnTo>
                <a:lnTo>
                  <a:pt x="1306403" y="48670"/>
                </a:lnTo>
                <a:lnTo>
                  <a:pt x="1306487" y="48614"/>
                </a:lnTo>
                <a:lnTo>
                  <a:pt x="1306619" y="48585"/>
                </a:lnTo>
                <a:lnTo>
                  <a:pt x="1306741" y="48529"/>
                </a:lnTo>
                <a:lnTo>
                  <a:pt x="1306822" y="48500"/>
                </a:lnTo>
                <a:lnTo>
                  <a:pt x="1306945" y="48444"/>
                </a:lnTo>
                <a:lnTo>
                  <a:pt x="1307067" y="48415"/>
                </a:lnTo>
                <a:lnTo>
                  <a:pt x="1307149" y="48387"/>
                </a:lnTo>
                <a:lnTo>
                  <a:pt x="1307271" y="48330"/>
                </a:lnTo>
                <a:lnTo>
                  <a:pt x="1307394" y="48302"/>
                </a:lnTo>
                <a:lnTo>
                  <a:pt x="1307528" y="48246"/>
                </a:lnTo>
                <a:lnTo>
                  <a:pt x="1307610" y="48189"/>
                </a:lnTo>
                <a:lnTo>
                  <a:pt x="1307732" y="48161"/>
                </a:lnTo>
                <a:lnTo>
                  <a:pt x="1307854" y="48132"/>
                </a:lnTo>
                <a:lnTo>
                  <a:pt x="1307936" y="48076"/>
                </a:lnTo>
                <a:lnTo>
                  <a:pt x="1308058" y="48047"/>
                </a:lnTo>
                <a:lnTo>
                  <a:pt x="1308181" y="47991"/>
                </a:lnTo>
                <a:lnTo>
                  <a:pt x="1308262" y="47962"/>
                </a:lnTo>
                <a:lnTo>
                  <a:pt x="1308397" y="47906"/>
                </a:lnTo>
                <a:lnTo>
                  <a:pt x="1308519" y="47877"/>
                </a:lnTo>
                <a:lnTo>
                  <a:pt x="1308600" y="47821"/>
                </a:lnTo>
                <a:lnTo>
                  <a:pt x="1308723" y="47793"/>
                </a:lnTo>
                <a:lnTo>
                  <a:pt x="1308845" y="47736"/>
                </a:lnTo>
                <a:lnTo>
                  <a:pt x="1308927" y="47708"/>
                </a:lnTo>
                <a:lnTo>
                  <a:pt x="1309049" y="47651"/>
                </a:lnTo>
                <a:lnTo>
                  <a:pt x="1309172" y="47594"/>
                </a:lnTo>
                <a:lnTo>
                  <a:pt x="1309265" y="47566"/>
                </a:lnTo>
                <a:lnTo>
                  <a:pt x="1309388" y="47538"/>
                </a:lnTo>
                <a:lnTo>
                  <a:pt x="1309510" y="47481"/>
                </a:lnTo>
                <a:lnTo>
                  <a:pt x="1309591" y="47453"/>
                </a:lnTo>
                <a:lnTo>
                  <a:pt x="1309714" y="47396"/>
                </a:lnTo>
                <a:lnTo>
                  <a:pt x="1309836" y="47368"/>
                </a:lnTo>
                <a:lnTo>
                  <a:pt x="1309968" y="47311"/>
                </a:lnTo>
                <a:lnTo>
                  <a:pt x="1310040" y="47283"/>
                </a:lnTo>
                <a:lnTo>
                  <a:pt x="1310175" y="47255"/>
                </a:lnTo>
                <a:lnTo>
                  <a:pt x="1310297" y="47198"/>
                </a:lnTo>
                <a:lnTo>
                  <a:pt x="1310378" y="47170"/>
                </a:lnTo>
                <a:lnTo>
                  <a:pt x="1310501" y="47113"/>
                </a:lnTo>
                <a:lnTo>
                  <a:pt x="1310623" y="47056"/>
                </a:lnTo>
                <a:lnTo>
                  <a:pt x="1310714" y="47028"/>
                </a:lnTo>
                <a:lnTo>
                  <a:pt x="1310837" y="46971"/>
                </a:lnTo>
                <a:lnTo>
                  <a:pt x="1310959" y="46943"/>
                </a:lnTo>
                <a:lnTo>
                  <a:pt x="1311043" y="46915"/>
                </a:lnTo>
                <a:lnTo>
                  <a:pt x="1311166" y="46858"/>
                </a:lnTo>
                <a:lnTo>
                  <a:pt x="1311288" y="46830"/>
                </a:lnTo>
                <a:lnTo>
                  <a:pt x="1311369" y="46773"/>
                </a:lnTo>
                <a:lnTo>
                  <a:pt x="1311492" y="46745"/>
                </a:lnTo>
                <a:lnTo>
                  <a:pt x="1311614" y="46688"/>
                </a:lnTo>
                <a:lnTo>
                  <a:pt x="1311705" y="46660"/>
                </a:lnTo>
                <a:lnTo>
                  <a:pt x="1311828" y="46603"/>
                </a:lnTo>
                <a:lnTo>
                  <a:pt x="1311950" y="46575"/>
                </a:lnTo>
                <a:lnTo>
                  <a:pt x="1312032" y="46547"/>
                </a:lnTo>
                <a:lnTo>
                  <a:pt x="1312156" y="46490"/>
                </a:lnTo>
                <a:lnTo>
                  <a:pt x="1312279" y="46462"/>
                </a:lnTo>
                <a:lnTo>
                  <a:pt x="1312360" y="46405"/>
                </a:lnTo>
                <a:lnTo>
                  <a:pt x="1312483" y="46377"/>
                </a:lnTo>
                <a:lnTo>
                  <a:pt x="1312615" y="46320"/>
                </a:lnTo>
                <a:lnTo>
                  <a:pt x="1312737" y="46292"/>
                </a:lnTo>
                <a:lnTo>
                  <a:pt x="1312819" y="46264"/>
                </a:lnTo>
                <a:lnTo>
                  <a:pt x="1312941" y="46207"/>
                </a:lnTo>
                <a:lnTo>
                  <a:pt x="1313066" y="46179"/>
                </a:lnTo>
                <a:lnTo>
                  <a:pt x="1313147" y="46122"/>
                </a:lnTo>
                <a:lnTo>
                  <a:pt x="1313270" y="46094"/>
                </a:lnTo>
                <a:lnTo>
                  <a:pt x="1313392" y="46037"/>
                </a:lnTo>
                <a:lnTo>
                  <a:pt x="1313483" y="46009"/>
                </a:lnTo>
                <a:lnTo>
                  <a:pt x="1313606" y="45952"/>
                </a:lnTo>
                <a:lnTo>
                  <a:pt x="1313728" y="45924"/>
                </a:lnTo>
                <a:lnTo>
                  <a:pt x="1313810" y="45896"/>
                </a:lnTo>
                <a:lnTo>
                  <a:pt x="1313932" y="45839"/>
                </a:lnTo>
                <a:lnTo>
                  <a:pt x="1314057" y="45811"/>
                </a:lnTo>
                <a:lnTo>
                  <a:pt x="1314138" y="45782"/>
                </a:lnTo>
                <a:lnTo>
                  <a:pt x="1314261" y="45726"/>
                </a:lnTo>
                <a:lnTo>
                  <a:pt x="1314393" y="45669"/>
                </a:lnTo>
                <a:lnTo>
                  <a:pt x="1314474" y="45641"/>
                </a:lnTo>
                <a:lnTo>
                  <a:pt x="1314597" y="45612"/>
                </a:lnTo>
                <a:lnTo>
                  <a:pt x="1314719" y="45556"/>
                </a:lnTo>
                <a:lnTo>
                  <a:pt x="1314801" y="45527"/>
                </a:lnTo>
                <a:lnTo>
                  <a:pt x="1314923" y="45471"/>
                </a:lnTo>
                <a:lnTo>
                  <a:pt x="1315048" y="45443"/>
                </a:lnTo>
                <a:lnTo>
                  <a:pt x="1315180" y="45414"/>
                </a:lnTo>
                <a:lnTo>
                  <a:pt x="1315261" y="45358"/>
                </a:lnTo>
                <a:lnTo>
                  <a:pt x="1315384" y="45329"/>
                </a:lnTo>
                <a:lnTo>
                  <a:pt x="1315506" y="45273"/>
                </a:lnTo>
                <a:lnTo>
                  <a:pt x="1315588" y="45244"/>
                </a:lnTo>
                <a:lnTo>
                  <a:pt x="1315710" y="45216"/>
                </a:lnTo>
                <a:lnTo>
                  <a:pt x="1315832" y="45159"/>
                </a:lnTo>
                <a:lnTo>
                  <a:pt x="1315914" y="45131"/>
                </a:lnTo>
                <a:lnTo>
                  <a:pt x="1316048" y="45074"/>
                </a:lnTo>
                <a:lnTo>
                  <a:pt x="1316171" y="45046"/>
                </a:lnTo>
                <a:lnTo>
                  <a:pt x="1316252" y="44990"/>
                </a:lnTo>
                <a:lnTo>
                  <a:pt x="1316375" y="44961"/>
                </a:lnTo>
                <a:lnTo>
                  <a:pt x="1316497" y="44933"/>
                </a:lnTo>
                <a:lnTo>
                  <a:pt x="1316579" y="44876"/>
                </a:lnTo>
                <a:lnTo>
                  <a:pt x="1316701" y="44848"/>
                </a:lnTo>
                <a:lnTo>
                  <a:pt x="1316835" y="44820"/>
                </a:lnTo>
                <a:lnTo>
                  <a:pt x="1316905" y="44763"/>
                </a:lnTo>
                <a:lnTo>
                  <a:pt x="1317039" y="44706"/>
                </a:lnTo>
                <a:lnTo>
                  <a:pt x="1317162" y="44678"/>
                </a:lnTo>
                <a:lnTo>
                  <a:pt x="1317243" y="44650"/>
                </a:lnTo>
                <a:lnTo>
                  <a:pt x="1317366" y="44593"/>
                </a:lnTo>
                <a:lnTo>
                  <a:pt x="1317488" y="44565"/>
                </a:lnTo>
                <a:lnTo>
                  <a:pt x="1317610" y="44537"/>
                </a:lnTo>
                <a:lnTo>
                  <a:pt x="1317704" y="44480"/>
                </a:lnTo>
                <a:lnTo>
                  <a:pt x="1317826" y="44452"/>
                </a:lnTo>
                <a:lnTo>
                  <a:pt x="1317949" y="44395"/>
                </a:lnTo>
                <a:lnTo>
                  <a:pt x="1318030" y="44367"/>
                </a:lnTo>
                <a:lnTo>
                  <a:pt x="1318153" y="44338"/>
                </a:lnTo>
                <a:lnTo>
                  <a:pt x="1318275" y="44282"/>
                </a:lnTo>
                <a:lnTo>
                  <a:pt x="1318357" y="44253"/>
                </a:lnTo>
                <a:lnTo>
                  <a:pt x="1318479" y="44197"/>
                </a:lnTo>
                <a:lnTo>
                  <a:pt x="1318601" y="44168"/>
                </a:lnTo>
                <a:lnTo>
                  <a:pt x="1318695" y="44112"/>
                </a:lnTo>
                <a:lnTo>
                  <a:pt x="1318817" y="44083"/>
                </a:lnTo>
                <a:lnTo>
                  <a:pt x="1318940" y="44055"/>
                </a:lnTo>
                <a:lnTo>
                  <a:pt x="1319021" y="43999"/>
                </a:lnTo>
                <a:lnTo>
                  <a:pt x="1319144" y="43970"/>
                </a:lnTo>
                <a:lnTo>
                  <a:pt x="1319266" y="43942"/>
                </a:lnTo>
                <a:lnTo>
                  <a:pt x="1319348" y="43885"/>
                </a:lnTo>
                <a:lnTo>
                  <a:pt x="1319470" y="43857"/>
                </a:lnTo>
                <a:lnTo>
                  <a:pt x="1319604" y="43800"/>
                </a:lnTo>
                <a:lnTo>
                  <a:pt x="1319686" y="43772"/>
                </a:lnTo>
                <a:lnTo>
                  <a:pt x="1319808" y="43715"/>
                </a:lnTo>
                <a:lnTo>
                  <a:pt x="1319931" y="43687"/>
                </a:lnTo>
                <a:lnTo>
                  <a:pt x="1320053" y="43630"/>
                </a:lnTo>
                <a:lnTo>
                  <a:pt x="1320135" y="43602"/>
                </a:lnTo>
                <a:lnTo>
                  <a:pt x="1320257" y="43574"/>
                </a:lnTo>
                <a:lnTo>
                  <a:pt x="1320379" y="43546"/>
                </a:lnTo>
                <a:lnTo>
                  <a:pt x="1320471" y="43489"/>
                </a:lnTo>
                <a:lnTo>
                  <a:pt x="1320595" y="43461"/>
                </a:lnTo>
                <a:lnTo>
                  <a:pt x="1320718" y="43404"/>
                </a:lnTo>
                <a:lnTo>
                  <a:pt x="1320799" y="43376"/>
                </a:lnTo>
                <a:lnTo>
                  <a:pt x="1320922" y="43319"/>
                </a:lnTo>
                <a:lnTo>
                  <a:pt x="1321044" y="43291"/>
                </a:lnTo>
                <a:lnTo>
                  <a:pt x="1321126" y="43234"/>
                </a:lnTo>
                <a:lnTo>
                  <a:pt x="1321258" y="43206"/>
                </a:lnTo>
                <a:lnTo>
                  <a:pt x="1321380" y="43177"/>
                </a:lnTo>
                <a:lnTo>
                  <a:pt x="1321462" y="43121"/>
                </a:lnTo>
                <a:lnTo>
                  <a:pt x="1321586" y="43093"/>
                </a:lnTo>
                <a:lnTo>
                  <a:pt x="1321709" y="43064"/>
                </a:lnTo>
                <a:lnTo>
                  <a:pt x="1321790" y="43008"/>
                </a:lnTo>
                <a:lnTo>
                  <a:pt x="1321913" y="42979"/>
                </a:lnTo>
                <a:lnTo>
                  <a:pt x="1322045" y="42923"/>
                </a:lnTo>
                <a:lnTo>
                  <a:pt x="1322126" y="42894"/>
                </a:lnTo>
                <a:lnTo>
                  <a:pt x="1322249" y="42838"/>
                </a:lnTo>
                <a:lnTo>
                  <a:pt x="1322371" y="42809"/>
                </a:lnTo>
                <a:lnTo>
                  <a:pt x="1322493" y="42753"/>
                </a:lnTo>
                <a:lnTo>
                  <a:pt x="1322577" y="42724"/>
                </a:lnTo>
                <a:lnTo>
                  <a:pt x="1322700" y="42696"/>
                </a:lnTo>
                <a:lnTo>
                  <a:pt x="1322832" y="42640"/>
                </a:lnTo>
                <a:lnTo>
                  <a:pt x="1322904" y="42611"/>
                </a:lnTo>
                <a:lnTo>
                  <a:pt x="1323036" y="42555"/>
                </a:lnTo>
                <a:lnTo>
                  <a:pt x="1323158" y="42526"/>
                </a:lnTo>
                <a:lnTo>
                  <a:pt x="1323240" y="42470"/>
                </a:lnTo>
                <a:lnTo>
                  <a:pt x="1323362" y="42441"/>
                </a:lnTo>
                <a:lnTo>
                  <a:pt x="1323484" y="42413"/>
                </a:lnTo>
                <a:lnTo>
                  <a:pt x="1323568" y="42356"/>
                </a:lnTo>
                <a:lnTo>
                  <a:pt x="1323700" y="42328"/>
                </a:lnTo>
                <a:lnTo>
                  <a:pt x="1323823" y="42300"/>
                </a:lnTo>
                <a:lnTo>
                  <a:pt x="1323904" y="42243"/>
                </a:lnTo>
                <a:lnTo>
                  <a:pt x="1324027" y="42187"/>
                </a:lnTo>
                <a:lnTo>
                  <a:pt x="1324149" y="42158"/>
                </a:lnTo>
                <a:lnTo>
                  <a:pt x="1324231" y="42102"/>
                </a:lnTo>
                <a:lnTo>
                  <a:pt x="1324353" y="42073"/>
                </a:lnTo>
                <a:lnTo>
                  <a:pt x="1324475" y="42017"/>
                </a:lnTo>
                <a:lnTo>
                  <a:pt x="1324569" y="41988"/>
                </a:lnTo>
                <a:lnTo>
                  <a:pt x="1324691" y="41960"/>
                </a:lnTo>
                <a:lnTo>
                  <a:pt x="1324814" y="41903"/>
                </a:lnTo>
                <a:lnTo>
                  <a:pt x="1324936" y="41875"/>
                </a:lnTo>
                <a:lnTo>
                  <a:pt x="1325018" y="41818"/>
                </a:lnTo>
                <a:lnTo>
                  <a:pt x="1325140" y="41790"/>
                </a:lnTo>
                <a:lnTo>
                  <a:pt x="1325262" y="41734"/>
                </a:lnTo>
                <a:lnTo>
                  <a:pt x="1325344" y="41705"/>
                </a:lnTo>
                <a:lnTo>
                  <a:pt x="1325478" y="41649"/>
                </a:lnTo>
                <a:lnTo>
                  <a:pt x="1325601" y="41620"/>
                </a:lnTo>
                <a:lnTo>
                  <a:pt x="1325682" y="41592"/>
                </a:lnTo>
                <a:lnTo>
                  <a:pt x="1325805" y="41535"/>
                </a:lnTo>
                <a:lnTo>
                  <a:pt x="1325927" y="41479"/>
                </a:lnTo>
                <a:lnTo>
                  <a:pt x="1326009" y="41450"/>
                </a:lnTo>
                <a:lnTo>
                  <a:pt x="1326131" y="41422"/>
                </a:lnTo>
                <a:lnTo>
                  <a:pt x="1326253" y="41365"/>
                </a:lnTo>
                <a:lnTo>
                  <a:pt x="1326347" y="41337"/>
                </a:lnTo>
                <a:lnTo>
                  <a:pt x="1326469" y="41280"/>
                </a:lnTo>
                <a:lnTo>
                  <a:pt x="1326592" y="41252"/>
                </a:lnTo>
                <a:lnTo>
                  <a:pt x="1326673" y="41196"/>
                </a:lnTo>
                <a:lnTo>
                  <a:pt x="1326796" y="41167"/>
                </a:lnTo>
                <a:lnTo>
                  <a:pt x="1326918" y="41111"/>
                </a:lnTo>
                <a:lnTo>
                  <a:pt x="1326999" y="41082"/>
                </a:lnTo>
                <a:lnTo>
                  <a:pt x="1327122" y="41026"/>
                </a:lnTo>
                <a:lnTo>
                  <a:pt x="1327244" y="40997"/>
                </a:lnTo>
                <a:lnTo>
                  <a:pt x="1327379" y="40941"/>
                </a:lnTo>
                <a:lnTo>
                  <a:pt x="1327460" y="40884"/>
                </a:lnTo>
                <a:lnTo>
                  <a:pt x="1327583" y="40856"/>
                </a:lnTo>
                <a:lnTo>
                  <a:pt x="1327705" y="40827"/>
                </a:lnTo>
                <a:lnTo>
                  <a:pt x="1327787" y="40771"/>
                </a:lnTo>
                <a:lnTo>
                  <a:pt x="1327909" y="40743"/>
                </a:lnTo>
                <a:lnTo>
                  <a:pt x="1328041" y="40686"/>
                </a:lnTo>
                <a:lnTo>
                  <a:pt x="1328113" y="40629"/>
                </a:lnTo>
                <a:lnTo>
                  <a:pt x="1328247" y="40601"/>
                </a:lnTo>
                <a:lnTo>
                  <a:pt x="1328370" y="40544"/>
                </a:lnTo>
                <a:lnTo>
                  <a:pt x="1328451" y="40516"/>
                </a:lnTo>
                <a:lnTo>
                  <a:pt x="1328574" y="40459"/>
                </a:lnTo>
                <a:lnTo>
                  <a:pt x="1328696" y="40403"/>
                </a:lnTo>
                <a:lnTo>
                  <a:pt x="1328777" y="40374"/>
                </a:lnTo>
                <a:lnTo>
                  <a:pt x="1328909" y="40346"/>
                </a:lnTo>
                <a:lnTo>
                  <a:pt x="1329032" y="40290"/>
                </a:lnTo>
                <a:lnTo>
                  <a:pt x="1329116" y="40233"/>
                </a:lnTo>
                <a:lnTo>
                  <a:pt x="1329238" y="40205"/>
                </a:lnTo>
                <a:lnTo>
                  <a:pt x="1329361" y="40148"/>
                </a:lnTo>
                <a:lnTo>
                  <a:pt x="1329442" y="40120"/>
                </a:lnTo>
                <a:lnTo>
                  <a:pt x="1329565" y="40063"/>
                </a:lnTo>
                <a:lnTo>
                  <a:pt x="1329687" y="40006"/>
                </a:lnTo>
                <a:lnTo>
                  <a:pt x="1329778" y="39978"/>
                </a:lnTo>
                <a:lnTo>
                  <a:pt x="1329900" y="39921"/>
                </a:lnTo>
                <a:lnTo>
                  <a:pt x="1330023" y="39893"/>
                </a:lnTo>
                <a:lnTo>
                  <a:pt x="1330148" y="39837"/>
                </a:lnTo>
                <a:lnTo>
                  <a:pt x="1330229" y="39780"/>
                </a:lnTo>
                <a:lnTo>
                  <a:pt x="1330352" y="39752"/>
                </a:lnTo>
                <a:lnTo>
                  <a:pt x="1330474" y="39695"/>
                </a:lnTo>
                <a:lnTo>
                  <a:pt x="1330565" y="39638"/>
                </a:lnTo>
                <a:lnTo>
                  <a:pt x="1330687" y="39610"/>
                </a:lnTo>
                <a:lnTo>
                  <a:pt x="1330810" y="39582"/>
                </a:lnTo>
                <a:lnTo>
                  <a:pt x="1330891" y="39525"/>
                </a:lnTo>
                <a:lnTo>
                  <a:pt x="1331014" y="39468"/>
                </a:lnTo>
                <a:lnTo>
                  <a:pt x="1331139" y="39412"/>
                </a:lnTo>
                <a:lnTo>
                  <a:pt x="1331220" y="39384"/>
                </a:lnTo>
                <a:lnTo>
                  <a:pt x="1331343" y="39327"/>
                </a:lnTo>
                <a:lnTo>
                  <a:pt x="1331465" y="39270"/>
                </a:lnTo>
                <a:lnTo>
                  <a:pt x="1331556" y="39242"/>
                </a:lnTo>
                <a:lnTo>
                  <a:pt x="1331678" y="39185"/>
                </a:lnTo>
                <a:lnTo>
                  <a:pt x="1331801" y="39129"/>
                </a:lnTo>
                <a:lnTo>
                  <a:pt x="1331882" y="39100"/>
                </a:lnTo>
                <a:lnTo>
                  <a:pt x="1332005" y="39044"/>
                </a:lnTo>
                <a:lnTo>
                  <a:pt x="1332130" y="38987"/>
                </a:lnTo>
                <a:lnTo>
                  <a:pt x="1332211" y="38959"/>
                </a:lnTo>
                <a:lnTo>
                  <a:pt x="1332333" y="38902"/>
                </a:lnTo>
                <a:lnTo>
                  <a:pt x="1332465" y="38846"/>
                </a:lnTo>
                <a:lnTo>
                  <a:pt x="1332588" y="38789"/>
                </a:lnTo>
                <a:lnTo>
                  <a:pt x="1332669" y="38761"/>
                </a:lnTo>
                <a:lnTo>
                  <a:pt x="1332792" y="38704"/>
                </a:lnTo>
                <a:lnTo>
                  <a:pt x="1332914" y="38647"/>
                </a:lnTo>
                <a:lnTo>
                  <a:pt x="1332996" y="38619"/>
                </a:lnTo>
                <a:lnTo>
                  <a:pt x="1333121" y="38534"/>
                </a:lnTo>
                <a:lnTo>
                  <a:pt x="1333243" y="38506"/>
                </a:lnTo>
                <a:lnTo>
                  <a:pt x="1333334" y="38449"/>
                </a:lnTo>
                <a:lnTo>
                  <a:pt x="1333456" y="38393"/>
                </a:lnTo>
                <a:lnTo>
                  <a:pt x="1333579" y="38364"/>
                </a:lnTo>
                <a:lnTo>
                  <a:pt x="1333660" y="38308"/>
                </a:lnTo>
                <a:lnTo>
                  <a:pt x="1333783" y="38251"/>
                </a:lnTo>
                <a:lnTo>
                  <a:pt x="1333905" y="38194"/>
                </a:lnTo>
                <a:lnTo>
                  <a:pt x="1333987" y="38138"/>
                </a:lnTo>
                <a:lnTo>
                  <a:pt x="1334111" y="38109"/>
                </a:lnTo>
                <a:lnTo>
                  <a:pt x="1334243" y="38053"/>
                </a:lnTo>
                <a:lnTo>
                  <a:pt x="1334325" y="37996"/>
                </a:lnTo>
                <a:lnTo>
                  <a:pt x="1334447" y="37940"/>
                </a:lnTo>
                <a:lnTo>
                  <a:pt x="1334570" y="37883"/>
                </a:lnTo>
                <a:lnTo>
                  <a:pt x="1334651" y="37855"/>
                </a:lnTo>
                <a:lnTo>
                  <a:pt x="1334774" y="37798"/>
                </a:lnTo>
                <a:lnTo>
                  <a:pt x="1334908" y="37741"/>
                </a:lnTo>
                <a:lnTo>
                  <a:pt x="1335030" y="37685"/>
                </a:lnTo>
                <a:lnTo>
                  <a:pt x="1335112" y="37628"/>
                </a:lnTo>
                <a:lnTo>
                  <a:pt x="1335234" y="37571"/>
                </a:lnTo>
                <a:lnTo>
                  <a:pt x="1335357" y="37515"/>
                </a:lnTo>
                <a:lnTo>
                  <a:pt x="1335438" y="37487"/>
                </a:lnTo>
                <a:lnTo>
                  <a:pt x="1335561" y="37430"/>
                </a:lnTo>
                <a:lnTo>
                  <a:pt x="1335683" y="37373"/>
                </a:lnTo>
                <a:lnTo>
                  <a:pt x="1335765" y="37317"/>
                </a:lnTo>
                <a:lnTo>
                  <a:pt x="1335899" y="37260"/>
                </a:lnTo>
                <a:lnTo>
                  <a:pt x="1336021" y="37203"/>
                </a:lnTo>
                <a:lnTo>
                  <a:pt x="1336103" y="37147"/>
                </a:lnTo>
                <a:lnTo>
                  <a:pt x="1336225" y="37090"/>
                </a:lnTo>
                <a:lnTo>
                  <a:pt x="1336348" y="37034"/>
                </a:lnTo>
                <a:lnTo>
                  <a:pt x="1336429" y="37005"/>
                </a:lnTo>
                <a:lnTo>
                  <a:pt x="1336552" y="36920"/>
                </a:lnTo>
                <a:lnTo>
                  <a:pt x="1336686" y="36892"/>
                </a:lnTo>
                <a:lnTo>
                  <a:pt x="1336768" y="36807"/>
                </a:lnTo>
                <a:lnTo>
                  <a:pt x="1336890" y="36779"/>
                </a:lnTo>
                <a:lnTo>
                  <a:pt x="1337012" y="36694"/>
                </a:lnTo>
                <a:lnTo>
                  <a:pt x="1337094" y="36665"/>
                </a:lnTo>
                <a:lnTo>
                  <a:pt x="1337216" y="36609"/>
                </a:lnTo>
                <a:lnTo>
                  <a:pt x="1337339" y="36552"/>
                </a:lnTo>
                <a:lnTo>
                  <a:pt x="1337461" y="36496"/>
                </a:lnTo>
                <a:lnTo>
                  <a:pt x="1337552" y="36439"/>
                </a:lnTo>
                <a:lnTo>
                  <a:pt x="1337677" y="36382"/>
                </a:lnTo>
                <a:lnTo>
                  <a:pt x="1337799" y="36326"/>
                </a:lnTo>
                <a:lnTo>
                  <a:pt x="1337881" y="36269"/>
                </a:lnTo>
                <a:lnTo>
                  <a:pt x="1338003" y="36212"/>
                </a:lnTo>
                <a:lnTo>
                  <a:pt x="1338126" y="36156"/>
                </a:lnTo>
                <a:lnTo>
                  <a:pt x="1338207" y="36099"/>
                </a:lnTo>
                <a:lnTo>
                  <a:pt x="1338330" y="36043"/>
                </a:lnTo>
                <a:lnTo>
                  <a:pt x="1338462" y="35986"/>
                </a:lnTo>
                <a:lnTo>
                  <a:pt x="1338543" y="35929"/>
                </a:lnTo>
                <a:lnTo>
                  <a:pt x="1338668" y="35873"/>
                </a:lnTo>
                <a:lnTo>
                  <a:pt x="1338790" y="35816"/>
                </a:lnTo>
                <a:lnTo>
                  <a:pt x="1338872" y="35759"/>
                </a:lnTo>
                <a:lnTo>
                  <a:pt x="1338994" y="35703"/>
                </a:lnTo>
                <a:lnTo>
                  <a:pt x="1339117" y="35646"/>
                </a:lnTo>
                <a:lnTo>
                  <a:pt x="1339198" y="35590"/>
                </a:lnTo>
                <a:lnTo>
                  <a:pt x="1339330" y="35533"/>
                </a:lnTo>
                <a:lnTo>
                  <a:pt x="1339453" y="35505"/>
                </a:lnTo>
                <a:lnTo>
                  <a:pt x="1339534" y="35420"/>
                </a:lnTo>
                <a:lnTo>
                  <a:pt x="1339659" y="35391"/>
                </a:lnTo>
                <a:lnTo>
                  <a:pt x="1339781" y="35306"/>
                </a:lnTo>
                <a:lnTo>
                  <a:pt x="1339904" y="35278"/>
                </a:lnTo>
                <a:lnTo>
                  <a:pt x="1339985" y="35221"/>
                </a:lnTo>
                <a:lnTo>
                  <a:pt x="1340108" y="35165"/>
                </a:lnTo>
                <a:lnTo>
                  <a:pt x="1340240" y="35108"/>
                </a:lnTo>
                <a:lnTo>
                  <a:pt x="1340321" y="35052"/>
                </a:lnTo>
                <a:lnTo>
                  <a:pt x="1340444" y="34995"/>
                </a:lnTo>
                <a:lnTo>
                  <a:pt x="1340566" y="34938"/>
                </a:lnTo>
                <a:lnTo>
                  <a:pt x="1340650" y="34882"/>
                </a:lnTo>
                <a:lnTo>
                  <a:pt x="1340772" y="34825"/>
                </a:lnTo>
                <a:lnTo>
                  <a:pt x="1340904" y="34768"/>
                </a:lnTo>
                <a:lnTo>
                  <a:pt x="1340976" y="34712"/>
                </a:lnTo>
                <a:lnTo>
                  <a:pt x="1341108" y="34655"/>
                </a:lnTo>
                <a:lnTo>
                  <a:pt x="1341231" y="34627"/>
                </a:lnTo>
                <a:lnTo>
                  <a:pt x="1341312" y="34570"/>
                </a:lnTo>
                <a:lnTo>
                  <a:pt x="1341435" y="34514"/>
                </a:lnTo>
                <a:lnTo>
                  <a:pt x="1341557" y="34457"/>
                </a:lnTo>
                <a:lnTo>
                  <a:pt x="1341641" y="34400"/>
                </a:lnTo>
                <a:lnTo>
                  <a:pt x="1341773" y="34344"/>
                </a:lnTo>
                <a:lnTo>
                  <a:pt x="1341895" y="34287"/>
                </a:lnTo>
                <a:lnTo>
                  <a:pt x="1341977" y="34259"/>
                </a:lnTo>
                <a:lnTo>
                  <a:pt x="1342099" y="34202"/>
                </a:lnTo>
                <a:lnTo>
                  <a:pt x="1342222" y="34146"/>
                </a:lnTo>
                <a:lnTo>
                  <a:pt x="1342344" y="34089"/>
                </a:lnTo>
                <a:lnTo>
                  <a:pt x="1342426" y="34032"/>
                </a:lnTo>
                <a:lnTo>
                  <a:pt x="1342550" y="33976"/>
                </a:lnTo>
                <a:lnTo>
                  <a:pt x="1342682" y="33947"/>
                </a:lnTo>
                <a:lnTo>
                  <a:pt x="1342764" y="33891"/>
                </a:lnTo>
                <a:lnTo>
                  <a:pt x="1342886" y="33834"/>
                </a:lnTo>
                <a:lnTo>
                  <a:pt x="1343009" y="33778"/>
                </a:lnTo>
                <a:lnTo>
                  <a:pt x="1343090" y="33749"/>
                </a:lnTo>
                <a:lnTo>
                  <a:pt x="1343213" y="33693"/>
                </a:lnTo>
                <a:lnTo>
                  <a:pt x="1343335" y="33636"/>
                </a:lnTo>
                <a:lnTo>
                  <a:pt x="1343417" y="33579"/>
                </a:lnTo>
                <a:lnTo>
                  <a:pt x="1343551" y="33551"/>
                </a:lnTo>
                <a:lnTo>
                  <a:pt x="1343673" y="33494"/>
                </a:lnTo>
                <a:lnTo>
                  <a:pt x="1343755" y="33438"/>
                </a:lnTo>
                <a:lnTo>
                  <a:pt x="1343877" y="33409"/>
                </a:lnTo>
                <a:lnTo>
                  <a:pt x="1344000" y="33353"/>
                </a:lnTo>
                <a:lnTo>
                  <a:pt x="1344081" y="33296"/>
                </a:lnTo>
                <a:lnTo>
                  <a:pt x="1344204" y="33268"/>
                </a:lnTo>
                <a:lnTo>
                  <a:pt x="1344326" y="33211"/>
                </a:lnTo>
                <a:lnTo>
                  <a:pt x="1344420" y="33155"/>
                </a:lnTo>
                <a:lnTo>
                  <a:pt x="1344542" y="33126"/>
                </a:lnTo>
                <a:lnTo>
                  <a:pt x="1344664" y="33070"/>
                </a:lnTo>
                <a:lnTo>
                  <a:pt x="1344787" y="33041"/>
                </a:lnTo>
                <a:lnTo>
                  <a:pt x="1344868" y="32985"/>
                </a:lnTo>
                <a:lnTo>
                  <a:pt x="1344991" y="32928"/>
                </a:lnTo>
                <a:lnTo>
                  <a:pt x="1345113" y="32900"/>
                </a:lnTo>
                <a:lnTo>
                  <a:pt x="1345195" y="32843"/>
                </a:lnTo>
                <a:lnTo>
                  <a:pt x="1345329" y="32815"/>
                </a:lnTo>
                <a:lnTo>
                  <a:pt x="1345451" y="32758"/>
                </a:lnTo>
                <a:lnTo>
                  <a:pt x="1345533" y="32730"/>
                </a:lnTo>
                <a:lnTo>
                  <a:pt x="1345655" y="32673"/>
                </a:lnTo>
                <a:lnTo>
                  <a:pt x="1345778" y="32645"/>
                </a:lnTo>
                <a:lnTo>
                  <a:pt x="1345859" y="32588"/>
                </a:lnTo>
                <a:lnTo>
                  <a:pt x="1345982" y="32560"/>
                </a:lnTo>
                <a:lnTo>
                  <a:pt x="1346104" y="32503"/>
                </a:lnTo>
                <a:lnTo>
                  <a:pt x="1346198" y="32475"/>
                </a:lnTo>
                <a:lnTo>
                  <a:pt x="1346320" y="32447"/>
                </a:lnTo>
                <a:lnTo>
                  <a:pt x="1346442" y="32390"/>
                </a:lnTo>
                <a:lnTo>
                  <a:pt x="1346524" y="32334"/>
                </a:lnTo>
                <a:lnTo>
                  <a:pt x="1346646" y="32305"/>
                </a:lnTo>
                <a:lnTo>
                  <a:pt x="1346769" y="32277"/>
                </a:lnTo>
                <a:lnTo>
                  <a:pt x="1346850" y="32220"/>
                </a:lnTo>
                <a:lnTo>
                  <a:pt x="1346973" y="32192"/>
                </a:lnTo>
                <a:lnTo>
                  <a:pt x="1347105" y="32164"/>
                </a:lnTo>
                <a:lnTo>
                  <a:pt x="1347186" y="32107"/>
                </a:lnTo>
                <a:lnTo>
                  <a:pt x="1347311" y="32079"/>
                </a:lnTo>
                <a:lnTo>
                  <a:pt x="1347433" y="32050"/>
                </a:lnTo>
                <a:lnTo>
                  <a:pt x="1347556" y="31994"/>
                </a:lnTo>
                <a:lnTo>
                  <a:pt x="1347637" y="31965"/>
                </a:lnTo>
                <a:lnTo>
                  <a:pt x="1347769" y="31937"/>
                </a:lnTo>
                <a:lnTo>
                  <a:pt x="1347892" y="31909"/>
                </a:lnTo>
                <a:lnTo>
                  <a:pt x="1347973" y="31852"/>
                </a:lnTo>
                <a:lnTo>
                  <a:pt x="1348095" y="31824"/>
                </a:lnTo>
                <a:lnTo>
                  <a:pt x="1348220" y="31796"/>
                </a:lnTo>
                <a:lnTo>
                  <a:pt x="1348302" y="31767"/>
                </a:lnTo>
                <a:lnTo>
                  <a:pt x="1348424" y="31711"/>
                </a:lnTo>
                <a:lnTo>
                  <a:pt x="1348547" y="31682"/>
                </a:lnTo>
                <a:lnTo>
                  <a:pt x="1348638" y="31654"/>
                </a:lnTo>
                <a:lnTo>
                  <a:pt x="1348760" y="31626"/>
                </a:lnTo>
                <a:lnTo>
                  <a:pt x="1348883" y="31597"/>
                </a:lnTo>
                <a:lnTo>
                  <a:pt x="1348964" y="31569"/>
                </a:lnTo>
                <a:lnTo>
                  <a:pt x="1349086" y="31541"/>
                </a:lnTo>
                <a:lnTo>
                  <a:pt x="1349211" y="31484"/>
                </a:lnTo>
                <a:lnTo>
                  <a:pt x="1349293" y="31456"/>
                </a:lnTo>
                <a:lnTo>
                  <a:pt x="1349415" y="31428"/>
                </a:lnTo>
                <a:lnTo>
                  <a:pt x="1349538" y="31399"/>
                </a:lnTo>
                <a:lnTo>
                  <a:pt x="1349629" y="31371"/>
                </a:lnTo>
                <a:lnTo>
                  <a:pt x="1349751" y="31343"/>
                </a:lnTo>
                <a:lnTo>
                  <a:pt x="1349873" y="31314"/>
                </a:lnTo>
                <a:lnTo>
                  <a:pt x="1349996" y="31286"/>
                </a:lnTo>
                <a:lnTo>
                  <a:pt x="1350077" y="31258"/>
                </a:lnTo>
                <a:lnTo>
                  <a:pt x="1350202" y="31229"/>
                </a:lnTo>
                <a:lnTo>
                  <a:pt x="1350325" y="31201"/>
                </a:lnTo>
                <a:lnTo>
                  <a:pt x="1350406" y="31173"/>
                </a:lnTo>
                <a:lnTo>
                  <a:pt x="1350538" y="31144"/>
                </a:lnTo>
                <a:lnTo>
                  <a:pt x="1350661" y="31116"/>
                </a:lnTo>
                <a:lnTo>
                  <a:pt x="1350742" y="31088"/>
                </a:lnTo>
                <a:lnTo>
                  <a:pt x="1350864" y="31059"/>
                </a:lnTo>
                <a:lnTo>
                  <a:pt x="1350987" y="31059"/>
                </a:lnTo>
                <a:lnTo>
                  <a:pt x="1351068" y="31003"/>
                </a:lnTo>
                <a:lnTo>
                  <a:pt x="1351193" y="31003"/>
                </a:lnTo>
                <a:lnTo>
                  <a:pt x="1351316" y="30975"/>
                </a:lnTo>
                <a:lnTo>
                  <a:pt x="1351407" y="30946"/>
                </a:lnTo>
                <a:lnTo>
                  <a:pt x="1351529" y="30918"/>
                </a:lnTo>
                <a:lnTo>
                  <a:pt x="1351651" y="30918"/>
                </a:lnTo>
                <a:lnTo>
                  <a:pt x="1351733" y="30861"/>
                </a:lnTo>
                <a:lnTo>
                  <a:pt x="1351855" y="30861"/>
                </a:lnTo>
                <a:lnTo>
                  <a:pt x="1351978" y="30833"/>
                </a:lnTo>
                <a:lnTo>
                  <a:pt x="1352062" y="30805"/>
                </a:lnTo>
                <a:lnTo>
                  <a:pt x="1352184" y="30805"/>
                </a:lnTo>
                <a:lnTo>
                  <a:pt x="1352316" y="30776"/>
                </a:lnTo>
                <a:lnTo>
                  <a:pt x="1352439" y="30748"/>
                </a:lnTo>
                <a:lnTo>
                  <a:pt x="1352520" y="30720"/>
                </a:lnTo>
                <a:lnTo>
                  <a:pt x="1352642" y="30720"/>
                </a:lnTo>
                <a:lnTo>
                  <a:pt x="1352765" y="30691"/>
                </a:lnTo>
                <a:lnTo>
                  <a:pt x="1352846" y="30663"/>
                </a:lnTo>
                <a:lnTo>
                  <a:pt x="1352969" y="30663"/>
                </a:lnTo>
                <a:lnTo>
                  <a:pt x="1353103" y="30635"/>
                </a:lnTo>
                <a:lnTo>
                  <a:pt x="1353185" y="30606"/>
                </a:lnTo>
                <a:lnTo>
                  <a:pt x="1353307" y="30606"/>
                </a:lnTo>
                <a:lnTo>
                  <a:pt x="1353429" y="30578"/>
                </a:lnTo>
                <a:lnTo>
                  <a:pt x="1353511" y="30578"/>
                </a:lnTo>
                <a:lnTo>
                  <a:pt x="1353633" y="30550"/>
                </a:lnTo>
                <a:lnTo>
                  <a:pt x="1353765" y="30550"/>
                </a:lnTo>
                <a:lnTo>
                  <a:pt x="1353837" y="30522"/>
                </a:lnTo>
                <a:lnTo>
                  <a:pt x="1353972" y="30493"/>
                </a:lnTo>
                <a:lnTo>
                  <a:pt x="1354094" y="30493"/>
                </a:lnTo>
                <a:lnTo>
                  <a:pt x="1354176" y="30465"/>
                </a:lnTo>
                <a:lnTo>
                  <a:pt x="1354298" y="30465"/>
                </a:lnTo>
                <a:lnTo>
                  <a:pt x="1354420" y="30437"/>
                </a:lnTo>
                <a:lnTo>
                  <a:pt x="1354502" y="30437"/>
                </a:lnTo>
                <a:lnTo>
                  <a:pt x="1354634" y="30408"/>
                </a:lnTo>
                <a:lnTo>
                  <a:pt x="1354759" y="30408"/>
                </a:lnTo>
                <a:lnTo>
                  <a:pt x="1354881" y="30380"/>
                </a:lnTo>
                <a:lnTo>
                  <a:pt x="1354963" y="30380"/>
                </a:lnTo>
                <a:lnTo>
                  <a:pt x="1355085" y="30352"/>
                </a:lnTo>
                <a:lnTo>
                  <a:pt x="1355207" y="30352"/>
                </a:lnTo>
                <a:lnTo>
                  <a:pt x="1355289" y="30352"/>
                </a:lnTo>
                <a:lnTo>
                  <a:pt x="1355411" y="30323"/>
                </a:lnTo>
                <a:lnTo>
                  <a:pt x="1355543" y="30323"/>
                </a:lnTo>
                <a:lnTo>
                  <a:pt x="1355625" y="30323"/>
                </a:lnTo>
                <a:lnTo>
                  <a:pt x="1355750" y="30295"/>
                </a:lnTo>
                <a:lnTo>
                  <a:pt x="1355872" y="30295"/>
                </a:lnTo>
                <a:lnTo>
                  <a:pt x="1355954" y="30295"/>
                </a:lnTo>
                <a:lnTo>
                  <a:pt x="1356076" y="30295"/>
                </a:lnTo>
                <a:lnTo>
                  <a:pt x="1356198" y="30267"/>
                </a:lnTo>
                <a:lnTo>
                  <a:pt x="1356280" y="30267"/>
                </a:lnTo>
                <a:lnTo>
                  <a:pt x="1356412" y="30238"/>
                </a:lnTo>
                <a:lnTo>
                  <a:pt x="1356534" y="30238"/>
                </a:lnTo>
                <a:lnTo>
                  <a:pt x="1356616" y="30238"/>
                </a:lnTo>
                <a:lnTo>
                  <a:pt x="1356741" y="30238"/>
                </a:lnTo>
                <a:lnTo>
                  <a:pt x="1356863" y="30238"/>
                </a:lnTo>
                <a:lnTo>
                  <a:pt x="1356945" y="30210"/>
                </a:lnTo>
                <a:lnTo>
                  <a:pt x="1357067" y="30210"/>
                </a:lnTo>
                <a:lnTo>
                  <a:pt x="1357189" y="30210"/>
                </a:lnTo>
                <a:lnTo>
                  <a:pt x="1357312" y="30210"/>
                </a:lnTo>
                <a:lnTo>
                  <a:pt x="1357403" y="30210"/>
                </a:lnTo>
                <a:lnTo>
                  <a:pt x="1357525" y="30210"/>
                </a:lnTo>
                <a:lnTo>
                  <a:pt x="1357648" y="30182"/>
                </a:lnTo>
                <a:lnTo>
                  <a:pt x="1357732" y="30182"/>
                </a:lnTo>
                <a:lnTo>
                  <a:pt x="1357854" y="30182"/>
                </a:lnTo>
                <a:lnTo>
                  <a:pt x="1357976" y="30182"/>
                </a:lnTo>
                <a:lnTo>
                  <a:pt x="1358058" y="30182"/>
                </a:lnTo>
                <a:lnTo>
                  <a:pt x="1358180" y="30182"/>
                </a:lnTo>
                <a:lnTo>
                  <a:pt x="1358312" y="30182"/>
                </a:lnTo>
                <a:lnTo>
                  <a:pt x="1358394" y="30182"/>
                </a:lnTo>
                <a:lnTo>
                  <a:pt x="1358516" y="30182"/>
                </a:lnTo>
                <a:lnTo>
                  <a:pt x="1358641" y="30182"/>
                </a:lnTo>
                <a:lnTo>
                  <a:pt x="1358723" y="30182"/>
                </a:lnTo>
                <a:lnTo>
                  <a:pt x="1358845" y="30153"/>
                </a:lnTo>
                <a:lnTo>
                  <a:pt x="1358967" y="30153"/>
                </a:lnTo>
                <a:lnTo>
                  <a:pt x="1359059" y="30153"/>
                </a:lnTo>
                <a:lnTo>
                  <a:pt x="1359181" y="30153"/>
                </a:lnTo>
                <a:lnTo>
                  <a:pt x="1359303" y="30153"/>
                </a:lnTo>
                <a:lnTo>
                  <a:pt x="1359385" y="30153"/>
                </a:lnTo>
                <a:lnTo>
                  <a:pt x="1359507" y="30153"/>
                </a:lnTo>
                <a:lnTo>
                  <a:pt x="1359630" y="30153"/>
                </a:lnTo>
                <a:lnTo>
                  <a:pt x="1359754" y="30153"/>
                </a:lnTo>
                <a:lnTo>
                  <a:pt x="1359836" y="30153"/>
                </a:lnTo>
                <a:lnTo>
                  <a:pt x="1359968" y="30153"/>
                </a:lnTo>
                <a:lnTo>
                  <a:pt x="1360090" y="30153"/>
                </a:lnTo>
                <a:lnTo>
                  <a:pt x="1360172" y="30182"/>
                </a:lnTo>
                <a:lnTo>
                  <a:pt x="1360294" y="30182"/>
                </a:lnTo>
                <a:lnTo>
                  <a:pt x="1360417" y="30182"/>
                </a:lnTo>
                <a:lnTo>
                  <a:pt x="1360498" y="30182"/>
                </a:lnTo>
                <a:lnTo>
                  <a:pt x="1360633" y="30182"/>
                </a:lnTo>
                <a:lnTo>
                  <a:pt x="1360755" y="30182"/>
                </a:lnTo>
                <a:lnTo>
                  <a:pt x="1360837" y="30182"/>
                </a:lnTo>
                <a:lnTo>
                  <a:pt x="1360959" y="30182"/>
                </a:lnTo>
                <a:lnTo>
                  <a:pt x="1361081" y="30182"/>
                </a:lnTo>
                <a:lnTo>
                  <a:pt x="1361163" y="30182"/>
                </a:lnTo>
                <a:lnTo>
                  <a:pt x="1361285" y="30182"/>
                </a:lnTo>
                <a:lnTo>
                  <a:pt x="1361408" y="30182"/>
                </a:lnTo>
                <a:lnTo>
                  <a:pt x="1361501" y="30210"/>
                </a:lnTo>
                <a:lnTo>
                  <a:pt x="1361624" y="30210"/>
                </a:lnTo>
                <a:lnTo>
                  <a:pt x="1361746" y="30210"/>
                </a:lnTo>
                <a:lnTo>
                  <a:pt x="1361828" y="30210"/>
                </a:lnTo>
                <a:lnTo>
                  <a:pt x="1361950" y="30210"/>
                </a:lnTo>
                <a:lnTo>
                  <a:pt x="1362072" y="30210"/>
                </a:lnTo>
                <a:lnTo>
                  <a:pt x="1362195" y="30210"/>
                </a:lnTo>
                <a:lnTo>
                  <a:pt x="1362276" y="30210"/>
                </a:lnTo>
                <a:lnTo>
                  <a:pt x="1362399" y="30238"/>
                </a:lnTo>
                <a:lnTo>
                  <a:pt x="1362533" y="30238"/>
                </a:lnTo>
                <a:lnTo>
                  <a:pt x="1362615" y="30238"/>
                </a:lnTo>
                <a:lnTo>
                  <a:pt x="1362737" y="30238"/>
                </a:lnTo>
                <a:lnTo>
                  <a:pt x="1362859" y="30238"/>
                </a:lnTo>
                <a:lnTo>
                  <a:pt x="1362941" y="30238"/>
                </a:lnTo>
                <a:lnTo>
                  <a:pt x="1363063" y="30238"/>
                </a:lnTo>
                <a:lnTo>
                  <a:pt x="1363186" y="30238"/>
                </a:lnTo>
                <a:lnTo>
                  <a:pt x="1363267" y="30267"/>
                </a:lnTo>
                <a:lnTo>
                  <a:pt x="1363402" y="30267"/>
                </a:lnTo>
                <a:lnTo>
                  <a:pt x="1363524" y="30267"/>
                </a:lnTo>
                <a:lnTo>
                  <a:pt x="1363606" y="30267"/>
                </a:lnTo>
                <a:lnTo>
                  <a:pt x="1363728" y="30295"/>
                </a:lnTo>
                <a:lnTo>
                  <a:pt x="1363850" y="30295"/>
                </a:lnTo>
                <a:lnTo>
                  <a:pt x="1363932" y="30295"/>
                </a:lnTo>
                <a:lnTo>
                  <a:pt x="1364054" y="30295"/>
                </a:lnTo>
                <a:lnTo>
                  <a:pt x="1364177" y="30295"/>
                </a:lnTo>
                <a:lnTo>
                  <a:pt x="1364270" y="30295"/>
                </a:lnTo>
                <a:lnTo>
                  <a:pt x="1364393" y="30323"/>
                </a:lnTo>
                <a:lnTo>
                  <a:pt x="1364515" y="30323"/>
                </a:lnTo>
                <a:lnTo>
                  <a:pt x="1364637" y="30323"/>
                </a:lnTo>
                <a:lnTo>
                  <a:pt x="1364719" y="30323"/>
                </a:lnTo>
                <a:lnTo>
                  <a:pt x="1364841" y="30323"/>
                </a:lnTo>
                <a:lnTo>
                  <a:pt x="1364964" y="30352"/>
                </a:lnTo>
                <a:lnTo>
                  <a:pt x="1365045" y="30352"/>
                </a:lnTo>
                <a:lnTo>
                  <a:pt x="1365177" y="30352"/>
                </a:lnTo>
                <a:lnTo>
                  <a:pt x="1365302" y="30352"/>
                </a:lnTo>
                <a:lnTo>
                  <a:pt x="1365384" y="30352"/>
                </a:lnTo>
                <a:lnTo>
                  <a:pt x="1365506" y="30352"/>
                </a:lnTo>
                <a:lnTo>
                  <a:pt x="1365628" y="30380"/>
                </a:lnTo>
                <a:lnTo>
                  <a:pt x="1365710" y="30380"/>
                </a:lnTo>
                <a:lnTo>
                  <a:pt x="1365832" y="30380"/>
                </a:lnTo>
                <a:lnTo>
                  <a:pt x="1365964" y="30380"/>
                </a:lnTo>
                <a:lnTo>
                  <a:pt x="1366046" y="30380"/>
                </a:lnTo>
                <a:lnTo>
                  <a:pt x="1366168" y="30408"/>
                </a:lnTo>
                <a:lnTo>
                  <a:pt x="1366293" y="30408"/>
                </a:lnTo>
                <a:lnTo>
                  <a:pt x="1366375" y="30408"/>
                </a:lnTo>
                <a:lnTo>
                  <a:pt x="1366497" y="30437"/>
                </a:lnTo>
                <a:lnTo>
                  <a:pt x="1366619" y="30437"/>
                </a:lnTo>
                <a:lnTo>
                  <a:pt x="1366701" y="30437"/>
                </a:lnTo>
                <a:lnTo>
                  <a:pt x="1366823" y="30437"/>
                </a:lnTo>
                <a:lnTo>
                  <a:pt x="1366955" y="30437"/>
                </a:lnTo>
                <a:lnTo>
                  <a:pt x="1367037" y="30465"/>
                </a:lnTo>
                <a:lnTo>
                  <a:pt x="1367159" y="30465"/>
                </a:lnTo>
                <a:lnTo>
                  <a:pt x="1367284" y="30465"/>
                </a:lnTo>
                <a:lnTo>
                  <a:pt x="1367406" y="30465"/>
                </a:lnTo>
                <a:lnTo>
                  <a:pt x="1367488" y="30465"/>
                </a:lnTo>
                <a:lnTo>
                  <a:pt x="1367620" y="30493"/>
                </a:lnTo>
                <a:lnTo>
                  <a:pt x="1367742" y="30493"/>
                </a:lnTo>
                <a:lnTo>
                  <a:pt x="1367824" y="30493"/>
                </a:lnTo>
                <a:lnTo>
                  <a:pt x="1367946" y="30493"/>
                </a:lnTo>
                <a:lnTo>
                  <a:pt x="1368069" y="30493"/>
                </a:lnTo>
                <a:lnTo>
                  <a:pt x="1368150" y="30522"/>
                </a:lnTo>
                <a:lnTo>
                  <a:pt x="1368275" y="30522"/>
                </a:lnTo>
                <a:lnTo>
                  <a:pt x="1368397" y="30522"/>
                </a:lnTo>
                <a:lnTo>
                  <a:pt x="1368488" y="30550"/>
                </a:lnTo>
                <a:lnTo>
                  <a:pt x="1368611" y="30550"/>
                </a:lnTo>
                <a:lnTo>
                  <a:pt x="1368733" y="30550"/>
                </a:lnTo>
                <a:lnTo>
                  <a:pt x="1368815" y="30550"/>
                </a:lnTo>
                <a:lnTo>
                  <a:pt x="1368937" y="30578"/>
                </a:lnTo>
                <a:lnTo>
                  <a:pt x="1369060" y="30578"/>
                </a:lnTo>
                <a:lnTo>
                  <a:pt x="1369141" y="30578"/>
                </a:lnTo>
                <a:lnTo>
                  <a:pt x="1369266" y="30578"/>
                </a:lnTo>
                <a:lnTo>
                  <a:pt x="1369398" y="30578"/>
                </a:lnTo>
                <a:lnTo>
                  <a:pt x="1369479" y="30606"/>
                </a:lnTo>
                <a:lnTo>
                  <a:pt x="1369602" y="30606"/>
                </a:lnTo>
                <a:lnTo>
                  <a:pt x="1369724" y="30606"/>
                </a:lnTo>
                <a:lnTo>
                  <a:pt x="1369847" y="30606"/>
                </a:lnTo>
                <a:lnTo>
                  <a:pt x="1369928" y="30635"/>
                </a:lnTo>
                <a:lnTo>
                  <a:pt x="1370051" y="30635"/>
                </a:lnTo>
                <a:lnTo>
                  <a:pt x="1370175" y="30635"/>
                </a:lnTo>
                <a:lnTo>
                  <a:pt x="1370266" y="30663"/>
                </a:lnTo>
                <a:lnTo>
                  <a:pt x="1370389" y="30663"/>
                </a:lnTo>
                <a:lnTo>
                  <a:pt x="1370511" y="30663"/>
                </a:lnTo>
                <a:lnTo>
                  <a:pt x="1370593" y="30663"/>
                </a:lnTo>
                <a:lnTo>
                  <a:pt x="1370715" y="30691"/>
                </a:lnTo>
                <a:lnTo>
                  <a:pt x="1370838" y="30691"/>
                </a:lnTo>
                <a:lnTo>
                  <a:pt x="1370919" y="30691"/>
                </a:lnTo>
                <a:lnTo>
                  <a:pt x="1371041" y="30691"/>
                </a:lnTo>
                <a:lnTo>
                  <a:pt x="1371176" y="30720"/>
                </a:lnTo>
                <a:lnTo>
                  <a:pt x="1371257" y="30720"/>
                </a:lnTo>
                <a:lnTo>
                  <a:pt x="1371380" y="30720"/>
                </a:lnTo>
                <a:lnTo>
                  <a:pt x="1371502" y="30720"/>
                </a:lnTo>
                <a:lnTo>
                  <a:pt x="1371584" y="30748"/>
                </a:lnTo>
                <a:lnTo>
                  <a:pt x="1371706" y="30748"/>
                </a:lnTo>
                <a:lnTo>
                  <a:pt x="1371829" y="30748"/>
                </a:lnTo>
                <a:lnTo>
                  <a:pt x="1371910" y="30748"/>
                </a:lnTo>
                <a:lnTo>
                  <a:pt x="1372044" y="30776"/>
                </a:lnTo>
                <a:lnTo>
                  <a:pt x="1372167" y="30776"/>
                </a:lnTo>
                <a:lnTo>
                  <a:pt x="1372289" y="30805"/>
                </a:lnTo>
                <a:lnTo>
                  <a:pt x="1372371" y="30805"/>
                </a:lnTo>
                <a:lnTo>
                  <a:pt x="1372493" y="30805"/>
                </a:lnTo>
                <a:lnTo>
                  <a:pt x="1372616" y="30805"/>
                </a:lnTo>
                <a:lnTo>
                  <a:pt x="1372697" y="30805"/>
                </a:lnTo>
                <a:lnTo>
                  <a:pt x="1372831" y="30833"/>
                </a:lnTo>
                <a:lnTo>
                  <a:pt x="1372954" y="30833"/>
                </a:lnTo>
                <a:lnTo>
                  <a:pt x="1373035" y="30833"/>
                </a:lnTo>
                <a:lnTo>
                  <a:pt x="1373158" y="30861"/>
                </a:lnTo>
                <a:lnTo>
                  <a:pt x="1373280" y="30861"/>
                </a:lnTo>
                <a:lnTo>
                  <a:pt x="1373362" y="30861"/>
                </a:lnTo>
                <a:lnTo>
                  <a:pt x="1373484" y="30861"/>
                </a:lnTo>
                <a:lnTo>
                  <a:pt x="1373616" y="30890"/>
                </a:lnTo>
                <a:lnTo>
                  <a:pt x="1373698" y="30890"/>
                </a:lnTo>
                <a:lnTo>
                  <a:pt x="1373822" y="30918"/>
                </a:lnTo>
                <a:lnTo>
                  <a:pt x="1373945" y="30918"/>
                </a:lnTo>
                <a:lnTo>
                  <a:pt x="1374026" y="30918"/>
                </a:lnTo>
                <a:lnTo>
                  <a:pt x="1374149" y="30918"/>
                </a:lnTo>
                <a:lnTo>
                  <a:pt x="1374271" y="30946"/>
                </a:lnTo>
                <a:lnTo>
                  <a:pt x="1374353" y="30946"/>
                </a:lnTo>
                <a:lnTo>
                  <a:pt x="1374485" y="30946"/>
                </a:lnTo>
                <a:lnTo>
                  <a:pt x="1374607" y="30975"/>
                </a:lnTo>
                <a:lnTo>
                  <a:pt x="1374729" y="30975"/>
                </a:lnTo>
                <a:lnTo>
                  <a:pt x="1374813" y="30975"/>
                </a:lnTo>
                <a:lnTo>
                  <a:pt x="1374936" y="31003"/>
                </a:lnTo>
                <a:lnTo>
                  <a:pt x="1375058" y="31003"/>
                </a:lnTo>
                <a:lnTo>
                  <a:pt x="1375140" y="31003"/>
                </a:lnTo>
                <a:lnTo>
                  <a:pt x="1375262" y="31003"/>
                </a:lnTo>
                <a:lnTo>
                  <a:pt x="1375394" y="31031"/>
                </a:lnTo>
                <a:lnTo>
                  <a:pt x="1375476" y="31031"/>
                </a:lnTo>
                <a:lnTo>
                  <a:pt x="1375598" y="31059"/>
                </a:lnTo>
                <a:lnTo>
                  <a:pt x="1375720" y="31059"/>
                </a:lnTo>
                <a:lnTo>
                  <a:pt x="1375804" y="31059"/>
                </a:lnTo>
                <a:lnTo>
                  <a:pt x="1375927" y="31088"/>
                </a:lnTo>
                <a:lnTo>
                  <a:pt x="1376049" y="31088"/>
                </a:lnTo>
                <a:lnTo>
                  <a:pt x="1376131" y="31088"/>
                </a:lnTo>
                <a:lnTo>
                  <a:pt x="1376263" y="31116"/>
                </a:lnTo>
                <a:lnTo>
                  <a:pt x="1376385" y="31116"/>
                </a:lnTo>
                <a:lnTo>
                  <a:pt x="1376467" y="31116"/>
                </a:lnTo>
                <a:lnTo>
                  <a:pt x="1376589" y="31144"/>
                </a:lnTo>
                <a:lnTo>
                  <a:pt x="1376711" y="31144"/>
                </a:lnTo>
                <a:lnTo>
                  <a:pt x="1376795" y="31173"/>
                </a:lnTo>
                <a:lnTo>
                  <a:pt x="1376918" y="31173"/>
                </a:lnTo>
                <a:lnTo>
                  <a:pt x="1377040" y="31173"/>
                </a:lnTo>
                <a:lnTo>
                  <a:pt x="1377172" y="31201"/>
                </a:lnTo>
                <a:lnTo>
                  <a:pt x="1377254" y="31201"/>
                </a:lnTo>
                <a:lnTo>
                  <a:pt x="1377376" y="31229"/>
                </a:lnTo>
                <a:lnTo>
                  <a:pt x="1377498" y="31229"/>
                </a:lnTo>
                <a:lnTo>
                  <a:pt x="1377580" y="31229"/>
                </a:lnTo>
                <a:lnTo>
                  <a:pt x="1377705" y="31229"/>
                </a:lnTo>
                <a:lnTo>
                  <a:pt x="1377827" y="31258"/>
                </a:lnTo>
                <a:lnTo>
                  <a:pt x="1377909" y="31286"/>
                </a:lnTo>
                <a:lnTo>
                  <a:pt x="1378031" y="31286"/>
                </a:lnTo>
                <a:lnTo>
                  <a:pt x="1378163" y="31286"/>
                </a:lnTo>
                <a:lnTo>
                  <a:pt x="1378245" y="31314"/>
                </a:lnTo>
                <a:lnTo>
                  <a:pt x="1378367" y="31314"/>
                </a:lnTo>
                <a:lnTo>
                  <a:pt x="1378489" y="31343"/>
                </a:lnTo>
                <a:lnTo>
                  <a:pt x="1378571" y="31343"/>
                </a:lnTo>
                <a:lnTo>
                  <a:pt x="1378693" y="31343"/>
                </a:lnTo>
                <a:lnTo>
                  <a:pt x="1378828" y="31371"/>
                </a:lnTo>
                <a:lnTo>
                  <a:pt x="1378909" y="31371"/>
                </a:lnTo>
                <a:lnTo>
                  <a:pt x="1379032" y="31371"/>
                </a:lnTo>
                <a:lnTo>
                  <a:pt x="1379154" y="31399"/>
                </a:lnTo>
                <a:lnTo>
                  <a:pt x="1379236" y="31428"/>
                </a:lnTo>
                <a:lnTo>
                  <a:pt x="1379358" y="31428"/>
                </a:lnTo>
                <a:lnTo>
                  <a:pt x="1379480" y="31428"/>
                </a:lnTo>
                <a:lnTo>
                  <a:pt x="1379603" y="31456"/>
                </a:lnTo>
                <a:lnTo>
                  <a:pt x="1379696" y="31456"/>
                </a:lnTo>
                <a:lnTo>
                  <a:pt x="1379819" y="31456"/>
                </a:lnTo>
                <a:lnTo>
                  <a:pt x="1379941" y="31484"/>
                </a:lnTo>
                <a:lnTo>
                  <a:pt x="1380023" y="31484"/>
                </a:lnTo>
                <a:lnTo>
                  <a:pt x="1380145" y="31512"/>
                </a:lnTo>
                <a:lnTo>
                  <a:pt x="1380267" y="31512"/>
                </a:lnTo>
                <a:lnTo>
                  <a:pt x="1380349" y="31541"/>
                </a:lnTo>
                <a:lnTo>
                  <a:pt x="1380471" y="31541"/>
                </a:lnTo>
                <a:lnTo>
                  <a:pt x="1380606" y="31569"/>
                </a:lnTo>
                <a:lnTo>
                  <a:pt x="1380687" y="31569"/>
                </a:lnTo>
                <a:lnTo>
                  <a:pt x="1380810" y="31569"/>
                </a:lnTo>
                <a:lnTo>
                  <a:pt x="1380932" y="31597"/>
                </a:lnTo>
                <a:lnTo>
                  <a:pt x="1381014" y="31597"/>
                </a:lnTo>
                <a:lnTo>
                  <a:pt x="1381136" y="31626"/>
                </a:lnTo>
                <a:lnTo>
                  <a:pt x="1381258" y="31654"/>
                </a:lnTo>
                <a:lnTo>
                  <a:pt x="1381352" y="31654"/>
                </a:lnTo>
                <a:lnTo>
                  <a:pt x="1381474" y="31654"/>
                </a:lnTo>
                <a:lnTo>
                  <a:pt x="1381597" y="31682"/>
                </a:lnTo>
                <a:lnTo>
                  <a:pt x="1381678" y="31682"/>
                </a:lnTo>
                <a:lnTo>
                  <a:pt x="1381801" y="31711"/>
                </a:lnTo>
                <a:lnTo>
                  <a:pt x="1381923" y="31711"/>
                </a:lnTo>
                <a:lnTo>
                  <a:pt x="1382005" y="31739"/>
                </a:lnTo>
                <a:lnTo>
                  <a:pt x="1382127" y="31739"/>
                </a:lnTo>
                <a:lnTo>
                  <a:pt x="1382249" y="31767"/>
                </a:lnTo>
                <a:lnTo>
                  <a:pt x="1382384" y="31767"/>
                </a:lnTo>
                <a:lnTo>
                  <a:pt x="1382465" y="31796"/>
                </a:lnTo>
                <a:lnTo>
                  <a:pt x="1382588" y="31796"/>
                </a:lnTo>
                <a:lnTo>
                  <a:pt x="1382710" y="31824"/>
                </a:lnTo>
                <a:lnTo>
                  <a:pt x="1382792" y="31824"/>
                </a:lnTo>
                <a:lnTo>
                  <a:pt x="1382914" y="31852"/>
                </a:lnTo>
                <a:lnTo>
                  <a:pt x="1383036" y="31852"/>
                </a:lnTo>
                <a:lnTo>
                  <a:pt x="1383128" y="31881"/>
                </a:lnTo>
                <a:lnTo>
                  <a:pt x="1383250" y="31881"/>
                </a:lnTo>
                <a:lnTo>
                  <a:pt x="1383375" y="31909"/>
                </a:lnTo>
                <a:lnTo>
                  <a:pt x="1383456" y="31909"/>
                </a:lnTo>
                <a:lnTo>
                  <a:pt x="1383579" y="31937"/>
                </a:lnTo>
                <a:lnTo>
                  <a:pt x="1383701" y="31937"/>
                </a:lnTo>
                <a:lnTo>
                  <a:pt x="1383783" y="31965"/>
                </a:lnTo>
                <a:lnTo>
                  <a:pt x="1383905" y="31965"/>
                </a:lnTo>
                <a:lnTo>
                  <a:pt x="1384037" y="31994"/>
                </a:lnTo>
                <a:lnTo>
                  <a:pt x="1384119" y="31994"/>
                </a:lnTo>
                <a:lnTo>
                  <a:pt x="1384241" y="32022"/>
                </a:lnTo>
                <a:lnTo>
                  <a:pt x="1384366" y="32022"/>
                </a:lnTo>
                <a:lnTo>
                  <a:pt x="1384447" y="32050"/>
                </a:lnTo>
                <a:lnTo>
                  <a:pt x="1384570" y="32050"/>
                </a:lnTo>
                <a:lnTo>
                  <a:pt x="1384702" y="32079"/>
                </a:lnTo>
                <a:lnTo>
                  <a:pt x="1384824" y="32079"/>
                </a:lnTo>
                <a:lnTo>
                  <a:pt x="1384906" y="32107"/>
                </a:lnTo>
                <a:lnTo>
                  <a:pt x="1385028" y="32107"/>
                </a:lnTo>
                <a:lnTo>
                  <a:pt x="1385150" y="32135"/>
                </a:lnTo>
                <a:lnTo>
                  <a:pt x="1385232" y="32164"/>
                </a:lnTo>
                <a:lnTo>
                  <a:pt x="1385357" y="32164"/>
                </a:lnTo>
                <a:lnTo>
                  <a:pt x="1385479" y="32192"/>
                </a:lnTo>
                <a:lnTo>
                  <a:pt x="1385561" y="32192"/>
                </a:lnTo>
                <a:lnTo>
                  <a:pt x="1385693" y="32220"/>
                </a:lnTo>
                <a:lnTo>
                  <a:pt x="1385815" y="32220"/>
                </a:lnTo>
                <a:lnTo>
                  <a:pt x="1385897" y="32249"/>
                </a:lnTo>
                <a:lnTo>
                  <a:pt x="1386019" y="32249"/>
                </a:lnTo>
                <a:lnTo>
                  <a:pt x="1386141" y="32277"/>
                </a:lnTo>
                <a:lnTo>
                  <a:pt x="1386223" y="32305"/>
                </a:lnTo>
                <a:lnTo>
                  <a:pt x="1386348" y="32305"/>
                </a:lnTo>
                <a:lnTo>
                  <a:pt x="1386480" y="32334"/>
                </a:lnTo>
                <a:lnTo>
                  <a:pt x="1386561" y="32334"/>
                </a:lnTo>
                <a:lnTo>
                  <a:pt x="1386684" y="32334"/>
                </a:lnTo>
                <a:lnTo>
                  <a:pt x="1386806" y="32362"/>
                </a:lnTo>
                <a:lnTo>
                  <a:pt x="1386887" y="32390"/>
                </a:lnTo>
                <a:lnTo>
                  <a:pt x="1387010" y="32390"/>
                </a:lnTo>
                <a:lnTo>
                  <a:pt x="1387132" y="32418"/>
                </a:lnTo>
                <a:lnTo>
                  <a:pt x="1387257" y="32447"/>
                </a:lnTo>
                <a:lnTo>
                  <a:pt x="1387348" y="32447"/>
                </a:lnTo>
                <a:lnTo>
                  <a:pt x="1387471" y="32447"/>
                </a:lnTo>
                <a:lnTo>
                  <a:pt x="1387593" y="32475"/>
                </a:lnTo>
                <a:lnTo>
                  <a:pt x="1387675" y="32503"/>
                </a:lnTo>
                <a:lnTo>
                  <a:pt x="1387797" y="32503"/>
                </a:lnTo>
                <a:lnTo>
                  <a:pt x="1387919" y="32532"/>
                </a:lnTo>
                <a:lnTo>
                  <a:pt x="1388001" y="32532"/>
                </a:lnTo>
                <a:lnTo>
                  <a:pt x="1388123" y="32560"/>
                </a:lnTo>
                <a:lnTo>
                  <a:pt x="1388246" y="32560"/>
                </a:lnTo>
                <a:lnTo>
                  <a:pt x="1388339" y="32588"/>
                </a:lnTo>
                <a:lnTo>
                  <a:pt x="1388462" y="32617"/>
                </a:lnTo>
                <a:lnTo>
                  <a:pt x="1388584" y="32617"/>
                </a:lnTo>
                <a:lnTo>
                  <a:pt x="1388665" y="32645"/>
                </a:lnTo>
                <a:lnTo>
                  <a:pt x="1388788" y="32645"/>
                </a:lnTo>
                <a:lnTo>
                  <a:pt x="1388910" y="32673"/>
                </a:lnTo>
                <a:lnTo>
                  <a:pt x="1388992" y="32702"/>
                </a:lnTo>
                <a:lnTo>
                  <a:pt x="1389126" y="32702"/>
                </a:lnTo>
                <a:lnTo>
                  <a:pt x="1389249" y="32730"/>
                </a:lnTo>
                <a:lnTo>
                  <a:pt x="1389330" y="32730"/>
                </a:lnTo>
                <a:lnTo>
                  <a:pt x="1389453" y="32758"/>
                </a:lnTo>
                <a:lnTo>
                  <a:pt x="1389575" y="32758"/>
                </a:lnTo>
                <a:lnTo>
                  <a:pt x="1389697" y="32787"/>
                </a:lnTo>
                <a:lnTo>
                  <a:pt x="1389779" y="32815"/>
                </a:lnTo>
                <a:lnTo>
                  <a:pt x="1389901" y="32815"/>
                </a:lnTo>
                <a:lnTo>
                  <a:pt x="1390024" y="32843"/>
                </a:lnTo>
                <a:lnTo>
                  <a:pt x="1390117" y="32843"/>
                </a:lnTo>
                <a:lnTo>
                  <a:pt x="1390240" y="32872"/>
                </a:lnTo>
                <a:lnTo>
                  <a:pt x="1390362" y="32872"/>
                </a:lnTo>
                <a:lnTo>
                  <a:pt x="1390443" y="32900"/>
                </a:lnTo>
                <a:lnTo>
                  <a:pt x="1390566" y="32928"/>
                </a:lnTo>
                <a:lnTo>
                  <a:pt x="1390688" y="32928"/>
                </a:lnTo>
                <a:lnTo>
                  <a:pt x="1390770" y="32956"/>
                </a:lnTo>
                <a:lnTo>
                  <a:pt x="1390892" y="32956"/>
                </a:lnTo>
                <a:lnTo>
                  <a:pt x="1391027" y="32985"/>
                </a:lnTo>
                <a:lnTo>
                  <a:pt x="1391108" y="32985"/>
                </a:lnTo>
                <a:lnTo>
                  <a:pt x="1391231" y="33013"/>
                </a:lnTo>
                <a:lnTo>
                  <a:pt x="1391353" y="33013"/>
                </a:lnTo>
                <a:lnTo>
                  <a:pt x="1391434" y="33041"/>
                </a:lnTo>
                <a:lnTo>
                  <a:pt x="1391557" y="33041"/>
                </a:lnTo>
                <a:lnTo>
                  <a:pt x="1391689" y="33070"/>
                </a:lnTo>
                <a:lnTo>
                  <a:pt x="1391761" y="33070"/>
                </a:lnTo>
                <a:lnTo>
                  <a:pt x="1391895" y="33098"/>
                </a:lnTo>
                <a:lnTo>
                  <a:pt x="1392018" y="33098"/>
                </a:lnTo>
                <a:lnTo>
                  <a:pt x="1392140" y="33126"/>
                </a:lnTo>
                <a:lnTo>
                  <a:pt x="1392221" y="33155"/>
                </a:lnTo>
                <a:lnTo>
                  <a:pt x="1392344" y="33155"/>
                </a:lnTo>
                <a:lnTo>
                  <a:pt x="1392466" y="33183"/>
                </a:lnTo>
                <a:lnTo>
                  <a:pt x="1392557" y="33183"/>
                </a:lnTo>
                <a:lnTo>
                  <a:pt x="1392680" y="33211"/>
                </a:lnTo>
                <a:lnTo>
                  <a:pt x="1392802" y="33211"/>
                </a:lnTo>
                <a:lnTo>
                  <a:pt x="1392886" y="33240"/>
                </a:lnTo>
                <a:lnTo>
                  <a:pt x="1393008" y="33240"/>
                </a:lnTo>
                <a:lnTo>
                  <a:pt x="1393131" y="33268"/>
                </a:lnTo>
                <a:lnTo>
                  <a:pt x="1393212" y="33268"/>
                </a:lnTo>
                <a:lnTo>
                  <a:pt x="1393335" y="33296"/>
                </a:lnTo>
                <a:lnTo>
                  <a:pt x="1393467" y="33296"/>
                </a:lnTo>
                <a:lnTo>
                  <a:pt x="1393548" y="33325"/>
                </a:lnTo>
                <a:lnTo>
                  <a:pt x="1393671" y="33325"/>
                </a:lnTo>
                <a:lnTo>
                  <a:pt x="1393796" y="33353"/>
                </a:lnTo>
                <a:lnTo>
                  <a:pt x="1393877" y="33353"/>
                </a:lnTo>
                <a:lnTo>
                  <a:pt x="1393999" y="33353"/>
                </a:lnTo>
                <a:lnTo>
                  <a:pt x="1394122" y="33381"/>
                </a:lnTo>
                <a:lnTo>
                  <a:pt x="1394203" y="33409"/>
                </a:lnTo>
                <a:lnTo>
                  <a:pt x="1394335" y="33409"/>
                </a:lnTo>
                <a:lnTo>
                  <a:pt x="1394458" y="33409"/>
                </a:lnTo>
                <a:lnTo>
                  <a:pt x="1394580" y="33438"/>
                </a:lnTo>
                <a:lnTo>
                  <a:pt x="1394662" y="33438"/>
                </a:lnTo>
                <a:lnTo>
                  <a:pt x="1394784" y="33466"/>
                </a:lnTo>
                <a:lnTo>
                  <a:pt x="1394909" y="33466"/>
                </a:lnTo>
                <a:lnTo>
                  <a:pt x="1394990" y="33494"/>
                </a:lnTo>
                <a:lnTo>
                  <a:pt x="1395113" y="33523"/>
                </a:lnTo>
                <a:lnTo>
                  <a:pt x="1395245" y="33523"/>
                </a:lnTo>
                <a:lnTo>
                  <a:pt x="1395326" y="33523"/>
                </a:lnTo>
                <a:lnTo>
                  <a:pt x="1395449" y="33551"/>
                </a:lnTo>
                <a:lnTo>
                  <a:pt x="1395571" y="33551"/>
                </a:lnTo>
                <a:lnTo>
                  <a:pt x="1395653" y="33579"/>
                </a:lnTo>
                <a:lnTo>
                  <a:pt x="1395775" y="33579"/>
                </a:lnTo>
                <a:lnTo>
                  <a:pt x="1395900" y="33579"/>
                </a:lnTo>
                <a:lnTo>
                  <a:pt x="1395981" y="33608"/>
                </a:lnTo>
                <a:lnTo>
                  <a:pt x="1396113" y="33636"/>
                </a:lnTo>
                <a:lnTo>
                  <a:pt x="1396236" y="33636"/>
                </a:lnTo>
                <a:lnTo>
                  <a:pt x="1396317" y="33636"/>
                </a:lnTo>
                <a:lnTo>
                  <a:pt x="1396440" y="33664"/>
                </a:lnTo>
                <a:lnTo>
                  <a:pt x="1396562" y="33664"/>
                </a:lnTo>
                <a:lnTo>
                  <a:pt x="1396644" y="33664"/>
                </a:lnTo>
                <a:lnTo>
                  <a:pt x="1396768" y="33693"/>
                </a:lnTo>
                <a:lnTo>
                  <a:pt x="1396891" y="33693"/>
                </a:lnTo>
                <a:lnTo>
                  <a:pt x="1397023" y="33721"/>
                </a:lnTo>
                <a:lnTo>
                  <a:pt x="1397104" y="33721"/>
                </a:lnTo>
                <a:lnTo>
                  <a:pt x="1397227" y="33749"/>
                </a:lnTo>
                <a:lnTo>
                  <a:pt x="1397349" y="33749"/>
                </a:lnTo>
                <a:lnTo>
                  <a:pt x="1397431" y="33749"/>
                </a:lnTo>
                <a:lnTo>
                  <a:pt x="1397553" y="33778"/>
                </a:lnTo>
                <a:lnTo>
                  <a:pt x="1397687" y="33778"/>
                </a:lnTo>
                <a:lnTo>
                  <a:pt x="1397757" y="33806"/>
                </a:lnTo>
                <a:lnTo>
                  <a:pt x="1397891" y="33806"/>
                </a:lnTo>
                <a:lnTo>
                  <a:pt x="1398014" y="33806"/>
                </a:lnTo>
                <a:lnTo>
                  <a:pt x="1398095" y="33834"/>
                </a:lnTo>
                <a:lnTo>
                  <a:pt x="1398218" y="33834"/>
                </a:lnTo>
                <a:lnTo>
                  <a:pt x="1398340" y="33862"/>
                </a:lnTo>
                <a:lnTo>
                  <a:pt x="1398422" y="33862"/>
                </a:lnTo>
                <a:lnTo>
                  <a:pt x="1398556" y="33891"/>
                </a:lnTo>
                <a:lnTo>
                  <a:pt x="1398678" y="33891"/>
                </a:lnTo>
                <a:lnTo>
                  <a:pt x="1398760" y="33891"/>
                </a:lnTo>
                <a:lnTo>
                  <a:pt x="1398882" y="33919"/>
                </a:lnTo>
                <a:lnTo>
                  <a:pt x="1399005" y="33919"/>
                </a:lnTo>
                <a:lnTo>
                  <a:pt x="1399086" y="33919"/>
                </a:lnTo>
                <a:lnTo>
                  <a:pt x="1399209" y="33947"/>
                </a:lnTo>
                <a:lnTo>
                  <a:pt x="1399331" y="33947"/>
                </a:lnTo>
                <a:lnTo>
                  <a:pt x="1399465" y="33947"/>
                </a:lnTo>
                <a:lnTo>
                  <a:pt x="1399547" y="33976"/>
                </a:lnTo>
                <a:lnTo>
                  <a:pt x="1399669" y="33976"/>
                </a:lnTo>
                <a:lnTo>
                  <a:pt x="1399792" y="33976"/>
                </a:lnTo>
                <a:lnTo>
                  <a:pt x="1399873" y="34004"/>
                </a:lnTo>
                <a:lnTo>
                  <a:pt x="1399996" y="34032"/>
                </a:lnTo>
                <a:lnTo>
                  <a:pt x="1400118" y="34032"/>
                </a:lnTo>
                <a:lnTo>
                  <a:pt x="1400200" y="34032"/>
                </a:lnTo>
                <a:lnTo>
                  <a:pt x="1400332" y="34061"/>
                </a:lnTo>
                <a:lnTo>
                  <a:pt x="1400456" y="34061"/>
                </a:lnTo>
                <a:lnTo>
                  <a:pt x="1400538" y="34061"/>
                </a:lnTo>
                <a:lnTo>
                  <a:pt x="1400660" y="34061"/>
                </a:lnTo>
                <a:lnTo>
                  <a:pt x="1400783" y="34089"/>
                </a:lnTo>
                <a:lnTo>
                  <a:pt x="1400864" y="34089"/>
                </a:lnTo>
                <a:lnTo>
                  <a:pt x="1400987" y="34117"/>
                </a:lnTo>
                <a:lnTo>
                  <a:pt x="1401109" y="34117"/>
                </a:lnTo>
                <a:lnTo>
                  <a:pt x="1401200" y="34146"/>
                </a:lnTo>
                <a:lnTo>
                  <a:pt x="1401323" y="34146"/>
                </a:lnTo>
                <a:lnTo>
                  <a:pt x="1401447" y="34146"/>
                </a:lnTo>
                <a:lnTo>
                  <a:pt x="1401529" y="34174"/>
                </a:lnTo>
                <a:lnTo>
                  <a:pt x="1401651" y="34174"/>
                </a:lnTo>
                <a:lnTo>
                  <a:pt x="1401774" y="34174"/>
                </a:lnTo>
                <a:lnTo>
                  <a:pt x="1401855" y="34174"/>
                </a:lnTo>
                <a:lnTo>
                  <a:pt x="1401978" y="34202"/>
                </a:lnTo>
                <a:lnTo>
                  <a:pt x="1402110" y="34202"/>
                </a:lnTo>
                <a:lnTo>
                  <a:pt x="1402232" y="34202"/>
                </a:lnTo>
                <a:lnTo>
                  <a:pt x="1402314" y="34231"/>
                </a:lnTo>
                <a:lnTo>
                  <a:pt x="1402438" y="34231"/>
                </a:lnTo>
                <a:lnTo>
                  <a:pt x="1402561" y="34259"/>
                </a:lnTo>
                <a:lnTo>
                  <a:pt x="1402642" y="34259"/>
                </a:lnTo>
                <a:lnTo>
                  <a:pt x="1402765" y="34259"/>
                </a:lnTo>
                <a:lnTo>
                  <a:pt x="1402887" y="34287"/>
                </a:lnTo>
                <a:lnTo>
                  <a:pt x="1402978" y="34287"/>
                </a:lnTo>
                <a:lnTo>
                  <a:pt x="1403101" y="34287"/>
                </a:lnTo>
                <a:lnTo>
                  <a:pt x="1403223" y="34287"/>
                </a:lnTo>
                <a:lnTo>
                  <a:pt x="1403305" y="34315"/>
                </a:lnTo>
                <a:lnTo>
                  <a:pt x="1403429" y="34315"/>
                </a:lnTo>
                <a:lnTo>
                  <a:pt x="1403552" y="34315"/>
                </a:lnTo>
                <a:lnTo>
                  <a:pt x="1403633" y="34344"/>
                </a:lnTo>
                <a:lnTo>
                  <a:pt x="1403756" y="34344"/>
                </a:lnTo>
                <a:lnTo>
                  <a:pt x="1403888" y="34344"/>
                </a:lnTo>
                <a:lnTo>
                  <a:pt x="1403969" y="34344"/>
                </a:lnTo>
                <a:lnTo>
                  <a:pt x="1404092" y="34372"/>
                </a:lnTo>
                <a:lnTo>
                  <a:pt x="1404214" y="34372"/>
                </a:lnTo>
                <a:lnTo>
                  <a:pt x="1404296" y="34400"/>
                </a:lnTo>
                <a:lnTo>
                  <a:pt x="1404420" y="34400"/>
                </a:lnTo>
                <a:lnTo>
                  <a:pt x="1404552" y="34400"/>
                </a:lnTo>
                <a:lnTo>
                  <a:pt x="1404675" y="34400"/>
                </a:lnTo>
                <a:lnTo>
                  <a:pt x="1404756" y="34429"/>
                </a:lnTo>
                <a:lnTo>
                  <a:pt x="1404879" y="34429"/>
                </a:lnTo>
                <a:lnTo>
                  <a:pt x="1405001" y="34429"/>
                </a:lnTo>
                <a:lnTo>
                  <a:pt x="1405083" y="34429"/>
                </a:lnTo>
                <a:lnTo>
                  <a:pt x="1405205" y="34457"/>
                </a:lnTo>
                <a:lnTo>
                  <a:pt x="1405330" y="34457"/>
                </a:lnTo>
                <a:lnTo>
                  <a:pt x="1405421" y="34457"/>
                </a:lnTo>
                <a:lnTo>
                  <a:pt x="1405543" y="34485"/>
                </a:lnTo>
                <a:lnTo>
                  <a:pt x="1405666" y="34485"/>
                </a:lnTo>
                <a:lnTo>
                  <a:pt x="1405747" y="34514"/>
                </a:lnTo>
                <a:lnTo>
                  <a:pt x="1405870" y="34514"/>
                </a:lnTo>
                <a:lnTo>
                  <a:pt x="1405992" y="34514"/>
                </a:lnTo>
                <a:lnTo>
                  <a:pt x="1406074" y="34514"/>
                </a:lnTo>
                <a:lnTo>
                  <a:pt x="1406196" y="34542"/>
                </a:lnTo>
                <a:lnTo>
                  <a:pt x="1406330" y="34542"/>
                </a:lnTo>
                <a:lnTo>
                  <a:pt x="1406412" y="34542"/>
                </a:lnTo>
                <a:lnTo>
                  <a:pt x="1406534" y="34542"/>
                </a:lnTo>
                <a:lnTo>
                  <a:pt x="1406657" y="34570"/>
                </a:lnTo>
                <a:lnTo>
                  <a:pt x="1406738" y="34570"/>
                </a:lnTo>
                <a:lnTo>
                  <a:pt x="1406861" y="34570"/>
                </a:lnTo>
                <a:lnTo>
                  <a:pt x="1406983" y="34599"/>
                </a:lnTo>
                <a:lnTo>
                  <a:pt x="1407105" y="34599"/>
                </a:lnTo>
                <a:lnTo>
                  <a:pt x="1407199" y="34627"/>
                </a:lnTo>
                <a:lnTo>
                  <a:pt x="1407321" y="34627"/>
                </a:lnTo>
                <a:lnTo>
                  <a:pt x="1407444" y="34627"/>
                </a:lnTo>
                <a:lnTo>
                  <a:pt x="1407525" y="34627"/>
                </a:lnTo>
                <a:lnTo>
                  <a:pt x="1407648" y="34655"/>
                </a:lnTo>
                <a:lnTo>
                  <a:pt x="1407770" y="34655"/>
                </a:lnTo>
                <a:lnTo>
                  <a:pt x="1407852" y="34655"/>
                </a:lnTo>
                <a:lnTo>
                  <a:pt x="1407974" y="34655"/>
                </a:lnTo>
                <a:lnTo>
                  <a:pt x="1408096" y="34684"/>
                </a:lnTo>
                <a:lnTo>
                  <a:pt x="1408190" y="34684"/>
                </a:lnTo>
                <a:lnTo>
                  <a:pt x="1408312" y="34684"/>
                </a:lnTo>
                <a:lnTo>
                  <a:pt x="1408435" y="34712"/>
                </a:lnTo>
                <a:lnTo>
                  <a:pt x="1408516" y="34712"/>
                </a:lnTo>
                <a:lnTo>
                  <a:pt x="1408639" y="34712"/>
                </a:lnTo>
                <a:lnTo>
                  <a:pt x="1408761" y="34712"/>
                </a:lnTo>
                <a:lnTo>
                  <a:pt x="1408843" y="34740"/>
                </a:lnTo>
                <a:lnTo>
                  <a:pt x="1408965" y="34740"/>
                </a:lnTo>
                <a:lnTo>
                  <a:pt x="1409099" y="34768"/>
                </a:lnTo>
                <a:lnTo>
                  <a:pt x="1409181" y="34768"/>
                </a:lnTo>
                <a:lnTo>
                  <a:pt x="1409303" y="34768"/>
                </a:lnTo>
                <a:lnTo>
                  <a:pt x="1409426" y="34768"/>
                </a:lnTo>
                <a:lnTo>
                  <a:pt x="1409548" y="34797"/>
                </a:lnTo>
                <a:lnTo>
                  <a:pt x="1409630" y="34797"/>
                </a:lnTo>
                <a:lnTo>
                  <a:pt x="1409752" y="34797"/>
                </a:lnTo>
                <a:lnTo>
                  <a:pt x="1409884" y="34825"/>
                </a:lnTo>
                <a:lnTo>
                  <a:pt x="1409968" y="34825"/>
                </a:lnTo>
                <a:lnTo>
                  <a:pt x="1410090" y="34825"/>
                </a:lnTo>
                <a:lnTo>
                  <a:pt x="1410213" y="34825"/>
                </a:lnTo>
                <a:lnTo>
                  <a:pt x="1410294" y="34853"/>
                </a:lnTo>
                <a:lnTo>
                  <a:pt x="1410417" y="34853"/>
                </a:lnTo>
                <a:lnTo>
                  <a:pt x="1410539" y="34882"/>
                </a:lnTo>
                <a:lnTo>
                  <a:pt x="1410621" y="34882"/>
                </a:lnTo>
                <a:lnTo>
                  <a:pt x="1410752" y="34882"/>
                </a:lnTo>
                <a:lnTo>
                  <a:pt x="1410875" y="34882"/>
                </a:lnTo>
                <a:lnTo>
                  <a:pt x="1410959" y="34910"/>
                </a:lnTo>
                <a:lnTo>
                  <a:pt x="1411081" y="34910"/>
                </a:lnTo>
                <a:lnTo>
                  <a:pt x="1411204" y="34910"/>
                </a:lnTo>
                <a:lnTo>
                  <a:pt x="1411285" y="34938"/>
                </a:lnTo>
                <a:lnTo>
                  <a:pt x="1411408" y="34938"/>
                </a:lnTo>
                <a:lnTo>
                  <a:pt x="1411539" y="34938"/>
                </a:lnTo>
                <a:lnTo>
                  <a:pt x="1411621" y="34938"/>
                </a:lnTo>
                <a:lnTo>
                  <a:pt x="1411743" y="34938"/>
                </a:lnTo>
                <a:lnTo>
                  <a:pt x="1411866" y="34967"/>
                </a:lnTo>
                <a:lnTo>
                  <a:pt x="1411991" y="34967"/>
                </a:lnTo>
                <a:lnTo>
                  <a:pt x="1412072" y="34967"/>
                </a:lnTo>
                <a:lnTo>
                  <a:pt x="1412195" y="34995"/>
                </a:lnTo>
                <a:lnTo>
                  <a:pt x="1412317" y="34995"/>
                </a:lnTo>
                <a:lnTo>
                  <a:pt x="1412408" y="34995"/>
                </a:lnTo>
                <a:lnTo>
                  <a:pt x="1412530" y="35023"/>
                </a:lnTo>
                <a:lnTo>
                  <a:pt x="1412653" y="35023"/>
                </a:lnTo>
                <a:lnTo>
                  <a:pt x="1412734" y="35023"/>
                </a:lnTo>
                <a:lnTo>
                  <a:pt x="1412859" y="35052"/>
                </a:lnTo>
                <a:lnTo>
                  <a:pt x="1412982" y="35052"/>
                </a:lnTo>
                <a:lnTo>
                  <a:pt x="1413063" y="35052"/>
                </a:lnTo>
                <a:lnTo>
                  <a:pt x="1413186" y="35052"/>
                </a:lnTo>
                <a:lnTo>
                  <a:pt x="1413317" y="35052"/>
                </a:lnTo>
                <a:lnTo>
                  <a:pt x="1413399" y="35080"/>
                </a:lnTo>
                <a:lnTo>
                  <a:pt x="1413521" y="35080"/>
                </a:lnTo>
                <a:lnTo>
                  <a:pt x="1413644" y="35080"/>
                </a:lnTo>
                <a:lnTo>
                  <a:pt x="1413725" y="35080"/>
                </a:lnTo>
                <a:lnTo>
                  <a:pt x="1413848" y="35108"/>
                </a:lnTo>
                <a:lnTo>
                  <a:pt x="1413973" y="35108"/>
                </a:lnTo>
                <a:lnTo>
                  <a:pt x="1414064" y="35108"/>
                </a:lnTo>
                <a:lnTo>
                  <a:pt x="1414186" y="35137"/>
                </a:lnTo>
                <a:lnTo>
                  <a:pt x="1414308" y="35137"/>
                </a:lnTo>
                <a:lnTo>
                  <a:pt x="1414431" y="35137"/>
                </a:lnTo>
                <a:lnTo>
                  <a:pt x="1414512" y="35137"/>
                </a:lnTo>
                <a:lnTo>
                  <a:pt x="1414635" y="35165"/>
                </a:lnTo>
                <a:lnTo>
                  <a:pt x="1414757" y="35165"/>
                </a:lnTo>
                <a:lnTo>
                  <a:pt x="1414839" y="35165"/>
                </a:lnTo>
                <a:lnTo>
                  <a:pt x="1414973" y="35165"/>
                </a:lnTo>
                <a:lnTo>
                  <a:pt x="1415095" y="35165"/>
                </a:lnTo>
                <a:lnTo>
                  <a:pt x="1415177" y="35193"/>
                </a:lnTo>
                <a:lnTo>
                  <a:pt x="1415299" y="35193"/>
                </a:lnTo>
                <a:lnTo>
                  <a:pt x="1415422" y="35193"/>
                </a:lnTo>
                <a:lnTo>
                  <a:pt x="1415503" y="35193"/>
                </a:lnTo>
                <a:lnTo>
                  <a:pt x="1415626" y="35193"/>
                </a:lnTo>
                <a:lnTo>
                  <a:pt x="1415760" y="35221"/>
                </a:lnTo>
                <a:lnTo>
                  <a:pt x="1415842" y="35221"/>
                </a:lnTo>
                <a:lnTo>
                  <a:pt x="1415964" y="35221"/>
                </a:lnTo>
                <a:lnTo>
                  <a:pt x="1416086" y="35250"/>
                </a:lnTo>
                <a:lnTo>
                  <a:pt x="1416168" y="35250"/>
                </a:lnTo>
                <a:lnTo>
                  <a:pt x="1416290" y="35250"/>
                </a:lnTo>
                <a:lnTo>
                  <a:pt x="1416413" y="35250"/>
                </a:lnTo>
                <a:lnTo>
                  <a:pt x="1416494" y="35250"/>
                </a:lnTo>
                <a:lnTo>
                  <a:pt x="1416617" y="35278"/>
                </a:lnTo>
                <a:lnTo>
                  <a:pt x="1416751" y="35278"/>
                </a:lnTo>
                <a:lnTo>
                  <a:pt x="1416873" y="35278"/>
                </a:lnTo>
                <a:lnTo>
                  <a:pt x="1416955" y="35278"/>
                </a:lnTo>
                <a:lnTo>
                  <a:pt x="1417077" y="35278"/>
                </a:lnTo>
                <a:lnTo>
                  <a:pt x="1417200" y="35278"/>
                </a:lnTo>
                <a:lnTo>
                  <a:pt x="1417281" y="35278"/>
                </a:lnTo>
                <a:lnTo>
                  <a:pt x="1417413" y="35306"/>
                </a:lnTo>
                <a:lnTo>
                  <a:pt x="1417538" y="35306"/>
                </a:lnTo>
                <a:lnTo>
                  <a:pt x="1417620" y="35306"/>
                </a:lnTo>
                <a:lnTo>
                  <a:pt x="1417742" y="35306"/>
                </a:lnTo>
                <a:lnTo>
                  <a:pt x="1417864" y="35306"/>
                </a:lnTo>
                <a:lnTo>
                  <a:pt x="1417946" y="35306"/>
                </a:lnTo>
                <a:lnTo>
                  <a:pt x="1418068" y="35335"/>
                </a:lnTo>
                <a:lnTo>
                  <a:pt x="1418191" y="35335"/>
                </a:lnTo>
                <a:lnTo>
                  <a:pt x="1418282" y="35335"/>
                </a:lnTo>
                <a:lnTo>
                  <a:pt x="1418404" y="35335"/>
                </a:lnTo>
                <a:lnTo>
                  <a:pt x="1418529" y="35335"/>
                </a:lnTo>
                <a:lnTo>
                  <a:pt x="1418611" y="35335"/>
                </a:lnTo>
                <a:lnTo>
                  <a:pt x="1418733" y="35335"/>
                </a:lnTo>
                <a:lnTo>
                  <a:pt x="1418855" y="35363"/>
                </a:lnTo>
                <a:lnTo>
                  <a:pt x="1418937" y="35363"/>
                </a:lnTo>
                <a:lnTo>
                  <a:pt x="1419059" y="35363"/>
                </a:lnTo>
                <a:lnTo>
                  <a:pt x="1419191" y="35363"/>
                </a:lnTo>
                <a:lnTo>
                  <a:pt x="1419273" y="35391"/>
                </a:lnTo>
                <a:lnTo>
                  <a:pt x="1419395" y="35391"/>
                </a:lnTo>
                <a:lnTo>
                  <a:pt x="1419520" y="35391"/>
                </a:lnTo>
                <a:lnTo>
                  <a:pt x="1419642" y="35391"/>
                </a:lnTo>
                <a:lnTo>
                  <a:pt x="1419724" y="35391"/>
                </a:lnTo>
                <a:lnTo>
                  <a:pt x="1419846" y="35391"/>
                </a:lnTo>
                <a:lnTo>
                  <a:pt x="1419969" y="35391"/>
                </a:lnTo>
                <a:lnTo>
                  <a:pt x="1420060" y="35391"/>
                </a:lnTo>
                <a:lnTo>
                  <a:pt x="1420182" y="35391"/>
                </a:lnTo>
                <a:lnTo>
                  <a:pt x="1420305" y="35420"/>
                </a:lnTo>
                <a:lnTo>
                  <a:pt x="1420386" y="35420"/>
                </a:lnTo>
                <a:lnTo>
                  <a:pt x="1420511" y="35420"/>
                </a:lnTo>
                <a:lnTo>
                  <a:pt x="1420633" y="35420"/>
                </a:lnTo>
                <a:lnTo>
                  <a:pt x="1420715" y="35420"/>
                </a:lnTo>
                <a:lnTo>
                  <a:pt x="1420837" y="35420"/>
                </a:lnTo>
                <a:lnTo>
                  <a:pt x="1420960" y="35420"/>
                </a:lnTo>
                <a:lnTo>
                  <a:pt x="1421051" y="35420"/>
                </a:lnTo>
                <a:lnTo>
                  <a:pt x="1421173" y="35420"/>
                </a:lnTo>
                <a:lnTo>
                  <a:pt x="1421296" y="35448"/>
                </a:lnTo>
                <a:lnTo>
                  <a:pt x="1421377" y="35448"/>
                </a:lnTo>
                <a:lnTo>
                  <a:pt x="1421502" y="35448"/>
                </a:lnTo>
                <a:lnTo>
                  <a:pt x="1421624" y="35448"/>
                </a:lnTo>
                <a:lnTo>
                  <a:pt x="1421706" y="35448"/>
                </a:lnTo>
                <a:lnTo>
                  <a:pt x="1421828" y="35448"/>
                </a:lnTo>
                <a:lnTo>
                  <a:pt x="1421960" y="35448"/>
                </a:lnTo>
                <a:lnTo>
                  <a:pt x="1422083" y="35448"/>
                </a:lnTo>
                <a:lnTo>
                  <a:pt x="1422164" y="35476"/>
                </a:lnTo>
                <a:lnTo>
                  <a:pt x="1422287" y="35476"/>
                </a:lnTo>
                <a:lnTo>
                  <a:pt x="1422411" y="35476"/>
                </a:lnTo>
                <a:lnTo>
                  <a:pt x="1422493" y="35476"/>
                </a:lnTo>
                <a:lnTo>
                  <a:pt x="1422615" y="35476"/>
                </a:lnTo>
                <a:lnTo>
                  <a:pt x="1422747" y="35505"/>
                </a:lnTo>
                <a:lnTo>
                  <a:pt x="1422829" y="35505"/>
                </a:lnTo>
                <a:lnTo>
                  <a:pt x="1422951" y="35505"/>
                </a:lnTo>
                <a:lnTo>
                  <a:pt x="1423074" y="35505"/>
                </a:lnTo>
                <a:lnTo>
                  <a:pt x="1423155" y="35505"/>
                </a:lnTo>
                <a:lnTo>
                  <a:pt x="1423278" y="35505"/>
                </a:lnTo>
                <a:lnTo>
                  <a:pt x="1423400" y="35505"/>
                </a:lnTo>
                <a:lnTo>
                  <a:pt x="1423484" y="35505"/>
                </a:lnTo>
                <a:lnTo>
                  <a:pt x="1423616" y="35505"/>
                </a:lnTo>
                <a:lnTo>
                  <a:pt x="1423738" y="35533"/>
                </a:lnTo>
                <a:lnTo>
                  <a:pt x="1423820" y="35533"/>
                </a:lnTo>
                <a:lnTo>
                  <a:pt x="1423942" y="35533"/>
                </a:lnTo>
                <a:lnTo>
                  <a:pt x="1424065" y="35533"/>
                </a:lnTo>
                <a:lnTo>
                  <a:pt x="1424146" y="35533"/>
                </a:lnTo>
                <a:lnTo>
                  <a:pt x="1424269" y="35533"/>
                </a:lnTo>
                <a:lnTo>
                  <a:pt x="1424403" y="35533"/>
                </a:lnTo>
                <a:lnTo>
                  <a:pt x="1424525" y="35533"/>
                </a:lnTo>
                <a:lnTo>
                  <a:pt x="1424607" y="35561"/>
                </a:lnTo>
                <a:lnTo>
                  <a:pt x="1424729" y="35561"/>
                </a:lnTo>
                <a:lnTo>
                  <a:pt x="1424852" y="35561"/>
                </a:lnTo>
                <a:lnTo>
                  <a:pt x="1424933" y="35561"/>
                </a:lnTo>
                <a:lnTo>
                  <a:pt x="1425056" y="35561"/>
                </a:lnTo>
                <a:lnTo>
                  <a:pt x="1425178" y="35561"/>
                </a:lnTo>
                <a:lnTo>
                  <a:pt x="1425272" y="35561"/>
                </a:lnTo>
                <a:lnTo>
                  <a:pt x="1425394" y="35590"/>
                </a:lnTo>
                <a:lnTo>
                  <a:pt x="1425516" y="35590"/>
                </a:lnTo>
                <a:lnTo>
                  <a:pt x="1425598" y="35590"/>
                </a:lnTo>
                <a:lnTo>
                  <a:pt x="1425720" y="35590"/>
                </a:lnTo>
                <a:lnTo>
                  <a:pt x="1425843" y="35590"/>
                </a:lnTo>
                <a:lnTo>
                  <a:pt x="1425924" y="35590"/>
                </a:lnTo>
                <a:lnTo>
                  <a:pt x="1426047" y="35618"/>
                </a:lnTo>
                <a:lnTo>
                  <a:pt x="1426181" y="35618"/>
                </a:lnTo>
                <a:lnTo>
                  <a:pt x="1426263" y="35618"/>
                </a:lnTo>
                <a:lnTo>
                  <a:pt x="1426385" y="35618"/>
                </a:lnTo>
                <a:lnTo>
                  <a:pt x="1426507" y="35618"/>
                </a:lnTo>
                <a:lnTo>
                  <a:pt x="1426589" y="35618"/>
                </a:lnTo>
                <a:lnTo>
                  <a:pt x="1426711" y="35618"/>
                </a:lnTo>
                <a:lnTo>
                  <a:pt x="1426834" y="35646"/>
                </a:lnTo>
                <a:lnTo>
                  <a:pt x="1426956" y="35646"/>
                </a:lnTo>
                <a:lnTo>
                  <a:pt x="1427050" y="35646"/>
                </a:lnTo>
                <a:lnTo>
                  <a:pt x="1427172" y="35646"/>
                </a:lnTo>
                <a:lnTo>
                  <a:pt x="1427294" y="35646"/>
                </a:lnTo>
                <a:lnTo>
                  <a:pt x="1427376" y="35646"/>
                </a:lnTo>
                <a:lnTo>
                  <a:pt x="1427498" y="35646"/>
                </a:lnTo>
                <a:lnTo>
                  <a:pt x="1427621" y="35675"/>
                </a:lnTo>
                <a:lnTo>
                  <a:pt x="1427702" y="35675"/>
                </a:lnTo>
                <a:lnTo>
                  <a:pt x="1427825" y="35675"/>
                </a:lnTo>
                <a:lnTo>
                  <a:pt x="1427957" y="35675"/>
                </a:lnTo>
                <a:lnTo>
                  <a:pt x="1428041" y="35675"/>
                </a:lnTo>
                <a:lnTo>
                  <a:pt x="1428163" y="35675"/>
                </a:lnTo>
                <a:lnTo>
                  <a:pt x="1428285" y="35675"/>
                </a:lnTo>
                <a:lnTo>
                  <a:pt x="1428367" y="35703"/>
                </a:lnTo>
                <a:lnTo>
                  <a:pt x="1428489" y="35703"/>
                </a:lnTo>
                <a:lnTo>
                  <a:pt x="1428621" y="35703"/>
                </a:lnTo>
                <a:lnTo>
                  <a:pt x="1428693" y="35703"/>
                </a:lnTo>
                <a:lnTo>
                  <a:pt x="1428825" y="35703"/>
                </a:lnTo>
                <a:lnTo>
                  <a:pt x="1428950" y="35703"/>
                </a:lnTo>
                <a:lnTo>
                  <a:pt x="1429032" y="35703"/>
                </a:lnTo>
                <a:lnTo>
                  <a:pt x="1429154" y="35731"/>
                </a:lnTo>
                <a:lnTo>
                  <a:pt x="1429276" y="35731"/>
                </a:lnTo>
                <a:lnTo>
                  <a:pt x="1429399" y="35731"/>
                </a:lnTo>
                <a:lnTo>
                  <a:pt x="1429490" y="35759"/>
                </a:lnTo>
                <a:lnTo>
                  <a:pt x="1429612" y="35759"/>
                </a:lnTo>
                <a:lnTo>
                  <a:pt x="1429735" y="35759"/>
                </a:lnTo>
                <a:lnTo>
                  <a:pt x="1429816" y="35759"/>
                </a:lnTo>
                <a:lnTo>
                  <a:pt x="1429941" y="35759"/>
                </a:lnTo>
                <a:lnTo>
                  <a:pt x="1430063" y="35759"/>
                </a:lnTo>
                <a:lnTo>
                  <a:pt x="1430145" y="35788"/>
                </a:lnTo>
                <a:lnTo>
                  <a:pt x="1430267" y="35788"/>
                </a:lnTo>
                <a:lnTo>
                  <a:pt x="1430399" y="35788"/>
                </a:lnTo>
                <a:lnTo>
                  <a:pt x="1430481" y="35788"/>
                </a:lnTo>
                <a:lnTo>
                  <a:pt x="1430603" y="35788"/>
                </a:lnTo>
                <a:lnTo>
                  <a:pt x="1430726" y="35816"/>
                </a:lnTo>
                <a:lnTo>
                  <a:pt x="1430807" y="35816"/>
                </a:lnTo>
                <a:lnTo>
                  <a:pt x="1430929" y="35816"/>
                </a:lnTo>
                <a:lnTo>
                  <a:pt x="1431054" y="35816"/>
                </a:lnTo>
                <a:lnTo>
                  <a:pt x="1431136" y="35816"/>
                </a:lnTo>
                <a:lnTo>
                  <a:pt x="1431268" y="35816"/>
                </a:lnTo>
                <a:lnTo>
                  <a:pt x="1431390" y="35844"/>
                </a:lnTo>
                <a:lnTo>
                  <a:pt x="1431472" y="35844"/>
                </a:lnTo>
                <a:lnTo>
                  <a:pt x="1431594" y="35873"/>
                </a:lnTo>
                <a:lnTo>
                  <a:pt x="1431717" y="35873"/>
                </a:lnTo>
                <a:lnTo>
                  <a:pt x="1431839" y="35873"/>
                </a:lnTo>
                <a:lnTo>
                  <a:pt x="1431923" y="35873"/>
                </a:lnTo>
                <a:lnTo>
                  <a:pt x="1432045" y="35873"/>
                </a:lnTo>
                <a:lnTo>
                  <a:pt x="1432177" y="35901"/>
                </a:lnTo>
                <a:lnTo>
                  <a:pt x="1432259" y="35901"/>
                </a:lnTo>
                <a:lnTo>
                  <a:pt x="1432381" y="35901"/>
                </a:lnTo>
                <a:lnTo>
                  <a:pt x="1432504" y="35901"/>
                </a:lnTo>
                <a:lnTo>
                  <a:pt x="1432585" y="35929"/>
                </a:lnTo>
                <a:lnTo>
                  <a:pt x="1432707" y="35929"/>
                </a:lnTo>
                <a:lnTo>
                  <a:pt x="1432830" y="35929"/>
                </a:lnTo>
                <a:lnTo>
                  <a:pt x="1432911" y="35929"/>
                </a:lnTo>
                <a:lnTo>
                  <a:pt x="1433046" y="35958"/>
                </a:lnTo>
                <a:lnTo>
                  <a:pt x="1433168" y="35958"/>
                </a:lnTo>
                <a:lnTo>
                  <a:pt x="1433250" y="35958"/>
                </a:lnTo>
                <a:lnTo>
                  <a:pt x="1433372" y="35986"/>
                </a:lnTo>
                <a:lnTo>
                  <a:pt x="1433495" y="35986"/>
                </a:lnTo>
                <a:lnTo>
                  <a:pt x="1433576" y="35986"/>
                </a:lnTo>
                <a:lnTo>
                  <a:pt x="1433698" y="36014"/>
                </a:lnTo>
                <a:lnTo>
                  <a:pt x="1433821" y="36014"/>
                </a:lnTo>
                <a:lnTo>
                  <a:pt x="1433914" y="36014"/>
                </a:lnTo>
                <a:lnTo>
                  <a:pt x="1434037" y="36014"/>
                </a:lnTo>
                <a:lnTo>
                  <a:pt x="1434159" y="36043"/>
                </a:lnTo>
                <a:lnTo>
                  <a:pt x="1434282" y="36043"/>
                </a:lnTo>
                <a:lnTo>
                  <a:pt x="1434363" y="36043"/>
                </a:lnTo>
                <a:lnTo>
                  <a:pt x="1434485" y="36071"/>
                </a:lnTo>
                <a:lnTo>
                  <a:pt x="1434620" y="36071"/>
                </a:lnTo>
                <a:lnTo>
                  <a:pt x="1434689" y="36071"/>
                </a:lnTo>
                <a:lnTo>
                  <a:pt x="1434824" y="36099"/>
                </a:lnTo>
                <a:lnTo>
                  <a:pt x="1434946" y="36099"/>
                </a:lnTo>
                <a:lnTo>
                  <a:pt x="1435028" y="36128"/>
                </a:lnTo>
                <a:lnTo>
                  <a:pt x="1435150" y="36128"/>
                </a:lnTo>
                <a:lnTo>
                  <a:pt x="1435273" y="36128"/>
                </a:lnTo>
                <a:lnTo>
                  <a:pt x="1435354" y="36156"/>
                </a:lnTo>
                <a:lnTo>
                  <a:pt x="1435476" y="36156"/>
                </a:lnTo>
                <a:lnTo>
                  <a:pt x="1435611" y="36156"/>
                </a:lnTo>
                <a:lnTo>
                  <a:pt x="1435692" y="36156"/>
                </a:lnTo>
                <a:lnTo>
                  <a:pt x="1435815" y="36184"/>
                </a:lnTo>
                <a:lnTo>
                  <a:pt x="1435937" y="36184"/>
                </a:lnTo>
                <a:lnTo>
                  <a:pt x="1436019" y="36212"/>
                </a:lnTo>
                <a:lnTo>
                  <a:pt x="1436141" y="36212"/>
                </a:lnTo>
                <a:lnTo>
                  <a:pt x="1436263" y="36241"/>
                </a:lnTo>
                <a:lnTo>
                  <a:pt x="1436345" y="36241"/>
                </a:lnTo>
                <a:lnTo>
                  <a:pt x="1436479" y="36241"/>
                </a:lnTo>
                <a:lnTo>
                  <a:pt x="1436602" y="36269"/>
                </a:lnTo>
                <a:lnTo>
                  <a:pt x="1436683" y="36269"/>
                </a:lnTo>
                <a:lnTo>
                  <a:pt x="1436806" y="36269"/>
                </a:lnTo>
                <a:lnTo>
                  <a:pt x="1436928" y="36297"/>
                </a:lnTo>
                <a:lnTo>
                  <a:pt x="1437051" y="36297"/>
                </a:lnTo>
                <a:lnTo>
                  <a:pt x="1437132" y="36326"/>
                </a:lnTo>
                <a:lnTo>
                  <a:pt x="1437264" y="36326"/>
                </a:lnTo>
                <a:lnTo>
                  <a:pt x="1437386" y="36326"/>
                </a:lnTo>
                <a:lnTo>
                  <a:pt x="1437468" y="36354"/>
                </a:lnTo>
                <a:lnTo>
                  <a:pt x="1437593" y="36382"/>
                </a:lnTo>
                <a:lnTo>
                  <a:pt x="1437715" y="36382"/>
                </a:lnTo>
                <a:lnTo>
                  <a:pt x="1437797" y="36411"/>
                </a:lnTo>
                <a:lnTo>
                  <a:pt x="1437919" y="36411"/>
                </a:lnTo>
                <a:lnTo>
                  <a:pt x="1438041" y="36411"/>
                </a:lnTo>
                <a:lnTo>
                  <a:pt x="1438133" y="36439"/>
                </a:lnTo>
                <a:lnTo>
                  <a:pt x="1438255" y="36439"/>
                </a:lnTo>
                <a:lnTo>
                  <a:pt x="1438377" y="36467"/>
                </a:lnTo>
                <a:lnTo>
                  <a:pt x="1438459" y="36467"/>
                </a:lnTo>
                <a:lnTo>
                  <a:pt x="1438584" y="36496"/>
                </a:lnTo>
                <a:lnTo>
                  <a:pt x="1438706" y="36496"/>
                </a:lnTo>
                <a:lnTo>
                  <a:pt x="1438788" y="36524"/>
                </a:lnTo>
                <a:lnTo>
                  <a:pt x="1438910" y="36524"/>
                </a:lnTo>
                <a:lnTo>
                  <a:pt x="1439032" y="36552"/>
                </a:lnTo>
                <a:lnTo>
                  <a:pt x="1439124" y="36552"/>
                </a:lnTo>
                <a:lnTo>
                  <a:pt x="1439246" y="36581"/>
                </a:lnTo>
                <a:lnTo>
                  <a:pt x="1439368" y="36581"/>
                </a:lnTo>
                <a:lnTo>
                  <a:pt x="1439493" y="36609"/>
                </a:lnTo>
                <a:lnTo>
                  <a:pt x="1439575" y="36637"/>
                </a:lnTo>
                <a:lnTo>
                  <a:pt x="1439697" y="36637"/>
                </a:lnTo>
                <a:lnTo>
                  <a:pt x="1439819" y="36665"/>
                </a:lnTo>
                <a:lnTo>
                  <a:pt x="1439911" y="36665"/>
                </a:lnTo>
                <a:lnTo>
                  <a:pt x="1440033" y="36694"/>
                </a:lnTo>
                <a:lnTo>
                  <a:pt x="1440155" y="36694"/>
                </a:lnTo>
                <a:lnTo>
                  <a:pt x="1440237" y="36722"/>
                </a:lnTo>
                <a:lnTo>
                  <a:pt x="1440359" y="36722"/>
                </a:lnTo>
                <a:lnTo>
                  <a:pt x="1440484" y="36750"/>
                </a:lnTo>
                <a:lnTo>
                  <a:pt x="1440566" y="36779"/>
                </a:lnTo>
                <a:lnTo>
                  <a:pt x="1440688" y="36779"/>
                </a:lnTo>
                <a:lnTo>
                  <a:pt x="1440820" y="36807"/>
                </a:lnTo>
                <a:lnTo>
                  <a:pt x="1440902" y="36807"/>
                </a:lnTo>
                <a:lnTo>
                  <a:pt x="1441024" y="36835"/>
                </a:lnTo>
                <a:lnTo>
                  <a:pt x="1441146" y="36864"/>
                </a:lnTo>
                <a:lnTo>
                  <a:pt x="1441228" y="36864"/>
                </a:lnTo>
                <a:lnTo>
                  <a:pt x="1441350" y="36892"/>
                </a:lnTo>
                <a:lnTo>
                  <a:pt x="1441475" y="36892"/>
                </a:lnTo>
                <a:lnTo>
                  <a:pt x="1441557" y="36920"/>
                </a:lnTo>
              </a:path>
            </a:pathLst>
          </a:custGeom>
          <a:noFill xmlns:a="http://schemas.openxmlformats.org/drawingml/2006/main"/>
          <a:ln xmlns:a="http://schemas.openxmlformats.org/drawingml/2006/main" w="22462" cap="flat">
            <a:solidFill>
              <a:srgbClr val="0B72B9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79642-B2C9-497F-9D37-DB71D1EC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07" y="1793236"/>
            <a:ext cx="1434362" cy="363345"/>
          </a:xfrm>
          <a:custGeom xmlns:a="http://schemas.openxmlformats.org/drawingml/2006/main">
            <a:pathLst>
              <a:path w="1434362" h="363345" fill="none">
                <a:moveTo>
                  <a:pt x="0" y="204738"/>
                </a:moveTo>
                <a:lnTo>
                  <a:pt x="104" y="204783"/>
                </a:lnTo>
                <a:lnTo>
                  <a:pt x="214" y="204805"/>
                </a:lnTo>
                <a:lnTo>
                  <a:pt x="327" y="204828"/>
                </a:lnTo>
                <a:lnTo>
                  <a:pt x="441" y="204873"/>
                </a:lnTo>
                <a:lnTo>
                  <a:pt x="554" y="204895"/>
                </a:lnTo>
                <a:lnTo>
                  <a:pt x="655" y="204918"/>
                </a:lnTo>
                <a:lnTo>
                  <a:pt x="768" y="204963"/>
                </a:lnTo>
                <a:lnTo>
                  <a:pt x="878" y="204986"/>
                </a:lnTo>
                <a:lnTo>
                  <a:pt x="991" y="205008"/>
                </a:lnTo>
                <a:lnTo>
                  <a:pt x="1105" y="205053"/>
                </a:lnTo>
                <a:lnTo>
                  <a:pt x="1206" y="205076"/>
                </a:lnTo>
                <a:lnTo>
                  <a:pt x="1319" y="205121"/>
                </a:lnTo>
                <a:lnTo>
                  <a:pt x="1432" y="205143"/>
                </a:lnTo>
                <a:lnTo>
                  <a:pt x="1542" y="205166"/>
                </a:lnTo>
                <a:lnTo>
                  <a:pt x="1655" y="205211"/>
                </a:lnTo>
                <a:lnTo>
                  <a:pt x="1757" y="205233"/>
                </a:lnTo>
                <a:lnTo>
                  <a:pt x="1870" y="205256"/>
                </a:lnTo>
                <a:lnTo>
                  <a:pt x="1983" y="205301"/>
                </a:lnTo>
                <a:lnTo>
                  <a:pt x="2096" y="205324"/>
                </a:lnTo>
                <a:lnTo>
                  <a:pt x="2206" y="205346"/>
                </a:lnTo>
                <a:lnTo>
                  <a:pt x="2310" y="205391"/>
                </a:lnTo>
                <a:lnTo>
                  <a:pt x="2423" y="205414"/>
                </a:lnTo>
                <a:lnTo>
                  <a:pt x="2534" y="205459"/>
                </a:lnTo>
                <a:lnTo>
                  <a:pt x="2647" y="205481"/>
                </a:lnTo>
                <a:lnTo>
                  <a:pt x="2760" y="205526"/>
                </a:lnTo>
                <a:lnTo>
                  <a:pt x="2861" y="205549"/>
                </a:lnTo>
                <a:lnTo>
                  <a:pt x="2974" y="205571"/>
                </a:lnTo>
                <a:lnTo>
                  <a:pt x="3087" y="205617"/>
                </a:lnTo>
                <a:lnTo>
                  <a:pt x="3197" y="205662"/>
                </a:lnTo>
                <a:lnTo>
                  <a:pt x="3302" y="205684"/>
                </a:lnTo>
                <a:lnTo>
                  <a:pt x="3412" y="205707"/>
                </a:lnTo>
                <a:lnTo>
                  <a:pt x="3525" y="205752"/>
                </a:lnTo>
                <a:lnTo>
                  <a:pt x="3638" y="205774"/>
                </a:lnTo>
                <a:lnTo>
                  <a:pt x="3751" y="205819"/>
                </a:lnTo>
                <a:lnTo>
                  <a:pt x="3852" y="205842"/>
                </a:lnTo>
                <a:lnTo>
                  <a:pt x="3966" y="205887"/>
                </a:lnTo>
                <a:lnTo>
                  <a:pt x="4076" y="205909"/>
                </a:lnTo>
                <a:lnTo>
                  <a:pt x="4189" y="205955"/>
                </a:lnTo>
                <a:lnTo>
                  <a:pt x="4302" y="205977"/>
                </a:lnTo>
                <a:lnTo>
                  <a:pt x="4403" y="206022"/>
                </a:lnTo>
                <a:lnTo>
                  <a:pt x="4516" y="206045"/>
                </a:lnTo>
                <a:lnTo>
                  <a:pt x="4630" y="206090"/>
                </a:lnTo>
                <a:lnTo>
                  <a:pt x="4740" y="206112"/>
                </a:lnTo>
                <a:lnTo>
                  <a:pt x="4853" y="206157"/>
                </a:lnTo>
                <a:lnTo>
                  <a:pt x="4957" y="206202"/>
                </a:lnTo>
                <a:lnTo>
                  <a:pt x="5067" y="206225"/>
                </a:lnTo>
                <a:lnTo>
                  <a:pt x="5180" y="206270"/>
                </a:lnTo>
                <a:lnTo>
                  <a:pt x="5293" y="206293"/>
                </a:lnTo>
                <a:lnTo>
                  <a:pt x="5404" y="206338"/>
                </a:lnTo>
                <a:lnTo>
                  <a:pt x="5508" y="206360"/>
                </a:lnTo>
                <a:lnTo>
                  <a:pt x="5621" y="206405"/>
                </a:lnTo>
                <a:lnTo>
                  <a:pt x="5731" y="206450"/>
                </a:lnTo>
                <a:lnTo>
                  <a:pt x="5844" y="206473"/>
                </a:lnTo>
                <a:lnTo>
                  <a:pt x="5957" y="206518"/>
                </a:lnTo>
                <a:lnTo>
                  <a:pt x="6059" y="206540"/>
                </a:lnTo>
                <a:lnTo>
                  <a:pt x="6172" y="206586"/>
                </a:lnTo>
                <a:lnTo>
                  <a:pt x="6285" y="206631"/>
                </a:lnTo>
                <a:lnTo>
                  <a:pt x="6395" y="206653"/>
                </a:lnTo>
                <a:lnTo>
                  <a:pt x="6508" y="206698"/>
                </a:lnTo>
                <a:lnTo>
                  <a:pt x="6609" y="206721"/>
                </a:lnTo>
                <a:lnTo>
                  <a:pt x="6722" y="206766"/>
                </a:lnTo>
                <a:lnTo>
                  <a:pt x="6836" y="206788"/>
                </a:lnTo>
                <a:lnTo>
                  <a:pt x="6949" y="206833"/>
                </a:lnTo>
                <a:lnTo>
                  <a:pt x="7059" y="206879"/>
                </a:lnTo>
                <a:lnTo>
                  <a:pt x="7163" y="206901"/>
                </a:lnTo>
                <a:lnTo>
                  <a:pt x="7273" y="206946"/>
                </a:lnTo>
                <a:lnTo>
                  <a:pt x="7386" y="206991"/>
                </a:lnTo>
                <a:lnTo>
                  <a:pt x="7499" y="207014"/>
                </a:lnTo>
                <a:lnTo>
                  <a:pt x="7613" y="207059"/>
                </a:lnTo>
                <a:lnTo>
                  <a:pt x="7714" y="207104"/>
                </a:lnTo>
                <a:lnTo>
                  <a:pt x="7827" y="207126"/>
                </a:lnTo>
                <a:lnTo>
                  <a:pt x="7940" y="207171"/>
                </a:lnTo>
                <a:lnTo>
                  <a:pt x="8050" y="207217"/>
                </a:lnTo>
                <a:lnTo>
                  <a:pt x="8163" y="207239"/>
                </a:lnTo>
                <a:lnTo>
                  <a:pt x="8265" y="207284"/>
                </a:lnTo>
                <a:lnTo>
                  <a:pt x="8378" y="207307"/>
                </a:lnTo>
                <a:lnTo>
                  <a:pt x="8491" y="207352"/>
                </a:lnTo>
                <a:lnTo>
                  <a:pt x="8604" y="207397"/>
                </a:lnTo>
                <a:lnTo>
                  <a:pt x="8714" y="207419"/>
                </a:lnTo>
                <a:lnTo>
                  <a:pt x="8827" y="207464"/>
                </a:lnTo>
                <a:lnTo>
                  <a:pt x="8929" y="207510"/>
                </a:lnTo>
                <a:lnTo>
                  <a:pt x="9042" y="207532"/>
                </a:lnTo>
                <a:lnTo>
                  <a:pt x="9155" y="207555"/>
                </a:lnTo>
                <a:lnTo>
                  <a:pt x="9268" y="207600"/>
                </a:lnTo>
                <a:lnTo>
                  <a:pt x="9378" y="207645"/>
                </a:lnTo>
                <a:lnTo>
                  <a:pt x="9482" y="207690"/>
                </a:lnTo>
                <a:lnTo>
                  <a:pt x="9592" y="207735"/>
                </a:lnTo>
                <a:lnTo>
                  <a:pt x="9706" y="207757"/>
                </a:lnTo>
                <a:lnTo>
                  <a:pt x="9819" y="207802"/>
                </a:lnTo>
                <a:lnTo>
                  <a:pt x="9932" y="207848"/>
                </a:lnTo>
                <a:lnTo>
                  <a:pt x="10033" y="207870"/>
                </a:lnTo>
                <a:lnTo>
                  <a:pt x="10146" y="207915"/>
                </a:lnTo>
                <a:lnTo>
                  <a:pt x="10256" y="207960"/>
                </a:lnTo>
                <a:lnTo>
                  <a:pt x="10369" y="208005"/>
                </a:lnTo>
                <a:lnTo>
                  <a:pt x="10483" y="208050"/>
                </a:lnTo>
                <a:lnTo>
                  <a:pt x="10584" y="208073"/>
                </a:lnTo>
                <a:lnTo>
                  <a:pt x="10697" y="208118"/>
                </a:lnTo>
                <a:lnTo>
                  <a:pt x="10810" y="208163"/>
                </a:lnTo>
                <a:lnTo>
                  <a:pt x="10923" y="208186"/>
                </a:lnTo>
                <a:lnTo>
                  <a:pt x="11033" y="208231"/>
                </a:lnTo>
                <a:lnTo>
                  <a:pt x="11138" y="208276"/>
                </a:lnTo>
                <a:lnTo>
                  <a:pt x="11248" y="208321"/>
                </a:lnTo>
                <a:lnTo>
                  <a:pt x="11361" y="208366"/>
                </a:lnTo>
                <a:lnTo>
                  <a:pt x="11474" y="208411"/>
                </a:lnTo>
                <a:lnTo>
                  <a:pt x="11587" y="208433"/>
                </a:lnTo>
                <a:lnTo>
                  <a:pt x="11688" y="208501"/>
                </a:lnTo>
                <a:lnTo>
                  <a:pt x="11802" y="208524"/>
                </a:lnTo>
                <a:lnTo>
                  <a:pt x="11912" y="208569"/>
                </a:lnTo>
                <a:lnTo>
                  <a:pt x="12025" y="208614"/>
                </a:lnTo>
                <a:lnTo>
                  <a:pt x="12138" y="208659"/>
                </a:lnTo>
                <a:lnTo>
                  <a:pt x="12239" y="208704"/>
                </a:lnTo>
                <a:lnTo>
                  <a:pt x="12352" y="208749"/>
                </a:lnTo>
                <a:lnTo>
                  <a:pt x="12465" y="208772"/>
                </a:lnTo>
                <a:lnTo>
                  <a:pt x="12576" y="208817"/>
                </a:lnTo>
                <a:lnTo>
                  <a:pt x="12689" y="208862"/>
                </a:lnTo>
                <a:lnTo>
                  <a:pt x="12793" y="208907"/>
                </a:lnTo>
                <a:lnTo>
                  <a:pt x="12903" y="208952"/>
                </a:lnTo>
                <a:lnTo>
                  <a:pt x="13016" y="208974"/>
                </a:lnTo>
                <a:lnTo>
                  <a:pt x="13129" y="209042"/>
                </a:lnTo>
                <a:lnTo>
                  <a:pt x="13231" y="209065"/>
                </a:lnTo>
                <a:lnTo>
                  <a:pt x="13344" y="209110"/>
                </a:lnTo>
                <a:lnTo>
                  <a:pt x="13457" y="209155"/>
                </a:lnTo>
                <a:lnTo>
                  <a:pt x="13567" y="209177"/>
                </a:lnTo>
                <a:lnTo>
                  <a:pt x="13680" y="209222"/>
                </a:lnTo>
                <a:lnTo>
                  <a:pt x="13793" y="209267"/>
                </a:lnTo>
                <a:lnTo>
                  <a:pt x="13894" y="209312"/>
                </a:lnTo>
                <a:lnTo>
                  <a:pt x="14008" y="209357"/>
                </a:lnTo>
                <a:lnTo>
                  <a:pt x="14121" y="209403"/>
                </a:lnTo>
                <a:lnTo>
                  <a:pt x="14231" y="209425"/>
                </a:lnTo>
                <a:lnTo>
                  <a:pt x="14344" y="209470"/>
                </a:lnTo>
                <a:lnTo>
                  <a:pt x="14445" y="209493"/>
                </a:lnTo>
                <a:lnTo>
                  <a:pt x="14558" y="209538"/>
                </a:lnTo>
                <a:lnTo>
                  <a:pt x="14671" y="209583"/>
                </a:lnTo>
                <a:lnTo>
                  <a:pt x="14785" y="209628"/>
                </a:lnTo>
                <a:lnTo>
                  <a:pt x="14895" y="209650"/>
                </a:lnTo>
                <a:lnTo>
                  <a:pt x="14999" y="209696"/>
                </a:lnTo>
                <a:lnTo>
                  <a:pt x="15109" y="209741"/>
                </a:lnTo>
                <a:lnTo>
                  <a:pt x="15222" y="209786"/>
                </a:lnTo>
                <a:lnTo>
                  <a:pt x="15335" y="209808"/>
                </a:lnTo>
                <a:lnTo>
                  <a:pt x="15437" y="209853"/>
                </a:lnTo>
                <a:lnTo>
                  <a:pt x="15550" y="209876"/>
                </a:lnTo>
                <a:lnTo>
                  <a:pt x="15663" y="209921"/>
                </a:lnTo>
                <a:lnTo>
                  <a:pt x="15776" y="209966"/>
                </a:lnTo>
                <a:lnTo>
                  <a:pt x="15886" y="209988"/>
                </a:lnTo>
                <a:lnTo>
                  <a:pt x="15990" y="210034"/>
                </a:lnTo>
                <a:lnTo>
                  <a:pt x="16101" y="210079"/>
                </a:lnTo>
                <a:lnTo>
                  <a:pt x="16214" y="210101"/>
                </a:lnTo>
                <a:lnTo>
                  <a:pt x="16327" y="210146"/>
                </a:lnTo>
                <a:lnTo>
                  <a:pt x="16440" y="210169"/>
                </a:lnTo>
                <a:lnTo>
                  <a:pt x="16541" y="210214"/>
                </a:lnTo>
                <a:lnTo>
                  <a:pt x="16654" y="210259"/>
                </a:lnTo>
                <a:lnTo>
                  <a:pt x="16764" y="210281"/>
                </a:lnTo>
                <a:lnTo>
                  <a:pt x="16878" y="210327"/>
                </a:lnTo>
                <a:lnTo>
                  <a:pt x="16991" y="210349"/>
                </a:lnTo>
                <a:lnTo>
                  <a:pt x="17092" y="210394"/>
                </a:lnTo>
                <a:lnTo>
                  <a:pt x="17205" y="210439"/>
                </a:lnTo>
                <a:lnTo>
                  <a:pt x="17318" y="210462"/>
                </a:lnTo>
                <a:lnTo>
                  <a:pt x="17428" y="210484"/>
                </a:lnTo>
                <a:lnTo>
                  <a:pt x="17541" y="210529"/>
                </a:lnTo>
                <a:lnTo>
                  <a:pt x="17655" y="210574"/>
                </a:lnTo>
                <a:lnTo>
                  <a:pt x="17768" y="210597"/>
                </a:lnTo>
                <a:lnTo>
                  <a:pt x="17869" y="210619"/>
                </a:lnTo>
                <a:lnTo>
                  <a:pt x="17982" y="210665"/>
                </a:lnTo>
                <a:lnTo>
                  <a:pt x="18092" y="210710"/>
                </a:lnTo>
                <a:lnTo>
                  <a:pt x="18205" y="210732"/>
                </a:lnTo>
                <a:lnTo>
                  <a:pt x="18310" y="210777"/>
                </a:lnTo>
                <a:lnTo>
                  <a:pt x="18420" y="210800"/>
                </a:lnTo>
                <a:lnTo>
                  <a:pt x="18533" y="210822"/>
                </a:lnTo>
                <a:lnTo>
                  <a:pt x="18646" y="210867"/>
                </a:lnTo>
                <a:lnTo>
                  <a:pt x="18759" y="210912"/>
                </a:lnTo>
                <a:lnTo>
                  <a:pt x="18860" y="210935"/>
                </a:lnTo>
                <a:lnTo>
                  <a:pt x="18974" y="210958"/>
                </a:lnTo>
                <a:lnTo>
                  <a:pt x="19084" y="211003"/>
                </a:lnTo>
                <a:lnTo>
                  <a:pt x="19197" y="211048"/>
                </a:lnTo>
                <a:lnTo>
                  <a:pt x="19310" y="211070"/>
                </a:lnTo>
                <a:lnTo>
                  <a:pt x="19411" y="211093"/>
                </a:lnTo>
                <a:lnTo>
                  <a:pt x="19524" y="211138"/>
                </a:lnTo>
                <a:lnTo>
                  <a:pt x="19637" y="211160"/>
                </a:lnTo>
                <a:lnTo>
                  <a:pt x="19748" y="211205"/>
                </a:lnTo>
                <a:lnTo>
                  <a:pt x="19861" y="211228"/>
                </a:lnTo>
                <a:lnTo>
                  <a:pt x="19962" y="211250"/>
                </a:lnTo>
                <a:lnTo>
                  <a:pt x="20075" y="211296"/>
                </a:lnTo>
                <a:lnTo>
                  <a:pt x="20188" y="211341"/>
                </a:lnTo>
                <a:lnTo>
                  <a:pt x="20301" y="211363"/>
                </a:lnTo>
                <a:lnTo>
                  <a:pt x="20411" y="211386"/>
                </a:lnTo>
                <a:lnTo>
                  <a:pt x="20516" y="211431"/>
                </a:lnTo>
                <a:lnTo>
                  <a:pt x="20629" y="211476"/>
                </a:lnTo>
                <a:lnTo>
                  <a:pt x="20739" y="211498"/>
                </a:lnTo>
                <a:lnTo>
                  <a:pt x="20852" y="211521"/>
                </a:lnTo>
                <a:lnTo>
                  <a:pt x="20965" y="211566"/>
                </a:lnTo>
                <a:lnTo>
                  <a:pt x="21066" y="211589"/>
                </a:lnTo>
                <a:lnTo>
                  <a:pt x="21180" y="211634"/>
                </a:lnTo>
                <a:lnTo>
                  <a:pt x="21293" y="211679"/>
                </a:lnTo>
                <a:lnTo>
                  <a:pt x="21403" y="211701"/>
                </a:lnTo>
                <a:lnTo>
                  <a:pt x="21516" y="211724"/>
                </a:lnTo>
                <a:lnTo>
                  <a:pt x="21617" y="211769"/>
                </a:lnTo>
                <a:lnTo>
                  <a:pt x="21730" y="211791"/>
                </a:lnTo>
                <a:lnTo>
                  <a:pt x="21844" y="211836"/>
                </a:lnTo>
                <a:lnTo>
                  <a:pt x="21957" y="211881"/>
                </a:lnTo>
                <a:lnTo>
                  <a:pt x="22067" y="211904"/>
                </a:lnTo>
                <a:lnTo>
                  <a:pt x="22171" y="211949"/>
                </a:lnTo>
                <a:lnTo>
                  <a:pt x="22281" y="211972"/>
                </a:lnTo>
                <a:lnTo>
                  <a:pt x="22394" y="212017"/>
                </a:lnTo>
                <a:lnTo>
                  <a:pt x="22507" y="212039"/>
                </a:lnTo>
                <a:lnTo>
                  <a:pt x="22621" y="212084"/>
                </a:lnTo>
                <a:lnTo>
                  <a:pt x="22722" y="212107"/>
                </a:lnTo>
                <a:lnTo>
                  <a:pt x="22835" y="212152"/>
                </a:lnTo>
                <a:lnTo>
                  <a:pt x="22945" y="212174"/>
                </a:lnTo>
                <a:lnTo>
                  <a:pt x="23058" y="212220"/>
                </a:lnTo>
                <a:lnTo>
                  <a:pt x="23171" y="212242"/>
                </a:lnTo>
                <a:lnTo>
                  <a:pt x="23273" y="212287"/>
                </a:lnTo>
                <a:lnTo>
                  <a:pt x="23386" y="212310"/>
                </a:lnTo>
                <a:lnTo>
                  <a:pt x="23499" y="212355"/>
                </a:lnTo>
                <a:lnTo>
                  <a:pt x="23612" y="212377"/>
                </a:lnTo>
                <a:lnTo>
                  <a:pt x="23722" y="212422"/>
                </a:lnTo>
                <a:lnTo>
                  <a:pt x="23826" y="212445"/>
                </a:lnTo>
                <a:lnTo>
                  <a:pt x="23936" y="212467"/>
                </a:lnTo>
                <a:lnTo>
                  <a:pt x="24050" y="212512"/>
                </a:lnTo>
                <a:lnTo>
                  <a:pt x="24163" y="212558"/>
                </a:lnTo>
                <a:lnTo>
                  <a:pt x="24276" y="212580"/>
                </a:lnTo>
                <a:lnTo>
                  <a:pt x="24377" y="212603"/>
                </a:lnTo>
                <a:lnTo>
                  <a:pt x="24490" y="212648"/>
                </a:lnTo>
                <a:lnTo>
                  <a:pt x="24600" y="212670"/>
                </a:lnTo>
                <a:lnTo>
                  <a:pt x="24713" y="212693"/>
                </a:lnTo>
                <a:lnTo>
                  <a:pt x="24827" y="212738"/>
                </a:lnTo>
                <a:lnTo>
                  <a:pt x="24928" y="212760"/>
                </a:lnTo>
                <a:lnTo>
                  <a:pt x="25041" y="212783"/>
                </a:lnTo>
                <a:lnTo>
                  <a:pt x="25154" y="212805"/>
                </a:lnTo>
                <a:lnTo>
                  <a:pt x="25264" y="212851"/>
                </a:lnTo>
                <a:lnTo>
                  <a:pt x="25377" y="212873"/>
                </a:lnTo>
                <a:lnTo>
                  <a:pt x="25482" y="212896"/>
                </a:lnTo>
                <a:lnTo>
                  <a:pt x="25592" y="212918"/>
                </a:lnTo>
                <a:lnTo>
                  <a:pt x="25705" y="212963"/>
                </a:lnTo>
                <a:lnTo>
                  <a:pt x="25818" y="212986"/>
                </a:lnTo>
                <a:lnTo>
                  <a:pt x="25919" y="213008"/>
                </a:lnTo>
                <a:lnTo>
                  <a:pt x="26032" y="213031"/>
                </a:lnTo>
                <a:lnTo>
                  <a:pt x="26146" y="213053"/>
                </a:lnTo>
                <a:lnTo>
                  <a:pt x="26256" y="213098"/>
                </a:lnTo>
                <a:lnTo>
                  <a:pt x="26369" y="213121"/>
                </a:lnTo>
                <a:lnTo>
                  <a:pt x="26482" y="213143"/>
                </a:lnTo>
                <a:lnTo>
                  <a:pt x="26595" y="213166"/>
                </a:lnTo>
                <a:lnTo>
                  <a:pt x="26696" y="213189"/>
                </a:lnTo>
                <a:lnTo>
                  <a:pt x="26809" y="213234"/>
                </a:lnTo>
                <a:lnTo>
                  <a:pt x="26920" y="213234"/>
                </a:lnTo>
                <a:lnTo>
                  <a:pt x="27033" y="213279"/>
                </a:lnTo>
                <a:lnTo>
                  <a:pt x="27146" y="213301"/>
                </a:lnTo>
                <a:lnTo>
                  <a:pt x="27247" y="213324"/>
                </a:lnTo>
                <a:lnTo>
                  <a:pt x="27360" y="213346"/>
                </a:lnTo>
                <a:lnTo>
                  <a:pt x="27473" y="213369"/>
                </a:lnTo>
                <a:lnTo>
                  <a:pt x="27583" y="213391"/>
                </a:lnTo>
                <a:lnTo>
                  <a:pt x="27697" y="213414"/>
                </a:lnTo>
                <a:lnTo>
                  <a:pt x="27798" y="213436"/>
                </a:lnTo>
                <a:lnTo>
                  <a:pt x="27911" y="213436"/>
                </a:lnTo>
                <a:lnTo>
                  <a:pt x="28024" y="213459"/>
                </a:lnTo>
                <a:lnTo>
                  <a:pt x="28137" y="213482"/>
                </a:lnTo>
                <a:lnTo>
                  <a:pt x="28238" y="213504"/>
                </a:lnTo>
                <a:lnTo>
                  <a:pt x="28352" y="213527"/>
                </a:lnTo>
                <a:lnTo>
                  <a:pt x="28465" y="213549"/>
                </a:lnTo>
                <a:lnTo>
                  <a:pt x="28575" y="213549"/>
                </a:lnTo>
                <a:lnTo>
                  <a:pt x="28688" y="213572"/>
                </a:lnTo>
                <a:lnTo>
                  <a:pt x="28801" y="213594"/>
                </a:lnTo>
                <a:lnTo>
                  <a:pt x="28902" y="213617"/>
                </a:lnTo>
                <a:lnTo>
                  <a:pt x="29016" y="213639"/>
                </a:lnTo>
                <a:lnTo>
                  <a:pt x="29129" y="213662"/>
                </a:lnTo>
                <a:lnTo>
                  <a:pt x="29239" y="213662"/>
                </a:lnTo>
                <a:lnTo>
                  <a:pt x="29352" y="213684"/>
                </a:lnTo>
                <a:lnTo>
                  <a:pt x="29453" y="213707"/>
                </a:lnTo>
                <a:lnTo>
                  <a:pt x="29566" y="213729"/>
                </a:lnTo>
                <a:lnTo>
                  <a:pt x="29679" y="213752"/>
                </a:lnTo>
                <a:lnTo>
                  <a:pt x="29793" y="213775"/>
                </a:lnTo>
                <a:lnTo>
                  <a:pt x="29894" y="213775"/>
                </a:lnTo>
                <a:lnTo>
                  <a:pt x="30007" y="213797"/>
                </a:lnTo>
                <a:lnTo>
                  <a:pt x="30117" y="213820"/>
                </a:lnTo>
                <a:lnTo>
                  <a:pt x="30230" y="213842"/>
                </a:lnTo>
                <a:lnTo>
                  <a:pt x="30343" y="213865"/>
                </a:lnTo>
                <a:lnTo>
                  <a:pt x="30445" y="213887"/>
                </a:lnTo>
                <a:lnTo>
                  <a:pt x="30558" y="213887"/>
                </a:lnTo>
                <a:lnTo>
                  <a:pt x="30671" y="213910"/>
                </a:lnTo>
                <a:lnTo>
                  <a:pt x="30781" y="213932"/>
                </a:lnTo>
                <a:lnTo>
                  <a:pt x="30885" y="213955"/>
                </a:lnTo>
                <a:lnTo>
                  <a:pt x="30998" y="213955"/>
                </a:lnTo>
                <a:lnTo>
                  <a:pt x="31108" y="213977"/>
                </a:lnTo>
                <a:lnTo>
                  <a:pt x="31222" y="214000"/>
                </a:lnTo>
                <a:lnTo>
                  <a:pt x="31335" y="214000"/>
                </a:lnTo>
                <a:lnTo>
                  <a:pt x="31448" y="214022"/>
                </a:lnTo>
                <a:lnTo>
                  <a:pt x="31549" y="214045"/>
                </a:lnTo>
                <a:lnTo>
                  <a:pt x="31662" y="214067"/>
                </a:lnTo>
                <a:lnTo>
                  <a:pt x="31772" y="214067"/>
                </a:lnTo>
                <a:lnTo>
                  <a:pt x="31885" y="214090"/>
                </a:lnTo>
                <a:lnTo>
                  <a:pt x="31999" y="214090"/>
                </a:lnTo>
                <a:lnTo>
                  <a:pt x="32100" y="214113"/>
                </a:lnTo>
                <a:lnTo>
                  <a:pt x="32213" y="214135"/>
                </a:lnTo>
                <a:lnTo>
                  <a:pt x="32326" y="214158"/>
                </a:lnTo>
                <a:lnTo>
                  <a:pt x="32436" y="214158"/>
                </a:lnTo>
                <a:lnTo>
                  <a:pt x="32549" y="214180"/>
                </a:lnTo>
                <a:lnTo>
                  <a:pt x="32663" y="214203"/>
                </a:lnTo>
                <a:lnTo>
                  <a:pt x="32764" y="214203"/>
                </a:lnTo>
                <a:lnTo>
                  <a:pt x="32877" y="214203"/>
                </a:lnTo>
                <a:lnTo>
                  <a:pt x="32990" y="214225"/>
                </a:lnTo>
                <a:lnTo>
                  <a:pt x="33100" y="214248"/>
                </a:lnTo>
                <a:lnTo>
                  <a:pt x="33213" y="214270"/>
                </a:lnTo>
                <a:lnTo>
                  <a:pt x="33315" y="214293"/>
                </a:lnTo>
                <a:lnTo>
                  <a:pt x="33428" y="214293"/>
                </a:lnTo>
                <a:lnTo>
                  <a:pt x="33541" y="214315"/>
                </a:lnTo>
                <a:lnTo>
                  <a:pt x="33654" y="214338"/>
                </a:lnTo>
                <a:lnTo>
                  <a:pt x="33764" y="214360"/>
                </a:lnTo>
                <a:lnTo>
                  <a:pt x="33868" y="214383"/>
                </a:lnTo>
                <a:lnTo>
                  <a:pt x="33981" y="214383"/>
                </a:lnTo>
                <a:lnTo>
                  <a:pt x="34092" y="214406"/>
                </a:lnTo>
                <a:lnTo>
                  <a:pt x="34205" y="214428"/>
                </a:lnTo>
                <a:lnTo>
                  <a:pt x="34306" y="214451"/>
                </a:lnTo>
                <a:lnTo>
                  <a:pt x="34419" y="214473"/>
                </a:lnTo>
                <a:lnTo>
                  <a:pt x="34532" y="214496"/>
                </a:lnTo>
                <a:lnTo>
                  <a:pt x="34645" y="214518"/>
                </a:lnTo>
                <a:lnTo>
                  <a:pt x="34755" y="214518"/>
                </a:lnTo>
                <a:lnTo>
                  <a:pt x="34860" y="214541"/>
                </a:lnTo>
                <a:lnTo>
                  <a:pt x="34982" y="214563"/>
                </a:lnTo>
                <a:lnTo>
                  <a:pt x="35083" y="214586"/>
                </a:lnTo>
                <a:lnTo>
                  <a:pt x="35196" y="214608"/>
                </a:lnTo>
                <a:lnTo>
                  <a:pt x="35309" y="214631"/>
                </a:lnTo>
                <a:lnTo>
                  <a:pt x="35419" y="214653"/>
                </a:lnTo>
                <a:lnTo>
                  <a:pt x="35533" y="214676"/>
                </a:lnTo>
                <a:lnTo>
                  <a:pt x="35634" y="214698"/>
                </a:lnTo>
                <a:lnTo>
                  <a:pt x="35747" y="214721"/>
                </a:lnTo>
                <a:lnTo>
                  <a:pt x="35860" y="214744"/>
                </a:lnTo>
                <a:lnTo>
                  <a:pt x="35973" y="214766"/>
                </a:lnTo>
                <a:lnTo>
                  <a:pt x="36074" y="214789"/>
                </a:lnTo>
                <a:lnTo>
                  <a:pt x="36188" y="214834"/>
                </a:lnTo>
                <a:lnTo>
                  <a:pt x="36301" y="214856"/>
                </a:lnTo>
                <a:lnTo>
                  <a:pt x="36411" y="214879"/>
                </a:lnTo>
                <a:lnTo>
                  <a:pt x="36524" y="214901"/>
                </a:lnTo>
                <a:lnTo>
                  <a:pt x="36625" y="214924"/>
                </a:lnTo>
                <a:lnTo>
                  <a:pt x="36738" y="214969"/>
                </a:lnTo>
                <a:lnTo>
                  <a:pt x="36851" y="214991"/>
                </a:lnTo>
                <a:lnTo>
                  <a:pt x="36965" y="215014"/>
                </a:lnTo>
                <a:lnTo>
                  <a:pt x="37075" y="215059"/>
                </a:lnTo>
                <a:lnTo>
                  <a:pt x="37179" y="215082"/>
                </a:lnTo>
                <a:lnTo>
                  <a:pt x="37289" y="215104"/>
                </a:lnTo>
                <a:lnTo>
                  <a:pt x="37402" y="215149"/>
                </a:lnTo>
                <a:lnTo>
                  <a:pt x="37515" y="215194"/>
                </a:lnTo>
                <a:lnTo>
                  <a:pt x="37617" y="215217"/>
                </a:lnTo>
                <a:lnTo>
                  <a:pt x="37730" y="215239"/>
                </a:lnTo>
                <a:lnTo>
                  <a:pt x="37843" y="215284"/>
                </a:lnTo>
                <a:lnTo>
                  <a:pt x="37953" y="215307"/>
                </a:lnTo>
                <a:lnTo>
                  <a:pt x="38066" y="215352"/>
                </a:lnTo>
                <a:lnTo>
                  <a:pt x="38167" y="215397"/>
                </a:lnTo>
                <a:lnTo>
                  <a:pt x="38280" y="215420"/>
                </a:lnTo>
                <a:lnTo>
                  <a:pt x="38394" y="215465"/>
                </a:lnTo>
                <a:lnTo>
                  <a:pt x="38507" y="215487"/>
                </a:lnTo>
                <a:lnTo>
                  <a:pt x="38617" y="215532"/>
                </a:lnTo>
                <a:lnTo>
                  <a:pt x="38721" y="215577"/>
                </a:lnTo>
                <a:lnTo>
                  <a:pt x="38834" y="215600"/>
                </a:lnTo>
                <a:lnTo>
                  <a:pt x="38944" y="215645"/>
                </a:lnTo>
                <a:lnTo>
                  <a:pt x="39058" y="215690"/>
                </a:lnTo>
                <a:lnTo>
                  <a:pt x="39171" y="215713"/>
                </a:lnTo>
                <a:lnTo>
                  <a:pt x="39272" y="215735"/>
                </a:lnTo>
                <a:lnTo>
                  <a:pt x="39385" y="215780"/>
                </a:lnTo>
                <a:lnTo>
                  <a:pt x="39498" y="215825"/>
                </a:lnTo>
                <a:lnTo>
                  <a:pt x="39608" y="215848"/>
                </a:lnTo>
                <a:lnTo>
                  <a:pt x="39721" y="215893"/>
                </a:lnTo>
                <a:lnTo>
                  <a:pt x="39835" y="215938"/>
                </a:lnTo>
                <a:lnTo>
                  <a:pt x="39936" y="215960"/>
                </a:lnTo>
                <a:lnTo>
                  <a:pt x="40049" y="216006"/>
                </a:lnTo>
                <a:lnTo>
                  <a:pt x="40162" y="216051"/>
                </a:lnTo>
                <a:lnTo>
                  <a:pt x="40272" y="216073"/>
                </a:lnTo>
                <a:lnTo>
                  <a:pt x="40385" y="216118"/>
                </a:lnTo>
                <a:lnTo>
                  <a:pt x="40487" y="216163"/>
                </a:lnTo>
                <a:lnTo>
                  <a:pt x="40600" y="216186"/>
                </a:lnTo>
                <a:lnTo>
                  <a:pt x="40713" y="216231"/>
                </a:lnTo>
                <a:lnTo>
                  <a:pt x="40826" y="216276"/>
                </a:lnTo>
                <a:lnTo>
                  <a:pt x="40936" y="216321"/>
                </a:lnTo>
                <a:lnTo>
                  <a:pt x="41040" y="216366"/>
                </a:lnTo>
                <a:lnTo>
                  <a:pt x="41150" y="216389"/>
                </a:lnTo>
                <a:lnTo>
                  <a:pt x="41264" y="216434"/>
                </a:lnTo>
                <a:lnTo>
                  <a:pt x="41377" y="216479"/>
                </a:lnTo>
                <a:lnTo>
                  <a:pt x="41490" y="216501"/>
                </a:lnTo>
                <a:lnTo>
                  <a:pt x="41591" y="216546"/>
                </a:lnTo>
                <a:lnTo>
                  <a:pt x="41704" y="216591"/>
                </a:lnTo>
                <a:lnTo>
                  <a:pt x="41817" y="216614"/>
                </a:lnTo>
                <a:lnTo>
                  <a:pt x="41927" y="216659"/>
                </a:lnTo>
                <a:lnTo>
                  <a:pt x="42032" y="216704"/>
                </a:lnTo>
                <a:lnTo>
                  <a:pt x="42142" y="216727"/>
                </a:lnTo>
                <a:lnTo>
                  <a:pt x="42255" y="216772"/>
                </a:lnTo>
                <a:lnTo>
                  <a:pt x="42368" y="216817"/>
                </a:lnTo>
                <a:lnTo>
                  <a:pt x="42481" y="216839"/>
                </a:lnTo>
                <a:lnTo>
                  <a:pt x="42582" y="216884"/>
                </a:lnTo>
                <a:lnTo>
                  <a:pt x="42696" y="216907"/>
                </a:lnTo>
                <a:lnTo>
                  <a:pt x="42806" y="216952"/>
                </a:lnTo>
                <a:lnTo>
                  <a:pt x="42919" y="216975"/>
                </a:lnTo>
                <a:lnTo>
                  <a:pt x="43032" y="217020"/>
                </a:lnTo>
                <a:lnTo>
                  <a:pt x="43133" y="217065"/>
                </a:lnTo>
                <a:lnTo>
                  <a:pt x="43246" y="217087"/>
                </a:lnTo>
                <a:lnTo>
                  <a:pt x="43360" y="217132"/>
                </a:lnTo>
                <a:lnTo>
                  <a:pt x="43470" y="217155"/>
                </a:lnTo>
                <a:lnTo>
                  <a:pt x="43583" y="217177"/>
                </a:lnTo>
                <a:lnTo>
                  <a:pt x="43687" y="217222"/>
                </a:lnTo>
                <a:lnTo>
                  <a:pt x="43809" y="217268"/>
                </a:lnTo>
                <a:lnTo>
                  <a:pt x="43910" y="217290"/>
                </a:lnTo>
                <a:lnTo>
                  <a:pt x="44023" y="217313"/>
                </a:lnTo>
                <a:lnTo>
                  <a:pt x="44137" y="217358"/>
                </a:lnTo>
                <a:lnTo>
                  <a:pt x="44247" y="217380"/>
                </a:lnTo>
                <a:lnTo>
                  <a:pt x="44351" y="217425"/>
                </a:lnTo>
                <a:lnTo>
                  <a:pt x="44461" y="217448"/>
                </a:lnTo>
                <a:lnTo>
                  <a:pt x="44574" y="217493"/>
                </a:lnTo>
                <a:lnTo>
                  <a:pt x="44687" y="217493"/>
                </a:lnTo>
                <a:lnTo>
                  <a:pt x="44800" y="217538"/>
                </a:lnTo>
                <a:lnTo>
                  <a:pt x="44902" y="217561"/>
                </a:lnTo>
                <a:lnTo>
                  <a:pt x="45015" y="217606"/>
                </a:lnTo>
                <a:lnTo>
                  <a:pt x="45125" y="217628"/>
                </a:lnTo>
                <a:lnTo>
                  <a:pt x="45238" y="217651"/>
                </a:lnTo>
                <a:lnTo>
                  <a:pt x="45351" y="217673"/>
                </a:lnTo>
                <a:lnTo>
                  <a:pt x="45452" y="217718"/>
                </a:lnTo>
                <a:lnTo>
                  <a:pt x="45566" y="217741"/>
                </a:lnTo>
                <a:lnTo>
                  <a:pt x="45679" y="217763"/>
                </a:lnTo>
                <a:lnTo>
                  <a:pt x="45789" y="217786"/>
                </a:lnTo>
                <a:lnTo>
                  <a:pt x="45893" y="217808"/>
                </a:lnTo>
                <a:lnTo>
                  <a:pt x="46003" y="217831"/>
                </a:lnTo>
                <a:lnTo>
                  <a:pt x="46116" y="217854"/>
                </a:lnTo>
                <a:lnTo>
                  <a:pt x="46230" y="217876"/>
                </a:lnTo>
                <a:lnTo>
                  <a:pt x="46343" y="217899"/>
                </a:lnTo>
                <a:lnTo>
                  <a:pt x="46444" y="217921"/>
                </a:lnTo>
                <a:lnTo>
                  <a:pt x="46557" y="217944"/>
                </a:lnTo>
                <a:lnTo>
                  <a:pt x="46670" y="217966"/>
                </a:lnTo>
                <a:lnTo>
                  <a:pt x="46780" y="217989"/>
                </a:lnTo>
                <a:lnTo>
                  <a:pt x="46893" y="218011"/>
                </a:lnTo>
                <a:lnTo>
                  <a:pt x="47007" y="218034"/>
                </a:lnTo>
                <a:lnTo>
                  <a:pt x="47108" y="218034"/>
                </a:lnTo>
                <a:lnTo>
                  <a:pt x="47221" y="218079"/>
                </a:lnTo>
                <a:lnTo>
                  <a:pt x="47334" y="218079"/>
                </a:lnTo>
                <a:lnTo>
                  <a:pt x="47444" y="218101"/>
                </a:lnTo>
                <a:lnTo>
                  <a:pt x="47557" y="218124"/>
                </a:lnTo>
                <a:lnTo>
                  <a:pt x="47659" y="218146"/>
                </a:lnTo>
                <a:lnTo>
                  <a:pt x="47772" y="218169"/>
                </a:lnTo>
                <a:lnTo>
                  <a:pt x="47885" y="218192"/>
                </a:lnTo>
                <a:lnTo>
                  <a:pt x="47998" y="218192"/>
                </a:lnTo>
                <a:lnTo>
                  <a:pt x="48108" y="218214"/>
                </a:lnTo>
                <a:lnTo>
                  <a:pt x="48212" y="218237"/>
                </a:lnTo>
                <a:lnTo>
                  <a:pt x="48322" y="218259"/>
                </a:lnTo>
                <a:lnTo>
                  <a:pt x="48436" y="218259"/>
                </a:lnTo>
                <a:lnTo>
                  <a:pt x="48549" y="218282"/>
                </a:lnTo>
                <a:lnTo>
                  <a:pt x="48662" y="218304"/>
                </a:lnTo>
                <a:lnTo>
                  <a:pt x="48763" y="218327"/>
                </a:lnTo>
                <a:lnTo>
                  <a:pt x="48876" y="218349"/>
                </a:lnTo>
                <a:lnTo>
                  <a:pt x="48989" y="218349"/>
                </a:lnTo>
                <a:lnTo>
                  <a:pt x="49100" y="218372"/>
                </a:lnTo>
                <a:lnTo>
                  <a:pt x="49213" y="218372"/>
                </a:lnTo>
                <a:lnTo>
                  <a:pt x="49314" y="218394"/>
                </a:lnTo>
                <a:lnTo>
                  <a:pt x="49427" y="218417"/>
                </a:lnTo>
                <a:lnTo>
                  <a:pt x="49540" y="218417"/>
                </a:lnTo>
                <a:lnTo>
                  <a:pt x="49653" y="218439"/>
                </a:lnTo>
                <a:lnTo>
                  <a:pt x="49763" y="218462"/>
                </a:lnTo>
                <a:lnTo>
                  <a:pt x="49868" y="218462"/>
                </a:lnTo>
                <a:lnTo>
                  <a:pt x="49978" y="218485"/>
                </a:lnTo>
                <a:lnTo>
                  <a:pt x="50091" y="218485"/>
                </a:lnTo>
                <a:lnTo>
                  <a:pt x="50204" y="218507"/>
                </a:lnTo>
                <a:lnTo>
                  <a:pt x="50317" y="218507"/>
                </a:lnTo>
                <a:lnTo>
                  <a:pt x="50418" y="218530"/>
                </a:lnTo>
                <a:lnTo>
                  <a:pt x="50532" y="218530"/>
                </a:lnTo>
                <a:lnTo>
                  <a:pt x="50642" y="218552"/>
                </a:lnTo>
                <a:lnTo>
                  <a:pt x="50755" y="218552"/>
                </a:lnTo>
                <a:lnTo>
                  <a:pt x="50868" y="218575"/>
                </a:lnTo>
                <a:lnTo>
                  <a:pt x="50969" y="218597"/>
                </a:lnTo>
                <a:lnTo>
                  <a:pt x="51082" y="218597"/>
                </a:lnTo>
                <a:lnTo>
                  <a:pt x="51195" y="218597"/>
                </a:lnTo>
                <a:lnTo>
                  <a:pt x="51306" y="218620"/>
                </a:lnTo>
                <a:lnTo>
                  <a:pt x="51410" y="218620"/>
                </a:lnTo>
                <a:lnTo>
                  <a:pt x="51523" y="218642"/>
                </a:lnTo>
                <a:lnTo>
                  <a:pt x="51633" y="218642"/>
                </a:lnTo>
                <a:lnTo>
                  <a:pt x="51746" y="218642"/>
                </a:lnTo>
                <a:lnTo>
                  <a:pt x="51859" y="218665"/>
                </a:lnTo>
                <a:lnTo>
                  <a:pt x="51961" y="218665"/>
                </a:lnTo>
                <a:lnTo>
                  <a:pt x="52074" y="218665"/>
                </a:lnTo>
                <a:lnTo>
                  <a:pt x="52187" y="218665"/>
                </a:lnTo>
                <a:lnTo>
                  <a:pt x="52297" y="218687"/>
                </a:lnTo>
                <a:lnTo>
                  <a:pt x="52410" y="218687"/>
                </a:lnTo>
                <a:lnTo>
                  <a:pt x="52523" y="218687"/>
                </a:lnTo>
                <a:lnTo>
                  <a:pt x="52624" y="218687"/>
                </a:lnTo>
                <a:lnTo>
                  <a:pt x="52738" y="218687"/>
                </a:lnTo>
                <a:lnTo>
                  <a:pt x="52851" y="218687"/>
                </a:lnTo>
                <a:lnTo>
                  <a:pt x="52961" y="218687"/>
                </a:lnTo>
                <a:lnTo>
                  <a:pt x="53074" y="218687"/>
                </a:lnTo>
                <a:lnTo>
                  <a:pt x="53175" y="218687"/>
                </a:lnTo>
                <a:lnTo>
                  <a:pt x="53288" y="218687"/>
                </a:lnTo>
                <a:lnTo>
                  <a:pt x="53402" y="218687"/>
                </a:lnTo>
                <a:lnTo>
                  <a:pt x="53515" y="218687"/>
                </a:lnTo>
                <a:lnTo>
                  <a:pt x="53625" y="218687"/>
                </a:lnTo>
                <a:lnTo>
                  <a:pt x="53729" y="218687"/>
                </a:lnTo>
                <a:lnTo>
                  <a:pt x="53839" y="218687"/>
                </a:lnTo>
                <a:lnTo>
                  <a:pt x="53952" y="218665"/>
                </a:lnTo>
                <a:lnTo>
                  <a:pt x="54065" y="218665"/>
                </a:lnTo>
                <a:lnTo>
                  <a:pt x="54179" y="218665"/>
                </a:lnTo>
                <a:lnTo>
                  <a:pt x="54280" y="218642"/>
                </a:lnTo>
                <a:lnTo>
                  <a:pt x="54393" y="218642"/>
                </a:lnTo>
                <a:lnTo>
                  <a:pt x="54506" y="218642"/>
                </a:lnTo>
                <a:lnTo>
                  <a:pt x="54616" y="218620"/>
                </a:lnTo>
                <a:lnTo>
                  <a:pt x="54729" y="218620"/>
                </a:lnTo>
                <a:lnTo>
                  <a:pt x="54831" y="218597"/>
                </a:lnTo>
                <a:lnTo>
                  <a:pt x="54944" y="218597"/>
                </a:lnTo>
                <a:lnTo>
                  <a:pt x="55057" y="218597"/>
                </a:lnTo>
                <a:lnTo>
                  <a:pt x="55170" y="218575"/>
                </a:lnTo>
                <a:lnTo>
                  <a:pt x="55280" y="218552"/>
                </a:lnTo>
                <a:lnTo>
                  <a:pt x="55393" y="218552"/>
                </a:lnTo>
                <a:lnTo>
                  <a:pt x="55494" y="218530"/>
                </a:lnTo>
                <a:lnTo>
                  <a:pt x="55608" y="218507"/>
                </a:lnTo>
                <a:lnTo>
                  <a:pt x="55721" y="218507"/>
                </a:lnTo>
                <a:lnTo>
                  <a:pt x="55834" y="218485"/>
                </a:lnTo>
                <a:lnTo>
                  <a:pt x="55944" y="218462"/>
                </a:lnTo>
                <a:lnTo>
                  <a:pt x="56048" y="218439"/>
                </a:lnTo>
                <a:lnTo>
                  <a:pt x="56158" y="218417"/>
                </a:lnTo>
                <a:lnTo>
                  <a:pt x="56272" y="218417"/>
                </a:lnTo>
                <a:lnTo>
                  <a:pt x="56385" y="218394"/>
                </a:lnTo>
                <a:lnTo>
                  <a:pt x="56498" y="218372"/>
                </a:lnTo>
                <a:lnTo>
                  <a:pt x="56599" y="218349"/>
                </a:lnTo>
                <a:lnTo>
                  <a:pt x="56712" y="218327"/>
                </a:lnTo>
                <a:lnTo>
                  <a:pt x="56825" y="218304"/>
                </a:lnTo>
                <a:lnTo>
                  <a:pt x="56935" y="218282"/>
                </a:lnTo>
                <a:lnTo>
                  <a:pt x="57049" y="218259"/>
                </a:lnTo>
                <a:lnTo>
                  <a:pt x="57150" y="218237"/>
                </a:lnTo>
                <a:lnTo>
                  <a:pt x="57263" y="218192"/>
                </a:lnTo>
                <a:lnTo>
                  <a:pt x="57376" y="218169"/>
                </a:lnTo>
                <a:lnTo>
                  <a:pt x="57489" y="218146"/>
                </a:lnTo>
                <a:lnTo>
                  <a:pt x="57599" y="218124"/>
                </a:lnTo>
                <a:lnTo>
                  <a:pt x="57704" y="218101"/>
                </a:lnTo>
                <a:lnTo>
                  <a:pt x="57814" y="218056"/>
                </a:lnTo>
                <a:lnTo>
                  <a:pt x="57927" y="218034"/>
                </a:lnTo>
                <a:lnTo>
                  <a:pt x="58040" y="218011"/>
                </a:lnTo>
                <a:lnTo>
                  <a:pt x="58141" y="217966"/>
                </a:lnTo>
                <a:lnTo>
                  <a:pt x="58254" y="217944"/>
                </a:lnTo>
                <a:lnTo>
                  <a:pt x="58367" y="217921"/>
                </a:lnTo>
                <a:lnTo>
                  <a:pt x="58478" y="217876"/>
                </a:lnTo>
                <a:lnTo>
                  <a:pt x="58591" y="217831"/>
                </a:lnTo>
                <a:lnTo>
                  <a:pt x="58692" y="217808"/>
                </a:lnTo>
                <a:lnTo>
                  <a:pt x="58805" y="217786"/>
                </a:lnTo>
                <a:lnTo>
                  <a:pt x="58918" y="217741"/>
                </a:lnTo>
                <a:lnTo>
                  <a:pt x="59031" y="217718"/>
                </a:lnTo>
                <a:lnTo>
                  <a:pt x="59141" y="217673"/>
                </a:lnTo>
                <a:lnTo>
                  <a:pt x="59246" y="217651"/>
                </a:lnTo>
                <a:lnTo>
                  <a:pt x="59359" y="217606"/>
                </a:lnTo>
                <a:lnTo>
                  <a:pt x="59469" y="217583"/>
                </a:lnTo>
                <a:lnTo>
                  <a:pt x="59582" y="217538"/>
                </a:lnTo>
                <a:lnTo>
                  <a:pt x="59683" y="217493"/>
                </a:lnTo>
                <a:lnTo>
                  <a:pt x="59796" y="217470"/>
                </a:lnTo>
                <a:lnTo>
                  <a:pt x="59910" y="217425"/>
                </a:lnTo>
                <a:lnTo>
                  <a:pt x="60023" y="217380"/>
                </a:lnTo>
                <a:lnTo>
                  <a:pt x="60133" y="217358"/>
                </a:lnTo>
                <a:lnTo>
                  <a:pt x="60237" y="217313"/>
                </a:lnTo>
                <a:lnTo>
                  <a:pt x="60347" y="217268"/>
                </a:lnTo>
                <a:lnTo>
                  <a:pt x="60460" y="217245"/>
                </a:lnTo>
                <a:lnTo>
                  <a:pt x="60574" y="217200"/>
                </a:lnTo>
                <a:lnTo>
                  <a:pt x="60687" y="217155"/>
                </a:lnTo>
                <a:lnTo>
                  <a:pt x="60788" y="217132"/>
                </a:lnTo>
                <a:lnTo>
                  <a:pt x="60901" y="217087"/>
                </a:lnTo>
                <a:lnTo>
                  <a:pt x="61011" y="217042"/>
                </a:lnTo>
                <a:lnTo>
                  <a:pt x="61124" y="216997"/>
                </a:lnTo>
                <a:lnTo>
                  <a:pt x="61237" y="216952"/>
                </a:lnTo>
                <a:lnTo>
                  <a:pt x="61351" y="216930"/>
                </a:lnTo>
                <a:lnTo>
                  <a:pt x="61452" y="216884"/>
                </a:lnTo>
                <a:lnTo>
                  <a:pt x="61565" y="216839"/>
                </a:lnTo>
                <a:lnTo>
                  <a:pt x="61675" y="216794"/>
                </a:lnTo>
                <a:lnTo>
                  <a:pt x="61788" y="216749"/>
                </a:lnTo>
                <a:lnTo>
                  <a:pt x="61901" y="216727"/>
                </a:lnTo>
                <a:lnTo>
                  <a:pt x="62003" y="216682"/>
                </a:lnTo>
                <a:lnTo>
                  <a:pt x="62116" y="216614"/>
                </a:lnTo>
                <a:lnTo>
                  <a:pt x="62229" y="216592"/>
                </a:lnTo>
                <a:lnTo>
                  <a:pt x="62342" y="216546"/>
                </a:lnTo>
                <a:lnTo>
                  <a:pt x="62452" y="216501"/>
                </a:lnTo>
                <a:lnTo>
                  <a:pt x="62556" y="216456"/>
                </a:lnTo>
                <a:lnTo>
                  <a:pt x="62666" y="216411"/>
                </a:lnTo>
                <a:lnTo>
                  <a:pt x="62780" y="216366"/>
                </a:lnTo>
                <a:lnTo>
                  <a:pt x="62893" y="216321"/>
                </a:lnTo>
                <a:lnTo>
                  <a:pt x="63006" y="216276"/>
                </a:lnTo>
                <a:lnTo>
                  <a:pt x="63116" y="216208"/>
                </a:lnTo>
                <a:lnTo>
                  <a:pt x="63220" y="216186"/>
                </a:lnTo>
                <a:lnTo>
                  <a:pt x="63330" y="216118"/>
                </a:lnTo>
                <a:lnTo>
                  <a:pt x="63444" y="216073"/>
                </a:lnTo>
                <a:lnTo>
                  <a:pt x="63557" y="216028"/>
                </a:lnTo>
                <a:lnTo>
                  <a:pt x="63670" y="215960"/>
                </a:lnTo>
                <a:lnTo>
                  <a:pt x="63771" y="215915"/>
                </a:lnTo>
                <a:lnTo>
                  <a:pt x="63884" y="215870"/>
                </a:lnTo>
                <a:lnTo>
                  <a:pt x="63994" y="215825"/>
                </a:lnTo>
                <a:lnTo>
                  <a:pt x="64107" y="215758"/>
                </a:lnTo>
                <a:lnTo>
                  <a:pt x="64221" y="215713"/>
                </a:lnTo>
                <a:lnTo>
                  <a:pt x="64334" y="215668"/>
                </a:lnTo>
                <a:lnTo>
                  <a:pt x="64435" y="215622"/>
                </a:lnTo>
                <a:lnTo>
                  <a:pt x="64548" y="215577"/>
                </a:lnTo>
                <a:lnTo>
                  <a:pt x="64658" y="215532"/>
                </a:lnTo>
                <a:lnTo>
                  <a:pt x="64771" y="215465"/>
                </a:lnTo>
                <a:lnTo>
                  <a:pt x="64876" y="215420"/>
                </a:lnTo>
                <a:lnTo>
                  <a:pt x="64986" y="215375"/>
                </a:lnTo>
                <a:lnTo>
                  <a:pt x="65099" y="215307"/>
                </a:lnTo>
                <a:lnTo>
                  <a:pt x="65212" y="215262"/>
                </a:lnTo>
                <a:lnTo>
                  <a:pt x="65325" y="215217"/>
                </a:lnTo>
                <a:lnTo>
                  <a:pt x="65426" y="215172"/>
                </a:lnTo>
                <a:lnTo>
                  <a:pt x="65539" y="215104"/>
                </a:lnTo>
                <a:lnTo>
                  <a:pt x="65650" y="215059"/>
                </a:lnTo>
                <a:lnTo>
                  <a:pt x="65763" y="214991"/>
                </a:lnTo>
                <a:lnTo>
                  <a:pt x="65876" y="214946"/>
                </a:lnTo>
                <a:lnTo>
                  <a:pt x="65977" y="214901"/>
                </a:lnTo>
                <a:lnTo>
                  <a:pt x="66090" y="214856"/>
                </a:lnTo>
                <a:lnTo>
                  <a:pt x="66203" y="214789"/>
                </a:lnTo>
                <a:lnTo>
                  <a:pt x="66313" y="214744"/>
                </a:lnTo>
                <a:lnTo>
                  <a:pt x="66418" y="214676"/>
                </a:lnTo>
                <a:lnTo>
                  <a:pt x="66528" y="214631"/>
                </a:lnTo>
                <a:lnTo>
                  <a:pt x="66641" y="214563"/>
                </a:lnTo>
                <a:lnTo>
                  <a:pt x="66754" y="214518"/>
                </a:lnTo>
                <a:lnTo>
                  <a:pt x="66867" y="214451"/>
                </a:lnTo>
                <a:lnTo>
                  <a:pt x="66968" y="214406"/>
                </a:lnTo>
                <a:lnTo>
                  <a:pt x="67082" y="214338"/>
                </a:lnTo>
                <a:lnTo>
                  <a:pt x="67195" y="214293"/>
                </a:lnTo>
                <a:lnTo>
                  <a:pt x="67305" y="214225"/>
                </a:lnTo>
                <a:lnTo>
                  <a:pt x="67409" y="214180"/>
                </a:lnTo>
                <a:lnTo>
                  <a:pt x="67519" y="214113"/>
                </a:lnTo>
                <a:lnTo>
                  <a:pt x="67632" y="214067"/>
                </a:lnTo>
                <a:lnTo>
                  <a:pt x="67746" y="214000"/>
                </a:lnTo>
                <a:lnTo>
                  <a:pt x="67859" y="213955"/>
                </a:lnTo>
                <a:lnTo>
                  <a:pt x="67960" y="213887"/>
                </a:lnTo>
                <a:lnTo>
                  <a:pt x="68073" y="213820"/>
                </a:lnTo>
                <a:lnTo>
                  <a:pt x="68183" y="213775"/>
                </a:lnTo>
                <a:lnTo>
                  <a:pt x="68296" y="213707"/>
                </a:lnTo>
                <a:lnTo>
                  <a:pt x="68409" y="213662"/>
                </a:lnTo>
                <a:lnTo>
                  <a:pt x="68523" y="213594"/>
                </a:lnTo>
                <a:lnTo>
                  <a:pt x="68624" y="213527"/>
                </a:lnTo>
                <a:lnTo>
                  <a:pt x="68737" y="213459"/>
                </a:lnTo>
                <a:lnTo>
                  <a:pt x="68847" y="213414"/>
                </a:lnTo>
                <a:lnTo>
                  <a:pt x="68960" y="213346"/>
                </a:lnTo>
                <a:lnTo>
                  <a:pt x="69073" y="213301"/>
                </a:lnTo>
                <a:lnTo>
                  <a:pt x="69175" y="213234"/>
                </a:lnTo>
                <a:lnTo>
                  <a:pt x="69288" y="213166"/>
                </a:lnTo>
                <a:lnTo>
                  <a:pt x="69401" y="213121"/>
                </a:lnTo>
                <a:lnTo>
                  <a:pt x="69511" y="213053"/>
                </a:lnTo>
                <a:lnTo>
                  <a:pt x="69624" y="212986"/>
                </a:lnTo>
                <a:lnTo>
                  <a:pt x="69728" y="212918"/>
                </a:lnTo>
                <a:lnTo>
                  <a:pt x="69838" y="212851"/>
                </a:lnTo>
                <a:lnTo>
                  <a:pt x="69952" y="212783"/>
                </a:lnTo>
                <a:lnTo>
                  <a:pt x="70065" y="212738"/>
                </a:lnTo>
                <a:lnTo>
                  <a:pt x="70178" y="212670"/>
                </a:lnTo>
                <a:lnTo>
                  <a:pt x="70288" y="212603"/>
                </a:lnTo>
                <a:lnTo>
                  <a:pt x="70392" y="212535"/>
                </a:lnTo>
                <a:lnTo>
                  <a:pt x="70502" y="212467"/>
                </a:lnTo>
                <a:lnTo>
                  <a:pt x="70616" y="212400"/>
                </a:lnTo>
                <a:lnTo>
                  <a:pt x="70729" y="212332"/>
                </a:lnTo>
                <a:lnTo>
                  <a:pt x="70842" y="212265"/>
                </a:lnTo>
                <a:lnTo>
                  <a:pt x="70943" y="212197"/>
                </a:lnTo>
                <a:lnTo>
                  <a:pt x="71056" y="212129"/>
                </a:lnTo>
                <a:lnTo>
                  <a:pt x="71166" y="212084"/>
                </a:lnTo>
                <a:lnTo>
                  <a:pt x="71279" y="212017"/>
                </a:lnTo>
                <a:lnTo>
                  <a:pt x="71393" y="211927"/>
                </a:lnTo>
                <a:lnTo>
                  <a:pt x="71506" y="211882"/>
                </a:lnTo>
                <a:lnTo>
                  <a:pt x="71607" y="211791"/>
                </a:lnTo>
                <a:lnTo>
                  <a:pt x="71720" y="211746"/>
                </a:lnTo>
                <a:lnTo>
                  <a:pt x="71830" y="211679"/>
                </a:lnTo>
                <a:lnTo>
                  <a:pt x="71943" y="211589"/>
                </a:lnTo>
                <a:lnTo>
                  <a:pt x="72056" y="211543"/>
                </a:lnTo>
                <a:lnTo>
                  <a:pt x="72158" y="211476"/>
                </a:lnTo>
                <a:lnTo>
                  <a:pt x="72271" y="211386"/>
                </a:lnTo>
                <a:lnTo>
                  <a:pt x="72384" y="211341"/>
                </a:lnTo>
                <a:lnTo>
                  <a:pt x="72497" y="211251"/>
                </a:lnTo>
                <a:lnTo>
                  <a:pt x="72607" y="211183"/>
                </a:lnTo>
                <a:lnTo>
                  <a:pt x="72711" y="211115"/>
                </a:lnTo>
                <a:lnTo>
                  <a:pt x="72822" y="211048"/>
                </a:lnTo>
                <a:lnTo>
                  <a:pt x="72935" y="210980"/>
                </a:lnTo>
                <a:lnTo>
                  <a:pt x="73048" y="210912"/>
                </a:lnTo>
                <a:lnTo>
                  <a:pt x="73149" y="210845"/>
                </a:lnTo>
                <a:lnTo>
                  <a:pt x="73262" y="210777"/>
                </a:lnTo>
                <a:lnTo>
                  <a:pt x="73375" y="210710"/>
                </a:lnTo>
                <a:lnTo>
                  <a:pt x="73485" y="210620"/>
                </a:lnTo>
                <a:lnTo>
                  <a:pt x="73599" y="210552"/>
                </a:lnTo>
                <a:lnTo>
                  <a:pt x="73700" y="210484"/>
                </a:lnTo>
                <a:lnTo>
                  <a:pt x="73813" y="210417"/>
                </a:lnTo>
                <a:lnTo>
                  <a:pt x="73926" y="210349"/>
                </a:lnTo>
                <a:lnTo>
                  <a:pt x="74039" y="210281"/>
                </a:lnTo>
                <a:lnTo>
                  <a:pt x="74140" y="210214"/>
                </a:lnTo>
                <a:lnTo>
                  <a:pt x="74254" y="210146"/>
                </a:lnTo>
                <a:lnTo>
                  <a:pt x="74364" y="210079"/>
                </a:lnTo>
                <a:lnTo>
                  <a:pt x="74477" y="210011"/>
                </a:lnTo>
                <a:lnTo>
                  <a:pt x="74590" y="209943"/>
                </a:lnTo>
                <a:lnTo>
                  <a:pt x="74691" y="209876"/>
                </a:lnTo>
                <a:lnTo>
                  <a:pt x="74804" y="209808"/>
                </a:lnTo>
                <a:lnTo>
                  <a:pt x="74918" y="209718"/>
                </a:lnTo>
                <a:lnTo>
                  <a:pt x="75031" y="209673"/>
                </a:lnTo>
                <a:lnTo>
                  <a:pt x="75141" y="209605"/>
                </a:lnTo>
                <a:lnTo>
                  <a:pt x="75245" y="209538"/>
                </a:lnTo>
                <a:lnTo>
                  <a:pt x="75355" y="209470"/>
                </a:lnTo>
                <a:lnTo>
                  <a:pt x="75468" y="209403"/>
                </a:lnTo>
                <a:lnTo>
                  <a:pt x="75581" y="209312"/>
                </a:lnTo>
                <a:lnTo>
                  <a:pt x="75695" y="209267"/>
                </a:lnTo>
                <a:lnTo>
                  <a:pt x="75796" y="209177"/>
                </a:lnTo>
                <a:lnTo>
                  <a:pt x="75909" y="209132"/>
                </a:lnTo>
                <a:lnTo>
                  <a:pt x="76019" y="209065"/>
                </a:lnTo>
                <a:lnTo>
                  <a:pt x="76132" y="208974"/>
                </a:lnTo>
                <a:lnTo>
                  <a:pt x="76245" y="208929"/>
                </a:lnTo>
                <a:lnTo>
                  <a:pt x="76347" y="208839"/>
                </a:lnTo>
                <a:lnTo>
                  <a:pt x="76460" y="208772"/>
                </a:lnTo>
                <a:lnTo>
                  <a:pt x="76573" y="208726"/>
                </a:lnTo>
                <a:lnTo>
                  <a:pt x="76683" y="208636"/>
                </a:lnTo>
                <a:lnTo>
                  <a:pt x="76796" y="208569"/>
                </a:lnTo>
                <a:lnTo>
                  <a:pt x="76900" y="208524"/>
                </a:lnTo>
                <a:lnTo>
                  <a:pt x="77010" y="208434"/>
                </a:lnTo>
                <a:lnTo>
                  <a:pt x="77124" y="208366"/>
                </a:lnTo>
                <a:lnTo>
                  <a:pt x="77237" y="208298"/>
                </a:lnTo>
                <a:lnTo>
                  <a:pt x="77347" y="208231"/>
                </a:lnTo>
                <a:lnTo>
                  <a:pt x="77460" y="208163"/>
                </a:lnTo>
                <a:lnTo>
                  <a:pt x="77564" y="208095"/>
                </a:lnTo>
                <a:lnTo>
                  <a:pt x="77674" y="208028"/>
                </a:lnTo>
                <a:lnTo>
                  <a:pt x="77788" y="207960"/>
                </a:lnTo>
                <a:lnTo>
                  <a:pt x="77901" y="207893"/>
                </a:lnTo>
                <a:lnTo>
                  <a:pt x="78014" y="207825"/>
                </a:lnTo>
                <a:lnTo>
                  <a:pt x="78115" y="207757"/>
                </a:lnTo>
                <a:lnTo>
                  <a:pt x="78228" y="207667"/>
                </a:lnTo>
                <a:lnTo>
                  <a:pt x="78338" y="207622"/>
                </a:lnTo>
                <a:lnTo>
                  <a:pt x="78451" y="207532"/>
                </a:lnTo>
                <a:lnTo>
                  <a:pt x="78565" y="207464"/>
                </a:lnTo>
                <a:lnTo>
                  <a:pt x="78678" y="207397"/>
                </a:lnTo>
                <a:lnTo>
                  <a:pt x="78779" y="207329"/>
                </a:lnTo>
                <a:lnTo>
                  <a:pt x="78892" y="207262"/>
                </a:lnTo>
                <a:lnTo>
                  <a:pt x="79002" y="207194"/>
                </a:lnTo>
                <a:lnTo>
                  <a:pt x="79115" y="207104"/>
                </a:lnTo>
                <a:lnTo>
                  <a:pt x="79228" y="207036"/>
                </a:lnTo>
                <a:lnTo>
                  <a:pt x="79330" y="206969"/>
                </a:lnTo>
                <a:lnTo>
                  <a:pt x="79443" y="206901"/>
                </a:lnTo>
                <a:lnTo>
                  <a:pt x="79556" y="206833"/>
                </a:lnTo>
                <a:lnTo>
                  <a:pt x="79666" y="206766"/>
                </a:lnTo>
                <a:lnTo>
                  <a:pt x="79779" y="206676"/>
                </a:lnTo>
                <a:lnTo>
                  <a:pt x="79883" y="206608"/>
                </a:lnTo>
                <a:lnTo>
                  <a:pt x="79994" y="206541"/>
                </a:lnTo>
                <a:lnTo>
                  <a:pt x="80107" y="206473"/>
                </a:lnTo>
                <a:lnTo>
                  <a:pt x="80220" y="206383"/>
                </a:lnTo>
                <a:lnTo>
                  <a:pt x="80333" y="206315"/>
                </a:lnTo>
                <a:lnTo>
                  <a:pt x="80434" y="206248"/>
                </a:lnTo>
                <a:lnTo>
                  <a:pt x="80547" y="206180"/>
                </a:lnTo>
                <a:lnTo>
                  <a:pt x="80657" y="206090"/>
                </a:lnTo>
                <a:lnTo>
                  <a:pt x="80771" y="206022"/>
                </a:lnTo>
                <a:lnTo>
                  <a:pt x="80884" y="205955"/>
                </a:lnTo>
                <a:lnTo>
                  <a:pt x="80985" y="205864"/>
                </a:lnTo>
                <a:lnTo>
                  <a:pt x="81098" y="205797"/>
                </a:lnTo>
                <a:lnTo>
                  <a:pt x="81211" y="205707"/>
                </a:lnTo>
                <a:lnTo>
                  <a:pt x="81321" y="205639"/>
                </a:lnTo>
                <a:lnTo>
                  <a:pt x="81426" y="205571"/>
                </a:lnTo>
                <a:lnTo>
                  <a:pt x="81536" y="205481"/>
                </a:lnTo>
                <a:lnTo>
                  <a:pt x="81649" y="205414"/>
                </a:lnTo>
                <a:lnTo>
                  <a:pt x="81762" y="205346"/>
                </a:lnTo>
                <a:lnTo>
                  <a:pt x="81875" y="205256"/>
                </a:lnTo>
                <a:lnTo>
                  <a:pt x="81976" y="205188"/>
                </a:lnTo>
                <a:lnTo>
                  <a:pt x="82090" y="205121"/>
                </a:lnTo>
                <a:lnTo>
                  <a:pt x="82200" y="205031"/>
                </a:lnTo>
                <a:lnTo>
                  <a:pt x="82313" y="204963"/>
                </a:lnTo>
                <a:lnTo>
                  <a:pt x="82426" y="204895"/>
                </a:lnTo>
                <a:lnTo>
                  <a:pt x="82527" y="204805"/>
                </a:lnTo>
                <a:lnTo>
                  <a:pt x="82640" y="204715"/>
                </a:lnTo>
                <a:lnTo>
                  <a:pt x="82753" y="204648"/>
                </a:lnTo>
                <a:lnTo>
                  <a:pt x="82867" y="204580"/>
                </a:lnTo>
                <a:lnTo>
                  <a:pt x="82968" y="204490"/>
                </a:lnTo>
                <a:lnTo>
                  <a:pt x="83081" y="204422"/>
                </a:lnTo>
                <a:lnTo>
                  <a:pt x="83191" y="204355"/>
                </a:lnTo>
                <a:lnTo>
                  <a:pt x="83304" y="204264"/>
                </a:lnTo>
                <a:lnTo>
                  <a:pt x="83417" y="204197"/>
                </a:lnTo>
                <a:lnTo>
                  <a:pt x="83519" y="204107"/>
                </a:lnTo>
                <a:lnTo>
                  <a:pt x="83632" y="204039"/>
                </a:lnTo>
                <a:lnTo>
                  <a:pt x="83745" y="203949"/>
                </a:lnTo>
                <a:lnTo>
                  <a:pt x="83855" y="203881"/>
                </a:lnTo>
                <a:lnTo>
                  <a:pt x="83968" y="203814"/>
                </a:lnTo>
                <a:lnTo>
                  <a:pt x="84081" y="203724"/>
                </a:lnTo>
                <a:lnTo>
                  <a:pt x="84182" y="203633"/>
                </a:lnTo>
                <a:lnTo>
                  <a:pt x="84296" y="203566"/>
                </a:lnTo>
                <a:lnTo>
                  <a:pt x="84409" y="203476"/>
                </a:lnTo>
                <a:lnTo>
                  <a:pt x="84519" y="203408"/>
                </a:lnTo>
                <a:lnTo>
                  <a:pt x="84632" y="203318"/>
                </a:lnTo>
                <a:lnTo>
                  <a:pt x="84736" y="203250"/>
                </a:lnTo>
                <a:lnTo>
                  <a:pt x="84846" y="203160"/>
                </a:lnTo>
                <a:lnTo>
                  <a:pt x="84960" y="203070"/>
                </a:lnTo>
                <a:lnTo>
                  <a:pt x="85073" y="203002"/>
                </a:lnTo>
                <a:lnTo>
                  <a:pt x="85183" y="202912"/>
                </a:lnTo>
                <a:lnTo>
                  <a:pt x="85287" y="202822"/>
                </a:lnTo>
                <a:lnTo>
                  <a:pt x="85400" y="202755"/>
                </a:lnTo>
                <a:lnTo>
                  <a:pt x="85510" y="202664"/>
                </a:lnTo>
                <a:lnTo>
                  <a:pt x="85623" y="202597"/>
                </a:lnTo>
                <a:lnTo>
                  <a:pt x="85737" y="202507"/>
                </a:lnTo>
                <a:lnTo>
                  <a:pt x="85850" y="202416"/>
                </a:lnTo>
                <a:lnTo>
                  <a:pt x="85951" y="202349"/>
                </a:lnTo>
                <a:lnTo>
                  <a:pt x="86064" y="202259"/>
                </a:lnTo>
                <a:lnTo>
                  <a:pt x="86174" y="202169"/>
                </a:lnTo>
                <a:lnTo>
                  <a:pt x="86287" y="202101"/>
                </a:lnTo>
                <a:lnTo>
                  <a:pt x="86389" y="202011"/>
                </a:lnTo>
                <a:lnTo>
                  <a:pt x="86502" y="201943"/>
                </a:lnTo>
                <a:lnTo>
                  <a:pt x="86615" y="201853"/>
                </a:lnTo>
                <a:lnTo>
                  <a:pt x="86728" y="201763"/>
                </a:lnTo>
                <a:lnTo>
                  <a:pt x="86838" y="201695"/>
                </a:lnTo>
                <a:lnTo>
                  <a:pt x="86942" y="201605"/>
                </a:lnTo>
                <a:lnTo>
                  <a:pt x="87052" y="201515"/>
                </a:lnTo>
                <a:lnTo>
                  <a:pt x="87166" y="201447"/>
                </a:lnTo>
                <a:lnTo>
                  <a:pt x="87279" y="201357"/>
                </a:lnTo>
                <a:lnTo>
                  <a:pt x="87392" y="201267"/>
                </a:lnTo>
                <a:lnTo>
                  <a:pt x="87502" y="201177"/>
                </a:lnTo>
                <a:lnTo>
                  <a:pt x="87615" y="201109"/>
                </a:lnTo>
                <a:lnTo>
                  <a:pt x="87719" y="201019"/>
                </a:lnTo>
                <a:lnTo>
                  <a:pt x="87829" y="200929"/>
                </a:lnTo>
                <a:lnTo>
                  <a:pt x="87943" y="200861"/>
                </a:lnTo>
                <a:lnTo>
                  <a:pt x="88056" y="200749"/>
                </a:lnTo>
                <a:lnTo>
                  <a:pt x="88157" y="200681"/>
                </a:lnTo>
                <a:lnTo>
                  <a:pt x="88270" y="200591"/>
                </a:lnTo>
                <a:lnTo>
                  <a:pt x="88383" y="200501"/>
                </a:lnTo>
                <a:lnTo>
                  <a:pt x="88493" y="200411"/>
                </a:lnTo>
                <a:lnTo>
                  <a:pt x="88607" y="200321"/>
                </a:lnTo>
                <a:lnTo>
                  <a:pt x="88708" y="200230"/>
                </a:lnTo>
                <a:lnTo>
                  <a:pt x="88821" y="200163"/>
                </a:lnTo>
                <a:lnTo>
                  <a:pt x="88934" y="200073"/>
                </a:lnTo>
                <a:lnTo>
                  <a:pt x="89047" y="199983"/>
                </a:lnTo>
                <a:lnTo>
                  <a:pt x="89157" y="199892"/>
                </a:lnTo>
                <a:lnTo>
                  <a:pt x="89262" y="199802"/>
                </a:lnTo>
                <a:lnTo>
                  <a:pt x="89372" y="199712"/>
                </a:lnTo>
                <a:lnTo>
                  <a:pt x="89485" y="199622"/>
                </a:lnTo>
                <a:lnTo>
                  <a:pt x="89598" y="199532"/>
                </a:lnTo>
                <a:lnTo>
                  <a:pt x="89699" y="199442"/>
                </a:lnTo>
                <a:lnTo>
                  <a:pt x="89812" y="199352"/>
                </a:lnTo>
                <a:lnTo>
                  <a:pt x="89925" y="199261"/>
                </a:lnTo>
                <a:lnTo>
                  <a:pt x="90036" y="199171"/>
                </a:lnTo>
                <a:lnTo>
                  <a:pt x="90149" y="199081"/>
                </a:lnTo>
                <a:lnTo>
                  <a:pt x="90253" y="198991"/>
                </a:lnTo>
                <a:lnTo>
                  <a:pt x="90363" y="198901"/>
                </a:lnTo>
                <a:lnTo>
                  <a:pt x="90476" y="198811"/>
                </a:lnTo>
                <a:lnTo>
                  <a:pt x="90589" y="198721"/>
                </a:lnTo>
                <a:lnTo>
                  <a:pt x="90702" y="198630"/>
                </a:lnTo>
                <a:lnTo>
                  <a:pt x="90804" y="198540"/>
                </a:lnTo>
                <a:lnTo>
                  <a:pt x="90917" y="198450"/>
                </a:lnTo>
                <a:lnTo>
                  <a:pt x="91027" y="198360"/>
                </a:lnTo>
                <a:lnTo>
                  <a:pt x="91140" y="198270"/>
                </a:lnTo>
                <a:lnTo>
                  <a:pt x="91241" y="198180"/>
                </a:lnTo>
                <a:lnTo>
                  <a:pt x="91354" y="198090"/>
                </a:lnTo>
                <a:lnTo>
                  <a:pt x="91468" y="197999"/>
                </a:lnTo>
                <a:lnTo>
                  <a:pt x="91581" y="197887"/>
                </a:lnTo>
                <a:lnTo>
                  <a:pt x="91691" y="197797"/>
                </a:lnTo>
                <a:lnTo>
                  <a:pt x="91804" y="197706"/>
                </a:lnTo>
                <a:lnTo>
                  <a:pt x="91905" y="197616"/>
                </a:lnTo>
                <a:lnTo>
                  <a:pt x="92018" y="197526"/>
                </a:lnTo>
                <a:lnTo>
                  <a:pt x="92131" y="197436"/>
                </a:lnTo>
                <a:lnTo>
                  <a:pt x="92245" y="197346"/>
                </a:lnTo>
                <a:lnTo>
                  <a:pt x="92355" y="197256"/>
                </a:lnTo>
                <a:lnTo>
                  <a:pt x="92459" y="197166"/>
                </a:lnTo>
                <a:lnTo>
                  <a:pt x="92572" y="197053"/>
                </a:lnTo>
                <a:lnTo>
                  <a:pt x="92682" y="196963"/>
                </a:lnTo>
                <a:lnTo>
                  <a:pt x="92795" y="196873"/>
                </a:lnTo>
                <a:lnTo>
                  <a:pt x="92909" y="196783"/>
                </a:lnTo>
                <a:lnTo>
                  <a:pt x="93022" y="196692"/>
                </a:lnTo>
                <a:lnTo>
                  <a:pt x="93123" y="196602"/>
                </a:lnTo>
                <a:lnTo>
                  <a:pt x="93236" y="196490"/>
                </a:lnTo>
                <a:lnTo>
                  <a:pt x="93346" y="196399"/>
                </a:lnTo>
                <a:lnTo>
                  <a:pt x="93459" y="196309"/>
                </a:lnTo>
                <a:lnTo>
                  <a:pt x="93572" y="196219"/>
                </a:lnTo>
                <a:lnTo>
                  <a:pt x="93674" y="196129"/>
                </a:lnTo>
                <a:lnTo>
                  <a:pt x="93787" y="196039"/>
                </a:lnTo>
                <a:lnTo>
                  <a:pt x="93900" y="195926"/>
                </a:lnTo>
                <a:lnTo>
                  <a:pt x="94010" y="195836"/>
                </a:lnTo>
                <a:lnTo>
                  <a:pt x="94123" y="195746"/>
                </a:lnTo>
                <a:lnTo>
                  <a:pt x="94224" y="195633"/>
                </a:lnTo>
                <a:lnTo>
                  <a:pt x="94338" y="195543"/>
                </a:lnTo>
                <a:lnTo>
                  <a:pt x="94451" y="195453"/>
                </a:lnTo>
                <a:lnTo>
                  <a:pt x="94564" y="195363"/>
                </a:lnTo>
                <a:lnTo>
                  <a:pt x="94674" y="195273"/>
                </a:lnTo>
                <a:lnTo>
                  <a:pt x="94778" y="195160"/>
                </a:lnTo>
                <a:lnTo>
                  <a:pt x="94888" y="195070"/>
                </a:lnTo>
                <a:lnTo>
                  <a:pt x="95001" y="194980"/>
                </a:lnTo>
                <a:lnTo>
                  <a:pt x="95115" y="194867"/>
                </a:lnTo>
                <a:lnTo>
                  <a:pt x="95216" y="194777"/>
                </a:lnTo>
                <a:lnTo>
                  <a:pt x="95329" y="194687"/>
                </a:lnTo>
                <a:lnTo>
                  <a:pt x="95442" y="194597"/>
                </a:lnTo>
                <a:lnTo>
                  <a:pt x="95555" y="194506"/>
                </a:lnTo>
                <a:lnTo>
                  <a:pt x="95665" y="194394"/>
                </a:lnTo>
                <a:lnTo>
                  <a:pt x="95770" y="194304"/>
                </a:lnTo>
                <a:lnTo>
                  <a:pt x="95880" y="194213"/>
                </a:lnTo>
                <a:lnTo>
                  <a:pt x="95993" y="194123"/>
                </a:lnTo>
                <a:lnTo>
                  <a:pt x="96106" y="194033"/>
                </a:lnTo>
                <a:lnTo>
                  <a:pt x="96207" y="193943"/>
                </a:lnTo>
                <a:lnTo>
                  <a:pt x="96329" y="193853"/>
                </a:lnTo>
                <a:lnTo>
                  <a:pt x="96434" y="193740"/>
                </a:lnTo>
                <a:lnTo>
                  <a:pt x="96544" y="193650"/>
                </a:lnTo>
                <a:lnTo>
                  <a:pt x="96657" y="193560"/>
                </a:lnTo>
                <a:lnTo>
                  <a:pt x="96770" y="193470"/>
                </a:lnTo>
                <a:lnTo>
                  <a:pt x="96883" y="193380"/>
                </a:lnTo>
                <a:lnTo>
                  <a:pt x="96984" y="193289"/>
                </a:lnTo>
                <a:lnTo>
                  <a:pt x="97097" y="193199"/>
                </a:lnTo>
                <a:lnTo>
                  <a:pt x="97208" y="193087"/>
                </a:lnTo>
                <a:lnTo>
                  <a:pt x="97321" y="192996"/>
                </a:lnTo>
                <a:lnTo>
                  <a:pt x="97434" y="192906"/>
                </a:lnTo>
                <a:lnTo>
                  <a:pt x="97535" y="192816"/>
                </a:lnTo>
                <a:lnTo>
                  <a:pt x="97648" y="192726"/>
                </a:lnTo>
                <a:lnTo>
                  <a:pt x="97761" y="192636"/>
                </a:lnTo>
                <a:lnTo>
                  <a:pt x="97871" y="192546"/>
                </a:lnTo>
                <a:lnTo>
                  <a:pt x="97976" y="192456"/>
                </a:lnTo>
                <a:lnTo>
                  <a:pt x="98089" y="192365"/>
                </a:lnTo>
                <a:lnTo>
                  <a:pt x="98199" y="192275"/>
                </a:lnTo>
                <a:lnTo>
                  <a:pt x="98312" y="192185"/>
                </a:lnTo>
                <a:lnTo>
                  <a:pt x="98425" y="192095"/>
                </a:lnTo>
                <a:lnTo>
                  <a:pt x="98526" y="192005"/>
                </a:lnTo>
                <a:lnTo>
                  <a:pt x="98640" y="191915"/>
                </a:lnTo>
                <a:lnTo>
                  <a:pt x="98753" y="191825"/>
                </a:lnTo>
                <a:lnTo>
                  <a:pt x="98863" y="191734"/>
                </a:lnTo>
                <a:lnTo>
                  <a:pt x="98976" y="191644"/>
                </a:lnTo>
                <a:lnTo>
                  <a:pt x="99077" y="191554"/>
                </a:lnTo>
                <a:lnTo>
                  <a:pt x="99190" y="191464"/>
                </a:lnTo>
                <a:lnTo>
                  <a:pt x="99303" y="191374"/>
                </a:lnTo>
                <a:lnTo>
                  <a:pt x="99417" y="191284"/>
                </a:lnTo>
                <a:lnTo>
                  <a:pt x="99527" y="191194"/>
                </a:lnTo>
                <a:lnTo>
                  <a:pt x="99631" y="191103"/>
                </a:lnTo>
                <a:lnTo>
                  <a:pt x="99741" y="191013"/>
                </a:lnTo>
                <a:lnTo>
                  <a:pt x="99854" y="190946"/>
                </a:lnTo>
                <a:lnTo>
                  <a:pt x="99967" y="190856"/>
                </a:lnTo>
                <a:lnTo>
                  <a:pt x="100081" y="190765"/>
                </a:lnTo>
                <a:lnTo>
                  <a:pt x="100191" y="190675"/>
                </a:lnTo>
                <a:lnTo>
                  <a:pt x="100295" y="190585"/>
                </a:lnTo>
                <a:lnTo>
                  <a:pt x="100408" y="190495"/>
                </a:lnTo>
                <a:lnTo>
                  <a:pt x="100518" y="190427"/>
                </a:lnTo>
                <a:lnTo>
                  <a:pt x="100631" y="190337"/>
                </a:lnTo>
                <a:lnTo>
                  <a:pt x="100744" y="190247"/>
                </a:lnTo>
                <a:lnTo>
                  <a:pt x="100846" y="190157"/>
                </a:lnTo>
                <a:lnTo>
                  <a:pt x="100959" y="190067"/>
                </a:lnTo>
                <a:lnTo>
                  <a:pt x="101072" y="189999"/>
                </a:lnTo>
                <a:lnTo>
                  <a:pt x="101182" y="189909"/>
                </a:lnTo>
                <a:lnTo>
                  <a:pt x="101295" y="189819"/>
                </a:lnTo>
                <a:lnTo>
                  <a:pt x="101396" y="189729"/>
                </a:lnTo>
                <a:lnTo>
                  <a:pt x="101510" y="189661"/>
                </a:lnTo>
                <a:lnTo>
                  <a:pt x="101623" y="189571"/>
                </a:lnTo>
                <a:lnTo>
                  <a:pt x="101736" y="189481"/>
                </a:lnTo>
                <a:lnTo>
                  <a:pt x="101846" y="189413"/>
                </a:lnTo>
                <a:lnTo>
                  <a:pt x="101950" y="189323"/>
                </a:lnTo>
                <a:lnTo>
                  <a:pt x="102060" y="189256"/>
                </a:lnTo>
                <a:lnTo>
                  <a:pt x="102173" y="189165"/>
                </a:lnTo>
                <a:lnTo>
                  <a:pt x="102287" y="189075"/>
                </a:lnTo>
                <a:lnTo>
                  <a:pt x="102400" y="189008"/>
                </a:lnTo>
                <a:lnTo>
                  <a:pt x="102501" y="188917"/>
                </a:lnTo>
                <a:lnTo>
                  <a:pt x="102614" y="188850"/>
                </a:lnTo>
                <a:lnTo>
                  <a:pt x="102724" y="188760"/>
                </a:lnTo>
                <a:lnTo>
                  <a:pt x="102837" y="188692"/>
                </a:lnTo>
                <a:lnTo>
                  <a:pt x="102942" y="188602"/>
                </a:lnTo>
                <a:lnTo>
                  <a:pt x="103052" y="188534"/>
                </a:lnTo>
                <a:lnTo>
                  <a:pt x="103165" y="188444"/>
                </a:lnTo>
                <a:lnTo>
                  <a:pt x="103278" y="188377"/>
                </a:lnTo>
                <a:lnTo>
                  <a:pt x="103391" y="188286"/>
                </a:lnTo>
                <a:lnTo>
                  <a:pt x="103492" y="188219"/>
                </a:lnTo>
                <a:lnTo>
                  <a:pt x="103606" y="188151"/>
                </a:lnTo>
                <a:lnTo>
                  <a:pt x="103716" y="188061"/>
                </a:lnTo>
                <a:lnTo>
                  <a:pt x="103829" y="187994"/>
                </a:lnTo>
                <a:lnTo>
                  <a:pt x="103942" y="187903"/>
                </a:lnTo>
                <a:lnTo>
                  <a:pt x="104043" y="187836"/>
                </a:lnTo>
                <a:lnTo>
                  <a:pt x="104156" y="187746"/>
                </a:lnTo>
                <a:lnTo>
                  <a:pt x="104269" y="187678"/>
                </a:lnTo>
                <a:lnTo>
                  <a:pt x="104380" y="187588"/>
                </a:lnTo>
                <a:lnTo>
                  <a:pt x="104493" y="187520"/>
                </a:lnTo>
                <a:lnTo>
                  <a:pt x="104594" y="187430"/>
                </a:lnTo>
                <a:lnTo>
                  <a:pt x="104707" y="187363"/>
                </a:lnTo>
                <a:lnTo>
                  <a:pt x="104820" y="187295"/>
                </a:lnTo>
                <a:lnTo>
                  <a:pt x="104933" y="187205"/>
                </a:lnTo>
                <a:lnTo>
                  <a:pt x="105035" y="187137"/>
                </a:lnTo>
                <a:lnTo>
                  <a:pt x="105148" y="187070"/>
                </a:lnTo>
                <a:lnTo>
                  <a:pt x="105258" y="186979"/>
                </a:lnTo>
                <a:lnTo>
                  <a:pt x="105371" y="186912"/>
                </a:lnTo>
                <a:lnTo>
                  <a:pt x="105484" y="186844"/>
                </a:lnTo>
                <a:lnTo>
                  <a:pt x="105597" y="186754"/>
                </a:lnTo>
                <a:lnTo>
                  <a:pt x="105707" y="186686"/>
                </a:lnTo>
                <a:lnTo>
                  <a:pt x="105812" y="186619"/>
                </a:lnTo>
                <a:lnTo>
                  <a:pt x="105925" y="186529"/>
                </a:lnTo>
                <a:lnTo>
                  <a:pt x="106035" y="186461"/>
                </a:lnTo>
                <a:lnTo>
                  <a:pt x="106148" y="186393"/>
                </a:lnTo>
                <a:lnTo>
                  <a:pt x="106249" y="186303"/>
                </a:lnTo>
                <a:lnTo>
                  <a:pt x="106362" y="186236"/>
                </a:lnTo>
                <a:lnTo>
                  <a:pt x="106475" y="186168"/>
                </a:lnTo>
                <a:lnTo>
                  <a:pt x="106589" y="186078"/>
                </a:lnTo>
                <a:lnTo>
                  <a:pt x="106699" y="186010"/>
                </a:lnTo>
                <a:lnTo>
                  <a:pt x="106803" y="185943"/>
                </a:lnTo>
                <a:lnTo>
                  <a:pt x="106913" y="185875"/>
                </a:lnTo>
                <a:lnTo>
                  <a:pt x="107026" y="185808"/>
                </a:lnTo>
                <a:lnTo>
                  <a:pt x="107139" y="185740"/>
                </a:lnTo>
                <a:lnTo>
                  <a:pt x="107253" y="185672"/>
                </a:lnTo>
                <a:lnTo>
                  <a:pt x="107363" y="185605"/>
                </a:lnTo>
                <a:lnTo>
                  <a:pt x="107467" y="185537"/>
                </a:lnTo>
                <a:lnTo>
                  <a:pt x="107577" y="185447"/>
                </a:lnTo>
                <a:lnTo>
                  <a:pt x="107690" y="185402"/>
                </a:lnTo>
                <a:lnTo>
                  <a:pt x="107803" y="185312"/>
                </a:lnTo>
                <a:lnTo>
                  <a:pt x="107916" y="185267"/>
                </a:lnTo>
                <a:lnTo>
                  <a:pt x="108018" y="185199"/>
                </a:lnTo>
                <a:lnTo>
                  <a:pt x="108131" y="185131"/>
                </a:lnTo>
                <a:lnTo>
                  <a:pt x="108244" y="185064"/>
                </a:lnTo>
                <a:lnTo>
                  <a:pt x="108354" y="184996"/>
                </a:lnTo>
                <a:lnTo>
                  <a:pt x="108467" y="184929"/>
                </a:lnTo>
                <a:lnTo>
                  <a:pt x="108580" y="184861"/>
                </a:lnTo>
                <a:lnTo>
                  <a:pt x="108682" y="184816"/>
                </a:lnTo>
                <a:lnTo>
                  <a:pt x="108795" y="184748"/>
                </a:lnTo>
                <a:lnTo>
                  <a:pt x="108908" y="184681"/>
                </a:lnTo>
                <a:lnTo>
                  <a:pt x="109018" y="184636"/>
                </a:lnTo>
                <a:lnTo>
                  <a:pt x="109131" y="184568"/>
                </a:lnTo>
                <a:lnTo>
                  <a:pt x="109232" y="184523"/>
                </a:lnTo>
                <a:lnTo>
                  <a:pt x="109345" y="184455"/>
                </a:lnTo>
                <a:lnTo>
                  <a:pt x="109459" y="184388"/>
                </a:lnTo>
                <a:lnTo>
                  <a:pt x="109572" y="184343"/>
                </a:lnTo>
                <a:lnTo>
                  <a:pt x="109673" y="184275"/>
                </a:lnTo>
                <a:lnTo>
                  <a:pt x="109786" y="184230"/>
                </a:lnTo>
                <a:lnTo>
                  <a:pt x="109896" y="184185"/>
                </a:lnTo>
                <a:lnTo>
                  <a:pt x="110009" y="184117"/>
                </a:lnTo>
                <a:lnTo>
                  <a:pt x="110123" y="184072"/>
                </a:lnTo>
                <a:lnTo>
                  <a:pt x="110224" y="184005"/>
                </a:lnTo>
                <a:lnTo>
                  <a:pt x="110337" y="183960"/>
                </a:lnTo>
                <a:lnTo>
                  <a:pt x="110450" y="183915"/>
                </a:lnTo>
                <a:lnTo>
                  <a:pt x="110560" y="183869"/>
                </a:lnTo>
                <a:lnTo>
                  <a:pt x="110673" y="183802"/>
                </a:lnTo>
                <a:lnTo>
                  <a:pt x="110778" y="183757"/>
                </a:lnTo>
                <a:lnTo>
                  <a:pt x="110888" y="183712"/>
                </a:lnTo>
                <a:lnTo>
                  <a:pt x="111001" y="183667"/>
                </a:lnTo>
                <a:lnTo>
                  <a:pt x="111114" y="183622"/>
                </a:lnTo>
                <a:lnTo>
                  <a:pt x="111227" y="183577"/>
                </a:lnTo>
                <a:lnTo>
                  <a:pt x="111328" y="183531"/>
                </a:lnTo>
                <a:lnTo>
                  <a:pt x="111441" y="183486"/>
                </a:lnTo>
                <a:lnTo>
                  <a:pt x="111552" y="183441"/>
                </a:lnTo>
                <a:lnTo>
                  <a:pt x="111665" y="183396"/>
                </a:lnTo>
                <a:lnTo>
                  <a:pt x="111766" y="183351"/>
                </a:lnTo>
                <a:lnTo>
                  <a:pt x="111879" y="183306"/>
                </a:lnTo>
                <a:lnTo>
                  <a:pt x="111992" y="183261"/>
                </a:lnTo>
                <a:lnTo>
                  <a:pt x="112105" y="183216"/>
                </a:lnTo>
                <a:lnTo>
                  <a:pt x="112215" y="183171"/>
                </a:lnTo>
                <a:lnTo>
                  <a:pt x="112320" y="183126"/>
                </a:lnTo>
                <a:lnTo>
                  <a:pt x="112430" y="183081"/>
                </a:lnTo>
                <a:lnTo>
                  <a:pt x="112543" y="183036"/>
                </a:lnTo>
                <a:lnTo>
                  <a:pt x="112656" y="182991"/>
                </a:lnTo>
                <a:lnTo>
                  <a:pt x="112769" y="182946"/>
                </a:lnTo>
                <a:lnTo>
                  <a:pt x="112870" y="182900"/>
                </a:lnTo>
                <a:lnTo>
                  <a:pt x="112984" y="182878"/>
                </a:lnTo>
                <a:lnTo>
                  <a:pt x="113097" y="182810"/>
                </a:lnTo>
                <a:lnTo>
                  <a:pt x="113207" y="182788"/>
                </a:lnTo>
                <a:lnTo>
                  <a:pt x="113320" y="182743"/>
                </a:lnTo>
                <a:lnTo>
                  <a:pt x="113421" y="182698"/>
                </a:lnTo>
                <a:lnTo>
                  <a:pt x="113534" y="182675"/>
                </a:lnTo>
                <a:lnTo>
                  <a:pt x="113647" y="182630"/>
                </a:lnTo>
                <a:lnTo>
                  <a:pt x="113761" y="182585"/>
                </a:lnTo>
                <a:lnTo>
                  <a:pt x="113871" y="182562"/>
                </a:lnTo>
                <a:lnTo>
                  <a:pt x="113975" y="182517"/>
                </a:lnTo>
                <a:lnTo>
                  <a:pt x="114085" y="182472"/>
                </a:lnTo>
                <a:lnTo>
                  <a:pt x="114198" y="182450"/>
                </a:lnTo>
                <a:lnTo>
                  <a:pt x="114311" y="182405"/>
                </a:lnTo>
                <a:lnTo>
                  <a:pt x="114425" y="182360"/>
                </a:lnTo>
                <a:lnTo>
                  <a:pt x="114535" y="182337"/>
                </a:lnTo>
                <a:lnTo>
                  <a:pt x="114639" y="182292"/>
                </a:lnTo>
                <a:lnTo>
                  <a:pt x="114749" y="182269"/>
                </a:lnTo>
                <a:lnTo>
                  <a:pt x="114862" y="182224"/>
                </a:lnTo>
                <a:lnTo>
                  <a:pt x="114975" y="182202"/>
                </a:lnTo>
                <a:lnTo>
                  <a:pt x="115088" y="182157"/>
                </a:lnTo>
                <a:lnTo>
                  <a:pt x="115190" y="182134"/>
                </a:lnTo>
                <a:lnTo>
                  <a:pt x="115303" y="182089"/>
                </a:lnTo>
                <a:lnTo>
                  <a:pt x="115413" y="182067"/>
                </a:lnTo>
                <a:lnTo>
                  <a:pt x="115526" y="182022"/>
                </a:lnTo>
                <a:lnTo>
                  <a:pt x="115639" y="181999"/>
                </a:lnTo>
                <a:lnTo>
                  <a:pt x="115752" y="181954"/>
                </a:lnTo>
                <a:lnTo>
                  <a:pt x="115854" y="181931"/>
                </a:lnTo>
                <a:lnTo>
                  <a:pt x="115967" y="181909"/>
                </a:lnTo>
                <a:lnTo>
                  <a:pt x="116080" y="181864"/>
                </a:lnTo>
                <a:lnTo>
                  <a:pt x="116190" y="181841"/>
                </a:lnTo>
                <a:lnTo>
                  <a:pt x="116303" y="181796"/>
                </a:lnTo>
                <a:lnTo>
                  <a:pt x="116404" y="181774"/>
                </a:lnTo>
                <a:lnTo>
                  <a:pt x="116517" y="181729"/>
                </a:lnTo>
                <a:lnTo>
                  <a:pt x="116631" y="181706"/>
                </a:lnTo>
                <a:lnTo>
                  <a:pt x="116744" y="181683"/>
                </a:lnTo>
                <a:lnTo>
                  <a:pt x="116854" y="181638"/>
                </a:lnTo>
                <a:lnTo>
                  <a:pt x="116958" y="181593"/>
                </a:lnTo>
                <a:lnTo>
                  <a:pt x="117068" y="181571"/>
                </a:lnTo>
                <a:lnTo>
                  <a:pt x="117181" y="181548"/>
                </a:lnTo>
                <a:lnTo>
                  <a:pt x="117295" y="181503"/>
                </a:lnTo>
                <a:lnTo>
                  <a:pt x="117408" y="181481"/>
                </a:lnTo>
                <a:lnTo>
                  <a:pt x="117509" y="181436"/>
                </a:lnTo>
                <a:lnTo>
                  <a:pt x="117622" y="181391"/>
                </a:lnTo>
                <a:lnTo>
                  <a:pt x="117732" y="181368"/>
                </a:lnTo>
                <a:lnTo>
                  <a:pt x="117845" y="181345"/>
                </a:lnTo>
                <a:lnTo>
                  <a:pt x="117958" y="181300"/>
                </a:lnTo>
                <a:lnTo>
                  <a:pt x="118060" y="181255"/>
                </a:lnTo>
                <a:lnTo>
                  <a:pt x="118173" y="181233"/>
                </a:lnTo>
                <a:lnTo>
                  <a:pt x="118286" y="181188"/>
                </a:lnTo>
                <a:lnTo>
                  <a:pt x="118396" y="181143"/>
                </a:lnTo>
                <a:lnTo>
                  <a:pt x="118500" y="181120"/>
                </a:lnTo>
                <a:lnTo>
                  <a:pt x="118613" y="181075"/>
                </a:lnTo>
                <a:lnTo>
                  <a:pt x="118724" y="181030"/>
                </a:lnTo>
                <a:lnTo>
                  <a:pt x="118837" y="181007"/>
                </a:lnTo>
                <a:lnTo>
                  <a:pt x="118950" y="180962"/>
                </a:lnTo>
                <a:lnTo>
                  <a:pt x="119051" y="180917"/>
                </a:lnTo>
                <a:lnTo>
                  <a:pt x="119164" y="180872"/>
                </a:lnTo>
                <a:lnTo>
                  <a:pt x="119277" y="180827"/>
                </a:lnTo>
                <a:lnTo>
                  <a:pt x="119387" y="180805"/>
                </a:lnTo>
                <a:lnTo>
                  <a:pt x="119501" y="180760"/>
                </a:lnTo>
                <a:lnTo>
                  <a:pt x="119602" y="180714"/>
                </a:lnTo>
                <a:lnTo>
                  <a:pt x="119715" y="180669"/>
                </a:lnTo>
                <a:lnTo>
                  <a:pt x="119828" y="180624"/>
                </a:lnTo>
                <a:lnTo>
                  <a:pt x="119941" y="180602"/>
                </a:lnTo>
                <a:lnTo>
                  <a:pt x="120042" y="180557"/>
                </a:lnTo>
                <a:lnTo>
                  <a:pt x="120156" y="180512"/>
                </a:lnTo>
                <a:lnTo>
                  <a:pt x="120266" y="180467"/>
                </a:lnTo>
                <a:lnTo>
                  <a:pt x="120379" y="180421"/>
                </a:lnTo>
                <a:lnTo>
                  <a:pt x="120492" y="180376"/>
                </a:lnTo>
                <a:lnTo>
                  <a:pt x="120593" y="180331"/>
                </a:lnTo>
                <a:lnTo>
                  <a:pt x="120706" y="180286"/>
                </a:lnTo>
                <a:lnTo>
                  <a:pt x="120819" y="180241"/>
                </a:lnTo>
                <a:lnTo>
                  <a:pt x="120930" y="180196"/>
                </a:lnTo>
                <a:lnTo>
                  <a:pt x="121043" y="180151"/>
                </a:lnTo>
                <a:lnTo>
                  <a:pt x="121147" y="180083"/>
                </a:lnTo>
                <a:lnTo>
                  <a:pt x="121257" y="180061"/>
                </a:lnTo>
                <a:lnTo>
                  <a:pt x="121370" y="179993"/>
                </a:lnTo>
                <a:lnTo>
                  <a:pt x="121483" y="179948"/>
                </a:lnTo>
                <a:lnTo>
                  <a:pt x="121597" y="179903"/>
                </a:lnTo>
                <a:lnTo>
                  <a:pt x="121707" y="179858"/>
                </a:lnTo>
                <a:lnTo>
                  <a:pt x="121811" y="179813"/>
                </a:lnTo>
                <a:lnTo>
                  <a:pt x="121921" y="179745"/>
                </a:lnTo>
                <a:lnTo>
                  <a:pt x="122034" y="179700"/>
                </a:lnTo>
                <a:lnTo>
                  <a:pt x="122147" y="179655"/>
                </a:lnTo>
                <a:lnTo>
                  <a:pt x="122260" y="179610"/>
                </a:lnTo>
                <a:lnTo>
                  <a:pt x="122362" y="179543"/>
                </a:lnTo>
                <a:lnTo>
                  <a:pt x="122475" y="179498"/>
                </a:lnTo>
                <a:lnTo>
                  <a:pt x="122585" y="179452"/>
                </a:lnTo>
                <a:lnTo>
                  <a:pt x="122698" y="179407"/>
                </a:lnTo>
                <a:lnTo>
                  <a:pt x="122811" y="179340"/>
                </a:lnTo>
                <a:lnTo>
                  <a:pt x="122924" y="179295"/>
                </a:lnTo>
                <a:lnTo>
                  <a:pt x="123026" y="179227"/>
                </a:lnTo>
                <a:lnTo>
                  <a:pt x="123139" y="179182"/>
                </a:lnTo>
                <a:lnTo>
                  <a:pt x="123249" y="179114"/>
                </a:lnTo>
                <a:lnTo>
                  <a:pt x="123362" y="179069"/>
                </a:lnTo>
                <a:lnTo>
                  <a:pt x="123475" y="179024"/>
                </a:lnTo>
                <a:lnTo>
                  <a:pt x="123576" y="178957"/>
                </a:lnTo>
                <a:lnTo>
                  <a:pt x="123689" y="178912"/>
                </a:lnTo>
                <a:lnTo>
                  <a:pt x="123803" y="178844"/>
                </a:lnTo>
                <a:lnTo>
                  <a:pt x="123916" y="178799"/>
                </a:lnTo>
                <a:lnTo>
                  <a:pt x="124026" y="178731"/>
                </a:lnTo>
                <a:lnTo>
                  <a:pt x="124130" y="178686"/>
                </a:lnTo>
                <a:lnTo>
                  <a:pt x="124240" y="178641"/>
                </a:lnTo>
                <a:lnTo>
                  <a:pt x="124353" y="178574"/>
                </a:lnTo>
                <a:lnTo>
                  <a:pt x="124467" y="178528"/>
                </a:lnTo>
                <a:lnTo>
                  <a:pt x="124580" y="178461"/>
                </a:lnTo>
                <a:lnTo>
                  <a:pt x="124690" y="178416"/>
                </a:lnTo>
                <a:lnTo>
                  <a:pt x="124794" y="178348"/>
                </a:lnTo>
                <a:lnTo>
                  <a:pt x="124904" y="178303"/>
                </a:lnTo>
                <a:lnTo>
                  <a:pt x="125017" y="178236"/>
                </a:lnTo>
                <a:lnTo>
                  <a:pt x="125130" y="178168"/>
                </a:lnTo>
                <a:lnTo>
                  <a:pt x="125232" y="178123"/>
                </a:lnTo>
                <a:lnTo>
                  <a:pt x="125345" y="178055"/>
                </a:lnTo>
                <a:lnTo>
                  <a:pt x="125458" y="178010"/>
                </a:lnTo>
                <a:lnTo>
                  <a:pt x="125568" y="177943"/>
                </a:lnTo>
                <a:lnTo>
                  <a:pt x="125681" y="177897"/>
                </a:lnTo>
                <a:lnTo>
                  <a:pt x="125782" y="177830"/>
                </a:lnTo>
                <a:lnTo>
                  <a:pt x="125896" y="177785"/>
                </a:lnTo>
                <a:lnTo>
                  <a:pt x="126009" y="177717"/>
                </a:lnTo>
                <a:lnTo>
                  <a:pt x="126122" y="177650"/>
                </a:lnTo>
                <a:lnTo>
                  <a:pt x="126232" y="177605"/>
                </a:lnTo>
                <a:lnTo>
                  <a:pt x="126336" y="177537"/>
                </a:lnTo>
                <a:lnTo>
                  <a:pt x="126449" y="177492"/>
                </a:lnTo>
                <a:lnTo>
                  <a:pt x="126559" y="177424"/>
                </a:lnTo>
                <a:lnTo>
                  <a:pt x="126673" y="177357"/>
                </a:lnTo>
                <a:lnTo>
                  <a:pt x="126774" y="177312"/>
                </a:lnTo>
                <a:lnTo>
                  <a:pt x="126887" y="177244"/>
                </a:lnTo>
                <a:lnTo>
                  <a:pt x="127000" y="177199"/>
                </a:lnTo>
                <a:lnTo>
                  <a:pt x="127113" y="177131"/>
                </a:lnTo>
                <a:lnTo>
                  <a:pt x="127223" y="177064"/>
                </a:lnTo>
                <a:lnTo>
                  <a:pt x="127328" y="176996"/>
                </a:lnTo>
                <a:lnTo>
                  <a:pt x="127438" y="176951"/>
                </a:lnTo>
                <a:lnTo>
                  <a:pt x="127551" y="176883"/>
                </a:lnTo>
                <a:lnTo>
                  <a:pt x="127664" y="176816"/>
                </a:lnTo>
                <a:lnTo>
                  <a:pt x="127777" y="176771"/>
                </a:lnTo>
                <a:lnTo>
                  <a:pt x="127878" y="176703"/>
                </a:lnTo>
                <a:lnTo>
                  <a:pt x="127991" y="176635"/>
                </a:lnTo>
                <a:lnTo>
                  <a:pt x="128102" y="176568"/>
                </a:lnTo>
                <a:lnTo>
                  <a:pt x="128215" y="176500"/>
                </a:lnTo>
                <a:lnTo>
                  <a:pt x="128319" y="176433"/>
                </a:lnTo>
                <a:lnTo>
                  <a:pt x="128429" y="176365"/>
                </a:lnTo>
                <a:lnTo>
                  <a:pt x="128542" y="176320"/>
                </a:lnTo>
                <a:lnTo>
                  <a:pt x="128655" y="176252"/>
                </a:lnTo>
                <a:lnTo>
                  <a:pt x="128769" y="176185"/>
                </a:lnTo>
                <a:lnTo>
                  <a:pt x="128879" y="176117"/>
                </a:lnTo>
                <a:lnTo>
                  <a:pt x="128983" y="176050"/>
                </a:lnTo>
                <a:lnTo>
                  <a:pt x="129093" y="175982"/>
                </a:lnTo>
                <a:lnTo>
                  <a:pt x="129206" y="175914"/>
                </a:lnTo>
                <a:lnTo>
                  <a:pt x="129319" y="175847"/>
                </a:lnTo>
                <a:lnTo>
                  <a:pt x="129432" y="175779"/>
                </a:lnTo>
                <a:lnTo>
                  <a:pt x="129534" y="175712"/>
                </a:lnTo>
                <a:lnTo>
                  <a:pt x="129647" y="175666"/>
                </a:lnTo>
                <a:lnTo>
                  <a:pt x="129757" y="175599"/>
                </a:lnTo>
                <a:lnTo>
                  <a:pt x="129870" y="175531"/>
                </a:lnTo>
                <a:lnTo>
                  <a:pt x="129983" y="175464"/>
                </a:lnTo>
                <a:lnTo>
                  <a:pt x="130096" y="175373"/>
                </a:lnTo>
                <a:lnTo>
                  <a:pt x="130198" y="175328"/>
                </a:lnTo>
                <a:lnTo>
                  <a:pt x="130311" y="175238"/>
                </a:lnTo>
                <a:lnTo>
                  <a:pt x="130421" y="175171"/>
                </a:lnTo>
                <a:lnTo>
                  <a:pt x="130534" y="175103"/>
                </a:lnTo>
                <a:lnTo>
                  <a:pt x="130647" y="175035"/>
                </a:lnTo>
                <a:lnTo>
                  <a:pt x="130748" y="174968"/>
                </a:lnTo>
                <a:lnTo>
                  <a:pt x="130861" y="174900"/>
                </a:lnTo>
                <a:lnTo>
                  <a:pt x="130975" y="174833"/>
                </a:lnTo>
                <a:lnTo>
                  <a:pt x="131085" y="174765"/>
                </a:lnTo>
                <a:lnTo>
                  <a:pt x="131198" y="174697"/>
                </a:lnTo>
                <a:lnTo>
                  <a:pt x="131302" y="174607"/>
                </a:lnTo>
                <a:lnTo>
                  <a:pt x="131412" y="174540"/>
                </a:lnTo>
                <a:lnTo>
                  <a:pt x="131525" y="174472"/>
                </a:lnTo>
                <a:lnTo>
                  <a:pt x="131639" y="174404"/>
                </a:lnTo>
                <a:lnTo>
                  <a:pt x="131752" y="174337"/>
                </a:lnTo>
                <a:lnTo>
                  <a:pt x="131862" y="174247"/>
                </a:lnTo>
                <a:lnTo>
                  <a:pt x="131966" y="174202"/>
                </a:lnTo>
                <a:lnTo>
                  <a:pt x="132076" y="174134"/>
                </a:lnTo>
                <a:lnTo>
                  <a:pt x="132189" y="174044"/>
                </a:lnTo>
                <a:lnTo>
                  <a:pt x="132302" y="173976"/>
                </a:lnTo>
                <a:lnTo>
                  <a:pt x="132416" y="173909"/>
                </a:lnTo>
                <a:lnTo>
                  <a:pt x="132517" y="173841"/>
                </a:lnTo>
                <a:lnTo>
                  <a:pt x="132630" y="173773"/>
                </a:lnTo>
                <a:lnTo>
                  <a:pt x="132740" y="173706"/>
                </a:lnTo>
                <a:lnTo>
                  <a:pt x="132853" y="173638"/>
                </a:lnTo>
                <a:lnTo>
                  <a:pt x="132966" y="173571"/>
                </a:lnTo>
                <a:lnTo>
                  <a:pt x="133068" y="173480"/>
                </a:lnTo>
                <a:lnTo>
                  <a:pt x="133181" y="173413"/>
                </a:lnTo>
                <a:lnTo>
                  <a:pt x="133294" y="173345"/>
                </a:lnTo>
                <a:lnTo>
                  <a:pt x="133404" y="173278"/>
                </a:lnTo>
                <a:lnTo>
                  <a:pt x="133508" y="173210"/>
                </a:lnTo>
                <a:lnTo>
                  <a:pt x="133618" y="173142"/>
                </a:lnTo>
                <a:lnTo>
                  <a:pt x="133731" y="173075"/>
                </a:lnTo>
                <a:lnTo>
                  <a:pt x="133845" y="173007"/>
                </a:lnTo>
                <a:lnTo>
                  <a:pt x="133958" y="172940"/>
                </a:lnTo>
                <a:lnTo>
                  <a:pt x="134059" y="172872"/>
                </a:lnTo>
                <a:lnTo>
                  <a:pt x="134172" y="172804"/>
                </a:lnTo>
                <a:lnTo>
                  <a:pt x="134285" y="172737"/>
                </a:lnTo>
                <a:lnTo>
                  <a:pt x="134395" y="172669"/>
                </a:lnTo>
                <a:lnTo>
                  <a:pt x="134509" y="172602"/>
                </a:lnTo>
                <a:lnTo>
                  <a:pt x="134610" y="172511"/>
                </a:lnTo>
                <a:lnTo>
                  <a:pt x="134723" y="172466"/>
                </a:lnTo>
                <a:lnTo>
                  <a:pt x="134836" y="172399"/>
                </a:lnTo>
                <a:lnTo>
                  <a:pt x="134949" y="172331"/>
                </a:lnTo>
                <a:lnTo>
                  <a:pt x="135050" y="172264"/>
                </a:lnTo>
                <a:lnTo>
                  <a:pt x="135163" y="172196"/>
                </a:lnTo>
                <a:lnTo>
                  <a:pt x="135274" y="172128"/>
                </a:lnTo>
                <a:lnTo>
                  <a:pt x="135387" y="172061"/>
                </a:lnTo>
                <a:lnTo>
                  <a:pt x="135500" y="171993"/>
                </a:lnTo>
                <a:lnTo>
                  <a:pt x="135601" y="171925"/>
                </a:lnTo>
                <a:lnTo>
                  <a:pt x="135714" y="171858"/>
                </a:lnTo>
                <a:lnTo>
                  <a:pt x="135827" y="171768"/>
                </a:lnTo>
                <a:lnTo>
                  <a:pt x="135938" y="171723"/>
                </a:lnTo>
                <a:lnTo>
                  <a:pt x="136051" y="171633"/>
                </a:lnTo>
                <a:lnTo>
                  <a:pt x="136155" y="171565"/>
                </a:lnTo>
                <a:lnTo>
                  <a:pt x="136265" y="171497"/>
                </a:lnTo>
                <a:lnTo>
                  <a:pt x="136378" y="171430"/>
                </a:lnTo>
                <a:lnTo>
                  <a:pt x="136491" y="171362"/>
                </a:lnTo>
                <a:lnTo>
                  <a:pt x="136604" y="171294"/>
                </a:lnTo>
                <a:lnTo>
                  <a:pt x="136706" y="171227"/>
                </a:lnTo>
                <a:lnTo>
                  <a:pt x="136819" y="171159"/>
                </a:lnTo>
                <a:lnTo>
                  <a:pt x="136929" y="171092"/>
                </a:lnTo>
                <a:lnTo>
                  <a:pt x="137042" y="171024"/>
                </a:lnTo>
                <a:lnTo>
                  <a:pt x="137155" y="170956"/>
                </a:lnTo>
                <a:lnTo>
                  <a:pt x="137268" y="170889"/>
                </a:lnTo>
                <a:lnTo>
                  <a:pt x="137370" y="170821"/>
                </a:lnTo>
                <a:lnTo>
                  <a:pt x="137483" y="170754"/>
                </a:lnTo>
                <a:lnTo>
                  <a:pt x="137593" y="170686"/>
                </a:lnTo>
                <a:lnTo>
                  <a:pt x="137706" y="170641"/>
                </a:lnTo>
                <a:lnTo>
                  <a:pt x="137819" y="170551"/>
                </a:lnTo>
                <a:lnTo>
                  <a:pt x="137920" y="170506"/>
                </a:lnTo>
                <a:lnTo>
                  <a:pt x="138033" y="170416"/>
                </a:lnTo>
                <a:lnTo>
                  <a:pt x="138147" y="170371"/>
                </a:lnTo>
                <a:lnTo>
                  <a:pt x="138257" y="170303"/>
                </a:lnTo>
                <a:lnTo>
                  <a:pt x="138370" y="170235"/>
                </a:lnTo>
                <a:lnTo>
                  <a:pt x="138471" y="170168"/>
                </a:lnTo>
                <a:lnTo>
                  <a:pt x="138584" y="170100"/>
                </a:lnTo>
                <a:lnTo>
                  <a:pt x="138697" y="170032"/>
                </a:lnTo>
                <a:lnTo>
                  <a:pt x="138811" y="169987"/>
                </a:lnTo>
                <a:lnTo>
                  <a:pt x="138921" y="169920"/>
                </a:lnTo>
                <a:lnTo>
                  <a:pt x="139025" y="169852"/>
                </a:lnTo>
                <a:lnTo>
                  <a:pt x="139138" y="169785"/>
                </a:lnTo>
                <a:lnTo>
                  <a:pt x="139248" y="169717"/>
                </a:lnTo>
                <a:lnTo>
                  <a:pt x="139361" y="169649"/>
                </a:lnTo>
                <a:lnTo>
                  <a:pt x="139463" y="169582"/>
                </a:lnTo>
                <a:lnTo>
                  <a:pt x="139576" y="169537"/>
                </a:lnTo>
                <a:lnTo>
                  <a:pt x="139689" y="169469"/>
                </a:lnTo>
                <a:lnTo>
                  <a:pt x="139802" y="169401"/>
                </a:lnTo>
                <a:lnTo>
                  <a:pt x="139912" y="169334"/>
                </a:lnTo>
                <a:lnTo>
                  <a:pt x="140016" y="169266"/>
                </a:lnTo>
                <a:lnTo>
                  <a:pt x="140126" y="169221"/>
                </a:lnTo>
                <a:lnTo>
                  <a:pt x="140240" y="169154"/>
                </a:lnTo>
                <a:lnTo>
                  <a:pt x="140353" y="169086"/>
                </a:lnTo>
                <a:lnTo>
                  <a:pt x="140466" y="169018"/>
                </a:lnTo>
                <a:lnTo>
                  <a:pt x="140576" y="168951"/>
                </a:lnTo>
                <a:lnTo>
                  <a:pt x="140689" y="168883"/>
                </a:lnTo>
                <a:lnTo>
                  <a:pt x="140790" y="168838"/>
                </a:lnTo>
                <a:lnTo>
                  <a:pt x="140903" y="168770"/>
                </a:lnTo>
                <a:lnTo>
                  <a:pt x="141017" y="168703"/>
                </a:lnTo>
                <a:lnTo>
                  <a:pt x="141130" y="168658"/>
                </a:lnTo>
                <a:lnTo>
                  <a:pt x="141240" y="168590"/>
                </a:lnTo>
                <a:lnTo>
                  <a:pt x="141344" y="168545"/>
                </a:lnTo>
                <a:lnTo>
                  <a:pt x="141454" y="168478"/>
                </a:lnTo>
                <a:lnTo>
                  <a:pt x="141567" y="168410"/>
                </a:lnTo>
                <a:lnTo>
                  <a:pt x="141681" y="168342"/>
                </a:lnTo>
                <a:lnTo>
                  <a:pt x="141782" y="168297"/>
                </a:lnTo>
                <a:lnTo>
                  <a:pt x="141895" y="168230"/>
                </a:lnTo>
                <a:lnTo>
                  <a:pt x="142008" y="168162"/>
                </a:lnTo>
                <a:lnTo>
                  <a:pt x="142121" y="168117"/>
                </a:lnTo>
                <a:lnTo>
                  <a:pt x="142231" y="168049"/>
                </a:lnTo>
                <a:lnTo>
                  <a:pt x="142335" y="168004"/>
                </a:lnTo>
                <a:lnTo>
                  <a:pt x="142446" y="167937"/>
                </a:lnTo>
                <a:lnTo>
                  <a:pt x="142559" y="167892"/>
                </a:lnTo>
                <a:lnTo>
                  <a:pt x="142672" y="167824"/>
                </a:lnTo>
                <a:lnTo>
                  <a:pt x="142785" y="167756"/>
                </a:lnTo>
                <a:lnTo>
                  <a:pt x="142886" y="167689"/>
                </a:lnTo>
                <a:lnTo>
                  <a:pt x="142999" y="167644"/>
                </a:lnTo>
                <a:lnTo>
                  <a:pt x="143110" y="167576"/>
                </a:lnTo>
                <a:lnTo>
                  <a:pt x="143223" y="167531"/>
                </a:lnTo>
                <a:lnTo>
                  <a:pt x="143324" y="167463"/>
                </a:lnTo>
                <a:lnTo>
                  <a:pt x="143437" y="167418"/>
                </a:lnTo>
                <a:lnTo>
                  <a:pt x="143550" y="167351"/>
                </a:lnTo>
                <a:lnTo>
                  <a:pt x="143663" y="167306"/>
                </a:lnTo>
                <a:lnTo>
                  <a:pt x="143773" y="167238"/>
                </a:lnTo>
                <a:lnTo>
                  <a:pt x="143878" y="167193"/>
                </a:lnTo>
                <a:lnTo>
                  <a:pt x="143991" y="167125"/>
                </a:lnTo>
                <a:lnTo>
                  <a:pt x="144101" y="167080"/>
                </a:lnTo>
                <a:lnTo>
                  <a:pt x="144214" y="167013"/>
                </a:lnTo>
                <a:lnTo>
                  <a:pt x="144327" y="166968"/>
                </a:lnTo>
                <a:lnTo>
                  <a:pt x="144437" y="166900"/>
                </a:lnTo>
                <a:lnTo>
                  <a:pt x="144542" y="166855"/>
                </a:lnTo>
                <a:lnTo>
                  <a:pt x="144655" y="166787"/>
                </a:lnTo>
                <a:lnTo>
                  <a:pt x="144765" y="166742"/>
                </a:lnTo>
                <a:lnTo>
                  <a:pt x="144878" y="166675"/>
                </a:lnTo>
                <a:lnTo>
                  <a:pt x="144991" y="166630"/>
                </a:lnTo>
                <a:lnTo>
                  <a:pt x="145092" y="166562"/>
                </a:lnTo>
                <a:lnTo>
                  <a:pt x="145205" y="166517"/>
                </a:lnTo>
                <a:lnTo>
                  <a:pt x="145319" y="166472"/>
                </a:lnTo>
                <a:lnTo>
                  <a:pt x="145429" y="166404"/>
                </a:lnTo>
                <a:lnTo>
                  <a:pt x="145542" y="166359"/>
                </a:lnTo>
                <a:lnTo>
                  <a:pt x="145643" y="166292"/>
                </a:lnTo>
                <a:lnTo>
                  <a:pt x="145756" y="166246"/>
                </a:lnTo>
                <a:lnTo>
                  <a:pt x="145869" y="166179"/>
                </a:lnTo>
                <a:lnTo>
                  <a:pt x="145983" y="166134"/>
                </a:lnTo>
                <a:lnTo>
                  <a:pt x="146093" y="166089"/>
                </a:lnTo>
                <a:lnTo>
                  <a:pt x="146197" y="166044"/>
                </a:lnTo>
                <a:lnTo>
                  <a:pt x="146307" y="165976"/>
                </a:lnTo>
                <a:lnTo>
                  <a:pt x="146420" y="165931"/>
                </a:lnTo>
                <a:lnTo>
                  <a:pt x="146533" y="165863"/>
                </a:lnTo>
                <a:lnTo>
                  <a:pt x="146646" y="165818"/>
                </a:lnTo>
                <a:lnTo>
                  <a:pt x="146748" y="165751"/>
                </a:lnTo>
                <a:lnTo>
                  <a:pt x="146861" y="165706"/>
                </a:lnTo>
                <a:lnTo>
                  <a:pt x="146974" y="165661"/>
                </a:lnTo>
                <a:lnTo>
                  <a:pt x="147084" y="165593"/>
                </a:lnTo>
                <a:lnTo>
                  <a:pt x="147197" y="165548"/>
                </a:lnTo>
                <a:lnTo>
                  <a:pt x="147298" y="165503"/>
                </a:lnTo>
                <a:lnTo>
                  <a:pt x="147412" y="165435"/>
                </a:lnTo>
                <a:lnTo>
                  <a:pt x="147525" y="165390"/>
                </a:lnTo>
                <a:lnTo>
                  <a:pt x="147638" y="165345"/>
                </a:lnTo>
                <a:lnTo>
                  <a:pt x="147748" y="165277"/>
                </a:lnTo>
                <a:lnTo>
                  <a:pt x="147852" y="165232"/>
                </a:lnTo>
                <a:lnTo>
                  <a:pt x="147962" y="165187"/>
                </a:lnTo>
                <a:lnTo>
                  <a:pt x="148075" y="165142"/>
                </a:lnTo>
                <a:lnTo>
                  <a:pt x="148189" y="165075"/>
                </a:lnTo>
                <a:lnTo>
                  <a:pt x="148302" y="165030"/>
                </a:lnTo>
                <a:lnTo>
                  <a:pt x="148403" y="164984"/>
                </a:lnTo>
                <a:lnTo>
                  <a:pt x="148516" y="164939"/>
                </a:lnTo>
                <a:lnTo>
                  <a:pt x="148626" y="164894"/>
                </a:lnTo>
                <a:lnTo>
                  <a:pt x="148739" y="164849"/>
                </a:lnTo>
                <a:lnTo>
                  <a:pt x="148841" y="164782"/>
                </a:lnTo>
                <a:lnTo>
                  <a:pt x="148966" y="164737"/>
                </a:lnTo>
                <a:lnTo>
                  <a:pt x="149067" y="164691"/>
                </a:lnTo>
                <a:lnTo>
                  <a:pt x="149180" y="164646"/>
                </a:lnTo>
                <a:lnTo>
                  <a:pt x="149290" y="164601"/>
                </a:lnTo>
                <a:lnTo>
                  <a:pt x="149403" y="164556"/>
                </a:lnTo>
                <a:lnTo>
                  <a:pt x="149516" y="164511"/>
                </a:lnTo>
                <a:lnTo>
                  <a:pt x="149618" y="164466"/>
                </a:lnTo>
                <a:lnTo>
                  <a:pt x="149731" y="164421"/>
                </a:lnTo>
                <a:lnTo>
                  <a:pt x="149844" y="164376"/>
                </a:lnTo>
                <a:lnTo>
                  <a:pt x="149957" y="164331"/>
                </a:lnTo>
                <a:lnTo>
                  <a:pt x="150058" y="164286"/>
                </a:lnTo>
                <a:lnTo>
                  <a:pt x="150171" y="164241"/>
                </a:lnTo>
                <a:lnTo>
                  <a:pt x="150282" y="164196"/>
                </a:lnTo>
                <a:lnTo>
                  <a:pt x="150395" y="164173"/>
                </a:lnTo>
                <a:lnTo>
                  <a:pt x="150508" y="164128"/>
                </a:lnTo>
                <a:lnTo>
                  <a:pt x="150609" y="164083"/>
                </a:lnTo>
                <a:lnTo>
                  <a:pt x="150722" y="164038"/>
                </a:lnTo>
                <a:lnTo>
                  <a:pt x="150835" y="163993"/>
                </a:lnTo>
                <a:lnTo>
                  <a:pt x="150945" y="163970"/>
                </a:lnTo>
                <a:lnTo>
                  <a:pt x="151059" y="163925"/>
                </a:lnTo>
                <a:lnTo>
                  <a:pt x="151160" y="163880"/>
                </a:lnTo>
                <a:lnTo>
                  <a:pt x="151273" y="163858"/>
                </a:lnTo>
                <a:lnTo>
                  <a:pt x="151386" y="163813"/>
                </a:lnTo>
                <a:lnTo>
                  <a:pt x="151499" y="163768"/>
                </a:lnTo>
                <a:lnTo>
                  <a:pt x="151609" y="163745"/>
                </a:lnTo>
                <a:lnTo>
                  <a:pt x="151714" y="163700"/>
                </a:lnTo>
                <a:lnTo>
                  <a:pt x="151827" y="163655"/>
                </a:lnTo>
                <a:lnTo>
                  <a:pt x="151937" y="163632"/>
                </a:lnTo>
                <a:lnTo>
                  <a:pt x="152050" y="163587"/>
                </a:lnTo>
                <a:lnTo>
                  <a:pt x="152163" y="163565"/>
                </a:lnTo>
                <a:lnTo>
                  <a:pt x="152264" y="163520"/>
                </a:lnTo>
                <a:lnTo>
                  <a:pt x="152377" y="163497"/>
                </a:lnTo>
                <a:lnTo>
                  <a:pt x="152491" y="163452"/>
                </a:lnTo>
                <a:lnTo>
                  <a:pt x="152601" y="163407"/>
                </a:lnTo>
                <a:lnTo>
                  <a:pt x="152714" y="163384"/>
                </a:lnTo>
                <a:lnTo>
                  <a:pt x="152815" y="163362"/>
                </a:lnTo>
                <a:lnTo>
                  <a:pt x="152928" y="163317"/>
                </a:lnTo>
                <a:lnTo>
                  <a:pt x="153041" y="163294"/>
                </a:lnTo>
                <a:lnTo>
                  <a:pt x="153155" y="163272"/>
                </a:lnTo>
                <a:lnTo>
                  <a:pt x="153265" y="163227"/>
                </a:lnTo>
                <a:lnTo>
                  <a:pt x="153378" y="163204"/>
                </a:lnTo>
                <a:lnTo>
                  <a:pt x="153479" y="163182"/>
                </a:lnTo>
                <a:lnTo>
                  <a:pt x="153592" y="163159"/>
                </a:lnTo>
                <a:lnTo>
                  <a:pt x="153705" y="163137"/>
                </a:lnTo>
                <a:lnTo>
                  <a:pt x="153818" y="163091"/>
                </a:lnTo>
                <a:lnTo>
                  <a:pt x="153929" y="163091"/>
                </a:lnTo>
                <a:lnTo>
                  <a:pt x="154033" y="163046"/>
                </a:lnTo>
                <a:lnTo>
                  <a:pt x="154143" y="163024"/>
                </a:lnTo>
                <a:lnTo>
                  <a:pt x="154256" y="163001"/>
                </a:lnTo>
                <a:lnTo>
                  <a:pt x="154369" y="162979"/>
                </a:lnTo>
                <a:lnTo>
                  <a:pt x="154482" y="162979"/>
                </a:lnTo>
                <a:lnTo>
                  <a:pt x="154584" y="162956"/>
                </a:lnTo>
                <a:lnTo>
                  <a:pt x="154697" y="162934"/>
                </a:lnTo>
                <a:lnTo>
                  <a:pt x="154810" y="162911"/>
                </a:lnTo>
                <a:lnTo>
                  <a:pt x="154920" y="162889"/>
                </a:lnTo>
                <a:lnTo>
                  <a:pt x="155033" y="162866"/>
                </a:lnTo>
                <a:lnTo>
                  <a:pt x="155134" y="162866"/>
                </a:lnTo>
                <a:lnTo>
                  <a:pt x="155247" y="162844"/>
                </a:lnTo>
                <a:lnTo>
                  <a:pt x="155361" y="162844"/>
                </a:lnTo>
                <a:lnTo>
                  <a:pt x="155474" y="162821"/>
                </a:lnTo>
                <a:lnTo>
                  <a:pt x="155575" y="162798"/>
                </a:lnTo>
                <a:lnTo>
                  <a:pt x="155688" y="162776"/>
                </a:lnTo>
                <a:lnTo>
                  <a:pt x="155798" y="162776"/>
                </a:lnTo>
                <a:lnTo>
                  <a:pt x="155911" y="162753"/>
                </a:lnTo>
                <a:lnTo>
                  <a:pt x="156025" y="162753"/>
                </a:lnTo>
                <a:lnTo>
                  <a:pt x="156126" y="162753"/>
                </a:lnTo>
                <a:lnTo>
                  <a:pt x="156239" y="162753"/>
                </a:lnTo>
                <a:lnTo>
                  <a:pt x="156352" y="162731"/>
                </a:lnTo>
                <a:lnTo>
                  <a:pt x="156462" y="162731"/>
                </a:lnTo>
                <a:lnTo>
                  <a:pt x="156575" y="162731"/>
                </a:lnTo>
                <a:lnTo>
                  <a:pt x="156679" y="162731"/>
                </a:lnTo>
                <a:lnTo>
                  <a:pt x="156790" y="162731"/>
                </a:lnTo>
                <a:lnTo>
                  <a:pt x="156903" y="162708"/>
                </a:lnTo>
                <a:lnTo>
                  <a:pt x="157016" y="162708"/>
                </a:lnTo>
                <a:lnTo>
                  <a:pt x="157117" y="162708"/>
                </a:lnTo>
                <a:lnTo>
                  <a:pt x="157230" y="162708"/>
                </a:lnTo>
                <a:lnTo>
                  <a:pt x="157343" y="162708"/>
                </a:lnTo>
                <a:lnTo>
                  <a:pt x="157454" y="162708"/>
                </a:lnTo>
                <a:lnTo>
                  <a:pt x="157567" y="162708"/>
                </a:lnTo>
                <a:lnTo>
                  <a:pt x="157668" y="162731"/>
                </a:lnTo>
                <a:lnTo>
                  <a:pt x="157793" y="162731"/>
                </a:lnTo>
                <a:lnTo>
                  <a:pt x="157894" y="162731"/>
                </a:lnTo>
                <a:lnTo>
                  <a:pt x="158007" y="162731"/>
                </a:lnTo>
                <a:lnTo>
                  <a:pt x="158117" y="162731"/>
                </a:lnTo>
                <a:lnTo>
                  <a:pt x="158231" y="162731"/>
                </a:lnTo>
                <a:lnTo>
                  <a:pt x="158332" y="162753"/>
                </a:lnTo>
                <a:lnTo>
                  <a:pt x="158445" y="162753"/>
                </a:lnTo>
                <a:lnTo>
                  <a:pt x="158558" y="162753"/>
                </a:lnTo>
                <a:lnTo>
                  <a:pt x="158671" y="162753"/>
                </a:lnTo>
                <a:lnTo>
                  <a:pt x="158781" y="162776"/>
                </a:lnTo>
                <a:lnTo>
                  <a:pt x="158886" y="162776"/>
                </a:lnTo>
                <a:lnTo>
                  <a:pt x="158996" y="162798"/>
                </a:lnTo>
                <a:lnTo>
                  <a:pt x="159109" y="162821"/>
                </a:lnTo>
                <a:lnTo>
                  <a:pt x="159222" y="162821"/>
                </a:lnTo>
                <a:lnTo>
                  <a:pt x="159335" y="162844"/>
                </a:lnTo>
                <a:lnTo>
                  <a:pt x="159436" y="162866"/>
                </a:lnTo>
                <a:lnTo>
                  <a:pt x="159549" y="162866"/>
                </a:lnTo>
                <a:lnTo>
                  <a:pt x="159663" y="162866"/>
                </a:lnTo>
                <a:lnTo>
                  <a:pt x="159773" y="162889"/>
                </a:lnTo>
                <a:lnTo>
                  <a:pt x="159886" y="162911"/>
                </a:lnTo>
                <a:lnTo>
                  <a:pt x="159987" y="162934"/>
                </a:lnTo>
                <a:lnTo>
                  <a:pt x="160100" y="162956"/>
                </a:lnTo>
                <a:lnTo>
                  <a:pt x="160213" y="162979"/>
                </a:lnTo>
                <a:lnTo>
                  <a:pt x="160327" y="162979"/>
                </a:lnTo>
                <a:lnTo>
                  <a:pt x="160437" y="163001"/>
                </a:lnTo>
                <a:lnTo>
                  <a:pt x="160550" y="163024"/>
                </a:lnTo>
                <a:lnTo>
                  <a:pt x="160651" y="163046"/>
                </a:lnTo>
                <a:lnTo>
                  <a:pt x="160764" y="163069"/>
                </a:lnTo>
                <a:lnTo>
                  <a:pt x="160877" y="163091"/>
                </a:lnTo>
                <a:lnTo>
                  <a:pt x="160990" y="163114"/>
                </a:lnTo>
                <a:lnTo>
                  <a:pt x="161101" y="163137"/>
                </a:lnTo>
                <a:lnTo>
                  <a:pt x="161205" y="163159"/>
                </a:lnTo>
                <a:lnTo>
                  <a:pt x="161315" y="163182"/>
                </a:lnTo>
                <a:lnTo>
                  <a:pt x="161428" y="163204"/>
                </a:lnTo>
                <a:lnTo>
                  <a:pt x="161541" y="163249"/>
                </a:lnTo>
                <a:lnTo>
                  <a:pt x="161654" y="163272"/>
                </a:lnTo>
                <a:lnTo>
                  <a:pt x="161756" y="163294"/>
                </a:lnTo>
                <a:lnTo>
                  <a:pt x="161869" y="163317"/>
                </a:lnTo>
                <a:lnTo>
                  <a:pt x="161979" y="163362"/>
                </a:lnTo>
                <a:lnTo>
                  <a:pt x="162092" y="163384"/>
                </a:lnTo>
                <a:lnTo>
                  <a:pt x="162205" y="163407"/>
                </a:lnTo>
                <a:lnTo>
                  <a:pt x="162306" y="163452"/>
                </a:lnTo>
                <a:lnTo>
                  <a:pt x="162419" y="163497"/>
                </a:lnTo>
                <a:lnTo>
                  <a:pt x="162533" y="163520"/>
                </a:lnTo>
                <a:lnTo>
                  <a:pt x="162646" y="163542"/>
                </a:lnTo>
                <a:lnTo>
                  <a:pt x="162756" y="163587"/>
                </a:lnTo>
                <a:lnTo>
                  <a:pt x="162860" y="163632"/>
                </a:lnTo>
                <a:lnTo>
                  <a:pt x="162970" y="163655"/>
                </a:lnTo>
                <a:lnTo>
                  <a:pt x="163083" y="163700"/>
                </a:lnTo>
                <a:lnTo>
                  <a:pt x="163197" y="163745"/>
                </a:lnTo>
                <a:lnTo>
                  <a:pt x="163310" y="163790"/>
                </a:lnTo>
                <a:lnTo>
                  <a:pt x="163411" y="163835"/>
                </a:lnTo>
                <a:lnTo>
                  <a:pt x="163524" y="163858"/>
                </a:lnTo>
                <a:lnTo>
                  <a:pt x="163634" y="163903"/>
                </a:lnTo>
                <a:lnTo>
                  <a:pt x="163747" y="163948"/>
                </a:lnTo>
                <a:lnTo>
                  <a:pt x="163849" y="163970"/>
                </a:lnTo>
                <a:lnTo>
                  <a:pt x="163962" y="164038"/>
                </a:lnTo>
                <a:lnTo>
                  <a:pt x="164075" y="164083"/>
                </a:lnTo>
                <a:lnTo>
                  <a:pt x="164188" y="164106"/>
                </a:lnTo>
                <a:lnTo>
                  <a:pt x="164298" y="164151"/>
                </a:lnTo>
                <a:lnTo>
                  <a:pt x="164402" y="164196"/>
                </a:lnTo>
                <a:lnTo>
                  <a:pt x="164515" y="164241"/>
                </a:lnTo>
                <a:lnTo>
                  <a:pt x="164626" y="164286"/>
                </a:lnTo>
                <a:lnTo>
                  <a:pt x="164739" y="164331"/>
                </a:lnTo>
                <a:lnTo>
                  <a:pt x="164840" y="164399"/>
                </a:lnTo>
                <a:lnTo>
                  <a:pt x="164953" y="164421"/>
                </a:lnTo>
                <a:lnTo>
                  <a:pt x="165066" y="164489"/>
                </a:lnTo>
                <a:lnTo>
                  <a:pt x="165179" y="164534"/>
                </a:lnTo>
                <a:lnTo>
                  <a:pt x="165289" y="164579"/>
                </a:lnTo>
                <a:lnTo>
                  <a:pt x="165394" y="164624"/>
                </a:lnTo>
                <a:lnTo>
                  <a:pt x="165504" y="164669"/>
                </a:lnTo>
                <a:lnTo>
                  <a:pt x="165617" y="164737"/>
                </a:lnTo>
                <a:lnTo>
                  <a:pt x="165730" y="164782"/>
                </a:lnTo>
                <a:lnTo>
                  <a:pt x="165843" y="164827"/>
                </a:lnTo>
                <a:lnTo>
                  <a:pt x="165953" y="164872"/>
                </a:lnTo>
                <a:lnTo>
                  <a:pt x="166058" y="164917"/>
                </a:lnTo>
                <a:lnTo>
                  <a:pt x="166168" y="164962"/>
                </a:lnTo>
                <a:lnTo>
                  <a:pt x="166281" y="165030"/>
                </a:lnTo>
                <a:lnTo>
                  <a:pt x="166394" y="165075"/>
                </a:lnTo>
                <a:lnTo>
                  <a:pt x="166507" y="165120"/>
                </a:lnTo>
                <a:lnTo>
                  <a:pt x="166608" y="165165"/>
                </a:lnTo>
                <a:lnTo>
                  <a:pt x="166721" y="165232"/>
                </a:lnTo>
                <a:lnTo>
                  <a:pt x="166832" y="165277"/>
                </a:lnTo>
                <a:lnTo>
                  <a:pt x="166945" y="165345"/>
                </a:lnTo>
                <a:lnTo>
                  <a:pt x="167058" y="165390"/>
                </a:lnTo>
                <a:lnTo>
                  <a:pt x="167159" y="165458"/>
                </a:lnTo>
                <a:lnTo>
                  <a:pt x="167272" y="165503"/>
                </a:lnTo>
                <a:lnTo>
                  <a:pt x="167385" y="165548"/>
                </a:lnTo>
                <a:lnTo>
                  <a:pt x="167499" y="165615"/>
                </a:lnTo>
                <a:lnTo>
                  <a:pt x="167609" y="165661"/>
                </a:lnTo>
                <a:lnTo>
                  <a:pt x="167722" y="165728"/>
                </a:lnTo>
                <a:lnTo>
                  <a:pt x="167823" y="165773"/>
                </a:lnTo>
                <a:lnTo>
                  <a:pt x="167936" y="165841"/>
                </a:lnTo>
                <a:lnTo>
                  <a:pt x="168049" y="165908"/>
                </a:lnTo>
                <a:lnTo>
                  <a:pt x="168162" y="165954"/>
                </a:lnTo>
                <a:lnTo>
                  <a:pt x="168273" y="165999"/>
                </a:lnTo>
                <a:lnTo>
                  <a:pt x="168377" y="166066"/>
                </a:lnTo>
                <a:lnTo>
                  <a:pt x="168487" y="166134"/>
                </a:lnTo>
                <a:lnTo>
                  <a:pt x="168600" y="166179"/>
                </a:lnTo>
                <a:lnTo>
                  <a:pt x="168713" y="166246"/>
                </a:lnTo>
                <a:lnTo>
                  <a:pt x="168826" y="166292"/>
                </a:lnTo>
                <a:lnTo>
                  <a:pt x="168937" y="166359"/>
                </a:lnTo>
                <a:lnTo>
                  <a:pt x="169041" y="166404"/>
                </a:lnTo>
                <a:lnTo>
                  <a:pt x="169151" y="166472"/>
                </a:lnTo>
                <a:lnTo>
                  <a:pt x="169264" y="166517"/>
                </a:lnTo>
                <a:lnTo>
                  <a:pt x="169377" y="166585"/>
                </a:lnTo>
                <a:lnTo>
                  <a:pt x="169490" y="166630"/>
                </a:lnTo>
                <a:lnTo>
                  <a:pt x="169591" y="166697"/>
                </a:lnTo>
                <a:lnTo>
                  <a:pt x="169705" y="166765"/>
                </a:lnTo>
                <a:lnTo>
                  <a:pt x="169815" y="166810"/>
                </a:lnTo>
                <a:lnTo>
                  <a:pt x="169928" y="166877"/>
                </a:lnTo>
                <a:lnTo>
                  <a:pt x="170032" y="166923"/>
                </a:lnTo>
                <a:lnTo>
                  <a:pt x="170142" y="166990"/>
                </a:lnTo>
                <a:lnTo>
                  <a:pt x="170255" y="167035"/>
                </a:lnTo>
                <a:lnTo>
                  <a:pt x="170369" y="167103"/>
                </a:lnTo>
                <a:lnTo>
                  <a:pt x="170482" y="167170"/>
                </a:lnTo>
                <a:lnTo>
                  <a:pt x="170583" y="167238"/>
                </a:lnTo>
                <a:lnTo>
                  <a:pt x="170696" y="167283"/>
                </a:lnTo>
                <a:lnTo>
                  <a:pt x="170806" y="167351"/>
                </a:lnTo>
                <a:lnTo>
                  <a:pt x="170919" y="167396"/>
                </a:lnTo>
                <a:lnTo>
                  <a:pt x="171032" y="167463"/>
                </a:lnTo>
                <a:lnTo>
                  <a:pt x="171134" y="167531"/>
                </a:lnTo>
                <a:lnTo>
                  <a:pt x="171247" y="167576"/>
                </a:lnTo>
                <a:lnTo>
                  <a:pt x="171360" y="167644"/>
                </a:lnTo>
                <a:lnTo>
                  <a:pt x="171470" y="167711"/>
                </a:lnTo>
                <a:lnTo>
                  <a:pt x="171583" y="167779"/>
                </a:lnTo>
                <a:lnTo>
                  <a:pt x="171684" y="167824"/>
                </a:lnTo>
                <a:lnTo>
                  <a:pt x="171798" y="167892"/>
                </a:lnTo>
                <a:lnTo>
                  <a:pt x="171911" y="167937"/>
                </a:lnTo>
                <a:lnTo>
                  <a:pt x="172024" y="168004"/>
                </a:lnTo>
                <a:lnTo>
                  <a:pt x="172125" y="168072"/>
                </a:lnTo>
                <a:lnTo>
                  <a:pt x="172238" y="168117"/>
                </a:lnTo>
                <a:lnTo>
                  <a:pt x="172348" y="168185"/>
                </a:lnTo>
                <a:lnTo>
                  <a:pt x="172461" y="168252"/>
                </a:lnTo>
                <a:lnTo>
                  <a:pt x="172575" y="168320"/>
                </a:lnTo>
                <a:lnTo>
                  <a:pt x="172676" y="168365"/>
                </a:lnTo>
                <a:lnTo>
                  <a:pt x="172789" y="168432"/>
                </a:lnTo>
                <a:lnTo>
                  <a:pt x="172902" y="168500"/>
                </a:lnTo>
                <a:lnTo>
                  <a:pt x="173015" y="168568"/>
                </a:lnTo>
                <a:lnTo>
                  <a:pt x="173125" y="168613"/>
                </a:lnTo>
                <a:lnTo>
                  <a:pt x="173230" y="168680"/>
                </a:lnTo>
                <a:lnTo>
                  <a:pt x="173340" y="168748"/>
                </a:lnTo>
                <a:lnTo>
                  <a:pt x="173453" y="168793"/>
                </a:lnTo>
                <a:lnTo>
                  <a:pt x="173566" y="168861"/>
                </a:lnTo>
                <a:lnTo>
                  <a:pt x="173679" y="168928"/>
                </a:lnTo>
                <a:lnTo>
                  <a:pt x="173780" y="168996"/>
                </a:lnTo>
                <a:lnTo>
                  <a:pt x="173893" y="169063"/>
                </a:lnTo>
                <a:lnTo>
                  <a:pt x="174004" y="169109"/>
                </a:lnTo>
                <a:lnTo>
                  <a:pt x="174117" y="169199"/>
                </a:lnTo>
                <a:lnTo>
                  <a:pt x="174230" y="169244"/>
                </a:lnTo>
                <a:lnTo>
                  <a:pt x="174331" y="169311"/>
                </a:lnTo>
                <a:lnTo>
                  <a:pt x="174444" y="169379"/>
                </a:lnTo>
                <a:lnTo>
                  <a:pt x="174557" y="169447"/>
                </a:lnTo>
                <a:lnTo>
                  <a:pt x="174668" y="169514"/>
                </a:lnTo>
                <a:lnTo>
                  <a:pt x="174781" y="169582"/>
                </a:lnTo>
                <a:lnTo>
                  <a:pt x="174894" y="169649"/>
                </a:lnTo>
                <a:lnTo>
                  <a:pt x="174995" y="169717"/>
                </a:lnTo>
                <a:lnTo>
                  <a:pt x="175108" y="169762"/>
                </a:lnTo>
                <a:lnTo>
                  <a:pt x="175221" y="169852"/>
                </a:lnTo>
                <a:lnTo>
                  <a:pt x="175334" y="169897"/>
                </a:lnTo>
                <a:lnTo>
                  <a:pt x="175445" y="169987"/>
                </a:lnTo>
                <a:lnTo>
                  <a:pt x="175549" y="170032"/>
                </a:lnTo>
                <a:lnTo>
                  <a:pt x="175659" y="170100"/>
                </a:lnTo>
                <a:lnTo>
                  <a:pt x="175772" y="170168"/>
                </a:lnTo>
                <a:lnTo>
                  <a:pt x="175885" y="170235"/>
                </a:lnTo>
                <a:lnTo>
                  <a:pt x="175998" y="170303"/>
                </a:lnTo>
                <a:lnTo>
                  <a:pt x="176109" y="170348"/>
                </a:lnTo>
                <a:lnTo>
                  <a:pt x="176213" y="170416"/>
                </a:lnTo>
                <a:lnTo>
                  <a:pt x="176323" y="170483"/>
                </a:lnTo>
                <a:lnTo>
                  <a:pt x="176436" y="170551"/>
                </a:lnTo>
                <a:lnTo>
                  <a:pt x="176549" y="170618"/>
                </a:lnTo>
                <a:lnTo>
                  <a:pt x="176662" y="170686"/>
                </a:lnTo>
                <a:lnTo>
                  <a:pt x="176763" y="170754"/>
                </a:lnTo>
                <a:lnTo>
                  <a:pt x="176877" y="170821"/>
                </a:lnTo>
                <a:lnTo>
                  <a:pt x="176987" y="170866"/>
                </a:lnTo>
                <a:lnTo>
                  <a:pt x="177100" y="170956"/>
                </a:lnTo>
                <a:lnTo>
                  <a:pt x="177213" y="171002"/>
                </a:lnTo>
                <a:lnTo>
                  <a:pt x="177314" y="171069"/>
                </a:lnTo>
                <a:lnTo>
                  <a:pt x="177427" y="171137"/>
                </a:lnTo>
                <a:lnTo>
                  <a:pt x="177541" y="171204"/>
                </a:lnTo>
                <a:lnTo>
                  <a:pt x="177651" y="171272"/>
                </a:lnTo>
                <a:lnTo>
                  <a:pt x="177764" y="171340"/>
                </a:lnTo>
                <a:lnTo>
                  <a:pt x="177868" y="171407"/>
                </a:lnTo>
                <a:lnTo>
                  <a:pt x="177978" y="171452"/>
                </a:lnTo>
                <a:lnTo>
                  <a:pt x="178091" y="171520"/>
                </a:lnTo>
                <a:lnTo>
                  <a:pt x="178204" y="171587"/>
                </a:lnTo>
                <a:lnTo>
                  <a:pt x="178318" y="171655"/>
                </a:lnTo>
                <a:lnTo>
                  <a:pt x="178419" y="171723"/>
                </a:lnTo>
                <a:lnTo>
                  <a:pt x="178532" y="171768"/>
                </a:lnTo>
                <a:lnTo>
                  <a:pt x="178642" y="171835"/>
                </a:lnTo>
                <a:lnTo>
                  <a:pt x="178755" y="171903"/>
                </a:lnTo>
                <a:lnTo>
                  <a:pt x="178856" y="171971"/>
                </a:lnTo>
                <a:lnTo>
                  <a:pt x="178970" y="172038"/>
                </a:lnTo>
                <a:lnTo>
                  <a:pt x="179083" y="172083"/>
                </a:lnTo>
                <a:lnTo>
                  <a:pt x="179196" y="172151"/>
                </a:lnTo>
                <a:lnTo>
                  <a:pt x="179306" y="172218"/>
                </a:lnTo>
                <a:lnTo>
                  <a:pt x="179410" y="172286"/>
                </a:lnTo>
                <a:lnTo>
                  <a:pt x="179520" y="172354"/>
                </a:lnTo>
                <a:lnTo>
                  <a:pt x="179633" y="172399"/>
                </a:lnTo>
                <a:lnTo>
                  <a:pt x="179747" y="172466"/>
                </a:lnTo>
                <a:lnTo>
                  <a:pt x="179860" y="172534"/>
                </a:lnTo>
                <a:lnTo>
                  <a:pt x="179961" y="172602"/>
                </a:lnTo>
                <a:lnTo>
                  <a:pt x="180074" y="172669"/>
                </a:lnTo>
                <a:lnTo>
                  <a:pt x="180187" y="172714"/>
                </a:lnTo>
                <a:lnTo>
                  <a:pt x="180297" y="172782"/>
                </a:lnTo>
                <a:lnTo>
                  <a:pt x="180402" y="172849"/>
                </a:lnTo>
                <a:lnTo>
                  <a:pt x="180512" y="172917"/>
                </a:lnTo>
                <a:lnTo>
                  <a:pt x="180625" y="172985"/>
                </a:lnTo>
                <a:lnTo>
                  <a:pt x="180738" y="173052"/>
                </a:lnTo>
                <a:lnTo>
                  <a:pt x="180851" y="173120"/>
                </a:lnTo>
                <a:lnTo>
                  <a:pt x="180952" y="173165"/>
                </a:lnTo>
                <a:lnTo>
                  <a:pt x="181066" y="173233"/>
                </a:lnTo>
                <a:lnTo>
                  <a:pt x="181176" y="173300"/>
                </a:lnTo>
                <a:lnTo>
                  <a:pt x="181289" y="173368"/>
                </a:lnTo>
                <a:lnTo>
                  <a:pt x="181402" y="173435"/>
                </a:lnTo>
                <a:lnTo>
                  <a:pt x="181503" y="173503"/>
                </a:lnTo>
                <a:lnTo>
                  <a:pt x="181616" y="173571"/>
                </a:lnTo>
                <a:lnTo>
                  <a:pt x="181729" y="173638"/>
                </a:lnTo>
                <a:lnTo>
                  <a:pt x="181840" y="173706"/>
                </a:lnTo>
                <a:lnTo>
                  <a:pt x="181953" y="173773"/>
                </a:lnTo>
                <a:lnTo>
                  <a:pt x="182066" y="173841"/>
                </a:lnTo>
                <a:lnTo>
                  <a:pt x="182167" y="173909"/>
                </a:lnTo>
                <a:lnTo>
                  <a:pt x="182280" y="173976"/>
                </a:lnTo>
                <a:lnTo>
                  <a:pt x="182393" y="174044"/>
                </a:lnTo>
                <a:lnTo>
                  <a:pt x="182503" y="174111"/>
                </a:lnTo>
                <a:lnTo>
                  <a:pt x="182617" y="174179"/>
                </a:lnTo>
                <a:lnTo>
                  <a:pt x="182721" y="174247"/>
                </a:lnTo>
                <a:lnTo>
                  <a:pt x="182831" y="174337"/>
                </a:lnTo>
                <a:lnTo>
                  <a:pt x="182944" y="174404"/>
                </a:lnTo>
                <a:lnTo>
                  <a:pt x="183057" y="174472"/>
                </a:lnTo>
                <a:lnTo>
                  <a:pt x="183170" y="174540"/>
                </a:lnTo>
                <a:lnTo>
                  <a:pt x="183281" y="174607"/>
                </a:lnTo>
                <a:lnTo>
                  <a:pt x="183385" y="174697"/>
                </a:lnTo>
                <a:lnTo>
                  <a:pt x="183495" y="174765"/>
                </a:lnTo>
                <a:lnTo>
                  <a:pt x="183608" y="174833"/>
                </a:lnTo>
                <a:lnTo>
                  <a:pt x="183721" y="174900"/>
                </a:lnTo>
                <a:lnTo>
                  <a:pt x="183822" y="174990"/>
                </a:lnTo>
                <a:lnTo>
                  <a:pt x="183935" y="175058"/>
                </a:lnTo>
                <a:lnTo>
                  <a:pt x="184049" y="175148"/>
                </a:lnTo>
                <a:lnTo>
                  <a:pt x="184159" y="175216"/>
                </a:lnTo>
                <a:lnTo>
                  <a:pt x="184272" y="175306"/>
                </a:lnTo>
                <a:lnTo>
                  <a:pt x="184385" y="175373"/>
                </a:lnTo>
                <a:lnTo>
                  <a:pt x="184498" y="175464"/>
                </a:lnTo>
                <a:lnTo>
                  <a:pt x="184599" y="175554"/>
                </a:lnTo>
                <a:lnTo>
                  <a:pt x="184713" y="175621"/>
                </a:lnTo>
                <a:lnTo>
                  <a:pt x="184823" y="175712"/>
                </a:lnTo>
                <a:lnTo>
                  <a:pt x="184936" y="175779"/>
                </a:lnTo>
                <a:lnTo>
                  <a:pt x="185049" y="175869"/>
                </a:lnTo>
                <a:lnTo>
                  <a:pt x="185150" y="175959"/>
                </a:lnTo>
                <a:lnTo>
                  <a:pt x="185263" y="176027"/>
                </a:lnTo>
                <a:lnTo>
                  <a:pt x="185376" y="176117"/>
                </a:lnTo>
                <a:lnTo>
                  <a:pt x="185487" y="176207"/>
                </a:lnTo>
                <a:lnTo>
                  <a:pt x="185591" y="176297"/>
                </a:lnTo>
                <a:lnTo>
                  <a:pt x="185704" y="176365"/>
                </a:lnTo>
                <a:lnTo>
                  <a:pt x="185814" y="176455"/>
                </a:lnTo>
                <a:lnTo>
                  <a:pt x="185927" y="176545"/>
                </a:lnTo>
                <a:lnTo>
                  <a:pt x="186040" y="176613"/>
                </a:lnTo>
                <a:lnTo>
                  <a:pt x="186142" y="176703"/>
                </a:lnTo>
                <a:lnTo>
                  <a:pt x="186255" y="176793"/>
                </a:lnTo>
                <a:lnTo>
                  <a:pt x="186368" y="176883"/>
                </a:lnTo>
                <a:lnTo>
                  <a:pt x="186478" y="176974"/>
                </a:lnTo>
                <a:lnTo>
                  <a:pt x="186591" y="177041"/>
                </a:lnTo>
                <a:lnTo>
                  <a:pt x="186692" y="177131"/>
                </a:lnTo>
                <a:lnTo>
                  <a:pt x="186805" y="177221"/>
                </a:lnTo>
                <a:lnTo>
                  <a:pt x="186919" y="177312"/>
                </a:lnTo>
                <a:lnTo>
                  <a:pt x="187032" y="177379"/>
                </a:lnTo>
                <a:lnTo>
                  <a:pt x="187133" y="177469"/>
                </a:lnTo>
                <a:lnTo>
                  <a:pt x="187246" y="177559"/>
                </a:lnTo>
                <a:lnTo>
                  <a:pt x="187356" y="177650"/>
                </a:lnTo>
                <a:lnTo>
                  <a:pt x="187469" y="177740"/>
                </a:lnTo>
                <a:lnTo>
                  <a:pt x="187583" y="177830"/>
                </a:lnTo>
                <a:lnTo>
                  <a:pt x="187684" y="177898"/>
                </a:lnTo>
                <a:lnTo>
                  <a:pt x="187797" y="177988"/>
                </a:lnTo>
                <a:lnTo>
                  <a:pt x="187910" y="178078"/>
                </a:lnTo>
                <a:lnTo>
                  <a:pt x="188020" y="178168"/>
                </a:lnTo>
                <a:lnTo>
                  <a:pt x="188133" y="178258"/>
                </a:lnTo>
                <a:lnTo>
                  <a:pt x="188238" y="178348"/>
                </a:lnTo>
                <a:lnTo>
                  <a:pt x="188348" y="178416"/>
                </a:lnTo>
                <a:lnTo>
                  <a:pt x="188461" y="178529"/>
                </a:lnTo>
                <a:lnTo>
                  <a:pt x="188574" y="178596"/>
                </a:lnTo>
                <a:lnTo>
                  <a:pt x="188675" y="178686"/>
                </a:lnTo>
                <a:lnTo>
                  <a:pt x="188788" y="178776"/>
                </a:lnTo>
                <a:lnTo>
                  <a:pt x="188901" y="178867"/>
                </a:lnTo>
                <a:lnTo>
                  <a:pt x="189012" y="178957"/>
                </a:lnTo>
                <a:lnTo>
                  <a:pt x="189125" y="179047"/>
                </a:lnTo>
                <a:lnTo>
                  <a:pt x="189238" y="179137"/>
                </a:lnTo>
                <a:lnTo>
                  <a:pt x="189339" y="179227"/>
                </a:lnTo>
                <a:lnTo>
                  <a:pt x="189452" y="179317"/>
                </a:lnTo>
                <a:lnTo>
                  <a:pt x="189565" y="179407"/>
                </a:lnTo>
                <a:lnTo>
                  <a:pt x="189675" y="179498"/>
                </a:lnTo>
                <a:lnTo>
                  <a:pt x="189789" y="179588"/>
                </a:lnTo>
                <a:lnTo>
                  <a:pt x="189890" y="179678"/>
                </a:lnTo>
                <a:lnTo>
                  <a:pt x="190003" y="179745"/>
                </a:lnTo>
                <a:lnTo>
                  <a:pt x="190116" y="179836"/>
                </a:lnTo>
                <a:lnTo>
                  <a:pt x="190229" y="179948"/>
                </a:lnTo>
                <a:lnTo>
                  <a:pt x="190339" y="180016"/>
                </a:lnTo>
                <a:lnTo>
                  <a:pt x="190453" y="180106"/>
                </a:lnTo>
                <a:lnTo>
                  <a:pt x="190557" y="180196"/>
                </a:lnTo>
                <a:lnTo>
                  <a:pt x="190667" y="180286"/>
                </a:lnTo>
                <a:lnTo>
                  <a:pt x="190780" y="180376"/>
                </a:lnTo>
                <a:lnTo>
                  <a:pt x="190893" y="180444"/>
                </a:lnTo>
                <a:lnTo>
                  <a:pt x="191006" y="180534"/>
                </a:lnTo>
                <a:lnTo>
                  <a:pt x="191108" y="180624"/>
                </a:lnTo>
                <a:lnTo>
                  <a:pt x="191221" y="180714"/>
                </a:lnTo>
                <a:lnTo>
                  <a:pt x="191331" y="180805"/>
                </a:lnTo>
                <a:lnTo>
                  <a:pt x="191444" y="180872"/>
                </a:lnTo>
                <a:lnTo>
                  <a:pt x="191557" y="180962"/>
                </a:lnTo>
                <a:lnTo>
                  <a:pt x="191658" y="181053"/>
                </a:lnTo>
                <a:lnTo>
                  <a:pt x="191771" y="181143"/>
                </a:lnTo>
                <a:lnTo>
                  <a:pt x="191885" y="181233"/>
                </a:lnTo>
                <a:lnTo>
                  <a:pt x="191995" y="181300"/>
                </a:lnTo>
                <a:lnTo>
                  <a:pt x="192099" y="181391"/>
                </a:lnTo>
                <a:lnTo>
                  <a:pt x="192209" y="181481"/>
                </a:lnTo>
                <a:lnTo>
                  <a:pt x="192322" y="181571"/>
                </a:lnTo>
                <a:lnTo>
                  <a:pt x="192435" y="181638"/>
                </a:lnTo>
                <a:lnTo>
                  <a:pt x="192548" y="181729"/>
                </a:lnTo>
                <a:lnTo>
                  <a:pt x="192650" y="181819"/>
                </a:lnTo>
                <a:lnTo>
                  <a:pt x="192772" y="181909"/>
                </a:lnTo>
                <a:lnTo>
                  <a:pt x="192876" y="181999"/>
                </a:lnTo>
                <a:lnTo>
                  <a:pt x="192986" y="182067"/>
                </a:lnTo>
                <a:lnTo>
                  <a:pt x="193099" y="182157"/>
                </a:lnTo>
                <a:lnTo>
                  <a:pt x="193212" y="182247"/>
                </a:lnTo>
                <a:lnTo>
                  <a:pt x="193323" y="182337"/>
                </a:lnTo>
                <a:lnTo>
                  <a:pt x="193427" y="182405"/>
                </a:lnTo>
                <a:lnTo>
                  <a:pt x="193540" y="182495"/>
                </a:lnTo>
                <a:lnTo>
                  <a:pt x="193650" y="182562"/>
                </a:lnTo>
                <a:lnTo>
                  <a:pt x="193763" y="182653"/>
                </a:lnTo>
                <a:lnTo>
                  <a:pt x="193864" y="182743"/>
                </a:lnTo>
                <a:lnTo>
                  <a:pt x="193977" y="182810"/>
                </a:lnTo>
                <a:lnTo>
                  <a:pt x="194091" y="182900"/>
                </a:lnTo>
                <a:lnTo>
                  <a:pt x="194204" y="182991"/>
                </a:lnTo>
                <a:lnTo>
                  <a:pt x="194314" y="183058"/>
                </a:lnTo>
                <a:lnTo>
                  <a:pt x="194418" y="183148"/>
                </a:lnTo>
                <a:lnTo>
                  <a:pt x="194528" y="183239"/>
                </a:lnTo>
                <a:lnTo>
                  <a:pt x="194641" y="183306"/>
                </a:lnTo>
                <a:lnTo>
                  <a:pt x="194755" y="183396"/>
                </a:lnTo>
                <a:lnTo>
                  <a:pt x="194868" y="183464"/>
                </a:lnTo>
                <a:lnTo>
                  <a:pt x="194969" y="183554"/>
                </a:lnTo>
                <a:lnTo>
                  <a:pt x="195082" y="183622"/>
                </a:lnTo>
                <a:lnTo>
                  <a:pt x="195192" y="183712"/>
                </a:lnTo>
                <a:lnTo>
                  <a:pt x="195305" y="183779"/>
                </a:lnTo>
                <a:lnTo>
                  <a:pt x="195410" y="183870"/>
                </a:lnTo>
                <a:lnTo>
                  <a:pt x="195520" y="183937"/>
                </a:lnTo>
                <a:lnTo>
                  <a:pt x="195633" y="184027"/>
                </a:lnTo>
                <a:lnTo>
                  <a:pt x="195746" y="184095"/>
                </a:lnTo>
                <a:lnTo>
                  <a:pt x="195856" y="184185"/>
                </a:lnTo>
                <a:lnTo>
                  <a:pt x="195960" y="184253"/>
                </a:lnTo>
                <a:lnTo>
                  <a:pt x="196073" y="184320"/>
                </a:lnTo>
                <a:lnTo>
                  <a:pt x="196184" y="184410"/>
                </a:lnTo>
                <a:lnTo>
                  <a:pt x="196297" y="184478"/>
                </a:lnTo>
                <a:lnTo>
                  <a:pt x="196410" y="184568"/>
                </a:lnTo>
                <a:lnTo>
                  <a:pt x="196511" y="184658"/>
                </a:lnTo>
                <a:lnTo>
                  <a:pt x="196624" y="184726"/>
                </a:lnTo>
                <a:lnTo>
                  <a:pt x="196737" y="184793"/>
                </a:lnTo>
                <a:lnTo>
                  <a:pt x="196847" y="184861"/>
                </a:lnTo>
                <a:lnTo>
                  <a:pt x="196961" y="184951"/>
                </a:lnTo>
                <a:lnTo>
                  <a:pt x="197062" y="185019"/>
                </a:lnTo>
                <a:lnTo>
                  <a:pt x="197175" y="185109"/>
                </a:lnTo>
                <a:lnTo>
                  <a:pt x="197288" y="185177"/>
                </a:lnTo>
                <a:lnTo>
                  <a:pt x="197401" y="185267"/>
                </a:lnTo>
                <a:lnTo>
                  <a:pt x="197511" y="185334"/>
                </a:lnTo>
                <a:lnTo>
                  <a:pt x="197625" y="185402"/>
                </a:lnTo>
                <a:lnTo>
                  <a:pt x="197726" y="185492"/>
                </a:lnTo>
                <a:lnTo>
                  <a:pt x="197839" y="185560"/>
                </a:lnTo>
                <a:lnTo>
                  <a:pt x="197952" y="185650"/>
                </a:lnTo>
                <a:lnTo>
                  <a:pt x="198065" y="185717"/>
                </a:lnTo>
                <a:lnTo>
                  <a:pt x="198175" y="185785"/>
                </a:lnTo>
                <a:lnTo>
                  <a:pt x="198280" y="185853"/>
                </a:lnTo>
                <a:lnTo>
                  <a:pt x="198393" y="185943"/>
                </a:lnTo>
                <a:lnTo>
                  <a:pt x="198503" y="186010"/>
                </a:lnTo>
                <a:lnTo>
                  <a:pt x="198616" y="186078"/>
                </a:lnTo>
                <a:lnTo>
                  <a:pt x="198729" y="186168"/>
                </a:lnTo>
                <a:lnTo>
                  <a:pt x="198830" y="186236"/>
                </a:lnTo>
                <a:lnTo>
                  <a:pt x="198943" y="186303"/>
                </a:lnTo>
                <a:lnTo>
                  <a:pt x="199057" y="186394"/>
                </a:lnTo>
                <a:lnTo>
                  <a:pt x="199167" y="186461"/>
                </a:lnTo>
                <a:lnTo>
                  <a:pt x="199280" y="186529"/>
                </a:lnTo>
                <a:lnTo>
                  <a:pt x="199381" y="186619"/>
                </a:lnTo>
                <a:lnTo>
                  <a:pt x="199494" y="186686"/>
                </a:lnTo>
                <a:lnTo>
                  <a:pt x="199607" y="186754"/>
                </a:lnTo>
                <a:lnTo>
                  <a:pt x="199720" y="186844"/>
                </a:lnTo>
                <a:lnTo>
                  <a:pt x="199831" y="186912"/>
                </a:lnTo>
                <a:lnTo>
                  <a:pt x="199935" y="186979"/>
                </a:lnTo>
                <a:lnTo>
                  <a:pt x="200045" y="187070"/>
                </a:lnTo>
                <a:lnTo>
                  <a:pt x="200158" y="187137"/>
                </a:lnTo>
                <a:lnTo>
                  <a:pt x="200271" y="187182"/>
                </a:lnTo>
                <a:lnTo>
                  <a:pt x="200372" y="187272"/>
                </a:lnTo>
                <a:lnTo>
                  <a:pt x="200486" y="187340"/>
                </a:lnTo>
                <a:lnTo>
                  <a:pt x="200599" y="187408"/>
                </a:lnTo>
                <a:lnTo>
                  <a:pt x="200709" y="187475"/>
                </a:lnTo>
                <a:lnTo>
                  <a:pt x="200822" y="187543"/>
                </a:lnTo>
                <a:lnTo>
                  <a:pt x="200926" y="187610"/>
                </a:lnTo>
                <a:lnTo>
                  <a:pt x="201036" y="187678"/>
                </a:lnTo>
                <a:lnTo>
                  <a:pt x="201150" y="187746"/>
                </a:lnTo>
                <a:lnTo>
                  <a:pt x="201263" y="187813"/>
                </a:lnTo>
                <a:lnTo>
                  <a:pt x="201376" y="187881"/>
                </a:lnTo>
                <a:lnTo>
                  <a:pt x="201477" y="187949"/>
                </a:lnTo>
                <a:lnTo>
                  <a:pt x="201599" y="188016"/>
                </a:lnTo>
                <a:lnTo>
                  <a:pt x="201700" y="188061"/>
                </a:lnTo>
                <a:lnTo>
                  <a:pt x="201813" y="188151"/>
                </a:lnTo>
                <a:lnTo>
                  <a:pt x="201927" y="188196"/>
                </a:lnTo>
                <a:lnTo>
                  <a:pt x="202040" y="188264"/>
                </a:lnTo>
                <a:lnTo>
                  <a:pt x="202141" y="188332"/>
                </a:lnTo>
                <a:lnTo>
                  <a:pt x="202254" y="188399"/>
                </a:lnTo>
                <a:lnTo>
                  <a:pt x="202364" y="188467"/>
                </a:lnTo>
                <a:lnTo>
                  <a:pt x="202477" y="188512"/>
                </a:lnTo>
                <a:lnTo>
                  <a:pt x="202590" y="188580"/>
                </a:lnTo>
                <a:lnTo>
                  <a:pt x="202692" y="188647"/>
                </a:lnTo>
                <a:lnTo>
                  <a:pt x="202805" y="188715"/>
                </a:lnTo>
                <a:lnTo>
                  <a:pt x="202918" y="188760"/>
                </a:lnTo>
                <a:lnTo>
                  <a:pt x="203028" y="188805"/>
                </a:lnTo>
                <a:lnTo>
                  <a:pt x="203141" y="188872"/>
                </a:lnTo>
                <a:lnTo>
                  <a:pt x="203242" y="188940"/>
                </a:lnTo>
                <a:lnTo>
                  <a:pt x="203356" y="189008"/>
                </a:lnTo>
                <a:lnTo>
                  <a:pt x="203469" y="189053"/>
                </a:lnTo>
                <a:lnTo>
                  <a:pt x="203582" y="189120"/>
                </a:lnTo>
                <a:lnTo>
                  <a:pt x="203683" y="189165"/>
                </a:lnTo>
                <a:lnTo>
                  <a:pt x="203796" y="189233"/>
                </a:lnTo>
                <a:lnTo>
                  <a:pt x="203909" y="189278"/>
                </a:lnTo>
                <a:lnTo>
                  <a:pt x="204019" y="189323"/>
                </a:lnTo>
                <a:lnTo>
                  <a:pt x="204133" y="189391"/>
                </a:lnTo>
                <a:lnTo>
                  <a:pt x="204234" y="189436"/>
                </a:lnTo>
                <a:lnTo>
                  <a:pt x="204347" y="189481"/>
                </a:lnTo>
                <a:lnTo>
                  <a:pt x="204460" y="189549"/>
                </a:lnTo>
                <a:lnTo>
                  <a:pt x="204573" y="189594"/>
                </a:lnTo>
                <a:lnTo>
                  <a:pt x="204683" y="189639"/>
                </a:lnTo>
                <a:lnTo>
                  <a:pt x="204797" y="189684"/>
                </a:lnTo>
                <a:lnTo>
                  <a:pt x="204898" y="189751"/>
                </a:lnTo>
                <a:lnTo>
                  <a:pt x="205011" y="189796"/>
                </a:lnTo>
                <a:lnTo>
                  <a:pt x="205124" y="189842"/>
                </a:lnTo>
                <a:lnTo>
                  <a:pt x="205237" y="189909"/>
                </a:lnTo>
                <a:lnTo>
                  <a:pt x="205347" y="189954"/>
                </a:lnTo>
                <a:lnTo>
                  <a:pt x="205452" y="189999"/>
                </a:lnTo>
                <a:lnTo>
                  <a:pt x="205562" y="190044"/>
                </a:lnTo>
                <a:lnTo>
                  <a:pt x="205675" y="190112"/>
                </a:lnTo>
                <a:lnTo>
                  <a:pt x="205788" y="190157"/>
                </a:lnTo>
                <a:lnTo>
                  <a:pt x="205901" y="190202"/>
                </a:lnTo>
                <a:lnTo>
                  <a:pt x="206002" y="190247"/>
                </a:lnTo>
                <a:lnTo>
                  <a:pt x="206115" y="190292"/>
                </a:lnTo>
                <a:lnTo>
                  <a:pt x="206229" y="190337"/>
                </a:lnTo>
                <a:lnTo>
                  <a:pt x="206339" y="190382"/>
                </a:lnTo>
                <a:lnTo>
                  <a:pt x="206452" y="190427"/>
                </a:lnTo>
                <a:lnTo>
                  <a:pt x="206565" y="190473"/>
                </a:lnTo>
                <a:lnTo>
                  <a:pt x="206666" y="190540"/>
                </a:lnTo>
                <a:lnTo>
                  <a:pt x="206779" y="190563"/>
                </a:lnTo>
                <a:lnTo>
                  <a:pt x="206892" y="190608"/>
                </a:lnTo>
                <a:lnTo>
                  <a:pt x="207003" y="190675"/>
                </a:lnTo>
                <a:lnTo>
                  <a:pt x="207116" y="190698"/>
                </a:lnTo>
                <a:lnTo>
                  <a:pt x="207217" y="190765"/>
                </a:lnTo>
                <a:lnTo>
                  <a:pt x="207330" y="190788"/>
                </a:lnTo>
                <a:lnTo>
                  <a:pt x="207443" y="190833"/>
                </a:lnTo>
                <a:lnTo>
                  <a:pt x="207556" y="190901"/>
                </a:lnTo>
                <a:lnTo>
                  <a:pt x="207658" y="190923"/>
                </a:lnTo>
                <a:lnTo>
                  <a:pt x="207771" y="190968"/>
                </a:lnTo>
                <a:lnTo>
                  <a:pt x="207881" y="191013"/>
                </a:lnTo>
                <a:lnTo>
                  <a:pt x="207994" y="191058"/>
                </a:lnTo>
                <a:lnTo>
                  <a:pt x="208107" y="191104"/>
                </a:lnTo>
                <a:lnTo>
                  <a:pt x="208208" y="191149"/>
                </a:lnTo>
                <a:lnTo>
                  <a:pt x="208322" y="191194"/>
                </a:lnTo>
                <a:lnTo>
                  <a:pt x="208435" y="191216"/>
                </a:lnTo>
                <a:lnTo>
                  <a:pt x="208545" y="191284"/>
                </a:lnTo>
                <a:lnTo>
                  <a:pt x="208658" y="191329"/>
                </a:lnTo>
                <a:lnTo>
                  <a:pt x="208762" y="191351"/>
                </a:lnTo>
                <a:lnTo>
                  <a:pt x="208872" y="191396"/>
                </a:lnTo>
                <a:lnTo>
                  <a:pt x="208985" y="191442"/>
                </a:lnTo>
                <a:lnTo>
                  <a:pt x="209099" y="191464"/>
                </a:lnTo>
                <a:lnTo>
                  <a:pt x="209200" y="191509"/>
                </a:lnTo>
                <a:lnTo>
                  <a:pt x="209313" y="191554"/>
                </a:lnTo>
                <a:lnTo>
                  <a:pt x="209426" y="191577"/>
                </a:lnTo>
                <a:lnTo>
                  <a:pt x="209536" y="191622"/>
                </a:lnTo>
                <a:lnTo>
                  <a:pt x="209649" y="191667"/>
                </a:lnTo>
                <a:lnTo>
                  <a:pt x="209751" y="191689"/>
                </a:lnTo>
                <a:lnTo>
                  <a:pt x="209864" y="191712"/>
                </a:lnTo>
                <a:lnTo>
                  <a:pt x="209977" y="191757"/>
                </a:lnTo>
                <a:lnTo>
                  <a:pt x="210090" y="191780"/>
                </a:lnTo>
                <a:lnTo>
                  <a:pt x="210200" y="191825"/>
                </a:lnTo>
                <a:lnTo>
                  <a:pt x="210304" y="191847"/>
                </a:lnTo>
                <a:lnTo>
                  <a:pt x="210414" y="191870"/>
                </a:lnTo>
                <a:lnTo>
                  <a:pt x="210528" y="191915"/>
                </a:lnTo>
                <a:lnTo>
                  <a:pt x="210641" y="191937"/>
                </a:lnTo>
                <a:lnTo>
                  <a:pt x="210754" y="191982"/>
                </a:lnTo>
                <a:lnTo>
                  <a:pt x="210864" y="192005"/>
                </a:lnTo>
                <a:lnTo>
                  <a:pt x="210968" y="192027"/>
                </a:lnTo>
                <a:lnTo>
                  <a:pt x="211081" y="192073"/>
                </a:lnTo>
                <a:lnTo>
                  <a:pt x="211192" y="192095"/>
                </a:lnTo>
                <a:lnTo>
                  <a:pt x="211305" y="192095"/>
                </a:lnTo>
                <a:lnTo>
                  <a:pt x="211418" y="192140"/>
                </a:lnTo>
                <a:lnTo>
                  <a:pt x="211519" y="192163"/>
                </a:lnTo>
                <a:lnTo>
                  <a:pt x="211632" y="192185"/>
                </a:lnTo>
                <a:lnTo>
                  <a:pt x="211745" y="192208"/>
                </a:lnTo>
                <a:lnTo>
                  <a:pt x="211855" y="192230"/>
                </a:lnTo>
                <a:lnTo>
                  <a:pt x="211969" y="192253"/>
                </a:lnTo>
                <a:lnTo>
                  <a:pt x="212070" y="192275"/>
                </a:lnTo>
                <a:lnTo>
                  <a:pt x="212183" y="192320"/>
                </a:lnTo>
                <a:lnTo>
                  <a:pt x="212296" y="192320"/>
                </a:lnTo>
                <a:lnTo>
                  <a:pt x="212409" y="192343"/>
                </a:lnTo>
                <a:lnTo>
                  <a:pt x="212519" y="192366"/>
                </a:lnTo>
                <a:lnTo>
                  <a:pt x="212624" y="192388"/>
                </a:lnTo>
                <a:lnTo>
                  <a:pt x="212734" y="192411"/>
                </a:lnTo>
                <a:lnTo>
                  <a:pt x="212847" y="192433"/>
                </a:lnTo>
                <a:lnTo>
                  <a:pt x="212960" y="192456"/>
                </a:lnTo>
                <a:lnTo>
                  <a:pt x="213073" y="192478"/>
                </a:lnTo>
                <a:lnTo>
                  <a:pt x="213174" y="192501"/>
                </a:lnTo>
                <a:lnTo>
                  <a:pt x="213287" y="192523"/>
                </a:lnTo>
                <a:lnTo>
                  <a:pt x="213398" y="192546"/>
                </a:lnTo>
                <a:lnTo>
                  <a:pt x="213511" y="192546"/>
                </a:lnTo>
                <a:lnTo>
                  <a:pt x="213624" y="192568"/>
                </a:lnTo>
                <a:lnTo>
                  <a:pt x="213737" y="192591"/>
                </a:lnTo>
                <a:lnTo>
                  <a:pt x="213838" y="192613"/>
                </a:lnTo>
                <a:lnTo>
                  <a:pt x="213951" y="192613"/>
                </a:lnTo>
                <a:lnTo>
                  <a:pt x="214064" y="192636"/>
                </a:lnTo>
                <a:lnTo>
                  <a:pt x="214175" y="192659"/>
                </a:lnTo>
                <a:lnTo>
                  <a:pt x="214288" y="192681"/>
                </a:lnTo>
                <a:lnTo>
                  <a:pt x="214389" y="192681"/>
                </a:lnTo>
                <a:lnTo>
                  <a:pt x="214502" y="192704"/>
                </a:lnTo>
                <a:lnTo>
                  <a:pt x="214615" y="192726"/>
                </a:lnTo>
                <a:lnTo>
                  <a:pt x="214728" y="192749"/>
                </a:lnTo>
                <a:lnTo>
                  <a:pt x="214839" y="192749"/>
                </a:lnTo>
                <a:lnTo>
                  <a:pt x="214943" y="192771"/>
                </a:lnTo>
                <a:lnTo>
                  <a:pt x="215053" y="192794"/>
                </a:lnTo>
                <a:lnTo>
                  <a:pt x="215166" y="192816"/>
                </a:lnTo>
                <a:lnTo>
                  <a:pt x="215279" y="192839"/>
                </a:lnTo>
                <a:lnTo>
                  <a:pt x="215380" y="192861"/>
                </a:lnTo>
                <a:lnTo>
                  <a:pt x="215494" y="192861"/>
                </a:lnTo>
                <a:lnTo>
                  <a:pt x="215607" y="192884"/>
                </a:lnTo>
                <a:lnTo>
                  <a:pt x="215717" y="192906"/>
                </a:lnTo>
                <a:lnTo>
                  <a:pt x="215830" y="192929"/>
                </a:lnTo>
                <a:lnTo>
                  <a:pt x="215931" y="192951"/>
                </a:lnTo>
                <a:lnTo>
                  <a:pt x="216044" y="192974"/>
                </a:lnTo>
                <a:lnTo>
                  <a:pt x="216157" y="192974"/>
                </a:lnTo>
                <a:lnTo>
                  <a:pt x="216271" y="192997"/>
                </a:lnTo>
                <a:lnTo>
                  <a:pt x="216381" y="193019"/>
                </a:lnTo>
                <a:lnTo>
                  <a:pt x="216485" y="193042"/>
                </a:lnTo>
                <a:lnTo>
                  <a:pt x="216598" y="193064"/>
                </a:lnTo>
                <a:lnTo>
                  <a:pt x="216708" y="193087"/>
                </a:lnTo>
                <a:lnTo>
                  <a:pt x="216821" y="193087"/>
                </a:lnTo>
                <a:lnTo>
                  <a:pt x="216934" y="193109"/>
                </a:lnTo>
                <a:lnTo>
                  <a:pt x="217036" y="193132"/>
                </a:lnTo>
                <a:lnTo>
                  <a:pt x="217149" y="193154"/>
                </a:lnTo>
                <a:lnTo>
                  <a:pt x="217262" y="193177"/>
                </a:lnTo>
                <a:lnTo>
                  <a:pt x="217372" y="193177"/>
                </a:lnTo>
                <a:lnTo>
                  <a:pt x="217476" y="193199"/>
                </a:lnTo>
                <a:lnTo>
                  <a:pt x="217586" y="193222"/>
                </a:lnTo>
                <a:lnTo>
                  <a:pt x="217700" y="193222"/>
                </a:lnTo>
                <a:lnTo>
                  <a:pt x="217813" y="193244"/>
                </a:lnTo>
                <a:lnTo>
                  <a:pt x="217926" y="193267"/>
                </a:lnTo>
                <a:lnTo>
                  <a:pt x="218027" y="193290"/>
                </a:lnTo>
                <a:lnTo>
                  <a:pt x="218140" y="193312"/>
                </a:lnTo>
                <a:lnTo>
                  <a:pt x="218250" y="193312"/>
                </a:lnTo>
                <a:lnTo>
                  <a:pt x="218364" y="193335"/>
                </a:lnTo>
                <a:lnTo>
                  <a:pt x="218477" y="193335"/>
                </a:lnTo>
                <a:lnTo>
                  <a:pt x="218578" y="193357"/>
                </a:lnTo>
                <a:lnTo>
                  <a:pt x="218691" y="193380"/>
                </a:lnTo>
                <a:lnTo>
                  <a:pt x="218804" y="193402"/>
                </a:lnTo>
                <a:lnTo>
                  <a:pt x="218917" y="193402"/>
                </a:lnTo>
                <a:lnTo>
                  <a:pt x="219027" y="193425"/>
                </a:lnTo>
                <a:lnTo>
                  <a:pt x="219141" y="193447"/>
                </a:lnTo>
                <a:lnTo>
                  <a:pt x="219242" y="193447"/>
                </a:lnTo>
                <a:lnTo>
                  <a:pt x="219355" y="193470"/>
                </a:lnTo>
                <a:lnTo>
                  <a:pt x="219468" y="193492"/>
                </a:lnTo>
                <a:lnTo>
                  <a:pt x="219581" y="193515"/>
                </a:lnTo>
                <a:lnTo>
                  <a:pt x="219691" y="193515"/>
                </a:lnTo>
                <a:lnTo>
                  <a:pt x="219796" y="193515"/>
                </a:lnTo>
                <a:lnTo>
                  <a:pt x="219906" y="193537"/>
                </a:lnTo>
                <a:lnTo>
                  <a:pt x="220019" y="193560"/>
                </a:lnTo>
                <a:lnTo>
                  <a:pt x="220132" y="193560"/>
                </a:lnTo>
                <a:lnTo>
                  <a:pt x="220245" y="193582"/>
                </a:lnTo>
                <a:lnTo>
                  <a:pt x="220346" y="193605"/>
                </a:lnTo>
                <a:lnTo>
                  <a:pt x="220459" y="193605"/>
                </a:lnTo>
                <a:lnTo>
                  <a:pt x="220570" y="193628"/>
                </a:lnTo>
                <a:lnTo>
                  <a:pt x="220683" y="193628"/>
                </a:lnTo>
                <a:lnTo>
                  <a:pt x="220796" y="193650"/>
                </a:lnTo>
                <a:lnTo>
                  <a:pt x="220909" y="193650"/>
                </a:lnTo>
                <a:lnTo>
                  <a:pt x="221010" y="193673"/>
                </a:lnTo>
                <a:lnTo>
                  <a:pt x="221123" y="193673"/>
                </a:lnTo>
                <a:lnTo>
                  <a:pt x="221234" y="193695"/>
                </a:lnTo>
                <a:lnTo>
                  <a:pt x="221347" y="193695"/>
                </a:lnTo>
                <a:lnTo>
                  <a:pt x="221460" y="193718"/>
                </a:lnTo>
                <a:lnTo>
                  <a:pt x="221561" y="193718"/>
                </a:lnTo>
                <a:lnTo>
                  <a:pt x="221674" y="193740"/>
                </a:lnTo>
                <a:lnTo>
                  <a:pt x="221787" y="193740"/>
                </a:lnTo>
                <a:lnTo>
                  <a:pt x="221900" y="193763"/>
                </a:lnTo>
                <a:lnTo>
                  <a:pt x="222011" y="193763"/>
                </a:lnTo>
                <a:lnTo>
                  <a:pt x="222115" y="193785"/>
                </a:lnTo>
                <a:lnTo>
                  <a:pt x="222225" y="193785"/>
                </a:lnTo>
                <a:lnTo>
                  <a:pt x="222338" y="193808"/>
                </a:lnTo>
                <a:lnTo>
                  <a:pt x="222451" y="193808"/>
                </a:lnTo>
                <a:lnTo>
                  <a:pt x="222564" y="193830"/>
                </a:lnTo>
                <a:lnTo>
                  <a:pt x="222666" y="193830"/>
                </a:lnTo>
                <a:lnTo>
                  <a:pt x="222779" y="193853"/>
                </a:lnTo>
                <a:lnTo>
                  <a:pt x="222889" y="193853"/>
                </a:lnTo>
                <a:lnTo>
                  <a:pt x="223002" y="193853"/>
                </a:lnTo>
                <a:lnTo>
                  <a:pt x="223115" y="193875"/>
                </a:lnTo>
                <a:lnTo>
                  <a:pt x="223216" y="193898"/>
                </a:lnTo>
                <a:lnTo>
                  <a:pt x="223329" y="193898"/>
                </a:lnTo>
                <a:lnTo>
                  <a:pt x="223443" y="193921"/>
                </a:lnTo>
                <a:lnTo>
                  <a:pt x="223553" y="193921"/>
                </a:lnTo>
                <a:lnTo>
                  <a:pt x="223666" y="193943"/>
                </a:lnTo>
                <a:lnTo>
                  <a:pt x="223767" y="193966"/>
                </a:lnTo>
                <a:lnTo>
                  <a:pt x="223880" y="193966"/>
                </a:lnTo>
                <a:lnTo>
                  <a:pt x="223993" y="193966"/>
                </a:lnTo>
                <a:lnTo>
                  <a:pt x="224106" y="193988"/>
                </a:lnTo>
                <a:lnTo>
                  <a:pt x="224208" y="194011"/>
                </a:lnTo>
                <a:lnTo>
                  <a:pt x="224321" y="194011"/>
                </a:lnTo>
                <a:lnTo>
                  <a:pt x="224434" y="194033"/>
                </a:lnTo>
                <a:lnTo>
                  <a:pt x="224544" y="194056"/>
                </a:lnTo>
                <a:lnTo>
                  <a:pt x="224657" y="194056"/>
                </a:lnTo>
                <a:lnTo>
                  <a:pt x="224758" y="194056"/>
                </a:lnTo>
                <a:lnTo>
                  <a:pt x="224872" y="194078"/>
                </a:lnTo>
                <a:lnTo>
                  <a:pt x="224985" y="194101"/>
                </a:lnTo>
                <a:lnTo>
                  <a:pt x="225098" y="194101"/>
                </a:lnTo>
                <a:lnTo>
                  <a:pt x="225208" y="194123"/>
                </a:lnTo>
                <a:lnTo>
                  <a:pt x="225312" y="194146"/>
                </a:lnTo>
                <a:lnTo>
                  <a:pt x="225422" y="194168"/>
                </a:lnTo>
                <a:lnTo>
                  <a:pt x="225536" y="194168"/>
                </a:lnTo>
                <a:lnTo>
                  <a:pt x="225649" y="194168"/>
                </a:lnTo>
                <a:lnTo>
                  <a:pt x="225750" y="194191"/>
                </a:lnTo>
                <a:lnTo>
                  <a:pt x="225863" y="194213"/>
                </a:lnTo>
                <a:lnTo>
                  <a:pt x="225976" y="194213"/>
                </a:lnTo>
                <a:lnTo>
                  <a:pt x="226086" y="194236"/>
                </a:lnTo>
                <a:lnTo>
                  <a:pt x="226199" y="194259"/>
                </a:lnTo>
                <a:lnTo>
                  <a:pt x="226313" y="194281"/>
                </a:lnTo>
                <a:lnTo>
                  <a:pt x="226414" y="194281"/>
                </a:lnTo>
                <a:lnTo>
                  <a:pt x="226527" y="194304"/>
                </a:lnTo>
                <a:lnTo>
                  <a:pt x="226640" y="194326"/>
                </a:lnTo>
                <a:lnTo>
                  <a:pt x="226750" y="194326"/>
                </a:lnTo>
                <a:lnTo>
                  <a:pt x="226863" y="194349"/>
                </a:lnTo>
                <a:lnTo>
                  <a:pt x="226968" y="194371"/>
                </a:lnTo>
                <a:lnTo>
                  <a:pt x="227078" y="194394"/>
                </a:lnTo>
                <a:lnTo>
                  <a:pt x="227191" y="194394"/>
                </a:lnTo>
                <a:lnTo>
                  <a:pt x="227304" y="194416"/>
                </a:lnTo>
                <a:lnTo>
                  <a:pt x="227417" y="194439"/>
                </a:lnTo>
                <a:lnTo>
                  <a:pt x="227518" y="194461"/>
                </a:lnTo>
                <a:lnTo>
                  <a:pt x="227631" y="194461"/>
                </a:lnTo>
                <a:lnTo>
                  <a:pt x="227742" y="194484"/>
                </a:lnTo>
                <a:lnTo>
                  <a:pt x="227855" y="194506"/>
                </a:lnTo>
                <a:lnTo>
                  <a:pt x="227968" y="194529"/>
                </a:lnTo>
                <a:lnTo>
                  <a:pt x="228081" y="194552"/>
                </a:lnTo>
                <a:lnTo>
                  <a:pt x="228182" y="194552"/>
                </a:lnTo>
                <a:lnTo>
                  <a:pt x="228295" y="194574"/>
                </a:lnTo>
                <a:lnTo>
                  <a:pt x="228406" y="194597"/>
                </a:lnTo>
                <a:lnTo>
                  <a:pt x="228519" y="194619"/>
                </a:lnTo>
                <a:lnTo>
                  <a:pt x="228632" y="194642"/>
                </a:lnTo>
                <a:lnTo>
                  <a:pt x="228733" y="194664"/>
                </a:lnTo>
                <a:lnTo>
                  <a:pt x="228846" y="194664"/>
                </a:lnTo>
                <a:lnTo>
                  <a:pt x="228959" y="194687"/>
                </a:lnTo>
                <a:lnTo>
                  <a:pt x="229069" y="194709"/>
                </a:lnTo>
                <a:lnTo>
                  <a:pt x="229183" y="194732"/>
                </a:lnTo>
                <a:lnTo>
                  <a:pt x="229296" y="194754"/>
                </a:lnTo>
                <a:lnTo>
                  <a:pt x="229397" y="194777"/>
                </a:lnTo>
                <a:lnTo>
                  <a:pt x="229510" y="194799"/>
                </a:lnTo>
                <a:lnTo>
                  <a:pt x="229623" y="194822"/>
                </a:lnTo>
                <a:lnTo>
                  <a:pt x="229736" y="194844"/>
                </a:lnTo>
                <a:lnTo>
                  <a:pt x="229846" y="194844"/>
                </a:lnTo>
                <a:lnTo>
                  <a:pt x="229951" y="194890"/>
                </a:lnTo>
                <a:lnTo>
                  <a:pt x="230061" y="194912"/>
                </a:lnTo>
                <a:lnTo>
                  <a:pt x="230174" y="194935"/>
                </a:lnTo>
                <a:lnTo>
                  <a:pt x="230287" y="194935"/>
                </a:lnTo>
                <a:lnTo>
                  <a:pt x="230400" y="194957"/>
                </a:lnTo>
                <a:lnTo>
                  <a:pt x="230501" y="194980"/>
                </a:lnTo>
                <a:lnTo>
                  <a:pt x="230615" y="195002"/>
                </a:lnTo>
                <a:lnTo>
                  <a:pt x="230725" y="195025"/>
                </a:lnTo>
                <a:lnTo>
                  <a:pt x="230838" y="195047"/>
                </a:lnTo>
                <a:lnTo>
                  <a:pt x="230939" y="195070"/>
                </a:lnTo>
                <a:lnTo>
                  <a:pt x="231052" y="195092"/>
                </a:lnTo>
                <a:lnTo>
                  <a:pt x="231165" y="195115"/>
                </a:lnTo>
                <a:lnTo>
                  <a:pt x="231278" y="195137"/>
                </a:lnTo>
                <a:lnTo>
                  <a:pt x="231389" y="195160"/>
                </a:lnTo>
                <a:lnTo>
                  <a:pt x="231493" y="195183"/>
                </a:lnTo>
                <a:lnTo>
                  <a:pt x="231603" y="195205"/>
                </a:lnTo>
                <a:lnTo>
                  <a:pt x="231716" y="195228"/>
                </a:lnTo>
                <a:lnTo>
                  <a:pt x="231829" y="195250"/>
                </a:lnTo>
                <a:lnTo>
                  <a:pt x="231942" y="195273"/>
                </a:lnTo>
                <a:lnTo>
                  <a:pt x="232044" y="195295"/>
                </a:lnTo>
                <a:lnTo>
                  <a:pt x="232157" y="195318"/>
                </a:lnTo>
                <a:lnTo>
                  <a:pt x="232270" y="195340"/>
                </a:lnTo>
                <a:lnTo>
                  <a:pt x="232380" y="195363"/>
                </a:lnTo>
                <a:lnTo>
                  <a:pt x="232484" y="195385"/>
                </a:lnTo>
                <a:lnTo>
                  <a:pt x="232594" y="195385"/>
                </a:lnTo>
                <a:lnTo>
                  <a:pt x="232708" y="195408"/>
                </a:lnTo>
                <a:lnTo>
                  <a:pt x="232821" y="195430"/>
                </a:lnTo>
                <a:lnTo>
                  <a:pt x="232934" y="195453"/>
                </a:lnTo>
                <a:lnTo>
                  <a:pt x="233035" y="195475"/>
                </a:lnTo>
                <a:lnTo>
                  <a:pt x="233148" y="195498"/>
                </a:lnTo>
                <a:lnTo>
                  <a:pt x="233258" y="195498"/>
                </a:lnTo>
                <a:lnTo>
                  <a:pt x="233371" y="195521"/>
                </a:lnTo>
                <a:lnTo>
                  <a:pt x="233485" y="195543"/>
                </a:lnTo>
                <a:lnTo>
                  <a:pt x="233586" y="195566"/>
                </a:lnTo>
                <a:lnTo>
                  <a:pt x="233699" y="195588"/>
                </a:lnTo>
                <a:lnTo>
                  <a:pt x="233812" y="195611"/>
                </a:lnTo>
                <a:lnTo>
                  <a:pt x="233922" y="195611"/>
                </a:lnTo>
                <a:lnTo>
                  <a:pt x="234035" y="195633"/>
                </a:lnTo>
                <a:lnTo>
                  <a:pt x="234140" y="195656"/>
                </a:lnTo>
                <a:lnTo>
                  <a:pt x="234250" y="195656"/>
                </a:lnTo>
                <a:lnTo>
                  <a:pt x="234363" y="195678"/>
                </a:lnTo>
                <a:lnTo>
                  <a:pt x="234476" y="195701"/>
                </a:lnTo>
                <a:lnTo>
                  <a:pt x="234589" y="195701"/>
                </a:lnTo>
                <a:lnTo>
                  <a:pt x="234699" y="195723"/>
                </a:lnTo>
                <a:lnTo>
                  <a:pt x="234803" y="195746"/>
                </a:lnTo>
                <a:lnTo>
                  <a:pt x="234914" y="195768"/>
                </a:lnTo>
                <a:lnTo>
                  <a:pt x="235027" y="195791"/>
                </a:lnTo>
                <a:lnTo>
                  <a:pt x="235140" y="195791"/>
                </a:lnTo>
                <a:lnTo>
                  <a:pt x="235253" y="195814"/>
                </a:lnTo>
                <a:lnTo>
                  <a:pt x="235354" y="195814"/>
                </a:lnTo>
                <a:lnTo>
                  <a:pt x="235467" y="195836"/>
                </a:lnTo>
                <a:lnTo>
                  <a:pt x="235578" y="195859"/>
                </a:lnTo>
                <a:lnTo>
                  <a:pt x="235691" y="195881"/>
                </a:lnTo>
                <a:lnTo>
                  <a:pt x="235804" y="195881"/>
                </a:lnTo>
                <a:lnTo>
                  <a:pt x="235905" y="195904"/>
                </a:lnTo>
                <a:lnTo>
                  <a:pt x="236018" y="195926"/>
                </a:lnTo>
                <a:lnTo>
                  <a:pt x="236131" y="195926"/>
                </a:lnTo>
                <a:lnTo>
                  <a:pt x="236241" y="195949"/>
                </a:lnTo>
                <a:lnTo>
                  <a:pt x="236355" y="195971"/>
                </a:lnTo>
                <a:lnTo>
                  <a:pt x="236456" y="195994"/>
                </a:lnTo>
                <a:lnTo>
                  <a:pt x="236569" y="195994"/>
                </a:lnTo>
                <a:lnTo>
                  <a:pt x="236682" y="196016"/>
                </a:lnTo>
                <a:lnTo>
                  <a:pt x="236795" y="196039"/>
                </a:lnTo>
                <a:lnTo>
                  <a:pt x="236905" y="196039"/>
                </a:lnTo>
                <a:lnTo>
                  <a:pt x="237018" y="196061"/>
                </a:lnTo>
                <a:lnTo>
                  <a:pt x="237123" y="196084"/>
                </a:lnTo>
                <a:lnTo>
                  <a:pt x="237233" y="196106"/>
                </a:lnTo>
                <a:lnTo>
                  <a:pt x="237346" y="196106"/>
                </a:lnTo>
                <a:lnTo>
                  <a:pt x="237459" y="196129"/>
                </a:lnTo>
                <a:lnTo>
                  <a:pt x="237572" y="196152"/>
                </a:lnTo>
                <a:lnTo>
                  <a:pt x="237673" y="196152"/>
                </a:lnTo>
                <a:lnTo>
                  <a:pt x="237787" y="196174"/>
                </a:lnTo>
                <a:lnTo>
                  <a:pt x="237897" y="196197"/>
                </a:lnTo>
                <a:lnTo>
                  <a:pt x="238010" y="196197"/>
                </a:lnTo>
                <a:lnTo>
                  <a:pt x="238123" y="196219"/>
                </a:lnTo>
                <a:lnTo>
                  <a:pt x="238224" y="196242"/>
                </a:lnTo>
                <a:lnTo>
                  <a:pt x="238337" y="196242"/>
                </a:lnTo>
                <a:lnTo>
                  <a:pt x="238450" y="196264"/>
                </a:lnTo>
                <a:lnTo>
                  <a:pt x="238561" y="196264"/>
                </a:lnTo>
                <a:lnTo>
                  <a:pt x="238674" y="196287"/>
                </a:lnTo>
                <a:lnTo>
                  <a:pt x="238775" y="196309"/>
                </a:lnTo>
                <a:lnTo>
                  <a:pt x="238888" y="196309"/>
                </a:lnTo>
                <a:lnTo>
                  <a:pt x="239001" y="196332"/>
                </a:lnTo>
                <a:lnTo>
                  <a:pt x="239114" y="196332"/>
                </a:lnTo>
                <a:lnTo>
                  <a:pt x="239216" y="196354"/>
                </a:lnTo>
                <a:lnTo>
                  <a:pt x="239329" y="196377"/>
                </a:lnTo>
                <a:lnTo>
                  <a:pt x="239439" y="196377"/>
                </a:lnTo>
                <a:lnTo>
                  <a:pt x="239552" y="196399"/>
                </a:lnTo>
                <a:lnTo>
                  <a:pt x="239665" y="196399"/>
                </a:lnTo>
                <a:lnTo>
                  <a:pt x="239766" y="196422"/>
                </a:lnTo>
                <a:lnTo>
                  <a:pt x="239880" y="196445"/>
                </a:lnTo>
                <a:lnTo>
                  <a:pt x="239993" y="196467"/>
                </a:lnTo>
                <a:lnTo>
                  <a:pt x="240106" y="196467"/>
                </a:lnTo>
                <a:lnTo>
                  <a:pt x="240216" y="196490"/>
                </a:lnTo>
                <a:lnTo>
                  <a:pt x="240320" y="196490"/>
                </a:lnTo>
                <a:lnTo>
                  <a:pt x="240430" y="196512"/>
                </a:lnTo>
                <a:lnTo>
                  <a:pt x="240543" y="196535"/>
                </a:lnTo>
                <a:lnTo>
                  <a:pt x="240657" y="196557"/>
                </a:lnTo>
                <a:lnTo>
                  <a:pt x="240758" y="196557"/>
                </a:lnTo>
                <a:lnTo>
                  <a:pt x="240871" y="196580"/>
                </a:lnTo>
                <a:lnTo>
                  <a:pt x="240984" y="196580"/>
                </a:lnTo>
                <a:lnTo>
                  <a:pt x="241094" y="196602"/>
                </a:lnTo>
                <a:lnTo>
                  <a:pt x="241207" y="196625"/>
                </a:lnTo>
                <a:lnTo>
                  <a:pt x="241309" y="196625"/>
                </a:lnTo>
                <a:lnTo>
                  <a:pt x="241422" y="196647"/>
                </a:lnTo>
                <a:lnTo>
                  <a:pt x="241535" y="196670"/>
                </a:lnTo>
                <a:lnTo>
                  <a:pt x="241648" y="196670"/>
                </a:lnTo>
                <a:lnTo>
                  <a:pt x="241758" y="196692"/>
                </a:lnTo>
                <a:lnTo>
                  <a:pt x="241862" y="196692"/>
                </a:lnTo>
                <a:lnTo>
                  <a:pt x="241975" y="196715"/>
                </a:lnTo>
                <a:lnTo>
                  <a:pt x="242086" y="196715"/>
                </a:lnTo>
                <a:lnTo>
                  <a:pt x="242199" y="196738"/>
                </a:lnTo>
                <a:lnTo>
                  <a:pt x="242312" y="196738"/>
                </a:lnTo>
                <a:lnTo>
                  <a:pt x="242425" y="196760"/>
                </a:lnTo>
                <a:lnTo>
                  <a:pt x="242526" y="196783"/>
                </a:lnTo>
                <a:lnTo>
                  <a:pt x="242639" y="196783"/>
                </a:lnTo>
                <a:lnTo>
                  <a:pt x="242750" y="196805"/>
                </a:lnTo>
                <a:lnTo>
                  <a:pt x="242863" y="196805"/>
                </a:lnTo>
                <a:lnTo>
                  <a:pt x="242976" y="196805"/>
                </a:lnTo>
                <a:lnTo>
                  <a:pt x="243077" y="196828"/>
                </a:lnTo>
                <a:lnTo>
                  <a:pt x="243190" y="196828"/>
                </a:lnTo>
                <a:lnTo>
                  <a:pt x="243303" y="196850"/>
                </a:lnTo>
                <a:lnTo>
                  <a:pt x="243413" y="196850"/>
                </a:lnTo>
                <a:lnTo>
                  <a:pt x="243527" y="196850"/>
                </a:lnTo>
                <a:lnTo>
                  <a:pt x="243640" y="196873"/>
                </a:lnTo>
                <a:lnTo>
                  <a:pt x="243741" y="196873"/>
                </a:lnTo>
                <a:lnTo>
                  <a:pt x="243854" y="196873"/>
                </a:lnTo>
                <a:lnTo>
                  <a:pt x="243967" y="196895"/>
                </a:lnTo>
                <a:lnTo>
                  <a:pt x="244077" y="196895"/>
                </a:lnTo>
                <a:lnTo>
                  <a:pt x="244182" y="196895"/>
                </a:lnTo>
                <a:lnTo>
                  <a:pt x="244292" y="196918"/>
                </a:lnTo>
                <a:lnTo>
                  <a:pt x="244405" y="196918"/>
                </a:lnTo>
                <a:lnTo>
                  <a:pt x="244518" y="196918"/>
                </a:lnTo>
                <a:lnTo>
                  <a:pt x="244631" y="196918"/>
                </a:lnTo>
                <a:lnTo>
                  <a:pt x="244732" y="196918"/>
                </a:lnTo>
                <a:lnTo>
                  <a:pt x="244845" y="196940"/>
                </a:lnTo>
                <a:lnTo>
                  <a:pt x="244959" y="196940"/>
                </a:lnTo>
                <a:lnTo>
                  <a:pt x="245069" y="196940"/>
                </a:lnTo>
                <a:lnTo>
                  <a:pt x="245182" y="196940"/>
                </a:lnTo>
                <a:lnTo>
                  <a:pt x="245283" y="196963"/>
                </a:lnTo>
                <a:lnTo>
                  <a:pt x="245408" y="196963"/>
                </a:lnTo>
                <a:lnTo>
                  <a:pt x="245509" y="196963"/>
                </a:lnTo>
                <a:lnTo>
                  <a:pt x="245622" y="196963"/>
                </a:lnTo>
                <a:lnTo>
                  <a:pt x="245733" y="196963"/>
                </a:lnTo>
                <a:lnTo>
                  <a:pt x="245846" y="196963"/>
                </a:lnTo>
                <a:lnTo>
                  <a:pt x="245947" y="196963"/>
                </a:lnTo>
                <a:lnTo>
                  <a:pt x="246060" y="196963"/>
                </a:lnTo>
                <a:lnTo>
                  <a:pt x="246173" y="196963"/>
                </a:lnTo>
                <a:lnTo>
                  <a:pt x="246286" y="196985"/>
                </a:lnTo>
                <a:lnTo>
                  <a:pt x="246397" y="196985"/>
                </a:lnTo>
                <a:lnTo>
                  <a:pt x="246501" y="196985"/>
                </a:lnTo>
                <a:lnTo>
                  <a:pt x="246611" y="196985"/>
                </a:lnTo>
                <a:lnTo>
                  <a:pt x="246724" y="196963"/>
                </a:lnTo>
                <a:lnTo>
                  <a:pt x="246837" y="196963"/>
                </a:lnTo>
                <a:lnTo>
                  <a:pt x="246950" y="196963"/>
                </a:lnTo>
                <a:lnTo>
                  <a:pt x="247052" y="196963"/>
                </a:lnTo>
                <a:lnTo>
                  <a:pt x="247165" y="196963"/>
                </a:lnTo>
                <a:lnTo>
                  <a:pt x="247278" y="196963"/>
                </a:lnTo>
                <a:lnTo>
                  <a:pt x="247388" y="196963"/>
                </a:lnTo>
                <a:lnTo>
                  <a:pt x="247492" y="196963"/>
                </a:lnTo>
                <a:lnTo>
                  <a:pt x="247602" y="196963"/>
                </a:lnTo>
                <a:lnTo>
                  <a:pt x="247715" y="196963"/>
                </a:lnTo>
                <a:lnTo>
                  <a:pt x="247829" y="196963"/>
                </a:lnTo>
                <a:lnTo>
                  <a:pt x="247942" y="196940"/>
                </a:lnTo>
                <a:lnTo>
                  <a:pt x="248043" y="196940"/>
                </a:lnTo>
                <a:lnTo>
                  <a:pt x="248156" y="196940"/>
                </a:lnTo>
                <a:lnTo>
                  <a:pt x="248266" y="196940"/>
                </a:lnTo>
                <a:lnTo>
                  <a:pt x="248379" y="196940"/>
                </a:lnTo>
                <a:lnTo>
                  <a:pt x="248492" y="196918"/>
                </a:lnTo>
                <a:lnTo>
                  <a:pt x="248594" y="196918"/>
                </a:lnTo>
                <a:lnTo>
                  <a:pt x="248707" y="196918"/>
                </a:lnTo>
                <a:lnTo>
                  <a:pt x="248820" y="196918"/>
                </a:lnTo>
                <a:lnTo>
                  <a:pt x="248930" y="196918"/>
                </a:lnTo>
                <a:lnTo>
                  <a:pt x="249043" y="196918"/>
                </a:lnTo>
                <a:lnTo>
                  <a:pt x="249144" y="196918"/>
                </a:lnTo>
                <a:lnTo>
                  <a:pt x="249258" y="196918"/>
                </a:lnTo>
                <a:lnTo>
                  <a:pt x="249371" y="196895"/>
                </a:lnTo>
                <a:lnTo>
                  <a:pt x="249484" y="196895"/>
                </a:lnTo>
                <a:lnTo>
                  <a:pt x="249594" y="196895"/>
                </a:lnTo>
                <a:lnTo>
                  <a:pt x="249698" y="196895"/>
                </a:lnTo>
                <a:lnTo>
                  <a:pt x="249811" y="196873"/>
                </a:lnTo>
                <a:lnTo>
                  <a:pt x="249922" y="196873"/>
                </a:lnTo>
                <a:lnTo>
                  <a:pt x="250035" y="196873"/>
                </a:lnTo>
                <a:lnTo>
                  <a:pt x="250148" y="196873"/>
                </a:lnTo>
                <a:lnTo>
                  <a:pt x="250249" y="196850"/>
                </a:lnTo>
                <a:lnTo>
                  <a:pt x="250362" y="196850"/>
                </a:lnTo>
                <a:lnTo>
                  <a:pt x="250475" y="196850"/>
                </a:lnTo>
                <a:lnTo>
                  <a:pt x="250585" y="196828"/>
                </a:lnTo>
                <a:lnTo>
                  <a:pt x="250699" y="196828"/>
                </a:lnTo>
                <a:lnTo>
                  <a:pt x="250812" y="196828"/>
                </a:lnTo>
                <a:lnTo>
                  <a:pt x="250913" y="196805"/>
                </a:lnTo>
                <a:lnTo>
                  <a:pt x="251026" y="196805"/>
                </a:lnTo>
                <a:lnTo>
                  <a:pt x="251139" y="196805"/>
                </a:lnTo>
                <a:lnTo>
                  <a:pt x="251249" y="196805"/>
                </a:lnTo>
                <a:lnTo>
                  <a:pt x="251362" y="196783"/>
                </a:lnTo>
                <a:lnTo>
                  <a:pt x="251464" y="196783"/>
                </a:lnTo>
                <a:lnTo>
                  <a:pt x="251577" y="196760"/>
                </a:lnTo>
                <a:lnTo>
                  <a:pt x="251690" y="196760"/>
                </a:lnTo>
                <a:lnTo>
                  <a:pt x="251803" y="196760"/>
                </a:lnTo>
                <a:lnTo>
                  <a:pt x="251913" y="196738"/>
                </a:lnTo>
                <a:lnTo>
                  <a:pt x="252017" y="196738"/>
                </a:lnTo>
                <a:lnTo>
                  <a:pt x="252128" y="196715"/>
                </a:lnTo>
                <a:lnTo>
                  <a:pt x="252241" y="196715"/>
                </a:lnTo>
                <a:lnTo>
                  <a:pt x="252354" y="196692"/>
                </a:lnTo>
                <a:lnTo>
                  <a:pt x="252467" y="196692"/>
                </a:lnTo>
                <a:lnTo>
                  <a:pt x="252568" y="196692"/>
                </a:lnTo>
                <a:lnTo>
                  <a:pt x="252681" y="196670"/>
                </a:lnTo>
                <a:lnTo>
                  <a:pt x="252794" y="196670"/>
                </a:lnTo>
                <a:lnTo>
                  <a:pt x="252905" y="196647"/>
                </a:lnTo>
                <a:lnTo>
                  <a:pt x="253009" y="196647"/>
                </a:lnTo>
                <a:lnTo>
                  <a:pt x="253119" y="196625"/>
                </a:lnTo>
                <a:lnTo>
                  <a:pt x="253232" y="196625"/>
                </a:lnTo>
                <a:lnTo>
                  <a:pt x="253345" y="196602"/>
                </a:lnTo>
                <a:lnTo>
                  <a:pt x="253458" y="196602"/>
                </a:lnTo>
                <a:lnTo>
                  <a:pt x="253560" y="196580"/>
                </a:lnTo>
                <a:lnTo>
                  <a:pt x="253673" y="196580"/>
                </a:lnTo>
                <a:lnTo>
                  <a:pt x="253783" y="196580"/>
                </a:lnTo>
                <a:lnTo>
                  <a:pt x="253896" y="196557"/>
                </a:lnTo>
                <a:lnTo>
                  <a:pt x="253997" y="196557"/>
                </a:lnTo>
                <a:lnTo>
                  <a:pt x="254110" y="196535"/>
                </a:lnTo>
                <a:lnTo>
                  <a:pt x="254224" y="196512"/>
                </a:lnTo>
                <a:lnTo>
                  <a:pt x="254337" y="196512"/>
                </a:lnTo>
                <a:lnTo>
                  <a:pt x="254447" y="196490"/>
                </a:lnTo>
                <a:lnTo>
                  <a:pt x="254551" y="196490"/>
                </a:lnTo>
                <a:lnTo>
                  <a:pt x="254673" y="196467"/>
                </a:lnTo>
                <a:lnTo>
                  <a:pt x="254774" y="196467"/>
                </a:lnTo>
                <a:lnTo>
                  <a:pt x="254887" y="196445"/>
                </a:lnTo>
                <a:lnTo>
                  <a:pt x="255001" y="196445"/>
                </a:lnTo>
                <a:lnTo>
                  <a:pt x="255111" y="196422"/>
                </a:lnTo>
                <a:lnTo>
                  <a:pt x="255224" y="196399"/>
                </a:lnTo>
                <a:lnTo>
                  <a:pt x="255328" y="196399"/>
                </a:lnTo>
                <a:lnTo>
                  <a:pt x="255438" y="196377"/>
                </a:lnTo>
                <a:lnTo>
                  <a:pt x="255551" y="196377"/>
                </a:lnTo>
                <a:lnTo>
                  <a:pt x="255664" y="196354"/>
                </a:lnTo>
                <a:lnTo>
                  <a:pt x="255766" y="196354"/>
                </a:lnTo>
                <a:lnTo>
                  <a:pt x="255879" y="196332"/>
                </a:lnTo>
                <a:lnTo>
                  <a:pt x="255992" y="196309"/>
                </a:lnTo>
                <a:lnTo>
                  <a:pt x="256102" y="196309"/>
                </a:lnTo>
                <a:lnTo>
                  <a:pt x="256215" y="196287"/>
                </a:lnTo>
                <a:lnTo>
                  <a:pt x="256316" y="196264"/>
                </a:lnTo>
                <a:lnTo>
                  <a:pt x="256430" y="196264"/>
                </a:lnTo>
                <a:lnTo>
                  <a:pt x="256543" y="196264"/>
                </a:lnTo>
                <a:lnTo>
                  <a:pt x="256656" y="196242"/>
                </a:lnTo>
                <a:lnTo>
                  <a:pt x="256766" y="196219"/>
                </a:lnTo>
                <a:lnTo>
                  <a:pt x="256870" y="196219"/>
                </a:lnTo>
                <a:lnTo>
                  <a:pt x="256980" y="196197"/>
                </a:lnTo>
                <a:lnTo>
                  <a:pt x="257094" y="196197"/>
                </a:lnTo>
                <a:lnTo>
                  <a:pt x="257207" y="196174"/>
                </a:lnTo>
                <a:lnTo>
                  <a:pt x="257320" y="196152"/>
                </a:lnTo>
                <a:lnTo>
                  <a:pt x="257421" y="196152"/>
                </a:lnTo>
                <a:lnTo>
                  <a:pt x="257534" y="196152"/>
                </a:lnTo>
                <a:lnTo>
                  <a:pt x="257647" y="196129"/>
                </a:lnTo>
                <a:lnTo>
                  <a:pt x="257757" y="196129"/>
                </a:lnTo>
                <a:lnTo>
                  <a:pt x="257871" y="196107"/>
                </a:lnTo>
                <a:lnTo>
                  <a:pt x="257984" y="196107"/>
                </a:lnTo>
                <a:lnTo>
                  <a:pt x="258085" y="196084"/>
                </a:lnTo>
                <a:lnTo>
                  <a:pt x="258198" y="196084"/>
                </a:lnTo>
                <a:lnTo>
                  <a:pt x="258311" y="196084"/>
                </a:lnTo>
                <a:lnTo>
                  <a:pt x="258421" y="196061"/>
                </a:lnTo>
                <a:lnTo>
                  <a:pt x="258534" y="196061"/>
                </a:lnTo>
                <a:lnTo>
                  <a:pt x="258636" y="196039"/>
                </a:lnTo>
                <a:lnTo>
                  <a:pt x="258749" y="196039"/>
                </a:lnTo>
                <a:lnTo>
                  <a:pt x="258862" y="196039"/>
                </a:lnTo>
                <a:lnTo>
                  <a:pt x="258975" y="196039"/>
                </a:lnTo>
                <a:lnTo>
                  <a:pt x="259085" y="196016"/>
                </a:lnTo>
                <a:lnTo>
                  <a:pt x="259189" y="196016"/>
                </a:lnTo>
                <a:lnTo>
                  <a:pt x="259300" y="196016"/>
                </a:lnTo>
                <a:lnTo>
                  <a:pt x="259413" y="195994"/>
                </a:lnTo>
                <a:lnTo>
                  <a:pt x="259526" y="195994"/>
                </a:lnTo>
                <a:lnTo>
                  <a:pt x="259639" y="195994"/>
                </a:lnTo>
                <a:lnTo>
                  <a:pt x="259740" y="195971"/>
                </a:lnTo>
                <a:lnTo>
                  <a:pt x="259853" y="195971"/>
                </a:lnTo>
                <a:lnTo>
                  <a:pt x="259964" y="195971"/>
                </a:lnTo>
                <a:lnTo>
                  <a:pt x="260077" y="195971"/>
                </a:lnTo>
                <a:lnTo>
                  <a:pt x="260190" y="195949"/>
                </a:lnTo>
                <a:lnTo>
                  <a:pt x="260291" y="195949"/>
                </a:lnTo>
                <a:lnTo>
                  <a:pt x="260404" y="195949"/>
                </a:lnTo>
                <a:lnTo>
                  <a:pt x="260517" y="195926"/>
                </a:lnTo>
                <a:lnTo>
                  <a:pt x="260630" y="195926"/>
                </a:lnTo>
                <a:lnTo>
                  <a:pt x="260741" y="195926"/>
                </a:lnTo>
                <a:lnTo>
                  <a:pt x="260845" y="195904"/>
                </a:lnTo>
                <a:lnTo>
                  <a:pt x="260955" y="195904"/>
                </a:lnTo>
                <a:lnTo>
                  <a:pt x="261068" y="195904"/>
                </a:lnTo>
                <a:lnTo>
                  <a:pt x="261181" y="195881"/>
                </a:lnTo>
                <a:lnTo>
                  <a:pt x="261282" y="195881"/>
                </a:lnTo>
                <a:lnTo>
                  <a:pt x="261396" y="195859"/>
                </a:lnTo>
                <a:lnTo>
                  <a:pt x="261509" y="195859"/>
                </a:lnTo>
                <a:lnTo>
                  <a:pt x="261619" y="195859"/>
                </a:lnTo>
                <a:lnTo>
                  <a:pt x="261732" y="195836"/>
                </a:lnTo>
                <a:lnTo>
                  <a:pt x="261833" y="195836"/>
                </a:lnTo>
                <a:lnTo>
                  <a:pt x="261946" y="195814"/>
                </a:lnTo>
                <a:lnTo>
                  <a:pt x="262059" y="195814"/>
                </a:lnTo>
                <a:lnTo>
                  <a:pt x="262173" y="195814"/>
                </a:lnTo>
                <a:lnTo>
                  <a:pt x="262283" y="195791"/>
                </a:lnTo>
                <a:lnTo>
                  <a:pt x="262387" y="195791"/>
                </a:lnTo>
                <a:lnTo>
                  <a:pt x="262500" y="195768"/>
                </a:lnTo>
                <a:lnTo>
                  <a:pt x="262610" y="195768"/>
                </a:lnTo>
                <a:lnTo>
                  <a:pt x="262723" y="195746"/>
                </a:lnTo>
                <a:lnTo>
                  <a:pt x="262825" y="195746"/>
                </a:lnTo>
                <a:lnTo>
                  <a:pt x="262938" y="195723"/>
                </a:lnTo>
                <a:lnTo>
                  <a:pt x="263051" y="195723"/>
                </a:lnTo>
                <a:lnTo>
                  <a:pt x="263164" y="195701"/>
                </a:lnTo>
                <a:lnTo>
                  <a:pt x="263274" y="195701"/>
                </a:lnTo>
                <a:lnTo>
                  <a:pt x="263387" y="195678"/>
                </a:lnTo>
                <a:lnTo>
                  <a:pt x="263500" y="195678"/>
                </a:lnTo>
                <a:lnTo>
                  <a:pt x="263602" y="195656"/>
                </a:lnTo>
                <a:lnTo>
                  <a:pt x="263715" y="195656"/>
                </a:lnTo>
                <a:lnTo>
                  <a:pt x="263828" y="195633"/>
                </a:lnTo>
                <a:lnTo>
                  <a:pt x="263938" y="195633"/>
                </a:lnTo>
                <a:lnTo>
                  <a:pt x="264042" y="195611"/>
                </a:lnTo>
                <a:lnTo>
                  <a:pt x="264152" y="195611"/>
                </a:lnTo>
                <a:lnTo>
                  <a:pt x="264266" y="195588"/>
                </a:lnTo>
                <a:lnTo>
                  <a:pt x="264379" y="195588"/>
                </a:lnTo>
                <a:lnTo>
                  <a:pt x="264492" y="195566"/>
                </a:lnTo>
                <a:lnTo>
                  <a:pt x="264593" y="195543"/>
                </a:lnTo>
                <a:lnTo>
                  <a:pt x="264706" y="195543"/>
                </a:lnTo>
                <a:lnTo>
                  <a:pt x="264816" y="195521"/>
                </a:lnTo>
                <a:lnTo>
                  <a:pt x="264929" y="195498"/>
                </a:lnTo>
                <a:lnTo>
                  <a:pt x="265043" y="195498"/>
                </a:lnTo>
                <a:lnTo>
                  <a:pt x="265156" y="195476"/>
                </a:lnTo>
                <a:lnTo>
                  <a:pt x="265257" y="195476"/>
                </a:lnTo>
                <a:lnTo>
                  <a:pt x="265370" y="195453"/>
                </a:lnTo>
                <a:lnTo>
                  <a:pt x="265483" y="195430"/>
                </a:lnTo>
                <a:lnTo>
                  <a:pt x="265593" y="195408"/>
                </a:lnTo>
                <a:lnTo>
                  <a:pt x="265706" y="195385"/>
                </a:lnTo>
                <a:lnTo>
                  <a:pt x="265808" y="195385"/>
                </a:lnTo>
                <a:lnTo>
                  <a:pt x="265921" y="195363"/>
                </a:lnTo>
                <a:lnTo>
                  <a:pt x="266034" y="195340"/>
                </a:lnTo>
                <a:lnTo>
                  <a:pt x="266147" y="195340"/>
                </a:lnTo>
                <a:lnTo>
                  <a:pt x="266257" y="195318"/>
                </a:lnTo>
                <a:lnTo>
                  <a:pt x="266370" y="195295"/>
                </a:lnTo>
                <a:lnTo>
                  <a:pt x="266472" y="195273"/>
                </a:lnTo>
                <a:lnTo>
                  <a:pt x="266585" y="195273"/>
                </a:lnTo>
                <a:lnTo>
                  <a:pt x="266698" y="195250"/>
                </a:lnTo>
                <a:lnTo>
                  <a:pt x="266811" y="195228"/>
                </a:lnTo>
                <a:lnTo>
                  <a:pt x="266921" y="195205"/>
                </a:lnTo>
                <a:lnTo>
                  <a:pt x="267025" y="195205"/>
                </a:lnTo>
                <a:lnTo>
                  <a:pt x="267136" y="195183"/>
                </a:lnTo>
                <a:lnTo>
                  <a:pt x="267249" y="195160"/>
                </a:lnTo>
                <a:lnTo>
                  <a:pt x="267362" y="195137"/>
                </a:lnTo>
                <a:lnTo>
                  <a:pt x="267475" y="195115"/>
                </a:lnTo>
                <a:lnTo>
                  <a:pt x="267576" y="195092"/>
                </a:lnTo>
                <a:lnTo>
                  <a:pt x="267689" y="195092"/>
                </a:lnTo>
                <a:lnTo>
                  <a:pt x="267799" y="195070"/>
                </a:lnTo>
                <a:lnTo>
                  <a:pt x="267913" y="195047"/>
                </a:lnTo>
                <a:lnTo>
                  <a:pt x="268017" y="195025"/>
                </a:lnTo>
                <a:lnTo>
                  <a:pt x="268127" y="195002"/>
                </a:lnTo>
                <a:lnTo>
                  <a:pt x="268240" y="194980"/>
                </a:lnTo>
                <a:lnTo>
                  <a:pt x="268353" y="194957"/>
                </a:lnTo>
                <a:lnTo>
                  <a:pt x="268466" y="194935"/>
                </a:lnTo>
                <a:lnTo>
                  <a:pt x="268568" y="194935"/>
                </a:lnTo>
                <a:lnTo>
                  <a:pt x="268681" y="194912"/>
                </a:lnTo>
                <a:lnTo>
                  <a:pt x="268791" y="194867"/>
                </a:lnTo>
                <a:lnTo>
                  <a:pt x="268904" y="194845"/>
                </a:lnTo>
                <a:lnTo>
                  <a:pt x="269017" y="194845"/>
                </a:lnTo>
                <a:lnTo>
                  <a:pt x="269118" y="194822"/>
                </a:lnTo>
                <a:lnTo>
                  <a:pt x="269231" y="194799"/>
                </a:lnTo>
                <a:lnTo>
                  <a:pt x="269345" y="194777"/>
                </a:lnTo>
                <a:lnTo>
                  <a:pt x="269455" y="194754"/>
                </a:lnTo>
                <a:lnTo>
                  <a:pt x="269559" y="194732"/>
                </a:lnTo>
                <a:lnTo>
                  <a:pt x="269669" y="194709"/>
                </a:lnTo>
                <a:lnTo>
                  <a:pt x="269782" y="194687"/>
                </a:lnTo>
                <a:lnTo>
                  <a:pt x="269895" y="194664"/>
                </a:lnTo>
                <a:lnTo>
                  <a:pt x="270008" y="194642"/>
                </a:lnTo>
                <a:lnTo>
                  <a:pt x="270110" y="194619"/>
                </a:lnTo>
                <a:lnTo>
                  <a:pt x="270223" y="194619"/>
                </a:lnTo>
                <a:lnTo>
                  <a:pt x="270336" y="194597"/>
                </a:lnTo>
                <a:lnTo>
                  <a:pt x="270446" y="194574"/>
                </a:lnTo>
                <a:lnTo>
                  <a:pt x="270559" y="194552"/>
                </a:lnTo>
                <a:lnTo>
                  <a:pt x="270660" y="194529"/>
                </a:lnTo>
                <a:lnTo>
                  <a:pt x="270774" y="194506"/>
                </a:lnTo>
                <a:lnTo>
                  <a:pt x="270887" y="194484"/>
                </a:lnTo>
                <a:lnTo>
                  <a:pt x="271000" y="194461"/>
                </a:lnTo>
                <a:lnTo>
                  <a:pt x="271110" y="194439"/>
                </a:lnTo>
                <a:lnTo>
                  <a:pt x="271214" y="194439"/>
                </a:lnTo>
                <a:lnTo>
                  <a:pt x="271324" y="194416"/>
                </a:lnTo>
                <a:lnTo>
                  <a:pt x="271438" y="194394"/>
                </a:lnTo>
                <a:lnTo>
                  <a:pt x="271551" y="194371"/>
                </a:lnTo>
                <a:lnTo>
                  <a:pt x="271664" y="194349"/>
                </a:lnTo>
                <a:lnTo>
                  <a:pt x="271765" y="194326"/>
                </a:lnTo>
                <a:lnTo>
                  <a:pt x="271878" y="194326"/>
                </a:lnTo>
                <a:lnTo>
                  <a:pt x="271988" y="194304"/>
                </a:lnTo>
                <a:lnTo>
                  <a:pt x="272101" y="194281"/>
                </a:lnTo>
                <a:lnTo>
                  <a:pt x="272215" y="194259"/>
                </a:lnTo>
                <a:lnTo>
                  <a:pt x="272328" y="194259"/>
                </a:lnTo>
                <a:lnTo>
                  <a:pt x="272429" y="194236"/>
                </a:lnTo>
                <a:lnTo>
                  <a:pt x="272542" y="194214"/>
                </a:lnTo>
                <a:lnTo>
                  <a:pt x="272652" y="194191"/>
                </a:lnTo>
                <a:lnTo>
                  <a:pt x="272765" y="194168"/>
                </a:lnTo>
                <a:lnTo>
                  <a:pt x="272878" y="194168"/>
                </a:lnTo>
                <a:lnTo>
                  <a:pt x="272980" y="194146"/>
                </a:lnTo>
                <a:lnTo>
                  <a:pt x="273093" y="194123"/>
                </a:lnTo>
                <a:lnTo>
                  <a:pt x="273206" y="194101"/>
                </a:lnTo>
                <a:lnTo>
                  <a:pt x="273319" y="194078"/>
                </a:lnTo>
                <a:lnTo>
                  <a:pt x="273429" y="194056"/>
                </a:lnTo>
                <a:lnTo>
                  <a:pt x="273542" y="194056"/>
                </a:lnTo>
                <a:lnTo>
                  <a:pt x="273644" y="194033"/>
                </a:lnTo>
                <a:lnTo>
                  <a:pt x="273757" y="194033"/>
                </a:lnTo>
                <a:lnTo>
                  <a:pt x="273870" y="194011"/>
                </a:lnTo>
                <a:lnTo>
                  <a:pt x="273983" y="193988"/>
                </a:lnTo>
                <a:lnTo>
                  <a:pt x="274093" y="193966"/>
                </a:lnTo>
                <a:lnTo>
                  <a:pt x="274197" y="193966"/>
                </a:lnTo>
                <a:lnTo>
                  <a:pt x="274308" y="193943"/>
                </a:lnTo>
                <a:lnTo>
                  <a:pt x="274421" y="193921"/>
                </a:lnTo>
                <a:lnTo>
                  <a:pt x="274534" y="193898"/>
                </a:lnTo>
                <a:lnTo>
                  <a:pt x="274647" y="193875"/>
                </a:lnTo>
                <a:lnTo>
                  <a:pt x="274748" y="193853"/>
                </a:lnTo>
                <a:lnTo>
                  <a:pt x="274861" y="193853"/>
                </a:lnTo>
                <a:lnTo>
                  <a:pt x="274971" y="193830"/>
                </a:lnTo>
                <a:lnTo>
                  <a:pt x="275085" y="193808"/>
                </a:lnTo>
                <a:lnTo>
                  <a:pt x="275198" y="193785"/>
                </a:lnTo>
                <a:lnTo>
                  <a:pt x="275299" y="193763"/>
                </a:lnTo>
                <a:lnTo>
                  <a:pt x="275412" y="193740"/>
                </a:lnTo>
                <a:lnTo>
                  <a:pt x="275525" y="193718"/>
                </a:lnTo>
                <a:lnTo>
                  <a:pt x="275635" y="193695"/>
                </a:lnTo>
                <a:lnTo>
                  <a:pt x="275748" y="193673"/>
                </a:lnTo>
                <a:lnTo>
                  <a:pt x="275853" y="193650"/>
                </a:lnTo>
                <a:lnTo>
                  <a:pt x="275963" y="193628"/>
                </a:lnTo>
                <a:lnTo>
                  <a:pt x="276076" y="193605"/>
                </a:lnTo>
                <a:lnTo>
                  <a:pt x="276189" y="193583"/>
                </a:lnTo>
                <a:lnTo>
                  <a:pt x="276290" y="193560"/>
                </a:lnTo>
                <a:lnTo>
                  <a:pt x="276403" y="193537"/>
                </a:lnTo>
                <a:lnTo>
                  <a:pt x="276517" y="193515"/>
                </a:lnTo>
                <a:lnTo>
                  <a:pt x="276627" y="193515"/>
                </a:lnTo>
                <a:lnTo>
                  <a:pt x="276740" y="193492"/>
                </a:lnTo>
                <a:lnTo>
                  <a:pt x="276841" y="193447"/>
                </a:lnTo>
                <a:lnTo>
                  <a:pt x="276954" y="193425"/>
                </a:lnTo>
                <a:lnTo>
                  <a:pt x="277067" y="193402"/>
                </a:lnTo>
                <a:lnTo>
                  <a:pt x="277180" y="193402"/>
                </a:lnTo>
                <a:lnTo>
                  <a:pt x="277291" y="193380"/>
                </a:lnTo>
                <a:lnTo>
                  <a:pt x="277395" y="193335"/>
                </a:lnTo>
                <a:lnTo>
                  <a:pt x="277505" y="193312"/>
                </a:lnTo>
                <a:lnTo>
                  <a:pt x="277618" y="193290"/>
                </a:lnTo>
                <a:lnTo>
                  <a:pt x="277731" y="193267"/>
                </a:lnTo>
                <a:lnTo>
                  <a:pt x="277832" y="193244"/>
                </a:lnTo>
                <a:lnTo>
                  <a:pt x="277946" y="193222"/>
                </a:lnTo>
                <a:lnTo>
                  <a:pt x="278059" y="193199"/>
                </a:lnTo>
                <a:lnTo>
                  <a:pt x="278172" y="193177"/>
                </a:lnTo>
                <a:lnTo>
                  <a:pt x="278282" y="193154"/>
                </a:lnTo>
                <a:lnTo>
                  <a:pt x="278386" y="193109"/>
                </a:lnTo>
                <a:lnTo>
                  <a:pt x="278496" y="193087"/>
                </a:lnTo>
                <a:lnTo>
                  <a:pt x="278610" y="193064"/>
                </a:lnTo>
                <a:lnTo>
                  <a:pt x="278723" y="193042"/>
                </a:lnTo>
                <a:lnTo>
                  <a:pt x="278836" y="193019"/>
                </a:lnTo>
                <a:lnTo>
                  <a:pt x="278937" y="192974"/>
                </a:lnTo>
                <a:lnTo>
                  <a:pt x="279050" y="192952"/>
                </a:lnTo>
                <a:lnTo>
                  <a:pt x="279160" y="192929"/>
                </a:lnTo>
                <a:lnTo>
                  <a:pt x="279273" y="192906"/>
                </a:lnTo>
                <a:lnTo>
                  <a:pt x="279387" y="192861"/>
                </a:lnTo>
                <a:lnTo>
                  <a:pt x="279500" y="192839"/>
                </a:lnTo>
                <a:lnTo>
                  <a:pt x="279601" y="192816"/>
                </a:lnTo>
                <a:lnTo>
                  <a:pt x="279714" y="192771"/>
                </a:lnTo>
                <a:lnTo>
                  <a:pt x="279824" y="192749"/>
                </a:lnTo>
                <a:lnTo>
                  <a:pt x="279937" y="192726"/>
                </a:lnTo>
                <a:lnTo>
                  <a:pt x="280050" y="192704"/>
                </a:lnTo>
                <a:lnTo>
                  <a:pt x="280152" y="192659"/>
                </a:lnTo>
                <a:lnTo>
                  <a:pt x="280265" y="192636"/>
                </a:lnTo>
                <a:lnTo>
                  <a:pt x="280378" y="192613"/>
                </a:lnTo>
                <a:lnTo>
                  <a:pt x="280488" y="192591"/>
                </a:lnTo>
                <a:lnTo>
                  <a:pt x="280601" y="192546"/>
                </a:lnTo>
                <a:lnTo>
                  <a:pt x="280714" y="192546"/>
                </a:lnTo>
                <a:lnTo>
                  <a:pt x="280816" y="192501"/>
                </a:lnTo>
                <a:lnTo>
                  <a:pt x="280929" y="192478"/>
                </a:lnTo>
                <a:lnTo>
                  <a:pt x="281042" y="192456"/>
                </a:lnTo>
                <a:lnTo>
                  <a:pt x="281155" y="192433"/>
                </a:lnTo>
                <a:lnTo>
                  <a:pt x="281265" y="192388"/>
                </a:lnTo>
                <a:lnTo>
                  <a:pt x="281369" y="192366"/>
                </a:lnTo>
                <a:lnTo>
                  <a:pt x="281480" y="192343"/>
                </a:lnTo>
                <a:lnTo>
                  <a:pt x="281593" y="192320"/>
                </a:lnTo>
                <a:lnTo>
                  <a:pt x="281706" y="192298"/>
                </a:lnTo>
                <a:lnTo>
                  <a:pt x="281819" y="192275"/>
                </a:lnTo>
                <a:lnTo>
                  <a:pt x="281920" y="192253"/>
                </a:lnTo>
                <a:lnTo>
                  <a:pt x="282033" y="192230"/>
                </a:lnTo>
                <a:lnTo>
                  <a:pt x="282143" y="192208"/>
                </a:lnTo>
                <a:lnTo>
                  <a:pt x="282257" y="192185"/>
                </a:lnTo>
                <a:lnTo>
                  <a:pt x="282370" y="192163"/>
                </a:lnTo>
                <a:lnTo>
                  <a:pt x="282483" y="192140"/>
                </a:lnTo>
                <a:lnTo>
                  <a:pt x="282584" y="192095"/>
                </a:lnTo>
                <a:lnTo>
                  <a:pt x="282697" y="192095"/>
                </a:lnTo>
                <a:lnTo>
                  <a:pt x="282807" y="192073"/>
                </a:lnTo>
                <a:lnTo>
                  <a:pt x="282920" y="192050"/>
                </a:lnTo>
                <a:lnTo>
                  <a:pt x="283022" y="192028"/>
                </a:lnTo>
                <a:lnTo>
                  <a:pt x="283135" y="191982"/>
                </a:lnTo>
                <a:lnTo>
                  <a:pt x="283248" y="191982"/>
                </a:lnTo>
                <a:lnTo>
                  <a:pt x="283361" y="191960"/>
                </a:lnTo>
                <a:lnTo>
                  <a:pt x="283471" y="191937"/>
                </a:lnTo>
                <a:lnTo>
                  <a:pt x="283575" y="191915"/>
                </a:lnTo>
                <a:lnTo>
                  <a:pt x="283689" y="191892"/>
                </a:lnTo>
                <a:lnTo>
                  <a:pt x="283799" y="191870"/>
                </a:lnTo>
                <a:lnTo>
                  <a:pt x="283912" y="191847"/>
                </a:lnTo>
                <a:lnTo>
                  <a:pt x="284025" y="191825"/>
                </a:lnTo>
                <a:lnTo>
                  <a:pt x="284126" y="191802"/>
                </a:lnTo>
                <a:lnTo>
                  <a:pt x="284239" y="191780"/>
                </a:lnTo>
                <a:lnTo>
                  <a:pt x="284352" y="191757"/>
                </a:lnTo>
                <a:lnTo>
                  <a:pt x="284463" y="191757"/>
                </a:lnTo>
                <a:lnTo>
                  <a:pt x="284567" y="191735"/>
                </a:lnTo>
                <a:lnTo>
                  <a:pt x="284677" y="191712"/>
                </a:lnTo>
                <a:lnTo>
                  <a:pt x="284790" y="191689"/>
                </a:lnTo>
                <a:lnTo>
                  <a:pt x="284903" y="191667"/>
                </a:lnTo>
                <a:lnTo>
                  <a:pt x="285016" y="191644"/>
                </a:lnTo>
                <a:lnTo>
                  <a:pt x="285118" y="191622"/>
                </a:lnTo>
                <a:lnTo>
                  <a:pt x="285231" y="191622"/>
                </a:lnTo>
                <a:lnTo>
                  <a:pt x="285341" y="191599"/>
                </a:lnTo>
                <a:lnTo>
                  <a:pt x="285454" y="191577"/>
                </a:lnTo>
                <a:lnTo>
                  <a:pt x="285567" y="191554"/>
                </a:lnTo>
                <a:lnTo>
                  <a:pt x="285668" y="191532"/>
                </a:lnTo>
                <a:lnTo>
                  <a:pt x="285782" y="191509"/>
                </a:lnTo>
                <a:lnTo>
                  <a:pt x="285895" y="191509"/>
                </a:lnTo>
                <a:lnTo>
                  <a:pt x="286008" y="191487"/>
                </a:lnTo>
                <a:lnTo>
                  <a:pt x="286109" y="191464"/>
                </a:lnTo>
                <a:lnTo>
                  <a:pt x="286222" y="191442"/>
                </a:lnTo>
                <a:lnTo>
                  <a:pt x="286332" y="191442"/>
                </a:lnTo>
                <a:lnTo>
                  <a:pt x="286445" y="191419"/>
                </a:lnTo>
                <a:lnTo>
                  <a:pt x="286559" y="191397"/>
                </a:lnTo>
                <a:lnTo>
                  <a:pt x="286672" y="191374"/>
                </a:lnTo>
                <a:lnTo>
                  <a:pt x="286773" y="191351"/>
                </a:lnTo>
                <a:lnTo>
                  <a:pt x="286886" y="191329"/>
                </a:lnTo>
                <a:lnTo>
                  <a:pt x="286996" y="191329"/>
                </a:lnTo>
                <a:lnTo>
                  <a:pt x="287109" y="191306"/>
                </a:lnTo>
                <a:lnTo>
                  <a:pt x="287222" y="191306"/>
                </a:lnTo>
                <a:lnTo>
                  <a:pt x="287324" y="191284"/>
                </a:lnTo>
                <a:lnTo>
                  <a:pt x="287437" y="191261"/>
                </a:lnTo>
                <a:lnTo>
                  <a:pt x="287550" y="191239"/>
                </a:lnTo>
                <a:lnTo>
                  <a:pt x="287660" y="191239"/>
                </a:lnTo>
                <a:lnTo>
                  <a:pt x="287773" y="191216"/>
                </a:lnTo>
                <a:lnTo>
                  <a:pt x="287886" y="191216"/>
                </a:lnTo>
                <a:lnTo>
                  <a:pt x="287988" y="191194"/>
                </a:lnTo>
                <a:lnTo>
                  <a:pt x="288101" y="191194"/>
                </a:lnTo>
                <a:lnTo>
                  <a:pt x="288214" y="191171"/>
                </a:lnTo>
                <a:lnTo>
                  <a:pt x="288324" y="191149"/>
                </a:lnTo>
                <a:lnTo>
                  <a:pt x="288437" y="191149"/>
                </a:lnTo>
                <a:lnTo>
                  <a:pt x="288541" y="191126"/>
                </a:lnTo>
                <a:lnTo>
                  <a:pt x="288652" y="191126"/>
                </a:lnTo>
                <a:lnTo>
                  <a:pt x="288765" y="191104"/>
                </a:lnTo>
                <a:lnTo>
                  <a:pt x="288878" y="191104"/>
                </a:lnTo>
                <a:lnTo>
                  <a:pt x="288991" y="191104"/>
                </a:lnTo>
                <a:lnTo>
                  <a:pt x="289092" y="191104"/>
                </a:lnTo>
                <a:lnTo>
                  <a:pt x="289205" y="191081"/>
                </a:lnTo>
                <a:lnTo>
                  <a:pt x="289315" y="191081"/>
                </a:lnTo>
                <a:lnTo>
                  <a:pt x="289429" y="191081"/>
                </a:lnTo>
                <a:lnTo>
                  <a:pt x="289542" y="191058"/>
                </a:lnTo>
                <a:lnTo>
                  <a:pt x="289655" y="191058"/>
                </a:lnTo>
                <a:lnTo>
                  <a:pt x="289756" y="191058"/>
                </a:lnTo>
                <a:lnTo>
                  <a:pt x="289869" y="191058"/>
                </a:lnTo>
                <a:lnTo>
                  <a:pt x="289979" y="191036"/>
                </a:lnTo>
                <a:lnTo>
                  <a:pt x="290092" y="191036"/>
                </a:lnTo>
                <a:lnTo>
                  <a:pt x="290206" y="191036"/>
                </a:lnTo>
                <a:lnTo>
                  <a:pt x="290307" y="191036"/>
                </a:lnTo>
                <a:lnTo>
                  <a:pt x="290420" y="191036"/>
                </a:lnTo>
                <a:lnTo>
                  <a:pt x="290533" y="191036"/>
                </a:lnTo>
                <a:lnTo>
                  <a:pt x="290643" y="191036"/>
                </a:lnTo>
                <a:lnTo>
                  <a:pt x="290756" y="191036"/>
                </a:lnTo>
                <a:lnTo>
                  <a:pt x="290858" y="191036"/>
                </a:lnTo>
                <a:lnTo>
                  <a:pt x="290971" y="191036"/>
                </a:lnTo>
                <a:lnTo>
                  <a:pt x="291084" y="191036"/>
                </a:lnTo>
                <a:lnTo>
                  <a:pt x="291197" y="191036"/>
                </a:lnTo>
                <a:lnTo>
                  <a:pt x="291298" y="191036"/>
                </a:lnTo>
                <a:lnTo>
                  <a:pt x="291411" y="191036"/>
                </a:lnTo>
                <a:lnTo>
                  <a:pt x="291524" y="191036"/>
                </a:lnTo>
                <a:lnTo>
                  <a:pt x="291635" y="191058"/>
                </a:lnTo>
                <a:lnTo>
                  <a:pt x="291748" y="191058"/>
                </a:lnTo>
                <a:lnTo>
                  <a:pt x="291849" y="191058"/>
                </a:lnTo>
                <a:lnTo>
                  <a:pt x="291962" y="191058"/>
                </a:lnTo>
                <a:lnTo>
                  <a:pt x="292075" y="191081"/>
                </a:lnTo>
                <a:lnTo>
                  <a:pt x="292188" y="191081"/>
                </a:lnTo>
                <a:lnTo>
                  <a:pt x="292299" y="191081"/>
                </a:lnTo>
                <a:lnTo>
                  <a:pt x="292403" y="191104"/>
                </a:lnTo>
                <a:lnTo>
                  <a:pt x="292513" y="191104"/>
                </a:lnTo>
                <a:lnTo>
                  <a:pt x="292626" y="191104"/>
                </a:lnTo>
                <a:lnTo>
                  <a:pt x="292739" y="191126"/>
                </a:lnTo>
                <a:lnTo>
                  <a:pt x="292840" y="191149"/>
                </a:lnTo>
                <a:lnTo>
                  <a:pt x="292954" y="191149"/>
                </a:lnTo>
                <a:lnTo>
                  <a:pt x="293067" y="191171"/>
                </a:lnTo>
                <a:lnTo>
                  <a:pt x="293177" y="191194"/>
                </a:lnTo>
                <a:lnTo>
                  <a:pt x="293290" y="191194"/>
                </a:lnTo>
                <a:lnTo>
                  <a:pt x="293394" y="191216"/>
                </a:lnTo>
                <a:lnTo>
                  <a:pt x="293504" y="191216"/>
                </a:lnTo>
                <a:lnTo>
                  <a:pt x="293617" y="191239"/>
                </a:lnTo>
                <a:lnTo>
                  <a:pt x="293731" y="191261"/>
                </a:lnTo>
                <a:lnTo>
                  <a:pt x="293841" y="191284"/>
                </a:lnTo>
                <a:lnTo>
                  <a:pt x="293945" y="191306"/>
                </a:lnTo>
                <a:lnTo>
                  <a:pt x="294058" y="191329"/>
                </a:lnTo>
                <a:lnTo>
                  <a:pt x="294168" y="191351"/>
                </a:lnTo>
                <a:lnTo>
                  <a:pt x="294281" y="191374"/>
                </a:lnTo>
                <a:lnTo>
                  <a:pt x="294394" y="191397"/>
                </a:lnTo>
                <a:lnTo>
                  <a:pt x="294496" y="191442"/>
                </a:lnTo>
                <a:lnTo>
                  <a:pt x="294609" y="191442"/>
                </a:lnTo>
                <a:lnTo>
                  <a:pt x="294722" y="191487"/>
                </a:lnTo>
                <a:lnTo>
                  <a:pt x="294832" y="191509"/>
                </a:lnTo>
                <a:lnTo>
                  <a:pt x="294945" y="191532"/>
                </a:lnTo>
                <a:lnTo>
                  <a:pt x="295058" y="191554"/>
                </a:lnTo>
                <a:lnTo>
                  <a:pt x="295160" y="191577"/>
                </a:lnTo>
                <a:lnTo>
                  <a:pt x="295273" y="191622"/>
                </a:lnTo>
                <a:lnTo>
                  <a:pt x="295386" y="191644"/>
                </a:lnTo>
                <a:lnTo>
                  <a:pt x="295496" y="191667"/>
                </a:lnTo>
                <a:lnTo>
                  <a:pt x="295609" y="191690"/>
                </a:lnTo>
                <a:lnTo>
                  <a:pt x="295710" y="191735"/>
                </a:lnTo>
                <a:lnTo>
                  <a:pt x="295824" y="191757"/>
                </a:lnTo>
                <a:lnTo>
                  <a:pt x="295937" y="191780"/>
                </a:lnTo>
                <a:lnTo>
                  <a:pt x="296050" y="191825"/>
                </a:lnTo>
                <a:lnTo>
                  <a:pt x="296160" y="191847"/>
                </a:lnTo>
                <a:lnTo>
                  <a:pt x="296264" y="191870"/>
                </a:lnTo>
                <a:lnTo>
                  <a:pt x="296377" y="191915"/>
                </a:lnTo>
                <a:lnTo>
                  <a:pt x="296487" y="191937"/>
                </a:lnTo>
                <a:lnTo>
                  <a:pt x="296601" y="191982"/>
                </a:lnTo>
                <a:lnTo>
                  <a:pt x="296714" y="192005"/>
                </a:lnTo>
                <a:lnTo>
                  <a:pt x="296815" y="192050"/>
                </a:lnTo>
                <a:lnTo>
                  <a:pt x="296928" y="192073"/>
                </a:lnTo>
                <a:lnTo>
                  <a:pt x="297041" y="192095"/>
                </a:lnTo>
                <a:lnTo>
                  <a:pt x="297151" y="192140"/>
                </a:lnTo>
                <a:lnTo>
                  <a:pt x="297264" y="192185"/>
                </a:lnTo>
                <a:lnTo>
                  <a:pt x="297366" y="192208"/>
                </a:lnTo>
                <a:lnTo>
                  <a:pt x="297479" y="192253"/>
                </a:lnTo>
                <a:lnTo>
                  <a:pt x="297592" y="192275"/>
                </a:lnTo>
                <a:lnTo>
                  <a:pt x="297705" y="192321"/>
                </a:lnTo>
                <a:lnTo>
                  <a:pt x="297806" y="192343"/>
                </a:lnTo>
                <a:lnTo>
                  <a:pt x="297919" y="192388"/>
                </a:lnTo>
                <a:lnTo>
                  <a:pt x="298030" y="192433"/>
                </a:lnTo>
                <a:lnTo>
                  <a:pt x="298143" y="192456"/>
                </a:lnTo>
                <a:lnTo>
                  <a:pt x="298256" y="192501"/>
                </a:lnTo>
                <a:lnTo>
                  <a:pt x="298357" y="192546"/>
                </a:lnTo>
                <a:lnTo>
                  <a:pt x="298479" y="192568"/>
                </a:lnTo>
                <a:lnTo>
                  <a:pt x="298583" y="192613"/>
                </a:lnTo>
                <a:lnTo>
                  <a:pt x="298696" y="192636"/>
                </a:lnTo>
                <a:lnTo>
                  <a:pt x="298807" y="192681"/>
                </a:lnTo>
                <a:lnTo>
                  <a:pt x="298920" y="192726"/>
                </a:lnTo>
                <a:lnTo>
                  <a:pt x="299033" y="192771"/>
                </a:lnTo>
                <a:lnTo>
                  <a:pt x="299134" y="192794"/>
                </a:lnTo>
                <a:lnTo>
                  <a:pt x="299247" y="192839"/>
                </a:lnTo>
                <a:lnTo>
                  <a:pt x="299360" y="192884"/>
                </a:lnTo>
                <a:lnTo>
                  <a:pt x="299471" y="192929"/>
                </a:lnTo>
                <a:lnTo>
                  <a:pt x="299575" y="192974"/>
                </a:lnTo>
                <a:lnTo>
                  <a:pt x="299685" y="192997"/>
                </a:lnTo>
                <a:lnTo>
                  <a:pt x="299798" y="193042"/>
                </a:lnTo>
                <a:lnTo>
                  <a:pt x="299911" y="193087"/>
                </a:lnTo>
                <a:lnTo>
                  <a:pt x="300024" y="193132"/>
                </a:lnTo>
                <a:lnTo>
                  <a:pt x="300126" y="193177"/>
                </a:lnTo>
                <a:lnTo>
                  <a:pt x="300239" y="193199"/>
                </a:lnTo>
                <a:lnTo>
                  <a:pt x="300349" y="193244"/>
                </a:lnTo>
                <a:lnTo>
                  <a:pt x="300462" y="193290"/>
                </a:lnTo>
                <a:lnTo>
                  <a:pt x="300575" y="193335"/>
                </a:lnTo>
                <a:lnTo>
                  <a:pt x="300676" y="193380"/>
                </a:lnTo>
                <a:lnTo>
                  <a:pt x="300789" y="193425"/>
                </a:lnTo>
                <a:lnTo>
                  <a:pt x="300903" y="193470"/>
                </a:lnTo>
                <a:lnTo>
                  <a:pt x="301013" y="193515"/>
                </a:lnTo>
                <a:lnTo>
                  <a:pt x="301126" y="193560"/>
                </a:lnTo>
                <a:lnTo>
                  <a:pt x="301230" y="193605"/>
                </a:lnTo>
                <a:lnTo>
                  <a:pt x="301340" y="193650"/>
                </a:lnTo>
                <a:lnTo>
                  <a:pt x="301453" y="193695"/>
                </a:lnTo>
                <a:lnTo>
                  <a:pt x="301566" y="193740"/>
                </a:lnTo>
                <a:lnTo>
                  <a:pt x="301668" y="193785"/>
                </a:lnTo>
                <a:lnTo>
                  <a:pt x="301781" y="193830"/>
                </a:lnTo>
                <a:lnTo>
                  <a:pt x="301894" y="193875"/>
                </a:lnTo>
                <a:lnTo>
                  <a:pt x="302004" y="193921"/>
                </a:lnTo>
                <a:lnTo>
                  <a:pt x="302117" y="193966"/>
                </a:lnTo>
                <a:lnTo>
                  <a:pt x="302230" y="194011"/>
                </a:lnTo>
                <a:lnTo>
                  <a:pt x="302332" y="194056"/>
                </a:lnTo>
                <a:lnTo>
                  <a:pt x="302445" y="194078"/>
                </a:lnTo>
                <a:lnTo>
                  <a:pt x="302558" y="194146"/>
                </a:lnTo>
                <a:lnTo>
                  <a:pt x="302668" y="194168"/>
                </a:lnTo>
                <a:lnTo>
                  <a:pt x="302781" y="194214"/>
                </a:lnTo>
                <a:lnTo>
                  <a:pt x="302882" y="194281"/>
                </a:lnTo>
                <a:lnTo>
                  <a:pt x="302996" y="194304"/>
                </a:lnTo>
                <a:lnTo>
                  <a:pt x="303109" y="194349"/>
                </a:lnTo>
                <a:lnTo>
                  <a:pt x="303222" y="194394"/>
                </a:lnTo>
                <a:lnTo>
                  <a:pt x="303332" y="194439"/>
                </a:lnTo>
                <a:lnTo>
                  <a:pt x="303436" y="194484"/>
                </a:lnTo>
                <a:lnTo>
                  <a:pt x="303546" y="194529"/>
                </a:lnTo>
                <a:lnTo>
                  <a:pt x="303659" y="194574"/>
                </a:lnTo>
                <a:lnTo>
                  <a:pt x="303773" y="194619"/>
                </a:lnTo>
                <a:lnTo>
                  <a:pt x="303886" y="194664"/>
                </a:lnTo>
                <a:lnTo>
                  <a:pt x="303996" y="194709"/>
                </a:lnTo>
                <a:lnTo>
                  <a:pt x="304100" y="194754"/>
                </a:lnTo>
                <a:lnTo>
                  <a:pt x="304213" y="194799"/>
                </a:lnTo>
                <a:lnTo>
                  <a:pt x="304323" y="194845"/>
                </a:lnTo>
                <a:lnTo>
                  <a:pt x="304436" y="194867"/>
                </a:lnTo>
                <a:lnTo>
                  <a:pt x="304538" y="194912"/>
                </a:lnTo>
                <a:lnTo>
                  <a:pt x="304651" y="194957"/>
                </a:lnTo>
                <a:lnTo>
                  <a:pt x="304764" y="195002"/>
                </a:lnTo>
                <a:lnTo>
                  <a:pt x="304877" y="195047"/>
                </a:lnTo>
                <a:lnTo>
                  <a:pt x="304987" y="195070"/>
                </a:lnTo>
                <a:lnTo>
                  <a:pt x="305091" y="195115"/>
                </a:lnTo>
                <a:lnTo>
                  <a:pt x="305202" y="195160"/>
                </a:lnTo>
                <a:lnTo>
                  <a:pt x="305315" y="195205"/>
                </a:lnTo>
                <a:lnTo>
                  <a:pt x="305428" y="195250"/>
                </a:lnTo>
                <a:lnTo>
                  <a:pt x="305541" y="195273"/>
                </a:lnTo>
                <a:lnTo>
                  <a:pt x="305642" y="195318"/>
                </a:lnTo>
                <a:lnTo>
                  <a:pt x="305755" y="195363"/>
                </a:lnTo>
                <a:lnTo>
                  <a:pt x="305866" y="195385"/>
                </a:lnTo>
                <a:lnTo>
                  <a:pt x="305979" y="195430"/>
                </a:lnTo>
                <a:lnTo>
                  <a:pt x="306092" y="195476"/>
                </a:lnTo>
                <a:lnTo>
                  <a:pt x="306193" y="195498"/>
                </a:lnTo>
                <a:lnTo>
                  <a:pt x="306306" y="195543"/>
                </a:lnTo>
                <a:lnTo>
                  <a:pt x="306419" y="195588"/>
                </a:lnTo>
                <a:lnTo>
                  <a:pt x="306529" y="195611"/>
                </a:lnTo>
                <a:lnTo>
                  <a:pt x="306634" y="195656"/>
                </a:lnTo>
                <a:lnTo>
                  <a:pt x="306747" y="195678"/>
                </a:lnTo>
                <a:lnTo>
                  <a:pt x="306857" y="195723"/>
                </a:lnTo>
                <a:lnTo>
                  <a:pt x="306970" y="195746"/>
                </a:lnTo>
                <a:lnTo>
                  <a:pt x="307083" y="195791"/>
                </a:lnTo>
                <a:lnTo>
                  <a:pt x="307196" y="195814"/>
                </a:lnTo>
                <a:lnTo>
                  <a:pt x="307306" y="195859"/>
                </a:lnTo>
                <a:lnTo>
                  <a:pt x="307411" y="195881"/>
                </a:lnTo>
                <a:lnTo>
                  <a:pt x="307521" y="195926"/>
                </a:lnTo>
                <a:lnTo>
                  <a:pt x="307634" y="195949"/>
                </a:lnTo>
                <a:lnTo>
                  <a:pt x="307747" y="195971"/>
                </a:lnTo>
                <a:lnTo>
                  <a:pt x="307860" y="195994"/>
                </a:lnTo>
                <a:lnTo>
                  <a:pt x="307961" y="196039"/>
                </a:lnTo>
                <a:lnTo>
                  <a:pt x="308075" y="196061"/>
                </a:lnTo>
                <a:lnTo>
                  <a:pt x="308185" y="196084"/>
                </a:lnTo>
                <a:lnTo>
                  <a:pt x="308298" y="196129"/>
                </a:lnTo>
                <a:lnTo>
                  <a:pt x="308399" y="196152"/>
                </a:lnTo>
                <a:lnTo>
                  <a:pt x="308512" y="196174"/>
                </a:lnTo>
                <a:lnTo>
                  <a:pt x="308625" y="196197"/>
                </a:lnTo>
                <a:lnTo>
                  <a:pt x="308738" y="196219"/>
                </a:lnTo>
                <a:lnTo>
                  <a:pt x="308849" y="196264"/>
                </a:lnTo>
                <a:lnTo>
                  <a:pt x="308953" y="196264"/>
                </a:lnTo>
                <a:lnTo>
                  <a:pt x="309066" y="196309"/>
                </a:lnTo>
                <a:lnTo>
                  <a:pt x="309176" y="196332"/>
                </a:lnTo>
                <a:lnTo>
                  <a:pt x="309289" y="196354"/>
                </a:lnTo>
                <a:lnTo>
                  <a:pt x="309402" y="196377"/>
                </a:lnTo>
                <a:lnTo>
                  <a:pt x="309504" y="196400"/>
                </a:lnTo>
                <a:lnTo>
                  <a:pt x="309617" y="196422"/>
                </a:lnTo>
                <a:lnTo>
                  <a:pt x="309730" y="196445"/>
                </a:lnTo>
                <a:lnTo>
                  <a:pt x="309840" y="196467"/>
                </a:lnTo>
                <a:lnTo>
                  <a:pt x="309953" y="196467"/>
                </a:lnTo>
                <a:lnTo>
                  <a:pt x="310054" y="196490"/>
                </a:lnTo>
                <a:lnTo>
                  <a:pt x="310168" y="196512"/>
                </a:lnTo>
                <a:lnTo>
                  <a:pt x="310281" y="196535"/>
                </a:lnTo>
                <a:lnTo>
                  <a:pt x="310394" y="196557"/>
                </a:lnTo>
                <a:lnTo>
                  <a:pt x="310504" y="196557"/>
                </a:lnTo>
                <a:lnTo>
                  <a:pt x="310617" y="196580"/>
                </a:lnTo>
                <a:lnTo>
                  <a:pt x="310718" y="196602"/>
                </a:lnTo>
                <a:lnTo>
                  <a:pt x="310831" y="196602"/>
                </a:lnTo>
                <a:lnTo>
                  <a:pt x="310945" y="196625"/>
                </a:lnTo>
                <a:lnTo>
                  <a:pt x="311058" y="196647"/>
                </a:lnTo>
                <a:lnTo>
                  <a:pt x="311168" y="196647"/>
                </a:lnTo>
                <a:lnTo>
                  <a:pt x="311272" y="196670"/>
                </a:lnTo>
                <a:lnTo>
                  <a:pt x="311382" y="196692"/>
                </a:lnTo>
                <a:lnTo>
                  <a:pt x="311495" y="196692"/>
                </a:lnTo>
                <a:lnTo>
                  <a:pt x="311608" y="196692"/>
                </a:lnTo>
                <a:lnTo>
                  <a:pt x="311722" y="196715"/>
                </a:lnTo>
                <a:lnTo>
                  <a:pt x="311823" y="196738"/>
                </a:lnTo>
                <a:lnTo>
                  <a:pt x="311936" y="196738"/>
                </a:lnTo>
                <a:lnTo>
                  <a:pt x="312049" y="196760"/>
                </a:lnTo>
                <a:lnTo>
                  <a:pt x="312159" y="196760"/>
                </a:lnTo>
                <a:lnTo>
                  <a:pt x="312272" y="196783"/>
                </a:lnTo>
                <a:lnTo>
                  <a:pt x="312374" y="196783"/>
                </a:lnTo>
                <a:lnTo>
                  <a:pt x="312487" y="196805"/>
                </a:lnTo>
                <a:lnTo>
                  <a:pt x="312600" y="196805"/>
                </a:lnTo>
                <a:lnTo>
                  <a:pt x="312713" y="196805"/>
                </a:lnTo>
                <a:lnTo>
                  <a:pt x="312823" y="196805"/>
                </a:lnTo>
                <a:lnTo>
                  <a:pt x="312927" y="196828"/>
                </a:lnTo>
                <a:lnTo>
                  <a:pt x="313038" y="196828"/>
                </a:lnTo>
                <a:lnTo>
                  <a:pt x="313151" y="196850"/>
                </a:lnTo>
                <a:lnTo>
                  <a:pt x="313264" y="196850"/>
                </a:lnTo>
                <a:lnTo>
                  <a:pt x="313365" y="196873"/>
                </a:lnTo>
                <a:lnTo>
                  <a:pt x="313478" y="196873"/>
                </a:lnTo>
                <a:lnTo>
                  <a:pt x="313591" y="196873"/>
                </a:lnTo>
                <a:lnTo>
                  <a:pt x="313701" y="196873"/>
                </a:lnTo>
                <a:lnTo>
                  <a:pt x="313815" y="196895"/>
                </a:lnTo>
                <a:lnTo>
                  <a:pt x="313919" y="196895"/>
                </a:lnTo>
                <a:lnTo>
                  <a:pt x="314029" y="196895"/>
                </a:lnTo>
                <a:lnTo>
                  <a:pt x="314142" y="196895"/>
                </a:lnTo>
                <a:lnTo>
                  <a:pt x="314255" y="196895"/>
                </a:lnTo>
                <a:lnTo>
                  <a:pt x="314365" y="196895"/>
                </a:lnTo>
                <a:lnTo>
                  <a:pt x="314470" y="196895"/>
                </a:lnTo>
                <a:lnTo>
                  <a:pt x="314583" y="196895"/>
                </a:lnTo>
                <a:lnTo>
                  <a:pt x="314693" y="196895"/>
                </a:lnTo>
                <a:lnTo>
                  <a:pt x="314806" y="196895"/>
                </a:lnTo>
                <a:lnTo>
                  <a:pt x="314907" y="196895"/>
                </a:lnTo>
                <a:lnTo>
                  <a:pt x="315020" y="196895"/>
                </a:lnTo>
                <a:lnTo>
                  <a:pt x="315133" y="196918"/>
                </a:lnTo>
                <a:lnTo>
                  <a:pt x="315247" y="196918"/>
                </a:lnTo>
                <a:lnTo>
                  <a:pt x="315357" y="196895"/>
                </a:lnTo>
                <a:lnTo>
                  <a:pt x="315461" y="196895"/>
                </a:lnTo>
                <a:lnTo>
                  <a:pt x="315571" y="196895"/>
                </a:lnTo>
                <a:lnTo>
                  <a:pt x="315684" y="196895"/>
                </a:lnTo>
                <a:lnTo>
                  <a:pt x="315797" y="196895"/>
                </a:lnTo>
                <a:lnTo>
                  <a:pt x="315910" y="196895"/>
                </a:lnTo>
                <a:lnTo>
                  <a:pt x="316021" y="196895"/>
                </a:lnTo>
                <a:lnTo>
                  <a:pt x="316134" y="196895"/>
                </a:lnTo>
                <a:lnTo>
                  <a:pt x="316235" y="196895"/>
                </a:lnTo>
                <a:lnTo>
                  <a:pt x="316348" y="196873"/>
                </a:lnTo>
                <a:lnTo>
                  <a:pt x="316461" y="196873"/>
                </a:lnTo>
                <a:lnTo>
                  <a:pt x="316574" y="196873"/>
                </a:lnTo>
                <a:lnTo>
                  <a:pt x="316676" y="196873"/>
                </a:lnTo>
                <a:lnTo>
                  <a:pt x="316789" y="196873"/>
                </a:lnTo>
                <a:lnTo>
                  <a:pt x="316902" y="196873"/>
                </a:lnTo>
                <a:lnTo>
                  <a:pt x="317012" y="196850"/>
                </a:lnTo>
                <a:lnTo>
                  <a:pt x="317125" y="196850"/>
                </a:lnTo>
                <a:lnTo>
                  <a:pt x="317226" y="196850"/>
                </a:lnTo>
                <a:lnTo>
                  <a:pt x="317340" y="196828"/>
                </a:lnTo>
                <a:lnTo>
                  <a:pt x="317453" y="196828"/>
                </a:lnTo>
                <a:lnTo>
                  <a:pt x="317566" y="196805"/>
                </a:lnTo>
                <a:lnTo>
                  <a:pt x="317676" y="196805"/>
                </a:lnTo>
                <a:lnTo>
                  <a:pt x="317780" y="196805"/>
                </a:lnTo>
                <a:lnTo>
                  <a:pt x="317890" y="196805"/>
                </a:lnTo>
                <a:lnTo>
                  <a:pt x="318003" y="196783"/>
                </a:lnTo>
                <a:lnTo>
                  <a:pt x="318117" y="196760"/>
                </a:lnTo>
                <a:lnTo>
                  <a:pt x="318230" y="196760"/>
                </a:lnTo>
                <a:lnTo>
                  <a:pt x="318340" y="196738"/>
                </a:lnTo>
                <a:lnTo>
                  <a:pt x="318444" y="196738"/>
                </a:lnTo>
                <a:lnTo>
                  <a:pt x="318554" y="196715"/>
                </a:lnTo>
                <a:lnTo>
                  <a:pt x="318667" y="196715"/>
                </a:lnTo>
                <a:lnTo>
                  <a:pt x="318780" y="196692"/>
                </a:lnTo>
                <a:lnTo>
                  <a:pt x="318894" y="196692"/>
                </a:lnTo>
                <a:lnTo>
                  <a:pt x="318995" y="196670"/>
                </a:lnTo>
                <a:lnTo>
                  <a:pt x="319108" y="196647"/>
                </a:lnTo>
                <a:lnTo>
                  <a:pt x="319218" y="196647"/>
                </a:lnTo>
                <a:lnTo>
                  <a:pt x="319331" y="196625"/>
                </a:lnTo>
                <a:lnTo>
                  <a:pt x="319444" y="196602"/>
                </a:lnTo>
                <a:lnTo>
                  <a:pt x="319558" y="196580"/>
                </a:lnTo>
                <a:lnTo>
                  <a:pt x="319659" y="196580"/>
                </a:lnTo>
                <a:lnTo>
                  <a:pt x="319772" y="196557"/>
                </a:lnTo>
                <a:lnTo>
                  <a:pt x="319885" y="196535"/>
                </a:lnTo>
                <a:lnTo>
                  <a:pt x="319995" y="196535"/>
                </a:lnTo>
                <a:lnTo>
                  <a:pt x="320099" y="196512"/>
                </a:lnTo>
                <a:lnTo>
                  <a:pt x="320210" y="196490"/>
                </a:lnTo>
                <a:lnTo>
                  <a:pt x="320323" y="196467"/>
                </a:lnTo>
                <a:lnTo>
                  <a:pt x="320436" y="196467"/>
                </a:lnTo>
                <a:lnTo>
                  <a:pt x="320549" y="196445"/>
                </a:lnTo>
                <a:lnTo>
                  <a:pt x="320650" y="196422"/>
                </a:lnTo>
                <a:lnTo>
                  <a:pt x="320763" y="196400"/>
                </a:lnTo>
                <a:lnTo>
                  <a:pt x="320873" y="196377"/>
                </a:lnTo>
                <a:lnTo>
                  <a:pt x="320987" y="196354"/>
                </a:lnTo>
                <a:lnTo>
                  <a:pt x="321100" y="196332"/>
                </a:lnTo>
                <a:lnTo>
                  <a:pt x="321201" y="196332"/>
                </a:lnTo>
                <a:lnTo>
                  <a:pt x="321314" y="196309"/>
                </a:lnTo>
                <a:lnTo>
                  <a:pt x="321427" y="196287"/>
                </a:lnTo>
                <a:lnTo>
                  <a:pt x="321537" y="196264"/>
                </a:lnTo>
                <a:lnTo>
                  <a:pt x="321642" y="196242"/>
                </a:lnTo>
                <a:lnTo>
                  <a:pt x="321752" y="196219"/>
                </a:lnTo>
                <a:lnTo>
                  <a:pt x="321865" y="196219"/>
                </a:lnTo>
                <a:lnTo>
                  <a:pt x="321978" y="196197"/>
                </a:lnTo>
                <a:lnTo>
                  <a:pt x="322091" y="196174"/>
                </a:lnTo>
                <a:lnTo>
                  <a:pt x="322192" y="196152"/>
                </a:lnTo>
                <a:lnTo>
                  <a:pt x="322305" y="196152"/>
                </a:lnTo>
                <a:lnTo>
                  <a:pt x="322419" y="196129"/>
                </a:lnTo>
                <a:lnTo>
                  <a:pt x="322529" y="196107"/>
                </a:lnTo>
                <a:lnTo>
                  <a:pt x="322642" y="196084"/>
                </a:lnTo>
                <a:lnTo>
                  <a:pt x="322743" y="196061"/>
                </a:lnTo>
                <a:lnTo>
                  <a:pt x="322856" y="196039"/>
                </a:lnTo>
                <a:lnTo>
                  <a:pt x="322969" y="196016"/>
                </a:lnTo>
                <a:lnTo>
                  <a:pt x="323082" y="195994"/>
                </a:lnTo>
                <a:lnTo>
                  <a:pt x="323184" y="195994"/>
                </a:lnTo>
                <a:lnTo>
                  <a:pt x="323297" y="195971"/>
                </a:lnTo>
                <a:lnTo>
                  <a:pt x="323407" y="195949"/>
                </a:lnTo>
                <a:lnTo>
                  <a:pt x="323520" y="195926"/>
                </a:lnTo>
                <a:lnTo>
                  <a:pt x="323633" y="195904"/>
                </a:lnTo>
                <a:lnTo>
                  <a:pt x="323746" y="195904"/>
                </a:lnTo>
                <a:lnTo>
                  <a:pt x="323848" y="195881"/>
                </a:lnTo>
                <a:lnTo>
                  <a:pt x="323961" y="195859"/>
                </a:lnTo>
                <a:lnTo>
                  <a:pt x="324071" y="195836"/>
                </a:lnTo>
                <a:lnTo>
                  <a:pt x="324184" y="195814"/>
                </a:lnTo>
                <a:lnTo>
                  <a:pt x="324297" y="195791"/>
                </a:lnTo>
                <a:lnTo>
                  <a:pt x="324398" y="195791"/>
                </a:lnTo>
                <a:lnTo>
                  <a:pt x="324512" y="195769"/>
                </a:lnTo>
                <a:lnTo>
                  <a:pt x="324625" y="195746"/>
                </a:lnTo>
                <a:lnTo>
                  <a:pt x="324738" y="195723"/>
                </a:lnTo>
                <a:lnTo>
                  <a:pt x="324848" y="195701"/>
                </a:lnTo>
                <a:lnTo>
                  <a:pt x="324952" y="195701"/>
                </a:lnTo>
                <a:lnTo>
                  <a:pt x="325062" y="195678"/>
                </a:lnTo>
                <a:lnTo>
                  <a:pt x="325175" y="195656"/>
                </a:lnTo>
                <a:lnTo>
                  <a:pt x="325289" y="195633"/>
                </a:lnTo>
                <a:lnTo>
                  <a:pt x="325402" y="195611"/>
                </a:lnTo>
                <a:lnTo>
                  <a:pt x="325512" y="195611"/>
                </a:lnTo>
                <a:lnTo>
                  <a:pt x="325616" y="195588"/>
                </a:lnTo>
                <a:lnTo>
                  <a:pt x="325726" y="195566"/>
                </a:lnTo>
                <a:lnTo>
                  <a:pt x="325839" y="195566"/>
                </a:lnTo>
                <a:lnTo>
                  <a:pt x="325952" y="195543"/>
                </a:lnTo>
                <a:lnTo>
                  <a:pt x="326066" y="195521"/>
                </a:lnTo>
                <a:lnTo>
                  <a:pt x="326167" y="195498"/>
                </a:lnTo>
                <a:lnTo>
                  <a:pt x="326280" y="195498"/>
                </a:lnTo>
                <a:lnTo>
                  <a:pt x="326390" y="195476"/>
                </a:lnTo>
                <a:lnTo>
                  <a:pt x="326503" y="195476"/>
                </a:lnTo>
                <a:lnTo>
                  <a:pt x="326616" y="195453"/>
                </a:lnTo>
                <a:lnTo>
                  <a:pt x="326730" y="195430"/>
                </a:lnTo>
                <a:lnTo>
                  <a:pt x="326831" y="195430"/>
                </a:lnTo>
                <a:lnTo>
                  <a:pt x="326944" y="195408"/>
                </a:lnTo>
                <a:lnTo>
                  <a:pt x="327054" y="195385"/>
                </a:lnTo>
                <a:lnTo>
                  <a:pt x="327167" y="195385"/>
                </a:lnTo>
                <a:lnTo>
                  <a:pt x="327280" y="195385"/>
                </a:lnTo>
                <a:lnTo>
                  <a:pt x="327382" y="195363"/>
                </a:lnTo>
                <a:lnTo>
                  <a:pt x="327495" y="195340"/>
                </a:lnTo>
                <a:lnTo>
                  <a:pt x="327608" y="195340"/>
                </a:lnTo>
                <a:lnTo>
                  <a:pt x="327721" y="195318"/>
                </a:lnTo>
                <a:lnTo>
                  <a:pt x="327831" y="195318"/>
                </a:lnTo>
                <a:lnTo>
                  <a:pt x="327935" y="195295"/>
                </a:lnTo>
                <a:lnTo>
                  <a:pt x="328045" y="195295"/>
                </a:lnTo>
                <a:lnTo>
                  <a:pt x="328159" y="195295"/>
                </a:lnTo>
                <a:lnTo>
                  <a:pt x="328272" y="195273"/>
                </a:lnTo>
                <a:lnTo>
                  <a:pt x="328373" y="195273"/>
                </a:lnTo>
                <a:lnTo>
                  <a:pt x="328486" y="195273"/>
                </a:lnTo>
                <a:lnTo>
                  <a:pt x="328599" y="195273"/>
                </a:lnTo>
                <a:lnTo>
                  <a:pt x="328709" y="195250"/>
                </a:lnTo>
                <a:lnTo>
                  <a:pt x="328822" y="195250"/>
                </a:lnTo>
                <a:lnTo>
                  <a:pt x="328924" y="195250"/>
                </a:lnTo>
                <a:lnTo>
                  <a:pt x="329037" y="195250"/>
                </a:lnTo>
                <a:lnTo>
                  <a:pt x="329150" y="195228"/>
                </a:lnTo>
                <a:lnTo>
                  <a:pt x="329263" y="195228"/>
                </a:lnTo>
                <a:lnTo>
                  <a:pt x="329373" y="195228"/>
                </a:lnTo>
                <a:lnTo>
                  <a:pt x="329477" y="195228"/>
                </a:lnTo>
                <a:lnTo>
                  <a:pt x="329591" y="195228"/>
                </a:lnTo>
                <a:lnTo>
                  <a:pt x="329701" y="195228"/>
                </a:lnTo>
                <a:lnTo>
                  <a:pt x="329814" y="195228"/>
                </a:lnTo>
                <a:lnTo>
                  <a:pt x="329915" y="195228"/>
                </a:lnTo>
                <a:lnTo>
                  <a:pt x="330028" y="195228"/>
                </a:lnTo>
                <a:lnTo>
                  <a:pt x="330141" y="195228"/>
                </a:lnTo>
                <a:lnTo>
                  <a:pt x="330254" y="195228"/>
                </a:lnTo>
                <a:lnTo>
                  <a:pt x="330365" y="195228"/>
                </a:lnTo>
                <a:lnTo>
                  <a:pt x="330469" y="195250"/>
                </a:lnTo>
                <a:lnTo>
                  <a:pt x="330579" y="195250"/>
                </a:lnTo>
                <a:lnTo>
                  <a:pt x="330692" y="195250"/>
                </a:lnTo>
                <a:lnTo>
                  <a:pt x="330805" y="195250"/>
                </a:lnTo>
                <a:lnTo>
                  <a:pt x="330918" y="195273"/>
                </a:lnTo>
                <a:lnTo>
                  <a:pt x="331020" y="195273"/>
                </a:lnTo>
                <a:lnTo>
                  <a:pt x="331133" y="195273"/>
                </a:lnTo>
                <a:lnTo>
                  <a:pt x="331243" y="195273"/>
                </a:lnTo>
                <a:lnTo>
                  <a:pt x="331356" y="195273"/>
                </a:lnTo>
                <a:lnTo>
                  <a:pt x="331469" y="195295"/>
                </a:lnTo>
                <a:lnTo>
                  <a:pt x="331570" y="195295"/>
                </a:lnTo>
                <a:lnTo>
                  <a:pt x="331684" y="195318"/>
                </a:lnTo>
                <a:lnTo>
                  <a:pt x="331797" y="195318"/>
                </a:lnTo>
                <a:lnTo>
                  <a:pt x="331907" y="195340"/>
                </a:lnTo>
                <a:lnTo>
                  <a:pt x="332020" y="195340"/>
                </a:lnTo>
                <a:lnTo>
                  <a:pt x="332124" y="195363"/>
                </a:lnTo>
                <a:lnTo>
                  <a:pt x="332234" y="195363"/>
                </a:lnTo>
                <a:lnTo>
                  <a:pt x="332347" y="195385"/>
                </a:lnTo>
                <a:lnTo>
                  <a:pt x="332461" y="195385"/>
                </a:lnTo>
                <a:lnTo>
                  <a:pt x="332574" y="195408"/>
                </a:lnTo>
                <a:lnTo>
                  <a:pt x="332684" y="195430"/>
                </a:lnTo>
                <a:lnTo>
                  <a:pt x="332788" y="195453"/>
                </a:lnTo>
                <a:lnTo>
                  <a:pt x="332898" y="195476"/>
                </a:lnTo>
                <a:lnTo>
                  <a:pt x="333011" y="195476"/>
                </a:lnTo>
                <a:lnTo>
                  <a:pt x="333124" y="195498"/>
                </a:lnTo>
                <a:lnTo>
                  <a:pt x="333238" y="195521"/>
                </a:lnTo>
                <a:lnTo>
                  <a:pt x="333339" y="195543"/>
                </a:lnTo>
                <a:lnTo>
                  <a:pt x="333452" y="195566"/>
                </a:lnTo>
                <a:lnTo>
                  <a:pt x="333562" y="195588"/>
                </a:lnTo>
                <a:lnTo>
                  <a:pt x="333675" y="195611"/>
                </a:lnTo>
                <a:lnTo>
                  <a:pt x="333788" y="195633"/>
                </a:lnTo>
                <a:lnTo>
                  <a:pt x="333902" y="195656"/>
                </a:lnTo>
                <a:lnTo>
                  <a:pt x="334003" y="195678"/>
                </a:lnTo>
                <a:lnTo>
                  <a:pt x="334116" y="195701"/>
                </a:lnTo>
                <a:lnTo>
                  <a:pt x="334226" y="195723"/>
                </a:lnTo>
                <a:lnTo>
                  <a:pt x="334339" y="195746"/>
                </a:lnTo>
                <a:lnTo>
                  <a:pt x="334452" y="195791"/>
                </a:lnTo>
                <a:lnTo>
                  <a:pt x="334554" y="195814"/>
                </a:lnTo>
                <a:lnTo>
                  <a:pt x="334667" y="195836"/>
                </a:lnTo>
                <a:lnTo>
                  <a:pt x="334780" y="195859"/>
                </a:lnTo>
                <a:lnTo>
                  <a:pt x="334890" y="195904"/>
                </a:lnTo>
                <a:lnTo>
                  <a:pt x="335003" y="195926"/>
                </a:lnTo>
                <a:lnTo>
                  <a:pt x="335107" y="195949"/>
                </a:lnTo>
                <a:lnTo>
                  <a:pt x="335217" y="195971"/>
                </a:lnTo>
                <a:lnTo>
                  <a:pt x="335331" y="195994"/>
                </a:lnTo>
                <a:lnTo>
                  <a:pt x="335444" y="196039"/>
                </a:lnTo>
                <a:lnTo>
                  <a:pt x="335557" y="196061"/>
                </a:lnTo>
                <a:lnTo>
                  <a:pt x="335658" y="196084"/>
                </a:lnTo>
                <a:lnTo>
                  <a:pt x="335771" y="196129"/>
                </a:lnTo>
                <a:lnTo>
                  <a:pt x="335881" y="196152"/>
                </a:lnTo>
                <a:lnTo>
                  <a:pt x="335994" y="196174"/>
                </a:lnTo>
                <a:lnTo>
                  <a:pt x="336108" y="196219"/>
                </a:lnTo>
                <a:lnTo>
                  <a:pt x="336209" y="196242"/>
                </a:lnTo>
                <a:lnTo>
                  <a:pt x="336322" y="196264"/>
                </a:lnTo>
                <a:lnTo>
                  <a:pt x="336435" y="196309"/>
                </a:lnTo>
                <a:lnTo>
                  <a:pt x="336545" y="196332"/>
                </a:lnTo>
                <a:lnTo>
                  <a:pt x="336649" y="196354"/>
                </a:lnTo>
                <a:lnTo>
                  <a:pt x="336760" y="196400"/>
                </a:lnTo>
                <a:lnTo>
                  <a:pt x="336873" y="196445"/>
                </a:lnTo>
                <a:lnTo>
                  <a:pt x="336986" y="196467"/>
                </a:lnTo>
                <a:lnTo>
                  <a:pt x="337099" y="196490"/>
                </a:lnTo>
                <a:lnTo>
                  <a:pt x="337200" y="196535"/>
                </a:lnTo>
                <a:lnTo>
                  <a:pt x="337313" y="196580"/>
                </a:lnTo>
                <a:lnTo>
                  <a:pt x="337426" y="196602"/>
                </a:lnTo>
                <a:lnTo>
                  <a:pt x="337537" y="196647"/>
                </a:lnTo>
                <a:lnTo>
                  <a:pt x="337650" y="196670"/>
                </a:lnTo>
                <a:lnTo>
                  <a:pt x="337751" y="196715"/>
                </a:lnTo>
                <a:lnTo>
                  <a:pt x="337864" y="196738"/>
                </a:lnTo>
                <a:lnTo>
                  <a:pt x="337977" y="196783"/>
                </a:lnTo>
                <a:lnTo>
                  <a:pt x="338090" y="196805"/>
                </a:lnTo>
                <a:lnTo>
                  <a:pt x="338192" y="196850"/>
                </a:lnTo>
                <a:lnTo>
                  <a:pt x="338305" y="196895"/>
                </a:lnTo>
                <a:lnTo>
                  <a:pt x="338415" y="196918"/>
                </a:lnTo>
                <a:lnTo>
                  <a:pt x="338528" y="196963"/>
                </a:lnTo>
                <a:lnTo>
                  <a:pt x="338641" y="197008"/>
                </a:lnTo>
                <a:lnTo>
                  <a:pt x="338742" y="197031"/>
                </a:lnTo>
                <a:lnTo>
                  <a:pt x="338856" y="197076"/>
                </a:lnTo>
                <a:lnTo>
                  <a:pt x="338969" y="197121"/>
                </a:lnTo>
                <a:lnTo>
                  <a:pt x="339079" y="197143"/>
                </a:lnTo>
                <a:lnTo>
                  <a:pt x="339192" y="197188"/>
                </a:lnTo>
                <a:lnTo>
                  <a:pt x="339293" y="197233"/>
                </a:lnTo>
                <a:lnTo>
                  <a:pt x="339406" y="197256"/>
                </a:lnTo>
                <a:lnTo>
                  <a:pt x="339519" y="197301"/>
                </a:lnTo>
                <a:lnTo>
                  <a:pt x="339633" y="197346"/>
                </a:lnTo>
                <a:lnTo>
                  <a:pt x="339743" y="197369"/>
                </a:lnTo>
                <a:lnTo>
                  <a:pt x="339856" y="197414"/>
                </a:lnTo>
                <a:lnTo>
                  <a:pt x="339960" y="197459"/>
                </a:lnTo>
                <a:lnTo>
                  <a:pt x="340070" y="197481"/>
                </a:lnTo>
                <a:lnTo>
                  <a:pt x="340183" y="197526"/>
                </a:lnTo>
                <a:lnTo>
                  <a:pt x="340296" y="197571"/>
                </a:lnTo>
                <a:lnTo>
                  <a:pt x="340410" y="197594"/>
                </a:lnTo>
                <a:lnTo>
                  <a:pt x="340511" y="197639"/>
                </a:lnTo>
                <a:lnTo>
                  <a:pt x="340624" y="197684"/>
                </a:lnTo>
                <a:lnTo>
                  <a:pt x="340734" y="197707"/>
                </a:lnTo>
                <a:lnTo>
                  <a:pt x="340847" y="197752"/>
                </a:lnTo>
                <a:lnTo>
                  <a:pt x="340960" y="197774"/>
                </a:lnTo>
                <a:lnTo>
                  <a:pt x="341074" y="197819"/>
                </a:lnTo>
                <a:lnTo>
                  <a:pt x="341175" y="197864"/>
                </a:lnTo>
                <a:lnTo>
                  <a:pt x="341288" y="197887"/>
                </a:lnTo>
                <a:lnTo>
                  <a:pt x="341398" y="197932"/>
                </a:lnTo>
                <a:lnTo>
                  <a:pt x="341511" y="197954"/>
                </a:lnTo>
                <a:lnTo>
                  <a:pt x="341624" y="198000"/>
                </a:lnTo>
                <a:lnTo>
                  <a:pt x="341726" y="198022"/>
                </a:lnTo>
                <a:lnTo>
                  <a:pt x="341839" y="198067"/>
                </a:lnTo>
                <a:lnTo>
                  <a:pt x="341952" y="198112"/>
                </a:lnTo>
                <a:lnTo>
                  <a:pt x="342062" y="198135"/>
                </a:lnTo>
                <a:lnTo>
                  <a:pt x="342175" y="198180"/>
                </a:lnTo>
                <a:lnTo>
                  <a:pt x="342288" y="198202"/>
                </a:lnTo>
                <a:lnTo>
                  <a:pt x="342389" y="198247"/>
                </a:lnTo>
                <a:lnTo>
                  <a:pt x="342503" y="198270"/>
                </a:lnTo>
                <a:lnTo>
                  <a:pt x="342616" y="198315"/>
                </a:lnTo>
                <a:lnTo>
                  <a:pt x="342726" y="198360"/>
                </a:lnTo>
                <a:lnTo>
                  <a:pt x="342839" y="198383"/>
                </a:lnTo>
                <a:lnTo>
                  <a:pt x="342943" y="198428"/>
                </a:lnTo>
                <a:lnTo>
                  <a:pt x="343053" y="198450"/>
                </a:lnTo>
                <a:lnTo>
                  <a:pt x="343166" y="198495"/>
                </a:lnTo>
                <a:lnTo>
                  <a:pt x="343280" y="198540"/>
                </a:lnTo>
                <a:lnTo>
                  <a:pt x="343381" y="198563"/>
                </a:lnTo>
                <a:lnTo>
                  <a:pt x="343494" y="198608"/>
                </a:lnTo>
                <a:lnTo>
                  <a:pt x="343607" y="198653"/>
                </a:lnTo>
                <a:lnTo>
                  <a:pt x="343717" y="198676"/>
                </a:lnTo>
                <a:lnTo>
                  <a:pt x="343830" y="198721"/>
                </a:lnTo>
                <a:lnTo>
                  <a:pt x="343932" y="198766"/>
                </a:lnTo>
                <a:lnTo>
                  <a:pt x="344045" y="198788"/>
                </a:lnTo>
                <a:lnTo>
                  <a:pt x="344158" y="198833"/>
                </a:lnTo>
                <a:lnTo>
                  <a:pt x="344271" y="198878"/>
                </a:lnTo>
                <a:lnTo>
                  <a:pt x="344381" y="198924"/>
                </a:lnTo>
                <a:lnTo>
                  <a:pt x="344485" y="198946"/>
                </a:lnTo>
                <a:lnTo>
                  <a:pt x="344596" y="198991"/>
                </a:lnTo>
                <a:lnTo>
                  <a:pt x="344709" y="199036"/>
                </a:lnTo>
                <a:lnTo>
                  <a:pt x="344822" y="199059"/>
                </a:lnTo>
                <a:lnTo>
                  <a:pt x="344923" y="199104"/>
                </a:lnTo>
                <a:lnTo>
                  <a:pt x="345036" y="199149"/>
                </a:lnTo>
                <a:lnTo>
                  <a:pt x="345149" y="199194"/>
                </a:lnTo>
                <a:lnTo>
                  <a:pt x="345259" y="199216"/>
                </a:lnTo>
                <a:lnTo>
                  <a:pt x="345373" y="199262"/>
                </a:lnTo>
                <a:lnTo>
                  <a:pt x="345477" y="199307"/>
                </a:lnTo>
                <a:lnTo>
                  <a:pt x="345587" y="199352"/>
                </a:lnTo>
                <a:lnTo>
                  <a:pt x="345700" y="199397"/>
                </a:lnTo>
                <a:lnTo>
                  <a:pt x="345813" y="199442"/>
                </a:lnTo>
                <a:lnTo>
                  <a:pt x="345926" y="199464"/>
                </a:lnTo>
                <a:lnTo>
                  <a:pt x="346028" y="199509"/>
                </a:lnTo>
                <a:lnTo>
                  <a:pt x="346141" y="199555"/>
                </a:lnTo>
                <a:lnTo>
                  <a:pt x="346251" y="199600"/>
                </a:lnTo>
                <a:lnTo>
                  <a:pt x="346364" y="199645"/>
                </a:lnTo>
                <a:lnTo>
                  <a:pt x="346465" y="199667"/>
                </a:lnTo>
                <a:lnTo>
                  <a:pt x="346578" y="199712"/>
                </a:lnTo>
                <a:lnTo>
                  <a:pt x="346691" y="199757"/>
                </a:lnTo>
                <a:lnTo>
                  <a:pt x="346805" y="199802"/>
                </a:lnTo>
                <a:lnTo>
                  <a:pt x="346915" y="199848"/>
                </a:lnTo>
                <a:lnTo>
                  <a:pt x="347028" y="199893"/>
                </a:lnTo>
                <a:lnTo>
                  <a:pt x="347129" y="199938"/>
                </a:lnTo>
                <a:lnTo>
                  <a:pt x="347242" y="199983"/>
                </a:lnTo>
                <a:lnTo>
                  <a:pt x="347355" y="200028"/>
                </a:lnTo>
                <a:lnTo>
                  <a:pt x="347468" y="200073"/>
                </a:lnTo>
                <a:lnTo>
                  <a:pt x="347579" y="200118"/>
                </a:lnTo>
                <a:lnTo>
                  <a:pt x="347683" y="200163"/>
                </a:lnTo>
                <a:lnTo>
                  <a:pt x="347796" y="200208"/>
                </a:lnTo>
                <a:lnTo>
                  <a:pt x="347906" y="200253"/>
                </a:lnTo>
                <a:lnTo>
                  <a:pt x="348019" y="200298"/>
                </a:lnTo>
                <a:lnTo>
                  <a:pt x="348132" y="200343"/>
                </a:lnTo>
                <a:lnTo>
                  <a:pt x="348246" y="200388"/>
                </a:lnTo>
                <a:lnTo>
                  <a:pt x="348347" y="200433"/>
                </a:lnTo>
                <a:lnTo>
                  <a:pt x="348460" y="200479"/>
                </a:lnTo>
                <a:lnTo>
                  <a:pt x="348570" y="200524"/>
                </a:lnTo>
                <a:lnTo>
                  <a:pt x="348683" y="200591"/>
                </a:lnTo>
                <a:lnTo>
                  <a:pt x="348796" y="200636"/>
                </a:lnTo>
                <a:lnTo>
                  <a:pt x="348898" y="200681"/>
                </a:lnTo>
                <a:lnTo>
                  <a:pt x="349011" y="200749"/>
                </a:lnTo>
                <a:lnTo>
                  <a:pt x="349124" y="200794"/>
                </a:lnTo>
                <a:lnTo>
                  <a:pt x="349234" y="200839"/>
                </a:lnTo>
                <a:lnTo>
                  <a:pt x="349347" y="200884"/>
                </a:lnTo>
                <a:lnTo>
                  <a:pt x="349448" y="200929"/>
                </a:lnTo>
                <a:lnTo>
                  <a:pt x="349561" y="200974"/>
                </a:lnTo>
                <a:lnTo>
                  <a:pt x="349675" y="201042"/>
                </a:lnTo>
                <a:lnTo>
                  <a:pt x="349788" y="201087"/>
                </a:lnTo>
                <a:lnTo>
                  <a:pt x="349898" y="201132"/>
                </a:lnTo>
                <a:lnTo>
                  <a:pt x="350002" y="201200"/>
                </a:lnTo>
                <a:lnTo>
                  <a:pt x="350112" y="201245"/>
                </a:lnTo>
                <a:lnTo>
                  <a:pt x="350225" y="201290"/>
                </a:lnTo>
                <a:lnTo>
                  <a:pt x="350338" y="201357"/>
                </a:lnTo>
                <a:lnTo>
                  <a:pt x="350440" y="201402"/>
                </a:lnTo>
                <a:lnTo>
                  <a:pt x="350553" y="201448"/>
                </a:lnTo>
                <a:lnTo>
                  <a:pt x="350666" y="201515"/>
                </a:lnTo>
                <a:lnTo>
                  <a:pt x="350779" y="201560"/>
                </a:lnTo>
                <a:lnTo>
                  <a:pt x="350889" y="201628"/>
                </a:lnTo>
                <a:lnTo>
                  <a:pt x="350993" y="201650"/>
                </a:lnTo>
                <a:lnTo>
                  <a:pt x="351116" y="201718"/>
                </a:lnTo>
                <a:lnTo>
                  <a:pt x="351217" y="201763"/>
                </a:lnTo>
                <a:lnTo>
                  <a:pt x="351330" y="201831"/>
                </a:lnTo>
                <a:lnTo>
                  <a:pt x="351443" y="201876"/>
                </a:lnTo>
                <a:lnTo>
                  <a:pt x="351553" y="201943"/>
                </a:lnTo>
                <a:lnTo>
                  <a:pt x="351666" y="201988"/>
                </a:lnTo>
                <a:lnTo>
                  <a:pt x="351768" y="202056"/>
                </a:lnTo>
                <a:lnTo>
                  <a:pt x="351881" y="202101"/>
                </a:lnTo>
                <a:lnTo>
                  <a:pt x="351994" y="202146"/>
                </a:lnTo>
                <a:lnTo>
                  <a:pt x="352107" y="202214"/>
                </a:lnTo>
                <a:lnTo>
                  <a:pt x="352208" y="202259"/>
                </a:lnTo>
                <a:lnTo>
                  <a:pt x="352321" y="202304"/>
                </a:lnTo>
                <a:lnTo>
                  <a:pt x="352431" y="202372"/>
                </a:lnTo>
                <a:lnTo>
                  <a:pt x="352545" y="202417"/>
                </a:lnTo>
                <a:lnTo>
                  <a:pt x="352658" y="202484"/>
                </a:lnTo>
                <a:lnTo>
                  <a:pt x="352759" y="202529"/>
                </a:lnTo>
                <a:lnTo>
                  <a:pt x="352872" y="202597"/>
                </a:lnTo>
                <a:lnTo>
                  <a:pt x="352985" y="202642"/>
                </a:lnTo>
                <a:lnTo>
                  <a:pt x="353098" y="202710"/>
                </a:lnTo>
                <a:lnTo>
                  <a:pt x="353200" y="202755"/>
                </a:lnTo>
                <a:lnTo>
                  <a:pt x="353313" y="202822"/>
                </a:lnTo>
                <a:lnTo>
                  <a:pt x="353423" y="202867"/>
                </a:lnTo>
                <a:lnTo>
                  <a:pt x="353536" y="202912"/>
                </a:lnTo>
                <a:lnTo>
                  <a:pt x="353649" y="202980"/>
                </a:lnTo>
                <a:lnTo>
                  <a:pt x="353750" y="203025"/>
                </a:lnTo>
                <a:lnTo>
                  <a:pt x="353863" y="203093"/>
                </a:lnTo>
                <a:lnTo>
                  <a:pt x="353977" y="203160"/>
                </a:lnTo>
                <a:lnTo>
                  <a:pt x="354087" y="203205"/>
                </a:lnTo>
                <a:lnTo>
                  <a:pt x="354200" y="203273"/>
                </a:lnTo>
                <a:lnTo>
                  <a:pt x="354301" y="203318"/>
                </a:lnTo>
                <a:lnTo>
                  <a:pt x="354414" y="203363"/>
                </a:lnTo>
                <a:lnTo>
                  <a:pt x="354527" y="203431"/>
                </a:lnTo>
                <a:lnTo>
                  <a:pt x="354641" y="203498"/>
                </a:lnTo>
                <a:lnTo>
                  <a:pt x="354751" y="203543"/>
                </a:lnTo>
                <a:lnTo>
                  <a:pt x="354855" y="203611"/>
                </a:lnTo>
                <a:lnTo>
                  <a:pt x="354965" y="203679"/>
                </a:lnTo>
                <a:lnTo>
                  <a:pt x="355078" y="203724"/>
                </a:lnTo>
                <a:lnTo>
                  <a:pt x="355191" y="203791"/>
                </a:lnTo>
                <a:lnTo>
                  <a:pt x="355304" y="203836"/>
                </a:lnTo>
                <a:lnTo>
                  <a:pt x="355415" y="203904"/>
                </a:lnTo>
                <a:lnTo>
                  <a:pt x="355519" y="203972"/>
                </a:lnTo>
                <a:lnTo>
                  <a:pt x="355632" y="204039"/>
                </a:lnTo>
                <a:lnTo>
                  <a:pt x="355742" y="204107"/>
                </a:lnTo>
                <a:lnTo>
                  <a:pt x="355855" y="204152"/>
                </a:lnTo>
                <a:lnTo>
                  <a:pt x="355968" y="204219"/>
                </a:lnTo>
                <a:lnTo>
                  <a:pt x="356070" y="204287"/>
                </a:lnTo>
                <a:lnTo>
                  <a:pt x="356183" y="204355"/>
                </a:lnTo>
                <a:lnTo>
                  <a:pt x="356296" y="204400"/>
                </a:lnTo>
                <a:lnTo>
                  <a:pt x="356406" y="204467"/>
                </a:lnTo>
                <a:lnTo>
                  <a:pt x="356519" y="204535"/>
                </a:lnTo>
                <a:lnTo>
                  <a:pt x="356632" y="204580"/>
                </a:lnTo>
                <a:lnTo>
                  <a:pt x="356733" y="204648"/>
                </a:lnTo>
                <a:lnTo>
                  <a:pt x="356847" y="204715"/>
                </a:lnTo>
                <a:lnTo>
                  <a:pt x="356960" y="204783"/>
                </a:lnTo>
                <a:lnTo>
                  <a:pt x="357070" y="204850"/>
                </a:lnTo>
                <a:lnTo>
                  <a:pt x="357174" y="204918"/>
                </a:lnTo>
                <a:lnTo>
                  <a:pt x="357284" y="204963"/>
                </a:lnTo>
                <a:lnTo>
                  <a:pt x="357397" y="205031"/>
                </a:lnTo>
                <a:lnTo>
                  <a:pt x="357510" y="205098"/>
                </a:lnTo>
                <a:lnTo>
                  <a:pt x="357624" y="205166"/>
                </a:lnTo>
                <a:lnTo>
                  <a:pt x="357725" y="205234"/>
                </a:lnTo>
                <a:lnTo>
                  <a:pt x="357838" y="205279"/>
                </a:lnTo>
                <a:lnTo>
                  <a:pt x="357948" y="205346"/>
                </a:lnTo>
                <a:lnTo>
                  <a:pt x="358061" y="205414"/>
                </a:lnTo>
                <a:lnTo>
                  <a:pt x="358174" y="205459"/>
                </a:lnTo>
                <a:lnTo>
                  <a:pt x="358276" y="205549"/>
                </a:lnTo>
                <a:lnTo>
                  <a:pt x="358389" y="205594"/>
                </a:lnTo>
                <a:lnTo>
                  <a:pt x="358502" y="205662"/>
                </a:lnTo>
                <a:lnTo>
                  <a:pt x="358615" y="205729"/>
                </a:lnTo>
                <a:lnTo>
                  <a:pt x="358716" y="205774"/>
                </a:lnTo>
                <a:lnTo>
                  <a:pt x="358829" y="205842"/>
                </a:lnTo>
                <a:lnTo>
                  <a:pt x="358940" y="205910"/>
                </a:lnTo>
                <a:lnTo>
                  <a:pt x="359053" y="205977"/>
                </a:lnTo>
                <a:lnTo>
                  <a:pt x="359166" y="206045"/>
                </a:lnTo>
                <a:lnTo>
                  <a:pt x="359267" y="206112"/>
                </a:lnTo>
                <a:lnTo>
                  <a:pt x="359380" y="206158"/>
                </a:lnTo>
                <a:lnTo>
                  <a:pt x="359493" y="206225"/>
                </a:lnTo>
                <a:lnTo>
                  <a:pt x="359603" y="206293"/>
                </a:lnTo>
                <a:lnTo>
                  <a:pt x="359717" y="206338"/>
                </a:lnTo>
                <a:lnTo>
                  <a:pt x="359830" y="206428"/>
                </a:lnTo>
                <a:lnTo>
                  <a:pt x="359931" y="206473"/>
                </a:lnTo>
                <a:lnTo>
                  <a:pt x="360044" y="206541"/>
                </a:lnTo>
                <a:lnTo>
                  <a:pt x="360157" y="206608"/>
                </a:lnTo>
                <a:lnTo>
                  <a:pt x="360267" y="206653"/>
                </a:lnTo>
                <a:lnTo>
                  <a:pt x="360380" y="206721"/>
                </a:lnTo>
                <a:lnTo>
                  <a:pt x="360485" y="206789"/>
                </a:lnTo>
                <a:lnTo>
                  <a:pt x="360595" y="206856"/>
                </a:lnTo>
                <a:lnTo>
                  <a:pt x="360708" y="206901"/>
                </a:lnTo>
                <a:lnTo>
                  <a:pt x="360821" y="206969"/>
                </a:lnTo>
                <a:lnTo>
                  <a:pt x="360931" y="207036"/>
                </a:lnTo>
                <a:lnTo>
                  <a:pt x="361035" y="207082"/>
                </a:lnTo>
                <a:lnTo>
                  <a:pt x="361149" y="207149"/>
                </a:lnTo>
                <a:lnTo>
                  <a:pt x="361259" y="207217"/>
                </a:lnTo>
                <a:lnTo>
                  <a:pt x="361372" y="207284"/>
                </a:lnTo>
                <a:lnTo>
                  <a:pt x="361473" y="207329"/>
                </a:lnTo>
                <a:lnTo>
                  <a:pt x="361586" y="207397"/>
                </a:lnTo>
                <a:lnTo>
                  <a:pt x="361699" y="207465"/>
                </a:lnTo>
                <a:lnTo>
                  <a:pt x="361813" y="207532"/>
                </a:lnTo>
                <a:lnTo>
                  <a:pt x="361923" y="207600"/>
                </a:lnTo>
                <a:lnTo>
                  <a:pt x="362027" y="207645"/>
                </a:lnTo>
                <a:lnTo>
                  <a:pt x="362137" y="207713"/>
                </a:lnTo>
                <a:lnTo>
                  <a:pt x="362250" y="207780"/>
                </a:lnTo>
                <a:lnTo>
                  <a:pt x="362363" y="207848"/>
                </a:lnTo>
                <a:lnTo>
                  <a:pt x="362476" y="207893"/>
                </a:lnTo>
                <a:lnTo>
                  <a:pt x="362587" y="207960"/>
                </a:lnTo>
                <a:lnTo>
                  <a:pt x="362691" y="208028"/>
                </a:lnTo>
                <a:lnTo>
                  <a:pt x="362801" y="208096"/>
                </a:lnTo>
                <a:lnTo>
                  <a:pt x="362914" y="208163"/>
                </a:lnTo>
                <a:lnTo>
                  <a:pt x="363027" y="208231"/>
                </a:lnTo>
                <a:lnTo>
                  <a:pt x="363140" y="208298"/>
                </a:lnTo>
                <a:lnTo>
                  <a:pt x="363242" y="208366"/>
                </a:lnTo>
                <a:lnTo>
                  <a:pt x="363355" y="208411"/>
                </a:lnTo>
                <a:lnTo>
                  <a:pt x="363468" y="208479"/>
                </a:lnTo>
                <a:lnTo>
                  <a:pt x="363578" y="208546"/>
                </a:lnTo>
                <a:lnTo>
                  <a:pt x="363691" y="208614"/>
                </a:lnTo>
                <a:lnTo>
                  <a:pt x="363804" y="208682"/>
                </a:lnTo>
                <a:lnTo>
                  <a:pt x="363905" y="208727"/>
                </a:lnTo>
                <a:lnTo>
                  <a:pt x="364019" y="208817"/>
                </a:lnTo>
                <a:lnTo>
                  <a:pt x="364132" y="208862"/>
                </a:lnTo>
                <a:lnTo>
                  <a:pt x="364242" y="208952"/>
                </a:lnTo>
                <a:lnTo>
                  <a:pt x="364355" y="208997"/>
                </a:lnTo>
                <a:lnTo>
                  <a:pt x="364456" y="209065"/>
                </a:lnTo>
                <a:lnTo>
                  <a:pt x="364569" y="209155"/>
                </a:lnTo>
                <a:lnTo>
                  <a:pt x="364683" y="209200"/>
                </a:lnTo>
                <a:lnTo>
                  <a:pt x="364796" y="209290"/>
                </a:lnTo>
                <a:lnTo>
                  <a:pt x="364897" y="209335"/>
                </a:lnTo>
                <a:lnTo>
                  <a:pt x="365010" y="209403"/>
                </a:lnTo>
                <a:lnTo>
                  <a:pt x="365120" y="209493"/>
                </a:lnTo>
                <a:lnTo>
                  <a:pt x="365233" y="209538"/>
                </a:lnTo>
                <a:lnTo>
                  <a:pt x="365346" y="209606"/>
                </a:lnTo>
                <a:lnTo>
                  <a:pt x="365448" y="209673"/>
                </a:lnTo>
                <a:lnTo>
                  <a:pt x="365561" y="209741"/>
                </a:lnTo>
                <a:lnTo>
                  <a:pt x="365674" y="209831"/>
                </a:lnTo>
                <a:lnTo>
                  <a:pt x="365787" y="209899"/>
                </a:lnTo>
                <a:lnTo>
                  <a:pt x="365897" y="209944"/>
                </a:lnTo>
                <a:lnTo>
                  <a:pt x="366001" y="210034"/>
                </a:lnTo>
                <a:lnTo>
                  <a:pt x="366112" y="210079"/>
                </a:lnTo>
                <a:lnTo>
                  <a:pt x="366225" y="210169"/>
                </a:lnTo>
                <a:lnTo>
                  <a:pt x="366338" y="210237"/>
                </a:lnTo>
                <a:lnTo>
                  <a:pt x="366451" y="210282"/>
                </a:lnTo>
                <a:lnTo>
                  <a:pt x="366552" y="210372"/>
                </a:lnTo>
                <a:lnTo>
                  <a:pt x="366665" y="210439"/>
                </a:lnTo>
                <a:lnTo>
                  <a:pt x="366775" y="210484"/>
                </a:lnTo>
                <a:lnTo>
                  <a:pt x="366889" y="210575"/>
                </a:lnTo>
                <a:lnTo>
                  <a:pt x="366990" y="210620"/>
                </a:lnTo>
                <a:lnTo>
                  <a:pt x="367103" y="210710"/>
                </a:lnTo>
                <a:lnTo>
                  <a:pt x="367216" y="210755"/>
                </a:lnTo>
                <a:lnTo>
                  <a:pt x="367329" y="210822"/>
                </a:lnTo>
                <a:lnTo>
                  <a:pt x="367439" y="210913"/>
                </a:lnTo>
                <a:lnTo>
                  <a:pt x="367544" y="210958"/>
                </a:lnTo>
                <a:lnTo>
                  <a:pt x="367654" y="211025"/>
                </a:lnTo>
                <a:lnTo>
                  <a:pt x="367767" y="211115"/>
                </a:lnTo>
                <a:lnTo>
                  <a:pt x="367880" y="211161"/>
                </a:lnTo>
                <a:lnTo>
                  <a:pt x="367993" y="211251"/>
                </a:lnTo>
                <a:lnTo>
                  <a:pt x="368094" y="211318"/>
                </a:lnTo>
                <a:lnTo>
                  <a:pt x="368207" y="211363"/>
                </a:lnTo>
                <a:lnTo>
                  <a:pt x="368321" y="211453"/>
                </a:lnTo>
                <a:lnTo>
                  <a:pt x="368431" y="211521"/>
                </a:lnTo>
                <a:lnTo>
                  <a:pt x="368544" y="211589"/>
                </a:lnTo>
                <a:lnTo>
                  <a:pt x="368645" y="211656"/>
                </a:lnTo>
                <a:lnTo>
                  <a:pt x="368758" y="211724"/>
                </a:lnTo>
                <a:lnTo>
                  <a:pt x="368871" y="211792"/>
                </a:lnTo>
                <a:lnTo>
                  <a:pt x="368985" y="211859"/>
                </a:lnTo>
                <a:lnTo>
                  <a:pt x="369095" y="211904"/>
                </a:lnTo>
                <a:lnTo>
                  <a:pt x="369208" y="211994"/>
                </a:lnTo>
                <a:lnTo>
                  <a:pt x="369309" y="212062"/>
                </a:lnTo>
                <a:lnTo>
                  <a:pt x="369422" y="212130"/>
                </a:lnTo>
                <a:lnTo>
                  <a:pt x="369535" y="212197"/>
                </a:lnTo>
                <a:lnTo>
                  <a:pt x="369648" y="212242"/>
                </a:lnTo>
                <a:lnTo>
                  <a:pt x="369759" y="212332"/>
                </a:lnTo>
                <a:lnTo>
                  <a:pt x="369863" y="212377"/>
                </a:lnTo>
                <a:lnTo>
                  <a:pt x="369973" y="212468"/>
                </a:lnTo>
                <a:lnTo>
                  <a:pt x="370086" y="212513"/>
                </a:lnTo>
                <a:lnTo>
                  <a:pt x="370199" y="212580"/>
                </a:lnTo>
                <a:lnTo>
                  <a:pt x="370312" y="212648"/>
                </a:lnTo>
                <a:lnTo>
                  <a:pt x="370414" y="212715"/>
                </a:lnTo>
                <a:lnTo>
                  <a:pt x="370527" y="212783"/>
                </a:lnTo>
                <a:lnTo>
                  <a:pt x="370637" y="212851"/>
                </a:lnTo>
                <a:lnTo>
                  <a:pt x="370750" y="212918"/>
                </a:lnTo>
                <a:lnTo>
                  <a:pt x="370863" y="212986"/>
                </a:lnTo>
                <a:lnTo>
                  <a:pt x="370976" y="213054"/>
                </a:lnTo>
                <a:lnTo>
                  <a:pt x="371077" y="213121"/>
                </a:lnTo>
                <a:lnTo>
                  <a:pt x="371191" y="213189"/>
                </a:lnTo>
                <a:lnTo>
                  <a:pt x="371304" y="213256"/>
                </a:lnTo>
                <a:lnTo>
                  <a:pt x="371414" y="213324"/>
                </a:lnTo>
                <a:lnTo>
                  <a:pt x="371527" y="213392"/>
                </a:lnTo>
                <a:lnTo>
                  <a:pt x="371628" y="213437"/>
                </a:lnTo>
                <a:lnTo>
                  <a:pt x="371741" y="213504"/>
                </a:lnTo>
                <a:lnTo>
                  <a:pt x="371855" y="213572"/>
                </a:lnTo>
                <a:lnTo>
                  <a:pt x="371968" y="213639"/>
                </a:lnTo>
                <a:lnTo>
                  <a:pt x="372078" y="213707"/>
                </a:lnTo>
                <a:lnTo>
                  <a:pt x="372182" y="213775"/>
                </a:lnTo>
                <a:lnTo>
                  <a:pt x="372292" y="213842"/>
                </a:lnTo>
                <a:lnTo>
                  <a:pt x="372405" y="213887"/>
                </a:lnTo>
                <a:lnTo>
                  <a:pt x="372518" y="213955"/>
                </a:lnTo>
                <a:lnTo>
                  <a:pt x="372632" y="214023"/>
                </a:lnTo>
                <a:lnTo>
                  <a:pt x="372733" y="214090"/>
                </a:lnTo>
                <a:lnTo>
                  <a:pt x="372846" y="214135"/>
                </a:lnTo>
                <a:lnTo>
                  <a:pt x="372956" y="214203"/>
                </a:lnTo>
                <a:lnTo>
                  <a:pt x="373069" y="214270"/>
                </a:lnTo>
                <a:lnTo>
                  <a:pt x="373182" y="214316"/>
                </a:lnTo>
                <a:lnTo>
                  <a:pt x="373284" y="214383"/>
                </a:lnTo>
                <a:lnTo>
                  <a:pt x="373397" y="214451"/>
                </a:lnTo>
                <a:lnTo>
                  <a:pt x="373510" y="214518"/>
                </a:lnTo>
                <a:lnTo>
                  <a:pt x="373620" y="214563"/>
                </a:lnTo>
                <a:lnTo>
                  <a:pt x="373724" y="214631"/>
                </a:lnTo>
                <a:lnTo>
                  <a:pt x="373837" y="214699"/>
                </a:lnTo>
                <a:lnTo>
                  <a:pt x="373947" y="214766"/>
                </a:lnTo>
                <a:lnTo>
                  <a:pt x="374061" y="214811"/>
                </a:lnTo>
                <a:lnTo>
                  <a:pt x="374174" y="214856"/>
                </a:lnTo>
                <a:lnTo>
                  <a:pt x="374275" y="214924"/>
                </a:lnTo>
                <a:lnTo>
                  <a:pt x="374388" y="214992"/>
                </a:lnTo>
                <a:lnTo>
                  <a:pt x="374501" y="215059"/>
                </a:lnTo>
                <a:lnTo>
                  <a:pt x="374611" y="215104"/>
                </a:lnTo>
                <a:lnTo>
                  <a:pt x="374725" y="215172"/>
                </a:lnTo>
                <a:lnTo>
                  <a:pt x="374826" y="215217"/>
                </a:lnTo>
                <a:lnTo>
                  <a:pt x="374939" y="215285"/>
                </a:lnTo>
                <a:lnTo>
                  <a:pt x="375052" y="215330"/>
                </a:lnTo>
                <a:lnTo>
                  <a:pt x="375165" y="215397"/>
                </a:lnTo>
                <a:lnTo>
                  <a:pt x="375266" y="215465"/>
                </a:lnTo>
                <a:lnTo>
                  <a:pt x="375379" y="215510"/>
                </a:lnTo>
                <a:lnTo>
                  <a:pt x="375490" y="215578"/>
                </a:lnTo>
                <a:lnTo>
                  <a:pt x="375603" y="215623"/>
                </a:lnTo>
                <a:lnTo>
                  <a:pt x="375716" y="215690"/>
                </a:lnTo>
                <a:lnTo>
                  <a:pt x="375817" y="215735"/>
                </a:lnTo>
                <a:lnTo>
                  <a:pt x="375930" y="215803"/>
                </a:lnTo>
                <a:lnTo>
                  <a:pt x="376043" y="215848"/>
                </a:lnTo>
                <a:lnTo>
                  <a:pt x="376157" y="215893"/>
                </a:lnTo>
                <a:lnTo>
                  <a:pt x="376267" y="215961"/>
                </a:lnTo>
                <a:lnTo>
                  <a:pt x="376371" y="216006"/>
                </a:lnTo>
                <a:lnTo>
                  <a:pt x="376481" y="216073"/>
                </a:lnTo>
                <a:lnTo>
                  <a:pt x="376594" y="216118"/>
                </a:lnTo>
                <a:lnTo>
                  <a:pt x="376707" y="216186"/>
                </a:lnTo>
                <a:lnTo>
                  <a:pt x="376820" y="216231"/>
                </a:lnTo>
                <a:lnTo>
                  <a:pt x="376931" y="216299"/>
                </a:lnTo>
                <a:lnTo>
                  <a:pt x="377035" y="216344"/>
                </a:lnTo>
                <a:lnTo>
                  <a:pt x="377145" y="216389"/>
                </a:lnTo>
                <a:lnTo>
                  <a:pt x="377258" y="216456"/>
                </a:lnTo>
                <a:lnTo>
                  <a:pt x="377371" y="216502"/>
                </a:lnTo>
                <a:lnTo>
                  <a:pt x="377484" y="216569"/>
                </a:lnTo>
                <a:lnTo>
                  <a:pt x="377586" y="216614"/>
                </a:lnTo>
                <a:lnTo>
                  <a:pt x="377699" y="216659"/>
                </a:lnTo>
                <a:lnTo>
                  <a:pt x="377809" y="216727"/>
                </a:lnTo>
                <a:lnTo>
                  <a:pt x="377922" y="216772"/>
                </a:lnTo>
                <a:lnTo>
                  <a:pt x="378035" y="216840"/>
                </a:lnTo>
                <a:lnTo>
                  <a:pt x="378148" y="216885"/>
                </a:lnTo>
                <a:lnTo>
                  <a:pt x="378249" y="216930"/>
                </a:lnTo>
                <a:lnTo>
                  <a:pt x="378363" y="216975"/>
                </a:lnTo>
                <a:lnTo>
                  <a:pt x="378473" y="217042"/>
                </a:lnTo>
                <a:lnTo>
                  <a:pt x="378586" y="217087"/>
                </a:lnTo>
                <a:lnTo>
                  <a:pt x="378699" y="217133"/>
                </a:lnTo>
                <a:lnTo>
                  <a:pt x="378800" y="217178"/>
                </a:lnTo>
                <a:lnTo>
                  <a:pt x="378913" y="217245"/>
                </a:lnTo>
                <a:lnTo>
                  <a:pt x="379027" y="217290"/>
                </a:lnTo>
                <a:lnTo>
                  <a:pt x="379140" y="217335"/>
                </a:lnTo>
                <a:lnTo>
                  <a:pt x="379250" y="217380"/>
                </a:lnTo>
                <a:lnTo>
                  <a:pt x="379354" y="217448"/>
                </a:lnTo>
                <a:lnTo>
                  <a:pt x="379464" y="217493"/>
                </a:lnTo>
                <a:lnTo>
                  <a:pt x="379577" y="217538"/>
                </a:lnTo>
                <a:lnTo>
                  <a:pt x="379690" y="217606"/>
                </a:lnTo>
                <a:lnTo>
                  <a:pt x="379804" y="217651"/>
                </a:lnTo>
                <a:lnTo>
                  <a:pt x="379914" y="217696"/>
                </a:lnTo>
                <a:lnTo>
                  <a:pt x="380018" y="217741"/>
                </a:lnTo>
                <a:lnTo>
                  <a:pt x="380128" y="217786"/>
                </a:lnTo>
                <a:lnTo>
                  <a:pt x="380241" y="217831"/>
                </a:lnTo>
                <a:lnTo>
                  <a:pt x="380354" y="217899"/>
                </a:lnTo>
                <a:lnTo>
                  <a:pt x="380467" y="217944"/>
                </a:lnTo>
                <a:lnTo>
                  <a:pt x="380569" y="217989"/>
                </a:lnTo>
                <a:lnTo>
                  <a:pt x="380682" y="218034"/>
                </a:lnTo>
                <a:lnTo>
                  <a:pt x="380792" y="218102"/>
                </a:lnTo>
                <a:lnTo>
                  <a:pt x="380905" y="218147"/>
                </a:lnTo>
                <a:lnTo>
                  <a:pt x="381009" y="218192"/>
                </a:lnTo>
                <a:lnTo>
                  <a:pt x="381119" y="218237"/>
                </a:lnTo>
                <a:lnTo>
                  <a:pt x="381233" y="218282"/>
                </a:lnTo>
                <a:lnTo>
                  <a:pt x="381346" y="218327"/>
                </a:lnTo>
                <a:lnTo>
                  <a:pt x="381456" y="218372"/>
                </a:lnTo>
                <a:lnTo>
                  <a:pt x="381560" y="218417"/>
                </a:lnTo>
                <a:lnTo>
                  <a:pt x="381673" y="218462"/>
                </a:lnTo>
                <a:lnTo>
                  <a:pt x="381783" y="218507"/>
                </a:lnTo>
                <a:lnTo>
                  <a:pt x="381897" y="218552"/>
                </a:lnTo>
                <a:lnTo>
                  <a:pt x="381998" y="218597"/>
                </a:lnTo>
                <a:lnTo>
                  <a:pt x="382111" y="218642"/>
                </a:lnTo>
                <a:lnTo>
                  <a:pt x="382224" y="218687"/>
                </a:lnTo>
                <a:lnTo>
                  <a:pt x="382337" y="218733"/>
                </a:lnTo>
                <a:lnTo>
                  <a:pt x="382447" y="218778"/>
                </a:lnTo>
                <a:lnTo>
                  <a:pt x="382551" y="218823"/>
                </a:lnTo>
                <a:lnTo>
                  <a:pt x="382662" y="218868"/>
                </a:lnTo>
                <a:lnTo>
                  <a:pt x="382775" y="218913"/>
                </a:lnTo>
                <a:lnTo>
                  <a:pt x="382888" y="218958"/>
                </a:lnTo>
                <a:lnTo>
                  <a:pt x="383001" y="219003"/>
                </a:lnTo>
                <a:lnTo>
                  <a:pt x="383102" y="219026"/>
                </a:lnTo>
                <a:lnTo>
                  <a:pt x="383215" y="219071"/>
                </a:lnTo>
                <a:lnTo>
                  <a:pt x="383326" y="219116"/>
                </a:lnTo>
                <a:lnTo>
                  <a:pt x="383439" y="219161"/>
                </a:lnTo>
                <a:lnTo>
                  <a:pt x="383543" y="219206"/>
                </a:lnTo>
                <a:lnTo>
                  <a:pt x="383653" y="219251"/>
                </a:lnTo>
                <a:lnTo>
                  <a:pt x="383766" y="219296"/>
                </a:lnTo>
                <a:lnTo>
                  <a:pt x="383879" y="219318"/>
                </a:lnTo>
                <a:lnTo>
                  <a:pt x="383992" y="219364"/>
                </a:lnTo>
                <a:lnTo>
                  <a:pt x="384103" y="219409"/>
                </a:lnTo>
                <a:lnTo>
                  <a:pt x="384207" y="219454"/>
                </a:lnTo>
                <a:lnTo>
                  <a:pt x="384317" y="219476"/>
                </a:lnTo>
                <a:lnTo>
                  <a:pt x="384430" y="219521"/>
                </a:lnTo>
                <a:lnTo>
                  <a:pt x="384543" y="219566"/>
                </a:lnTo>
                <a:lnTo>
                  <a:pt x="384656" y="219589"/>
                </a:lnTo>
                <a:lnTo>
                  <a:pt x="384758" y="219634"/>
                </a:lnTo>
                <a:lnTo>
                  <a:pt x="384871" y="219657"/>
                </a:lnTo>
                <a:lnTo>
                  <a:pt x="384981" y="219702"/>
                </a:lnTo>
                <a:lnTo>
                  <a:pt x="385094" y="219724"/>
                </a:lnTo>
                <a:lnTo>
                  <a:pt x="385207" y="219769"/>
                </a:lnTo>
                <a:lnTo>
                  <a:pt x="385320" y="219792"/>
                </a:lnTo>
                <a:lnTo>
                  <a:pt x="385421" y="219837"/>
                </a:lnTo>
                <a:lnTo>
                  <a:pt x="385535" y="219859"/>
                </a:lnTo>
                <a:lnTo>
                  <a:pt x="385645" y="219904"/>
                </a:lnTo>
                <a:lnTo>
                  <a:pt x="385758" y="219927"/>
                </a:lnTo>
                <a:lnTo>
                  <a:pt x="385871" y="219972"/>
                </a:lnTo>
                <a:lnTo>
                  <a:pt x="385972" y="219995"/>
                </a:lnTo>
                <a:lnTo>
                  <a:pt x="386085" y="220017"/>
                </a:lnTo>
                <a:lnTo>
                  <a:pt x="386199" y="220062"/>
                </a:lnTo>
                <a:lnTo>
                  <a:pt x="386309" y="220085"/>
                </a:lnTo>
                <a:lnTo>
                  <a:pt x="386422" y="220130"/>
                </a:lnTo>
                <a:lnTo>
                  <a:pt x="386526" y="220152"/>
                </a:lnTo>
                <a:lnTo>
                  <a:pt x="386636" y="220175"/>
                </a:lnTo>
                <a:lnTo>
                  <a:pt x="386749" y="220220"/>
                </a:lnTo>
                <a:lnTo>
                  <a:pt x="386862" y="220242"/>
                </a:lnTo>
                <a:lnTo>
                  <a:pt x="386976" y="220265"/>
                </a:lnTo>
                <a:lnTo>
                  <a:pt x="387086" y="220288"/>
                </a:lnTo>
                <a:lnTo>
                  <a:pt x="387190" y="220310"/>
                </a:lnTo>
                <a:lnTo>
                  <a:pt x="387300" y="220333"/>
                </a:lnTo>
                <a:lnTo>
                  <a:pt x="387413" y="220355"/>
                </a:lnTo>
                <a:lnTo>
                  <a:pt x="387526" y="220400"/>
                </a:lnTo>
                <a:lnTo>
                  <a:pt x="387639" y="220423"/>
                </a:lnTo>
                <a:lnTo>
                  <a:pt x="387741" y="220445"/>
                </a:lnTo>
                <a:lnTo>
                  <a:pt x="387854" y="220468"/>
                </a:lnTo>
                <a:lnTo>
                  <a:pt x="387964" y="220490"/>
                </a:lnTo>
                <a:lnTo>
                  <a:pt x="388077" y="220513"/>
                </a:lnTo>
                <a:lnTo>
                  <a:pt x="388190" y="220535"/>
                </a:lnTo>
                <a:lnTo>
                  <a:pt x="388291" y="220558"/>
                </a:lnTo>
                <a:lnTo>
                  <a:pt x="388405" y="220581"/>
                </a:lnTo>
                <a:lnTo>
                  <a:pt x="388518" y="220603"/>
                </a:lnTo>
                <a:lnTo>
                  <a:pt x="388628" y="220626"/>
                </a:lnTo>
                <a:lnTo>
                  <a:pt x="388732" y="220648"/>
                </a:lnTo>
                <a:lnTo>
                  <a:pt x="388842" y="220671"/>
                </a:lnTo>
                <a:lnTo>
                  <a:pt x="388955" y="220693"/>
                </a:lnTo>
                <a:lnTo>
                  <a:pt x="389069" y="220716"/>
                </a:lnTo>
                <a:lnTo>
                  <a:pt x="389182" y="220738"/>
                </a:lnTo>
                <a:lnTo>
                  <a:pt x="389283" y="220761"/>
                </a:lnTo>
                <a:lnTo>
                  <a:pt x="389396" y="220783"/>
                </a:lnTo>
                <a:lnTo>
                  <a:pt x="389509" y="220806"/>
                </a:lnTo>
                <a:lnTo>
                  <a:pt x="389619" y="220806"/>
                </a:lnTo>
                <a:lnTo>
                  <a:pt x="389732" y="220828"/>
                </a:lnTo>
                <a:lnTo>
                  <a:pt x="389834" y="220851"/>
                </a:lnTo>
                <a:lnTo>
                  <a:pt x="389947" y="220873"/>
                </a:lnTo>
                <a:lnTo>
                  <a:pt x="390060" y="220896"/>
                </a:lnTo>
                <a:lnTo>
                  <a:pt x="390173" y="220919"/>
                </a:lnTo>
                <a:lnTo>
                  <a:pt x="390274" y="220941"/>
                </a:lnTo>
                <a:lnTo>
                  <a:pt x="390387" y="220941"/>
                </a:lnTo>
                <a:lnTo>
                  <a:pt x="390498" y="220964"/>
                </a:lnTo>
                <a:lnTo>
                  <a:pt x="390611" y="220986"/>
                </a:lnTo>
                <a:lnTo>
                  <a:pt x="390724" y="221009"/>
                </a:lnTo>
                <a:lnTo>
                  <a:pt x="390825" y="221009"/>
                </a:lnTo>
                <a:lnTo>
                  <a:pt x="390938" y="221031"/>
                </a:lnTo>
                <a:lnTo>
                  <a:pt x="391051" y="221054"/>
                </a:lnTo>
                <a:lnTo>
                  <a:pt x="391161" y="221076"/>
                </a:lnTo>
                <a:lnTo>
                  <a:pt x="391275" y="221076"/>
                </a:lnTo>
                <a:lnTo>
                  <a:pt x="391379" y="221099"/>
                </a:lnTo>
                <a:lnTo>
                  <a:pt x="391489" y="221121"/>
                </a:lnTo>
                <a:lnTo>
                  <a:pt x="391602" y="221121"/>
                </a:lnTo>
                <a:lnTo>
                  <a:pt x="391715" y="221144"/>
                </a:lnTo>
                <a:lnTo>
                  <a:pt x="391828" y="221166"/>
                </a:lnTo>
                <a:lnTo>
                  <a:pt x="391930" y="221189"/>
                </a:lnTo>
                <a:lnTo>
                  <a:pt x="392043" y="221189"/>
                </a:lnTo>
                <a:lnTo>
                  <a:pt x="392153" y="221212"/>
                </a:lnTo>
                <a:lnTo>
                  <a:pt x="392266" y="221212"/>
                </a:lnTo>
                <a:lnTo>
                  <a:pt x="392379" y="221234"/>
                </a:lnTo>
                <a:lnTo>
                  <a:pt x="392480" y="221257"/>
                </a:lnTo>
                <a:lnTo>
                  <a:pt x="392593" y="221257"/>
                </a:lnTo>
                <a:lnTo>
                  <a:pt x="392707" y="221279"/>
                </a:lnTo>
                <a:lnTo>
                  <a:pt x="392817" y="221302"/>
                </a:lnTo>
                <a:lnTo>
                  <a:pt x="392930" y="221302"/>
                </a:lnTo>
                <a:lnTo>
                  <a:pt x="393043" y="221324"/>
                </a:lnTo>
                <a:lnTo>
                  <a:pt x="393144" y="221324"/>
                </a:lnTo>
                <a:lnTo>
                  <a:pt x="393257" y="221324"/>
                </a:lnTo>
                <a:lnTo>
                  <a:pt x="393371" y="221347"/>
                </a:lnTo>
                <a:lnTo>
                  <a:pt x="393481" y="221347"/>
                </a:lnTo>
                <a:lnTo>
                  <a:pt x="393594" y="221347"/>
                </a:lnTo>
                <a:lnTo>
                  <a:pt x="393695" y="221369"/>
                </a:lnTo>
                <a:lnTo>
                  <a:pt x="393808" y="221369"/>
                </a:lnTo>
                <a:lnTo>
                  <a:pt x="393921" y="221369"/>
                </a:lnTo>
                <a:lnTo>
                  <a:pt x="394034" y="221392"/>
                </a:lnTo>
                <a:lnTo>
                  <a:pt x="394145" y="221392"/>
                </a:lnTo>
                <a:lnTo>
                  <a:pt x="394249" y="221392"/>
                </a:lnTo>
                <a:lnTo>
                  <a:pt x="394362" y="221414"/>
                </a:lnTo>
                <a:lnTo>
                  <a:pt x="394472" y="221414"/>
                </a:lnTo>
                <a:lnTo>
                  <a:pt x="394585" y="221414"/>
                </a:lnTo>
                <a:lnTo>
                  <a:pt x="394698" y="221414"/>
                </a:lnTo>
                <a:lnTo>
                  <a:pt x="394800" y="221414"/>
                </a:lnTo>
                <a:lnTo>
                  <a:pt x="394913" y="221437"/>
                </a:lnTo>
                <a:lnTo>
                  <a:pt x="395026" y="221437"/>
                </a:lnTo>
                <a:lnTo>
                  <a:pt x="395136" y="221437"/>
                </a:lnTo>
                <a:lnTo>
                  <a:pt x="395249" y="221437"/>
                </a:lnTo>
                <a:lnTo>
                  <a:pt x="395362" y="221437"/>
                </a:lnTo>
                <a:lnTo>
                  <a:pt x="395463" y="221437"/>
                </a:lnTo>
                <a:lnTo>
                  <a:pt x="395577" y="221437"/>
                </a:lnTo>
                <a:lnTo>
                  <a:pt x="395690" y="221437"/>
                </a:lnTo>
                <a:lnTo>
                  <a:pt x="395800" y="221437"/>
                </a:lnTo>
                <a:lnTo>
                  <a:pt x="395913" y="221437"/>
                </a:lnTo>
                <a:lnTo>
                  <a:pt x="396014" y="221437"/>
                </a:lnTo>
                <a:lnTo>
                  <a:pt x="396127" y="221437"/>
                </a:lnTo>
                <a:lnTo>
                  <a:pt x="396241" y="221437"/>
                </a:lnTo>
                <a:lnTo>
                  <a:pt x="396354" y="221437"/>
                </a:lnTo>
                <a:lnTo>
                  <a:pt x="396464" y="221437"/>
                </a:lnTo>
                <a:lnTo>
                  <a:pt x="396568" y="221437"/>
                </a:lnTo>
                <a:lnTo>
                  <a:pt x="396678" y="221437"/>
                </a:lnTo>
                <a:lnTo>
                  <a:pt x="396791" y="221437"/>
                </a:lnTo>
                <a:lnTo>
                  <a:pt x="396904" y="221437"/>
                </a:lnTo>
                <a:lnTo>
                  <a:pt x="397006" y="221437"/>
                </a:lnTo>
                <a:lnTo>
                  <a:pt x="397119" y="221437"/>
                </a:lnTo>
                <a:lnTo>
                  <a:pt x="397232" y="221437"/>
                </a:lnTo>
                <a:lnTo>
                  <a:pt x="397345" y="221414"/>
                </a:lnTo>
                <a:lnTo>
                  <a:pt x="397455" y="221414"/>
                </a:lnTo>
                <a:lnTo>
                  <a:pt x="397559" y="221414"/>
                </a:lnTo>
                <a:lnTo>
                  <a:pt x="397670" y="221414"/>
                </a:lnTo>
                <a:lnTo>
                  <a:pt x="397783" y="221392"/>
                </a:lnTo>
                <a:lnTo>
                  <a:pt x="397896" y="221392"/>
                </a:lnTo>
                <a:lnTo>
                  <a:pt x="398009" y="221369"/>
                </a:lnTo>
                <a:lnTo>
                  <a:pt x="398110" y="221369"/>
                </a:lnTo>
                <a:lnTo>
                  <a:pt x="398223" y="221369"/>
                </a:lnTo>
                <a:lnTo>
                  <a:pt x="398333" y="221347"/>
                </a:lnTo>
                <a:lnTo>
                  <a:pt x="398447" y="221347"/>
                </a:lnTo>
                <a:lnTo>
                  <a:pt x="398560" y="221347"/>
                </a:lnTo>
                <a:lnTo>
                  <a:pt x="398661" y="221324"/>
                </a:lnTo>
                <a:lnTo>
                  <a:pt x="398774" y="221324"/>
                </a:lnTo>
                <a:lnTo>
                  <a:pt x="398887" y="221324"/>
                </a:lnTo>
                <a:lnTo>
                  <a:pt x="398997" y="221302"/>
                </a:lnTo>
                <a:lnTo>
                  <a:pt x="399102" y="221302"/>
                </a:lnTo>
                <a:lnTo>
                  <a:pt x="399215" y="221279"/>
                </a:lnTo>
                <a:lnTo>
                  <a:pt x="399325" y="221279"/>
                </a:lnTo>
                <a:lnTo>
                  <a:pt x="399438" y="221257"/>
                </a:lnTo>
                <a:lnTo>
                  <a:pt x="399551" y="221257"/>
                </a:lnTo>
                <a:lnTo>
                  <a:pt x="399661" y="221234"/>
                </a:lnTo>
                <a:lnTo>
                  <a:pt x="399774" y="221212"/>
                </a:lnTo>
                <a:lnTo>
                  <a:pt x="399867" y="221212"/>
                </a:lnTo>
                <a:lnTo>
                  <a:pt x="399989" y="221189"/>
                </a:lnTo>
                <a:lnTo>
                  <a:pt x="400111" y="221189"/>
                </a:lnTo>
                <a:lnTo>
                  <a:pt x="400194" y="221166"/>
                </a:lnTo>
                <a:lnTo>
                  <a:pt x="400316" y="221144"/>
                </a:lnTo>
                <a:lnTo>
                  <a:pt x="400438" y="221121"/>
                </a:lnTo>
                <a:lnTo>
                  <a:pt x="400560" y="221121"/>
                </a:lnTo>
                <a:lnTo>
                  <a:pt x="400644" y="221099"/>
                </a:lnTo>
                <a:lnTo>
                  <a:pt x="400766" y="221076"/>
                </a:lnTo>
                <a:lnTo>
                  <a:pt x="400888" y="221076"/>
                </a:lnTo>
                <a:lnTo>
                  <a:pt x="400971" y="221054"/>
                </a:lnTo>
                <a:lnTo>
                  <a:pt x="401093" y="221031"/>
                </a:lnTo>
                <a:lnTo>
                  <a:pt x="401215" y="221009"/>
                </a:lnTo>
                <a:lnTo>
                  <a:pt x="401308" y="220986"/>
                </a:lnTo>
                <a:lnTo>
                  <a:pt x="401430" y="220986"/>
                </a:lnTo>
                <a:lnTo>
                  <a:pt x="401552" y="220964"/>
                </a:lnTo>
                <a:lnTo>
                  <a:pt x="401635" y="220941"/>
                </a:lnTo>
                <a:lnTo>
                  <a:pt x="401757" y="220919"/>
                </a:lnTo>
                <a:lnTo>
                  <a:pt x="401879" y="220896"/>
                </a:lnTo>
                <a:lnTo>
                  <a:pt x="401963" y="220896"/>
                </a:lnTo>
                <a:lnTo>
                  <a:pt x="402085" y="220873"/>
                </a:lnTo>
                <a:lnTo>
                  <a:pt x="402207" y="220851"/>
                </a:lnTo>
                <a:lnTo>
                  <a:pt x="402287" y="220828"/>
                </a:lnTo>
                <a:lnTo>
                  <a:pt x="402412" y="220806"/>
                </a:lnTo>
                <a:lnTo>
                  <a:pt x="402534" y="220783"/>
                </a:lnTo>
                <a:lnTo>
                  <a:pt x="402615" y="220761"/>
                </a:lnTo>
                <a:lnTo>
                  <a:pt x="402737" y="220738"/>
                </a:lnTo>
                <a:lnTo>
                  <a:pt x="402862" y="220716"/>
                </a:lnTo>
                <a:lnTo>
                  <a:pt x="402951" y="220693"/>
                </a:lnTo>
                <a:lnTo>
                  <a:pt x="403076" y="220671"/>
                </a:lnTo>
                <a:lnTo>
                  <a:pt x="403198" y="220626"/>
                </a:lnTo>
                <a:lnTo>
                  <a:pt x="403320" y="220603"/>
                </a:lnTo>
                <a:lnTo>
                  <a:pt x="403401" y="220581"/>
                </a:lnTo>
                <a:lnTo>
                  <a:pt x="403526" y="220558"/>
                </a:lnTo>
                <a:lnTo>
                  <a:pt x="403648" y="220535"/>
                </a:lnTo>
                <a:lnTo>
                  <a:pt x="403728" y="220490"/>
                </a:lnTo>
                <a:lnTo>
                  <a:pt x="403850" y="220468"/>
                </a:lnTo>
                <a:lnTo>
                  <a:pt x="403975" y="220445"/>
                </a:lnTo>
                <a:lnTo>
                  <a:pt x="404056" y="220423"/>
                </a:lnTo>
                <a:lnTo>
                  <a:pt x="404190" y="220400"/>
                </a:lnTo>
                <a:lnTo>
                  <a:pt x="404312" y="220355"/>
                </a:lnTo>
                <a:lnTo>
                  <a:pt x="404392" y="220333"/>
                </a:lnTo>
                <a:lnTo>
                  <a:pt x="404517" y="220310"/>
                </a:lnTo>
                <a:lnTo>
                  <a:pt x="404639" y="220288"/>
                </a:lnTo>
                <a:lnTo>
                  <a:pt x="404719" y="220242"/>
                </a:lnTo>
                <a:lnTo>
                  <a:pt x="404842" y="220220"/>
                </a:lnTo>
                <a:lnTo>
                  <a:pt x="404964" y="220197"/>
                </a:lnTo>
                <a:lnTo>
                  <a:pt x="405047" y="220175"/>
                </a:lnTo>
                <a:lnTo>
                  <a:pt x="405169" y="220130"/>
                </a:lnTo>
                <a:lnTo>
                  <a:pt x="405291" y="220107"/>
                </a:lnTo>
                <a:lnTo>
                  <a:pt x="405374" y="220085"/>
                </a:lnTo>
                <a:lnTo>
                  <a:pt x="405497" y="220040"/>
                </a:lnTo>
                <a:lnTo>
                  <a:pt x="405619" y="220017"/>
                </a:lnTo>
                <a:lnTo>
                  <a:pt x="405753" y="219995"/>
                </a:lnTo>
                <a:lnTo>
                  <a:pt x="405833" y="219972"/>
                </a:lnTo>
                <a:lnTo>
                  <a:pt x="405955" y="219927"/>
                </a:lnTo>
                <a:lnTo>
                  <a:pt x="406080" y="219904"/>
                </a:lnTo>
                <a:lnTo>
                  <a:pt x="406160" y="219882"/>
                </a:lnTo>
                <a:lnTo>
                  <a:pt x="406283" y="219837"/>
                </a:lnTo>
                <a:lnTo>
                  <a:pt x="406405" y="219814"/>
                </a:lnTo>
                <a:lnTo>
                  <a:pt x="406488" y="219792"/>
                </a:lnTo>
                <a:lnTo>
                  <a:pt x="406610" y="219769"/>
                </a:lnTo>
                <a:lnTo>
                  <a:pt x="406732" y="219724"/>
                </a:lnTo>
                <a:lnTo>
                  <a:pt x="406815" y="219702"/>
                </a:lnTo>
                <a:lnTo>
                  <a:pt x="406937" y="219679"/>
                </a:lnTo>
                <a:lnTo>
                  <a:pt x="407060" y="219634"/>
                </a:lnTo>
                <a:lnTo>
                  <a:pt x="407152" y="219611"/>
                </a:lnTo>
                <a:lnTo>
                  <a:pt x="407274" y="219589"/>
                </a:lnTo>
                <a:lnTo>
                  <a:pt x="407396" y="219566"/>
                </a:lnTo>
                <a:lnTo>
                  <a:pt x="407479" y="219521"/>
                </a:lnTo>
                <a:lnTo>
                  <a:pt x="407601" y="219499"/>
                </a:lnTo>
                <a:lnTo>
                  <a:pt x="407723" y="219476"/>
                </a:lnTo>
                <a:lnTo>
                  <a:pt x="407804" y="219454"/>
                </a:lnTo>
                <a:lnTo>
                  <a:pt x="407929" y="219431"/>
                </a:lnTo>
                <a:lnTo>
                  <a:pt x="408051" y="219409"/>
                </a:lnTo>
                <a:lnTo>
                  <a:pt x="408173" y="219364"/>
                </a:lnTo>
                <a:lnTo>
                  <a:pt x="408253" y="219341"/>
                </a:lnTo>
                <a:lnTo>
                  <a:pt x="408378" y="219319"/>
                </a:lnTo>
                <a:lnTo>
                  <a:pt x="408500" y="219296"/>
                </a:lnTo>
                <a:lnTo>
                  <a:pt x="408581" y="219273"/>
                </a:lnTo>
                <a:lnTo>
                  <a:pt x="408715" y="219251"/>
                </a:lnTo>
                <a:lnTo>
                  <a:pt x="408837" y="219228"/>
                </a:lnTo>
                <a:lnTo>
                  <a:pt x="408920" y="219206"/>
                </a:lnTo>
                <a:lnTo>
                  <a:pt x="409042" y="219161"/>
                </a:lnTo>
                <a:lnTo>
                  <a:pt x="409164" y="219138"/>
                </a:lnTo>
                <a:lnTo>
                  <a:pt x="409245" y="219116"/>
                </a:lnTo>
                <a:lnTo>
                  <a:pt x="409367" y="219093"/>
                </a:lnTo>
                <a:lnTo>
                  <a:pt x="409492" y="219071"/>
                </a:lnTo>
                <a:lnTo>
                  <a:pt x="409572" y="219026"/>
                </a:lnTo>
                <a:lnTo>
                  <a:pt x="409694" y="219003"/>
                </a:lnTo>
                <a:lnTo>
                  <a:pt x="409816" y="218980"/>
                </a:lnTo>
                <a:lnTo>
                  <a:pt x="409900" y="218958"/>
                </a:lnTo>
                <a:lnTo>
                  <a:pt x="410022" y="218935"/>
                </a:lnTo>
                <a:lnTo>
                  <a:pt x="410144" y="218913"/>
                </a:lnTo>
                <a:lnTo>
                  <a:pt x="410236" y="218868"/>
                </a:lnTo>
                <a:lnTo>
                  <a:pt x="410358" y="218845"/>
                </a:lnTo>
                <a:lnTo>
                  <a:pt x="410483" y="218800"/>
                </a:lnTo>
                <a:lnTo>
                  <a:pt x="410605" y="218800"/>
                </a:lnTo>
                <a:lnTo>
                  <a:pt x="410686" y="218755"/>
                </a:lnTo>
                <a:lnTo>
                  <a:pt x="410808" y="218733"/>
                </a:lnTo>
                <a:lnTo>
                  <a:pt x="410933" y="218688"/>
                </a:lnTo>
                <a:lnTo>
                  <a:pt x="411013" y="218665"/>
                </a:lnTo>
                <a:lnTo>
                  <a:pt x="411135" y="218642"/>
                </a:lnTo>
                <a:lnTo>
                  <a:pt x="411257" y="218620"/>
                </a:lnTo>
                <a:lnTo>
                  <a:pt x="411341" y="218597"/>
                </a:lnTo>
                <a:lnTo>
                  <a:pt x="411463" y="218552"/>
                </a:lnTo>
                <a:lnTo>
                  <a:pt x="411597" y="218530"/>
                </a:lnTo>
                <a:lnTo>
                  <a:pt x="411668" y="218485"/>
                </a:lnTo>
                <a:lnTo>
                  <a:pt x="411799" y="218462"/>
                </a:lnTo>
                <a:lnTo>
                  <a:pt x="411921" y="218440"/>
                </a:lnTo>
                <a:lnTo>
                  <a:pt x="412005" y="218417"/>
                </a:lnTo>
                <a:lnTo>
                  <a:pt x="412127" y="218372"/>
                </a:lnTo>
                <a:lnTo>
                  <a:pt x="412249" y="218349"/>
                </a:lnTo>
                <a:lnTo>
                  <a:pt x="412332" y="218327"/>
                </a:lnTo>
                <a:lnTo>
                  <a:pt x="412454" y="218282"/>
                </a:lnTo>
                <a:lnTo>
                  <a:pt x="412576" y="218259"/>
                </a:lnTo>
                <a:lnTo>
                  <a:pt x="412657" y="218237"/>
                </a:lnTo>
                <a:lnTo>
                  <a:pt x="412782" y="218214"/>
                </a:lnTo>
                <a:lnTo>
                  <a:pt x="412904" y="218169"/>
                </a:lnTo>
                <a:lnTo>
                  <a:pt x="413035" y="218147"/>
                </a:lnTo>
                <a:lnTo>
                  <a:pt x="413106" y="218124"/>
                </a:lnTo>
                <a:lnTo>
                  <a:pt x="413240" y="218102"/>
                </a:lnTo>
                <a:lnTo>
                  <a:pt x="413362" y="218057"/>
                </a:lnTo>
                <a:lnTo>
                  <a:pt x="413446" y="218034"/>
                </a:lnTo>
                <a:lnTo>
                  <a:pt x="413568" y="218011"/>
                </a:lnTo>
                <a:lnTo>
                  <a:pt x="413690" y="217966"/>
                </a:lnTo>
                <a:lnTo>
                  <a:pt x="413770" y="217944"/>
                </a:lnTo>
                <a:lnTo>
                  <a:pt x="413895" y="217921"/>
                </a:lnTo>
                <a:lnTo>
                  <a:pt x="414017" y="217899"/>
                </a:lnTo>
                <a:lnTo>
                  <a:pt x="414098" y="217854"/>
                </a:lnTo>
                <a:lnTo>
                  <a:pt x="414220" y="217831"/>
                </a:lnTo>
                <a:lnTo>
                  <a:pt x="414345" y="217809"/>
                </a:lnTo>
                <a:lnTo>
                  <a:pt x="414425" y="217764"/>
                </a:lnTo>
                <a:lnTo>
                  <a:pt x="414559" y="217741"/>
                </a:lnTo>
                <a:lnTo>
                  <a:pt x="414681" y="217718"/>
                </a:lnTo>
                <a:lnTo>
                  <a:pt x="414761" y="217696"/>
                </a:lnTo>
                <a:lnTo>
                  <a:pt x="414887" y="217651"/>
                </a:lnTo>
                <a:lnTo>
                  <a:pt x="415009" y="217628"/>
                </a:lnTo>
                <a:lnTo>
                  <a:pt x="415089" y="217606"/>
                </a:lnTo>
                <a:lnTo>
                  <a:pt x="415211" y="217561"/>
                </a:lnTo>
                <a:lnTo>
                  <a:pt x="415336" y="217538"/>
                </a:lnTo>
                <a:lnTo>
                  <a:pt x="415458" y="217493"/>
                </a:lnTo>
                <a:lnTo>
                  <a:pt x="415539" y="217471"/>
                </a:lnTo>
                <a:lnTo>
                  <a:pt x="415661" y="217448"/>
                </a:lnTo>
                <a:lnTo>
                  <a:pt x="415786" y="217403"/>
                </a:lnTo>
                <a:lnTo>
                  <a:pt x="415866" y="217380"/>
                </a:lnTo>
                <a:lnTo>
                  <a:pt x="415988" y="217335"/>
                </a:lnTo>
                <a:lnTo>
                  <a:pt x="416122" y="217313"/>
                </a:lnTo>
                <a:lnTo>
                  <a:pt x="416202" y="217268"/>
                </a:lnTo>
                <a:lnTo>
                  <a:pt x="416325" y="217245"/>
                </a:lnTo>
                <a:lnTo>
                  <a:pt x="416450" y="217223"/>
                </a:lnTo>
                <a:lnTo>
                  <a:pt x="416530" y="217178"/>
                </a:lnTo>
                <a:lnTo>
                  <a:pt x="416652" y="217155"/>
                </a:lnTo>
                <a:lnTo>
                  <a:pt x="416774" y="217110"/>
                </a:lnTo>
                <a:lnTo>
                  <a:pt x="416857" y="217087"/>
                </a:lnTo>
                <a:lnTo>
                  <a:pt x="416979" y="217065"/>
                </a:lnTo>
                <a:lnTo>
                  <a:pt x="417102" y="217020"/>
                </a:lnTo>
                <a:lnTo>
                  <a:pt x="417185" y="216975"/>
                </a:lnTo>
                <a:lnTo>
                  <a:pt x="417307" y="216952"/>
                </a:lnTo>
                <a:lnTo>
                  <a:pt x="417429" y="216907"/>
                </a:lnTo>
                <a:lnTo>
                  <a:pt x="417509" y="216862"/>
                </a:lnTo>
                <a:lnTo>
                  <a:pt x="417643" y="216840"/>
                </a:lnTo>
                <a:lnTo>
                  <a:pt x="417765" y="216794"/>
                </a:lnTo>
                <a:lnTo>
                  <a:pt x="417888" y="216749"/>
                </a:lnTo>
                <a:lnTo>
                  <a:pt x="417971" y="216704"/>
                </a:lnTo>
                <a:lnTo>
                  <a:pt x="418093" y="216682"/>
                </a:lnTo>
                <a:lnTo>
                  <a:pt x="418215" y="216637"/>
                </a:lnTo>
                <a:lnTo>
                  <a:pt x="418298" y="216592"/>
                </a:lnTo>
                <a:lnTo>
                  <a:pt x="418420" y="216547"/>
                </a:lnTo>
                <a:lnTo>
                  <a:pt x="418542" y="216502"/>
                </a:lnTo>
                <a:lnTo>
                  <a:pt x="418623" y="216479"/>
                </a:lnTo>
                <a:lnTo>
                  <a:pt x="418748" y="216434"/>
                </a:lnTo>
                <a:lnTo>
                  <a:pt x="418870" y="216389"/>
                </a:lnTo>
                <a:lnTo>
                  <a:pt x="418950" y="216344"/>
                </a:lnTo>
                <a:lnTo>
                  <a:pt x="419072" y="216299"/>
                </a:lnTo>
                <a:lnTo>
                  <a:pt x="419206" y="216276"/>
                </a:lnTo>
                <a:lnTo>
                  <a:pt x="419290" y="216231"/>
                </a:lnTo>
                <a:lnTo>
                  <a:pt x="419412" y="216186"/>
                </a:lnTo>
                <a:lnTo>
                  <a:pt x="419534" y="216141"/>
                </a:lnTo>
                <a:lnTo>
                  <a:pt x="419614" y="216096"/>
                </a:lnTo>
                <a:lnTo>
                  <a:pt x="419739" y="216073"/>
                </a:lnTo>
                <a:lnTo>
                  <a:pt x="419861" y="216028"/>
                </a:lnTo>
                <a:lnTo>
                  <a:pt x="419942" y="215983"/>
                </a:lnTo>
                <a:lnTo>
                  <a:pt x="420064" y="215938"/>
                </a:lnTo>
                <a:lnTo>
                  <a:pt x="420189" y="215893"/>
                </a:lnTo>
                <a:lnTo>
                  <a:pt x="420269" y="215848"/>
                </a:lnTo>
                <a:lnTo>
                  <a:pt x="420391" y="215803"/>
                </a:lnTo>
                <a:lnTo>
                  <a:pt x="420513" y="215758"/>
                </a:lnTo>
                <a:lnTo>
                  <a:pt x="420647" y="215735"/>
                </a:lnTo>
                <a:lnTo>
                  <a:pt x="420728" y="215690"/>
                </a:lnTo>
                <a:lnTo>
                  <a:pt x="420853" y="215645"/>
                </a:lnTo>
                <a:lnTo>
                  <a:pt x="420975" y="215600"/>
                </a:lnTo>
                <a:lnTo>
                  <a:pt x="421055" y="215555"/>
                </a:lnTo>
                <a:lnTo>
                  <a:pt x="421177" y="215510"/>
                </a:lnTo>
                <a:lnTo>
                  <a:pt x="421302" y="215465"/>
                </a:lnTo>
                <a:lnTo>
                  <a:pt x="421383" y="215420"/>
                </a:lnTo>
                <a:lnTo>
                  <a:pt x="421505" y="215375"/>
                </a:lnTo>
                <a:lnTo>
                  <a:pt x="421627" y="215330"/>
                </a:lnTo>
                <a:lnTo>
                  <a:pt x="421710" y="215285"/>
                </a:lnTo>
                <a:lnTo>
                  <a:pt x="421841" y="215240"/>
                </a:lnTo>
                <a:lnTo>
                  <a:pt x="421966" y="215194"/>
                </a:lnTo>
                <a:lnTo>
                  <a:pt x="422038" y="215149"/>
                </a:lnTo>
                <a:lnTo>
                  <a:pt x="422169" y="215104"/>
                </a:lnTo>
                <a:lnTo>
                  <a:pt x="422291" y="215059"/>
                </a:lnTo>
                <a:lnTo>
                  <a:pt x="422374" y="215014"/>
                </a:lnTo>
                <a:lnTo>
                  <a:pt x="422496" y="214969"/>
                </a:lnTo>
                <a:lnTo>
                  <a:pt x="422618" y="214947"/>
                </a:lnTo>
                <a:lnTo>
                  <a:pt x="422702" y="214879"/>
                </a:lnTo>
                <a:lnTo>
                  <a:pt x="422824" y="214856"/>
                </a:lnTo>
                <a:lnTo>
                  <a:pt x="422946" y="214811"/>
                </a:lnTo>
                <a:lnTo>
                  <a:pt x="423068" y="214766"/>
                </a:lnTo>
                <a:lnTo>
                  <a:pt x="423151" y="214721"/>
                </a:lnTo>
                <a:lnTo>
                  <a:pt x="423273" y="214676"/>
                </a:lnTo>
                <a:lnTo>
                  <a:pt x="423404" y="214631"/>
                </a:lnTo>
                <a:lnTo>
                  <a:pt x="423488" y="214586"/>
                </a:lnTo>
                <a:lnTo>
                  <a:pt x="423610" y="214541"/>
                </a:lnTo>
                <a:lnTo>
                  <a:pt x="423732" y="214518"/>
                </a:lnTo>
                <a:lnTo>
                  <a:pt x="423815" y="214473"/>
                </a:lnTo>
                <a:lnTo>
                  <a:pt x="423937" y="214428"/>
                </a:lnTo>
                <a:lnTo>
                  <a:pt x="424059" y="214383"/>
                </a:lnTo>
                <a:lnTo>
                  <a:pt x="424143" y="214338"/>
                </a:lnTo>
                <a:lnTo>
                  <a:pt x="424265" y="214316"/>
                </a:lnTo>
                <a:lnTo>
                  <a:pt x="424387" y="214270"/>
                </a:lnTo>
                <a:lnTo>
                  <a:pt x="424467" y="214225"/>
                </a:lnTo>
                <a:lnTo>
                  <a:pt x="424589" y="214180"/>
                </a:lnTo>
                <a:lnTo>
                  <a:pt x="424714" y="214135"/>
                </a:lnTo>
                <a:lnTo>
                  <a:pt x="424795" y="214090"/>
                </a:lnTo>
                <a:lnTo>
                  <a:pt x="424929" y="214068"/>
                </a:lnTo>
                <a:lnTo>
                  <a:pt x="425051" y="214023"/>
                </a:lnTo>
                <a:lnTo>
                  <a:pt x="425131" y="213978"/>
                </a:lnTo>
                <a:lnTo>
                  <a:pt x="425256" y="213955"/>
                </a:lnTo>
                <a:lnTo>
                  <a:pt x="425378" y="213910"/>
                </a:lnTo>
                <a:lnTo>
                  <a:pt x="425500" y="213865"/>
                </a:lnTo>
                <a:lnTo>
                  <a:pt x="425581" y="213820"/>
                </a:lnTo>
                <a:lnTo>
                  <a:pt x="425706" y="213775"/>
                </a:lnTo>
                <a:lnTo>
                  <a:pt x="425828" y="213752"/>
                </a:lnTo>
                <a:lnTo>
                  <a:pt x="425908" y="213707"/>
                </a:lnTo>
                <a:lnTo>
                  <a:pt x="426030" y="213662"/>
                </a:lnTo>
                <a:lnTo>
                  <a:pt x="426155" y="213639"/>
                </a:lnTo>
                <a:lnTo>
                  <a:pt x="426235" y="213594"/>
                </a:lnTo>
                <a:lnTo>
                  <a:pt x="426358" y="213549"/>
                </a:lnTo>
                <a:lnTo>
                  <a:pt x="426492" y="213527"/>
                </a:lnTo>
                <a:lnTo>
                  <a:pt x="426572" y="213482"/>
                </a:lnTo>
                <a:lnTo>
                  <a:pt x="426694" y="213437"/>
                </a:lnTo>
                <a:lnTo>
                  <a:pt x="426819" y="213392"/>
                </a:lnTo>
                <a:lnTo>
                  <a:pt x="426899" y="213347"/>
                </a:lnTo>
                <a:lnTo>
                  <a:pt x="427021" y="213324"/>
                </a:lnTo>
                <a:lnTo>
                  <a:pt x="427144" y="213279"/>
                </a:lnTo>
                <a:lnTo>
                  <a:pt x="427227" y="213234"/>
                </a:lnTo>
                <a:lnTo>
                  <a:pt x="427349" y="213211"/>
                </a:lnTo>
                <a:lnTo>
                  <a:pt x="427471" y="213166"/>
                </a:lnTo>
                <a:lnTo>
                  <a:pt x="427554" y="213121"/>
                </a:lnTo>
                <a:lnTo>
                  <a:pt x="427676" y="213076"/>
                </a:lnTo>
                <a:lnTo>
                  <a:pt x="427799" y="213031"/>
                </a:lnTo>
                <a:lnTo>
                  <a:pt x="427921" y="213008"/>
                </a:lnTo>
                <a:lnTo>
                  <a:pt x="428013" y="212963"/>
                </a:lnTo>
                <a:lnTo>
                  <a:pt x="428135" y="212896"/>
                </a:lnTo>
                <a:lnTo>
                  <a:pt x="428257" y="212873"/>
                </a:lnTo>
                <a:lnTo>
                  <a:pt x="428340" y="212828"/>
                </a:lnTo>
                <a:lnTo>
                  <a:pt x="428462" y="212783"/>
                </a:lnTo>
                <a:lnTo>
                  <a:pt x="428584" y="212761"/>
                </a:lnTo>
                <a:lnTo>
                  <a:pt x="428668" y="212716"/>
                </a:lnTo>
                <a:lnTo>
                  <a:pt x="428790" y="212670"/>
                </a:lnTo>
                <a:lnTo>
                  <a:pt x="428912" y="212625"/>
                </a:lnTo>
                <a:lnTo>
                  <a:pt x="428992" y="212580"/>
                </a:lnTo>
                <a:lnTo>
                  <a:pt x="429117" y="212558"/>
                </a:lnTo>
                <a:lnTo>
                  <a:pt x="429248" y="212513"/>
                </a:lnTo>
                <a:lnTo>
                  <a:pt x="429320" y="212468"/>
                </a:lnTo>
                <a:lnTo>
                  <a:pt x="429442" y="212445"/>
                </a:lnTo>
                <a:lnTo>
                  <a:pt x="429576" y="212400"/>
                </a:lnTo>
                <a:lnTo>
                  <a:pt x="429659" y="212355"/>
                </a:lnTo>
                <a:lnTo>
                  <a:pt x="429781" y="212310"/>
                </a:lnTo>
                <a:lnTo>
                  <a:pt x="429903" y="212265"/>
                </a:lnTo>
                <a:lnTo>
                  <a:pt x="429984" y="212242"/>
                </a:lnTo>
                <a:lnTo>
                  <a:pt x="430109" y="212197"/>
                </a:lnTo>
                <a:lnTo>
                  <a:pt x="430231" y="212152"/>
                </a:lnTo>
                <a:lnTo>
                  <a:pt x="430353" y="212107"/>
                </a:lnTo>
                <a:lnTo>
                  <a:pt x="430433" y="212062"/>
                </a:lnTo>
                <a:lnTo>
                  <a:pt x="430558" y="212017"/>
                </a:lnTo>
                <a:lnTo>
                  <a:pt x="430680" y="211994"/>
                </a:lnTo>
                <a:lnTo>
                  <a:pt x="430761" y="211949"/>
                </a:lnTo>
                <a:lnTo>
                  <a:pt x="430895" y="211904"/>
                </a:lnTo>
                <a:lnTo>
                  <a:pt x="431017" y="211882"/>
                </a:lnTo>
                <a:lnTo>
                  <a:pt x="431097" y="211837"/>
                </a:lnTo>
                <a:lnTo>
                  <a:pt x="431222" y="211792"/>
                </a:lnTo>
                <a:lnTo>
                  <a:pt x="431344" y="211746"/>
                </a:lnTo>
                <a:lnTo>
                  <a:pt x="431425" y="211701"/>
                </a:lnTo>
                <a:lnTo>
                  <a:pt x="431547" y="211679"/>
                </a:lnTo>
                <a:lnTo>
                  <a:pt x="431672" y="211634"/>
                </a:lnTo>
                <a:lnTo>
                  <a:pt x="431752" y="211589"/>
                </a:lnTo>
                <a:lnTo>
                  <a:pt x="431874" y="211566"/>
                </a:lnTo>
                <a:lnTo>
                  <a:pt x="431996" y="211521"/>
                </a:lnTo>
                <a:lnTo>
                  <a:pt x="432080" y="211476"/>
                </a:lnTo>
                <a:lnTo>
                  <a:pt x="432211" y="211454"/>
                </a:lnTo>
                <a:lnTo>
                  <a:pt x="432336" y="211408"/>
                </a:lnTo>
                <a:lnTo>
                  <a:pt x="432416" y="211363"/>
                </a:lnTo>
                <a:lnTo>
                  <a:pt x="432538" y="211341"/>
                </a:lnTo>
                <a:lnTo>
                  <a:pt x="432660" y="211296"/>
                </a:lnTo>
                <a:lnTo>
                  <a:pt x="432785" y="211251"/>
                </a:lnTo>
                <a:lnTo>
                  <a:pt x="432866" y="211228"/>
                </a:lnTo>
                <a:lnTo>
                  <a:pt x="432988" y="211183"/>
                </a:lnTo>
                <a:lnTo>
                  <a:pt x="433110" y="211138"/>
                </a:lnTo>
                <a:lnTo>
                  <a:pt x="433193" y="211115"/>
                </a:lnTo>
                <a:lnTo>
                  <a:pt x="433315" y="211070"/>
                </a:lnTo>
                <a:lnTo>
                  <a:pt x="433437" y="211025"/>
                </a:lnTo>
                <a:lnTo>
                  <a:pt x="433521" y="211003"/>
                </a:lnTo>
                <a:lnTo>
                  <a:pt x="433643" y="210958"/>
                </a:lnTo>
                <a:lnTo>
                  <a:pt x="433765" y="210935"/>
                </a:lnTo>
                <a:lnTo>
                  <a:pt x="433857" y="210890"/>
                </a:lnTo>
                <a:lnTo>
                  <a:pt x="433979" y="210845"/>
                </a:lnTo>
                <a:lnTo>
                  <a:pt x="434101" y="210823"/>
                </a:lnTo>
                <a:lnTo>
                  <a:pt x="434185" y="210777"/>
                </a:lnTo>
                <a:lnTo>
                  <a:pt x="434307" y="210732"/>
                </a:lnTo>
                <a:lnTo>
                  <a:pt x="434429" y="210710"/>
                </a:lnTo>
                <a:lnTo>
                  <a:pt x="434512" y="210665"/>
                </a:lnTo>
                <a:lnTo>
                  <a:pt x="434634" y="210620"/>
                </a:lnTo>
                <a:lnTo>
                  <a:pt x="434756" y="210597"/>
                </a:lnTo>
                <a:lnTo>
                  <a:pt x="434837" y="210575"/>
                </a:lnTo>
                <a:lnTo>
                  <a:pt x="434962" y="210530"/>
                </a:lnTo>
                <a:lnTo>
                  <a:pt x="435084" y="210484"/>
                </a:lnTo>
                <a:lnTo>
                  <a:pt x="435206" y="210462"/>
                </a:lnTo>
                <a:lnTo>
                  <a:pt x="435298" y="210417"/>
                </a:lnTo>
                <a:lnTo>
                  <a:pt x="435420" y="210372"/>
                </a:lnTo>
                <a:lnTo>
                  <a:pt x="435542" y="210349"/>
                </a:lnTo>
                <a:lnTo>
                  <a:pt x="435625" y="210304"/>
                </a:lnTo>
                <a:lnTo>
                  <a:pt x="435748" y="210282"/>
                </a:lnTo>
                <a:lnTo>
                  <a:pt x="435870" y="210237"/>
                </a:lnTo>
                <a:lnTo>
                  <a:pt x="435950" y="210214"/>
                </a:lnTo>
                <a:lnTo>
                  <a:pt x="436075" y="210169"/>
                </a:lnTo>
                <a:lnTo>
                  <a:pt x="436197" y="210146"/>
                </a:lnTo>
                <a:lnTo>
                  <a:pt x="436277" y="210101"/>
                </a:lnTo>
                <a:lnTo>
                  <a:pt x="436400" y="210056"/>
                </a:lnTo>
                <a:lnTo>
                  <a:pt x="436525" y="210034"/>
                </a:lnTo>
                <a:lnTo>
                  <a:pt x="436605" y="209989"/>
                </a:lnTo>
                <a:lnTo>
                  <a:pt x="436727" y="209944"/>
                </a:lnTo>
                <a:lnTo>
                  <a:pt x="436849" y="209921"/>
                </a:lnTo>
                <a:lnTo>
                  <a:pt x="436941" y="209876"/>
                </a:lnTo>
                <a:lnTo>
                  <a:pt x="437063" y="209831"/>
                </a:lnTo>
                <a:lnTo>
                  <a:pt x="437189" y="209808"/>
                </a:lnTo>
                <a:lnTo>
                  <a:pt x="437269" y="209786"/>
                </a:lnTo>
                <a:lnTo>
                  <a:pt x="437391" y="209741"/>
                </a:lnTo>
                <a:lnTo>
                  <a:pt x="437513" y="209718"/>
                </a:lnTo>
                <a:lnTo>
                  <a:pt x="437596" y="209673"/>
                </a:lnTo>
                <a:lnTo>
                  <a:pt x="437718" y="209628"/>
                </a:lnTo>
                <a:lnTo>
                  <a:pt x="437841" y="209606"/>
                </a:lnTo>
                <a:lnTo>
                  <a:pt x="437963" y="209560"/>
                </a:lnTo>
                <a:lnTo>
                  <a:pt x="438046" y="209538"/>
                </a:lnTo>
                <a:lnTo>
                  <a:pt x="438168" y="209493"/>
                </a:lnTo>
                <a:lnTo>
                  <a:pt x="438302" y="209470"/>
                </a:lnTo>
                <a:lnTo>
                  <a:pt x="438373" y="209425"/>
                </a:lnTo>
                <a:lnTo>
                  <a:pt x="438504" y="209380"/>
                </a:lnTo>
                <a:lnTo>
                  <a:pt x="438626" y="209358"/>
                </a:lnTo>
                <a:lnTo>
                  <a:pt x="438710" y="209313"/>
                </a:lnTo>
                <a:lnTo>
                  <a:pt x="438832" y="209290"/>
                </a:lnTo>
                <a:lnTo>
                  <a:pt x="438954" y="209268"/>
                </a:lnTo>
                <a:lnTo>
                  <a:pt x="439037" y="209222"/>
                </a:lnTo>
                <a:lnTo>
                  <a:pt x="439159" y="209177"/>
                </a:lnTo>
                <a:lnTo>
                  <a:pt x="439281" y="209155"/>
                </a:lnTo>
                <a:lnTo>
                  <a:pt x="439365" y="209110"/>
                </a:lnTo>
                <a:lnTo>
                  <a:pt x="439487" y="209065"/>
                </a:lnTo>
                <a:lnTo>
                  <a:pt x="439609" y="209042"/>
                </a:lnTo>
                <a:lnTo>
                  <a:pt x="439689" y="208997"/>
                </a:lnTo>
                <a:lnTo>
                  <a:pt x="439823" y="208952"/>
                </a:lnTo>
                <a:lnTo>
                  <a:pt x="439945" y="208929"/>
                </a:lnTo>
                <a:lnTo>
                  <a:pt x="440029" y="208884"/>
                </a:lnTo>
                <a:lnTo>
                  <a:pt x="440151" y="208839"/>
                </a:lnTo>
                <a:lnTo>
                  <a:pt x="440273" y="208817"/>
                </a:lnTo>
                <a:lnTo>
                  <a:pt x="440395" y="208772"/>
                </a:lnTo>
                <a:lnTo>
                  <a:pt x="440478" y="208727"/>
                </a:lnTo>
                <a:lnTo>
                  <a:pt x="440600" y="208704"/>
                </a:lnTo>
                <a:lnTo>
                  <a:pt x="440722" y="208659"/>
                </a:lnTo>
                <a:lnTo>
                  <a:pt x="440803" y="208637"/>
                </a:lnTo>
                <a:lnTo>
                  <a:pt x="440928" y="208591"/>
                </a:lnTo>
                <a:lnTo>
                  <a:pt x="441050" y="208546"/>
                </a:lnTo>
                <a:lnTo>
                  <a:pt x="441142" y="208501"/>
                </a:lnTo>
                <a:lnTo>
                  <a:pt x="441264" y="208456"/>
                </a:lnTo>
                <a:lnTo>
                  <a:pt x="441386" y="208411"/>
                </a:lnTo>
                <a:lnTo>
                  <a:pt x="441467" y="208389"/>
                </a:lnTo>
                <a:lnTo>
                  <a:pt x="441592" y="208344"/>
                </a:lnTo>
                <a:lnTo>
                  <a:pt x="441714" y="208298"/>
                </a:lnTo>
                <a:lnTo>
                  <a:pt x="441794" y="208253"/>
                </a:lnTo>
                <a:lnTo>
                  <a:pt x="441916" y="208208"/>
                </a:lnTo>
                <a:lnTo>
                  <a:pt x="442041" y="208186"/>
                </a:lnTo>
                <a:lnTo>
                  <a:pt x="442122" y="208141"/>
                </a:lnTo>
                <a:lnTo>
                  <a:pt x="442244" y="208096"/>
                </a:lnTo>
                <a:lnTo>
                  <a:pt x="442366" y="208051"/>
                </a:lnTo>
                <a:lnTo>
                  <a:pt x="442449" y="208006"/>
                </a:lnTo>
                <a:lnTo>
                  <a:pt x="442571" y="207960"/>
                </a:lnTo>
                <a:lnTo>
                  <a:pt x="442693" y="207938"/>
                </a:lnTo>
                <a:lnTo>
                  <a:pt x="442827" y="207893"/>
                </a:lnTo>
                <a:lnTo>
                  <a:pt x="442908" y="207848"/>
                </a:lnTo>
                <a:lnTo>
                  <a:pt x="443030" y="207803"/>
                </a:lnTo>
                <a:lnTo>
                  <a:pt x="443155" y="207758"/>
                </a:lnTo>
                <a:lnTo>
                  <a:pt x="443235" y="207735"/>
                </a:lnTo>
                <a:lnTo>
                  <a:pt x="443357" y="207667"/>
                </a:lnTo>
                <a:lnTo>
                  <a:pt x="443479" y="207645"/>
                </a:lnTo>
                <a:lnTo>
                  <a:pt x="443563" y="207600"/>
                </a:lnTo>
                <a:lnTo>
                  <a:pt x="443685" y="207555"/>
                </a:lnTo>
                <a:lnTo>
                  <a:pt x="443807" y="207510"/>
                </a:lnTo>
                <a:lnTo>
                  <a:pt x="443890" y="207465"/>
                </a:lnTo>
                <a:lnTo>
                  <a:pt x="444012" y="207420"/>
                </a:lnTo>
                <a:lnTo>
                  <a:pt x="444134" y="207375"/>
                </a:lnTo>
                <a:lnTo>
                  <a:pt x="444227" y="207329"/>
                </a:lnTo>
                <a:lnTo>
                  <a:pt x="444349" y="207307"/>
                </a:lnTo>
                <a:lnTo>
                  <a:pt x="444471" y="207262"/>
                </a:lnTo>
                <a:lnTo>
                  <a:pt x="444554" y="207217"/>
                </a:lnTo>
                <a:lnTo>
                  <a:pt x="444676" y="207172"/>
                </a:lnTo>
                <a:lnTo>
                  <a:pt x="444798" y="207127"/>
                </a:lnTo>
                <a:lnTo>
                  <a:pt x="444882" y="207082"/>
                </a:lnTo>
                <a:lnTo>
                  <a:pt x="445004" y="207059"/>
                </a:lnTo>
                <a:lnTo>
                  <a:pt x="445126" y="207014"/>
                </a:lnTo>
                <a:lnTo>
                  <a:pt x="445248" y="206969"/>
                </a:lnTo>
                <a:lnTo>
                  <a:pt x="445331" y="206924"/>
                </a:lnTo>
                <a:lnTo>
                  <a:pt x="445453" y="206879"/>
                </a:lnTo>
                <a:lnTo>
                  <a:pt x="445575" y="206856"/>
                </a:lnTo>
                <a:lnTo>
                  <a:pt x="445656" y="206789"/>
                </a:lnTo>
                <a:lnTo>
                  <a:pt x="445781" y="206766"/>
                </a:lnTo>
                <a:lnTo>
                  <a:pt x="445912" y="206721"/>
                </a:lnTo>
                <a:lnTo>
                  <a:pt x="445995" y="206676"/>
                </a:lnTo>
                <a:lnTo>
                  <a:pt x="446117" y="206631"/>
                </a:lnTo>
                <a:lnTo>
                  <a:pt x="446239" y="206586"/>
                </a:lnTo>
                <a:lnTo>
                  <a:pt x="446319" y="206541"/>
                </a:lnTo>
                <a:lnTo>
                  <a:pt x="446445" y="206518"/>
                </a:lnTo>
                <a:lnTo>
                  <a:pt x="446567" y="206473"/>
                </a:lnTo>
                <a:lnTo>
                  <a:pt x="446647" y="206428"/>
                </a:lnTo>
                <a:lnTo>
                  <a:pt x="446769" y="206383"/>
                </a:lnTo>
                <a:lnTo>
                  <a:pt x="446894" y="206338"/>
                </a:lnTo>
                <a:lnTo>
                  <a:pt x="446974" y="206315"/>
                </a:lnTo>
                <a:lnTo>
                  <a:pt x="447097" y="206248"/>
                </a:lnTo>
                <a:lnTo>
                  <a:pt x="447230" y="206225"/>
                </a:lnTo>
                <a:lnTo>
                  <a:pt x="447311" y="206180"/>
                </a:lnTo>
                <a:lnTo>
                  <a:pt x="447433" y="206135"/>
                </a:lnTo>
                <a:lnTo>
                  <a:pt x="447558" y="206090"/>
                </a:lnTo>
                <a:lnTo>
                  <a:pt x="447680" y="206067"/>
                </a:lnTo>
                <a:lnTo>
                  <a:pt x="447760" y="206022"/>
                </a:lnTo>
                <a:lnTo>
                  <a:pt x="447882" y="205977"/>
                </a:lnTo>
                <a:lnTo>
                  <a:pt x="448008" y="205932"/>
                </a:lnTo>
                <a:lnTo>
                  <a:pt x="448088" y="205887"/>
                </a:lnTo>
                <a:lnTo>
                  <a:pt x="448210" y="205865"/>
                </a:lnTo>
                <a:lnTo>
                  <a:pt x="448332" y="205820"/>
                </a:lnTo>
                <a:lnTo>
                  <a:pt x="448415" y="205774"/>
                </a:lnTo>
                <a:lnTo>
                  <a:pt x="448546" y="205752"/>
                </a:lnTo>
                <a:lnTo>
                  <a:pt x="448671" y="205707"/>
                </a:lnTo>
                <a:lnTo>
                  <a:pt x="448743" y="205662"/>
                </a:lnTo>
                <a:lnTo>
                  <a:pt x="448874" y="205639"/>
                </a:lnTo>
                <a:lnTo>
                  <a:pt x="448996" y="205594"/>
                </a:lnTo>
                <a:lnTo>
                  <a:pt x="449079" y="205549"/>
                </a:lnTo>
                <a:lnTo>
                  <a:pt x="449201" y="205504"/>
                </a:lnTo>
                <a:lnTo>
                  <a:pt x="449323" y="205482"/>
                </a:lnTo>
                <a:lnTo>
                  <a:pt x="449407" y="205436"/>
                </a:lnTo>
                <a:lnTo>
                  <a:pt x="449529" y="205391"/>
                </a:lnTo>
                <a:lnTo>
                  <a:pt x="449651" y="205369"/>
                </a:lnTo>
                <a:lnTo>
                  <a:pt x="449734" y="205324"/>
                </a:lnTo>
                <a:lnTo>
                  <a:pt x="449856" y="205301"/>
                </a:lnTo>
                <a:lnTo>
                  <a:pt x="449978" y="205256"/>
                </a:lnTo>
                <a:lnTo>
                  <a:pt x="450112" y="205234"/>
                </a:lnTo>
                <a:lnTo>
                  <a:pt x="450193" y="205189"/>
                </a:lnTo>
                <a:lnTo>
                  <a:pt x="450315" y="205143"/>
                </a:lnTo>
                <a:lnTo>
                  <a:pt x="450437" y="205121"/>
                </a:lnTo>
                <a:lnTo>
                  <a:pt x="450520" y="205076"/>
                </a:lnTo>
                <a:lnTo>
                  <a:pt x="450642" y="205053"/>
                </a:lnTo>
                <a:lnTo>
                  <a:pt x="450764" y="205008"/>
                </a:lnTo>
                <a:lnTo>
                  <a:pt x="450848" y="204986"/>
                </a:lnTo>
                <a:lnTo>
                  <a:pt x="450970" y="204941"/>
                </a:lnTo>
                <a:lnTo>
                  <a:pt x="451092" y="204918"/>
                </a:lnTo>
                <a:lnTo>
                  <a:pt x="451172" y="204873"/>
                </a:lnTo>
                <a:lnTo>
                  <a:pt x="451297" y="204828"/>
                </a:lnTo>
                <a:lnTo>
                  <a:pt x="451419" y="204805"/>
                </a:lnTo>
                <a:lnTo>
                  <a:pt x="451500" y="204783"/>
                </a:lnTo>
                <a:lnTo>
                  <a:pt x="451634" y="204738"/>
                </a:lnTo>
                <a:lnTo>
                  <a:pt x="451756" y="204693"/>
                </a:lnTo>
                <a:lnTo>
                  <a:pt x="451836" y="204670"/>
                </a:lnTo>
                <a:lnTo>
                  <a:pt x="451961" y="204625"/>
                </a:lnTo>
                <a:lnTo>
                  <a:pt x="452083" y="204603"/>
                </a:lnTo>
                <a:lnTo>
                  <a:pt x="452164" y="204558"/>
                </a:lnTo>
                <a:lnTo>
                  <a:pt x="452286" y="204535"/>
                </a:lnTo>
                <a:lnTo>
                  <a:pt x="452411" y="204490"/>
                </a:lnTo>
                <a:lnTo>
                  <a:pt x="452533" y="204467"/>
                </a:lnTo>
                <a:lnTo>
                  <a:pt x="452613" y="204422"/>
                </a:lnTo>
                <a:lnTo>
                  <a:pt x="452735" y="204377"/>
                </a:lnTo>
                <a:lnTo>
                  <a:pt x="452860" y="204355"/>
                </a:lnTo>
                <a:lnTo>
                  <a:pt x="452941" y="204310"/>
                </a:lnTo>
                <a:lnTo>
                  <a:pt x="453063" y="204287"/>
                </a:lnTo>
                <a:lnTo>
                  <a:pt x="453197" y="204242"/>
                </a:lnTo>
                <a:lnTo>
                  <a:pt x="453277" y="204220"/>
                </a:lnTo>
                <a:lnTo>
                  <a:pt x="453399" y="204174"/>
                </a:lnTo>
                <a:lnTo>
                  <a:pt x="453524" y="204129"/>
                </a:lnTo>
                <a:lnTo>
                  <a:pt x="453605" y="204107"/>
                </a:lnTo>
                <a:lnTo>
                  <a:pt x="453727" y="204062"/>
                </a:lnTo>
                <a:lnTo>
                  <a:pt x="453849" y="204039"/>
                </a:lnTo>
                <a:lnTo>
                  <a:pt x="453932" y="204017"/>
                </a:lnTo>
                <a:lnTo>
                  <a:pt x="454054" y="203972"/>
                </a:lnTo>
                <a:lnTo>
                  <a:pt x="454176" y="203927"/>
                </a:lnTo>
                <a:lnTo>
                  <a:pt x="454260" y="203904"/>
                </a:lnTo>
                <a:lnTo>
                  <a:pt x="454382" y="203859"/>
                </a:lnTo>
                <a:lnTo>
                  <a:pt x="454504" y="203814"/>
                </a:lnTo>
                <a:lnTo>
                  <a:pt x="454596" y="203791"/>
                </a:lnTo>
                <a:lnTo>
                  <a:pt x="454718" y="203746"/>
                </a:lnTo>
                <a:lnTo>
                  <a:pt x="454840" y="203724"/>
                </a:lnTo>
                <a:lnTo>
                  <a:pt x="454965" y="203679"/>
                </a:lnTo>
                <a:lnTo>
                  <a:pt x="455046" y="203634"/>
                </a:lnTo>
                <a:lnTo>
                  <a:pt x="455168" y="203611"/>
                </a:lnTo>
                <a:lnTo>
                  <a:pt x="455290" y="203566"/>
                </a:lnTo>
                <a:lnTo>
                  <a:pt x="455373" y="203521"/>
                </a:lnTo>
                <a:lnTo>
                  <a:pt x="455495" y="203498"/>
                </a:lnTo>
                <a:lnTo>
                  <a:pt x="455617" y="203476"/>
                </a:lnTo>
                <a:lnTo>
                  <a:pt x="455701" y="203431"/>
                </a:lnTo>
                <a:lnTo>
                  <a:pt x="455823" y="203386"/>
                </a:lnTo>
                <a:lnTo>
                  <a:pt x="455954" y="203363"/>
                </a:lnTo>
                <a:lnTo>
                  <a:pt x="456025" y="203318"/>
                </a:lnTo>
                <a:lnTo>
                  <a:pt x="456150" y="203273"/>
                </a:lnTo>
                <a:lnTo>
                  <a:pt x="456281" y="203250"/>
                </a:lnTo>
                <a:lnTo>
                  <a:pt x="456364" y="203205"/>
                </a:lnTo>
                <a:lnTo>
                  <a:pt x="456487" y="203160"/>
                </a:lnTo>
                <a:lnTo>
                  <a:pt x="456609" y="203138"/>
                </a:lnTo>
                <a:lnTo>
                  <a:pt x="456689" y="203093"/>
                </a:lnTo>
                <a:lnTo>
                  <a:pt x="456814" y="203048"/>
                </a:lnTo>
                <a:lnTo>
                  <a:pt x="456936" y="203025"/>
                </a:lnTo>
                <a:lnTo>
                  <a:pt x="457016" y="202980"/>
                </a:lnTo>
                <a:lnTo>
                  <a:pt x="457139" y="202935"/>
                </a:lnTo>
                <a:lnTo>
                  <a:pt x="457264" y="202912"/>
                </a:lnTo>
                <a:lnTo>
                  <a:pt x="457344" y="202867"/>
                </a:lnTo>
                <a:lnTo>
                  <a:pt x="457478" y="202822"/>
                </a:lnTo>
                <a:lnTo>
                  <a:pt x="457600" y="202800"/>
                </a:lnTo>
                <a:lnTo>
                  <a:pt x="457722" y="202755"/>
                </a:lnTo>
                <a:lnTo>
                  <a:pt x="457802" y="202710"/>
                </a:lnTo>
                <a:lnTo>
                  <a:pt x="457927" y="202687"/>
                </a:lnTo>
                <a:lnTo>
                  <a:pt x="458050" y="202642"/>
                </a:lnTo>
                <a:lnTo>
                  <a:pt x="458130" y="202619"/>
                </a:lnTo>
                <a:lnTo>
                  <a:pt x="458252" y="202597"/>
                </a:lnTo>
                <a:lnTo>
                  <a:pt x="458377" y="202552"/>
                </a:lnTo>
                <a:lnTo>
                  <a:pt x="458457" y="202507"/>
                </a:lnTo>
                <a:lnTo>
                  <a:pt x="458579" y="202484"/>
                </a:lnTo>
                <a:lnTo>
                  <a:pt x="458702" y="202439"/>
                </a:lnTo>
                <a:lnTo>
                  <a:pt x="458785" y="202394"/>
                </a:lnTo>
                <a:lnTo>
                  <a:pt x="458919" y="202372"/>
                </a:lnTo>
                <a:lnTo>
                  <a:pt x="459041" y="202327"/>
                </a:lnTo>
                <a:lnTo>
                  <a:pt x="459121" y="202304"/>
                </a:lnTo>
                <a:lnTo>
                  <a:pt x="459243" y="202259"/>
                </a:lnTo>
                <a:lnTo>
                  <a:pt x="459368" y="202236"/>
                </a:lnTo>
                <a:lnTo>
                  <a:pt x="459449" y="202191"/>
                </a:lnTo>
                <a:lnTo>
                  <a:pt x="459571" y="202169"/>
                </a:lnTo>
                <a:lnTo>
                  <a:pt x="459693" y="202124"/>
                </a:lnTo>
                <a:lnTo>
                  <a:pt x="459776" y="202101"/>
                </a:lnTo>
                <a:lnTo>
                  <a:pt x="459898" y="202056"/>
                </a:lnTo>
                <a:lnTo>
                  <a:pt x="460020" y="202034"/>
                </a:lnTo>
                <a:lnTo>
                  <a:pt x="460142" y="201988"/>
                </a:lnTo>
                <a:lnTo>
                  <a:pt x="460226" y="201943"/>
                </a:lnTo>
                <a:lnTo>
                  <a:pt x="460348" y="201921"/>
                </a:lnTo>
                <a:lnTo>
                  <a:pt x="460470" y="201876"/>
                </a:lnTo>
                <a:lnTo>
                  <a:pt x="460562" y="201853"/>
                </a:lnTo>
                <a:lnTo>
                  <a:pt x="460684" y="201831"/>
                </a:lnTo>
                <a:lnTo>
                  <a:pt x="460806" y="201786"/>
                </a:lnTo>
                <a:lnTo>
                  <a:pt x="460890" y="201741"/>
                </a:lnTo>
                <a:lnTo>
                  <a:pt x="461012" y="201718"/>
                </a:lnTo>
                <a:lnTo>
                  <a:pt x="461134" y="201673"/>
                </a:lnTo>
                <a:lnTo>
                  <a:pt x="461217" y="201628"/>
                </a:lnTo>
                <a:lnTo>
                  <a:pt x="461339" y="201605"/>
                </a:lnTo>
                <a:lnTo>
                  <a:pt x="461461" y="201560"/>
                </a:lnTo>
                <a:lnTo>
                  <a:pt x="461542" y="201538"/>
                </a:lnTo>
                <a:lnTo>
                  <a:pt x="461667" y="201493"/>
                </a:lnTo>
                <a:lnTo>
                  <a:pt x="461789" y="201470"/>
                </a:lnTo>
                <a:lnTo>
                  <a:pt x="461869" y="201425"/>
                </a:lnTo>
                <a:lnTo>
                  <a:pt x="461991" y="201403"/>
                </a:lnTo>
                <a:lnTo>
                  <a:pt x="462125" y="201357"/>
                </a:lnTo>
                <a:lnTo>
                  <a:pt x="462206" y="201335"/>
                </a:lnTo>
                <a:lnTo>
                  <a:pt x="462331" y="201290"/>
                </a:lnTo>
                <a:lnTo>
                  <a:pt x="462453" y="201267"/>
                </a:lnTo>
                <a:lnTo>
                  <a:pt x="462575" y="201222"/>
                </a:lnTo>
                <a:lnTo>
                  <a:pt x="462655" y="201177"/>
                </a:lnTo>
                <a:lnTo>
                  <a:pt x="462780" y="201155"/>
                </a:lnTo>
                <a:lnTo>
                  <a:pt x="462902" y="201110"/>
                </a:lnTo>
                <a:lnTo>
                  <a:pt x="462983" y="201087"/>
                </a:lnTo>
                <a:lnTo>
                  <a:pt x="463105" y="201064"/>
                </a:lnTo>
                <a:lnTo>
                  <a:pt x="463230" y="201019"/>
                </a:lnTo>
                <a:lnTo>
                  <a:pt x="463310" y="200974"/>
                </a:lnTo>
                <a:lnTo>
                  <a:pt x="463432" y="200952"/>
                </a:lnTo>
                <a:lnTo>
                  <a:pt x="463566" y="200907"/>
                </a:lnTo>
                <a:lnTo>
                  <a:pt x="463647" y="200884"/>
                </a:lnTo>
                <a:lnTo>
                  <a:pt x="463769" y="200862"/>
                </a:lnTo>
                <a:lnTo>
                  <a:pt x="463894" y="200817"/>
                </a:lnTo>
                <a:lnTo>
                  <a:pt x="463974" y="200772"/>
                </a:lnTo>
                <a:lnTo>
                  <a:pt x="464096" y="200749"/>
                </a:lnTo>
                <a:lnTo>
                  <a:pt x="464218" y="200704"/>
                </a:lnTo>
                <a:lnTo>
                  <a:pt x="464302" y="200659"/>
                </a:lnTo>
                <a:lnTo>
                  <a:pt x="464424" y="200636"/>
                </a:lnTo>
                <a:lnTo>
                  <a:pt x="464546" y="200591"/>
                </a:lnTo>
                <a:lnTo>
                  <a:pt x="464629" y="200569"/>
                </a:lnTo>
                <a:lnTo>
                  <a:pt x="464751" y="200524"/>
                </a:lnTo>
                <a:lnTo>
                  <a:pt x="464885" y="200501"/>
                </a:lnTo>
                <a:lnTo>
                  <a:pt x="465007" y="200456"/>
                </a:lnTo>
                <a:lnTo>
                  <a:pt x="465088" y="200411"/>
                </a:lnTo>
                <a:lnTo>
                  <a:pt x="465210" y="200388"/>
                </a:lnTo>
                <a:lnTo>
                  <a:pt x="465335" y="200343"/>
                </a:lnTo>
                <a:lnTo>
                  <a:pt x="465415" y="200321"/>
                </a:lnTo>
                <a:lnTo>
                  <a:pt x="465537" y="200276"/>
                </a:lnTo>
                <a:lnTo>
                  <a:pt x="465659" y="200231"/>
                </a:lnTo>
                <a:lnTo>
                  <a:pt x="465743" y="200208"/>
                </a:lnTo>
                <a:lnTo>
                  <a:pt x="465865" y="200163"/>
                </a:lnTo>
                <a:lnTo>
                  <a:pt x="465987" y="200141"/>
                </a:lnTo>
                <a:lnTo>
                  <a:pt x="466070" y="200095"/>
                </a:lnTo>
                <a:lnTo>
                  <a:pt x="466201" y="200073"/>
                </a:lnTo>
                <a:lnTo>
                  <a:pt x="466323" y="200028"/>
                </a:lnTo>
                <a:lnTo>
                  <a:pt x="466406" y="199983"/>
                </a:lnTo>
                <a:lnTo>
                  <a:pt x="466529" y="199960"/>
                </a:lnTo>
                <a:lnTo>
                  <a:pt x="466651" y="199915"/>
                </a:lnTo>
                <a:lnTo>
                  <a:pt x="466734" y="199870"/>
                </a:lnTo>
                <a:lnTo>
                  <a:pt x="466856" y="199848"/>
                </a:lnTo>
                <a:lnTo>
                  <a:pt x="466978" y="199802"/>
                </a:lnTo>
                <a:lnTo>
                  <a:pt x="467058" y="199757"/>
                </a:lnTo>
                <a:lnTo>
                  <a:pt x="467183" y="199735"/>
                </a:lnTo>
                <a:lnTo>
                  <a:pt x="467306" y="199690"/>
                </a:lnTo>
                <a:lnTo>
                  <a:pt x="467428" y="199645"/>
                </a:lnTo>
                <a:lnTo>
                  <a:pt x="467508" y="199622"/>
                </a:lnTo>
                <a:lnTo>
                  <a:pt x="467633" y="199577"/>
                </a:lnTo>
                <a:lnTo>
                  <a:pt x="467755" y="199555"/>
                </a:lnTo>
                <a:lnTo>
                  <a:pt x="467847" y="199510"/>
                </a:lnTo>
                <a:lnTo>
                  <a:pt x="467969" y="199464"/>
                </a:lnTo>
                <a:lnTo>
                  <a:pt x="468092" y="199442"/>
                </a:lnTo>
                <a:lnTo>
                  <a:pt x="468172" y="199397"/>
                </a:lnTo>
                <a:lnTo>
                  <a:pt x="468297" y="199352"/>
                </a:lnTo>
                <a:lnTo>
                  <a:pt x="468419" y="199329"/>
                </a:lnTo>
                <a:lnTo>
                  <a:pt x="468499" y="199284"/>
                </a:lnTo>
                <a:lnTo>
                  <a:pt x="468621" y="199262"/>
                </a:lnTo>
                <a:lnTo>
                  <a:pt x="468746" y="199217"/>
                </a:lnTo>
                <a:lnTo>
                  <a:pt x="468827" y="199194"/>
                </a:lnTo>
                <a:lnTo>
                  <a:pt x="468949" y="199149"/>
                </a:lnTo>
                <a:lnTo>
                  <a:pt x="469071" y="199104"/>
                </a:lnTo>
                <a:lnTo>
                  <a:pt x="469154" y="199081"/>
                </a:lnTo>
                <a:lnTo>
                  <a:pt x="469276" y="199036"/>
                </a:lnTo>
                <a:lnTo>
                  <a:pt x="469410" y="199014"/>
                </a:lnTo>
                <a:lnTo>
                  <a:pt x="469491" y="198969"/>
                </a:lnTo>
                <a:lnTo>
                  <a:pt x="469613" y="198946"/>
                </a:lnTo>
                <a:lnTo>
                  <a:pt x="469738" y="198901"/>
                </a:lnTo>
                <a:lnTo>
                  <a:pt x="469860" y="198879"/>
                </a:lnTo>
                <a:lnTo>
                  <a:pt x="469940" y="198833"/>
                </a:lnTo>
                <a:lnTo>
                  <a:pt x="470062" y="198811"/>
                </a:lnTo>
                <a:lnTo>
                  <a:pt x="470187" y="198766"/>
                </a:lnTo>
                <a:lnTo>
                  <a:pt x="470268" y="198743"/>
                </a:lnTo>
                <a:lnTo>
                  <a:pt x="470390" y="198698"/>
                </a:lnTo>
                <a:lnTo>
                  <a:pt x="470512" y="198676"/>
                </a:lnTo>
                <a:lnTo>
                  <a:pt x="470595" y="198653"/>
                </a:lnTo>
                <a:lnTo>
                  <a:pt x="470717" y="198608"/>
                </a:lnTo>
                <a:lnTo>
                  <a:pt x="470839" y="198586"/>
                </a:lnTo>
                <a:lnTo>
                  <a:pt x="470932" y="198563"/>
                </a:lnTo>
                <a:lnTo>
                  <a:pt x="471054" y="198518"/>
                </a:lnTo>
                <a:lnTo>
                  <a:pt x="471176" y="198495"/>
                </a:lnTo>
                <a:lnTo>
                  <a:pt x="471259" y="198450"/>
                </a:lnTo>
                <a:lnTo>
                  <a:pt x="471381" y="198428"/>
                </a:lnTo>
                <a:lnTo>
                  <a:pt x="471503" y="198405"/>
                </a:lnTo>
                <a:lnTo>
                  <a:pt x="471587" y="198360"/>
                </a:lnTo>
                <a:lnTo>
                  <a:pt x="471709" y="198338"/>
                </a:lnTo>
                <a:lnTo>
                  <a:pt x="471831" y="198315"/>
                </a:lnTo>
                <a:lnTo>
                  <a:pt x="471911" y="198293"/>
                </a:lnTo>
                <a:lnTo>
                  <a:pt x="472036" y="198248"/>
                </a:lnTo>
                <a:lnTo>
                  <a:pt x="472158" y="198225"/>
                </a:lnTo>
                <a:lnTo>
                  <a:pt x="472289" y="198202"/>
                </a:lnTo>
                <a:lnTo>
                  <a:pt x="472373" y="198157"/>
                </a:lnTo>
                <a:lnTo>
                  <a:pt x="472495" y="198135"/>
                </a:lnTo>
                <a:lnTo>
                  <a:pt x="472617" y="198112"/>
                </a:lnTo>
                <a:lnTo>
                  <a:pt x="472700" y="198090"/>
                </a:lnTo>
                <a:lnTo>
                  <a:pt x="472822" y="198067"/>
                </a:lnTo>
                <a:lnTo>
                  <a:pt x="472944" y="198045"/>
                </a:lnTo>
                <a:lnTo>
                  <a:pt x="473028" y="198000"/>
                </a:lnTo>
                <a:lnTo>
                  <a:pt x="473150" y="197977"/>
                </a:lnTo>
                <a:lnTo>
                  <a:pt x="473272" y="197955"/>
                </a:lnTo>
                <a:lnTo>
                  <a:pt x="473352" y="197932"/>
                </a:lnTo>
                <a:lnTo>
                  <a:pt x="473474" y="197909"/>
                </a:lnTo>
                <a:lnTo>
                  <a:pt x="473599" y="197887"/>
                </a:lnTo>
                <a:lnTo>
                  <a:pt x="473680" y="197864"/>
                </a:lnTo>
                <a:lnTo>
                  <a:pt x="473802" y="197842"/>
                </a:lnTo>
                <a:lnTo>
                  <a:pt x="473936" y="197797"/>
                </a:lnTo>
                <a:lnTo>
                  <a:pt x="474016" y="197797"/>
                </a:lnTo>
                <a:lnTo>
                  <a:pt x="474141" y="197774"/>
                </a:lnTo>
                <a:lnTo>
                  <a:pt x="474263" y="197729"/>
                </a:lnTo>
                <a:lnTo>
                  <a:pt x="474344" y="197707"/>
                </a:lnTo>
                <a:lnTo>
                  <a:pt x="474466" y="197684"/>
                </a:lnTo>
                <a:lnTo>
                  <a:pt x="474591" y="197684"/>
                </a:lnTo>
                <a:lnTo>
                  <a:pt x="474671" y="197639"/>
                </a:lnTo>
                <a:lnTo>
                  <a:pt x="474793" y="197617"/>
                </a:lnTo>
                <a:lnTo>
                  <a:pt x="474915" y="197594"/>
                </a:lnTo>
                <a:lnTo>
                  <a:pt x="475037" y="197571"/>
                </a:lnTo>
                <a:lnTo>
                  <a:pt x="475130" y="197549"/>
                </a:lnTo>
                <a:lnTo>
                  <a:pt x="475255" y="197526"/>
                </a:lnTo>
                <a:lnTo>
                  <a:pt x="475377" y="197504"/>
                </a:lnTo>
                <a:lnTo>
                  <a:pt x="475457" y="197481"/>
                </a:lnTo>
                <a:lnTo>
                  <a:pt x="475579" y="197459"/>
                </a:lnTo>
                <a:lnTo>
                  <a:pt x="475704" y="197436"/>
                </a:lnTo>
                <a:lnTo>
                  <a:pt x="475785" y="197414"/>
                </a:lnTo>
                <a:lnTo>
                  <a:pt x="475907" y="197391"/>
                </a:lnTo>
                <a:lnTo>
                  <a:pt x="476029" y="197369"/>
                </a:lnTo>
                <a:lnTo>
                  <a:pt x="476112" y="197346"/>
                </a:lnTo>
                <a:lnTo>
                  <a:pt x="476234" y="197324"/>
                </a:lnTo>
                <a:lnTo>
                  <a:pt x="476356" y="197301"/>
                </a:lnTo>
                <a:lnTo>
                  <a:pt x="476440" y="197278"/>
                </a:lnTo>
                <a:lnTo>
                  <a:pt x="476562" y="197278"/>
                </a:lnTo>
                <a:lnTo>
                  <a:pt x="476684" y="197256"/>
                </a:lnTo>
                <a:lnTo>
                  <a:pt x="476776" y="197233"/>
                </a:lnTo>
                <a:lnTo>
                  <a:pt x="476898" y="197211"/>
                </a:lnTo>
                <a:lnTo>
                  <a:pt x="477020" y="197188"/>
                </a:lnTo>
                <a:lnTo>
                  <a:pt x="477103" y="197166"/>
                </a:lnTo>
                <a:lnTo>
                  <a:pt x="477225" y="197166"/>
                </a:lnTo>
                <a:lnTo>
                  <a:pt x="477348" y="197143"/>
                </a:lnTo>
                <a:lnTo>
                  <a:pt x="477470" y="197121"/>
                </a:lnTo>
                <a:lnTo>
                  <a:pt x="477553" y="197121"/>
                </a:lnTo>
                <a:lnTo>
                  <a:pt x="477675" y="197098"/>
                </a:lnTo>
                <a:lnTo>
                  <a:pt x="477797" y="197076"/>
                </a:lnTo>
                <a:lnTo>
                  <a:pt x="477877" y="197076"/>
                </a:lnTo>
                <a:lnTo>
                  <a:pt x="478003" y="197053"/>
                </a:lnTo>
                <a:lnTo>
                  <a:pt x="478125" y="197031"/>
                </a:lnTo>
                <a:lnTo>
                  <a:pt x="478217" y="197031"/>
                </a:lnTo>
                <a:lnTo>
                  <a:pt x="478339" y="197008"/>
                </a:lnTo>
                <a:lnTo>
                  <a:pt x="478461" y="197008"/>
                </a:lnTo>
                <a:lnTo>
                  <a:pt x="478544" y="196986"/>
                </a:lnTo>
                <a:lnTo>
                  <a:pt x="478666" y="196986"/>
                </a:lnTo>
                <a:lnTo>
                  <a:pt x="478788" y="196963"/>
                </a:lnTo>
                <a:lnTo>
                  <a:pt x="478869" y="196963"/>
                </a:lnTo>
                <a:lnTo>
                  <a:pt x="478994" y="196940"/>
                </a:lnTo>
                <a:lnTo>
                  <a:pt x="479116" y="196940"/>
                </a:lnTo>
                <a:lnTo>
                  <a:pt x="479196" y="196918"/>
                </a:lnTo>
                <a:lnTo>
                  <a:pt x="479318" y="196918"/>
                </a:lnTo>
                <a:lnTo>
                  <a:pt x="479443" y="196918"/>
                </a:lnTo>
                <a:lnTo>
                  <a:pt x="479524" y="196918"/>
                </a:lnTo>
                <a:lnTo>
                  <a:pt x="479646" y="196895"/>
                </a:lnTo>
                <a:lnTo>
                  <a:pt x="479768" y="196895"/>
                </a:lnTo>
                <a:lnTo>
                  <a:pt x="479902" y="196895"/>
                </a:lnTo>
                <a:lnTo>
                  <a:pt x="479982" y="196895"/>
                </a:lnTo>
                <a:lnTo>
                  <a:pt x="480107" y="196873"/>
                </a:lnTo>
                <a:lnTo>
                  <a:pt x="480229" y="196873"/>
                </a:lnTo>
                <a:lnTo>
                  <a:pt x="480310" y="196873"/>
                </a:lnTo>
                <a:lnTo>
                  <a:pt x="480432" y="196873"/>
                </a:lnTo>
                <a:lnTo>
                  <a:pt x="480557" y="196873"/>
                </a:lnTo>
                <a:lnTo>
                  <a:pt x="480637" y="196873"/>
                </a:lnTo>
                <a:lnTo>
                  <a:pt x="480759" y="196873"/>
                </a:lnTo>
                <a:lnTo>
                  <a:pt x="480881" y="196873"/>
                </a:lnTo>
                <a:lnTo>
                  <a:pt x="480965" y="196873"/>
                </a:lnTo>
                <a:lnTo>
                  <a:pt x="481087" y="196873"/>
                </a:lnTo>
                <a:lnTo>
                  <a:pt x="481209" y="196873"/>
                </a:lnTo>
                <a:lnTo>
                  <a:pt x="481301" y="196873"/>
                </a:lnTo>
                <a:lnTo>
                  <a:pt x="481423" y="196873"/>
                </a:lnTo>
                <a:lnTo>
                  <a:pt x="481545" y="196873"/>
                </a:lnTo>
                <a:lnTo>
                  <a:pt x="481629" y="196873"/>
                </a:lnTo>
                <a:lnTo>
                  <a:pt x="481751" y="196895"/>
                </a:lnTo>
                <a:lnTo>
                  <a:pt x="481873" y="196895"/>
                </a:lnTo>
                <a:lnTo>
                  <a:pt x="481956" y="196895"/>
                </a:lnTo>
                <a:lnTo>
                  <a:pt x="482078" y="196895"/>
                </a:lnTo>
                <a:lnTo>
                  <a:pt x="482200" y="196918"/>
                </a:lnTo>
                <a:lnTo>
                  <a:pt x="482322" y="196918"/>
                </a:lnTo>
                <a:lnTo>
                  <a:pt x="482406" y="196918"/>
                </a:lnTo>
                <a:lnTo>
                  <a:pt x="482537" y="196918"/>
                </a:lnTo>
                <a:lnTo>
                  <a:pt x="482659" y="196940"/>
                </a:lnTo>
                <a:lnTo>
                  <a:pt x="482730" y="196940"/>
                </a:lnTo>
                <a:lnTo>
                  <a:pt x="482864" y="196963"/>
                </a:lnTo>
                <a:lnTo>
                  <a:pt x="482986" y="196963"/>
                </a:lnTo>
                <a:lnTo>
                  <a:pt x="483070" y="196986"/>
                </a:lnTo>
                <a:lnTo>
                  <a:pt x="483192" y="196986"/>
                </a:lnTo>
                <a:lnTo>
                  <a:pt x="483314" y="197008"/>
                </a:lnTo>
                <a:lnTo>
                  <a:pt x="483397" y="197008"/>
                </a:lnTo>
                <a:lnTo>
                  <a:pt x="483519" y="197031"/>
                </a:lnTo>
                <a:lnTo>
                  <a:pt x="483641" y="197031"/>
                </a:lnTo>
                <a:lnTo>
                  <a:pt x="483722" y="197031"/>
                </a:lnTo>
                <a:lnTo>
                  <a:pt x="483847" y="197053"/>
                </a:lnTo>
                <a:lnTo>
                  <a:pt x="483969" y="197076"/>
                </a:lnTo>
                <a:lnTo>
                  <a:pt x="484061" y="197076"/>
                </a:lnTo>
                <a:lnTo>
                  <a:pt x="484183" y="197098"/>
                </a:lnTo>
                <a:lnTo>
                  <a:pt x="484305" y="197098"/>
                </a:lnTo>
                <a:lnTo>
                  <a:pt x="484386" y="197121"/>
                </a:lnTo>
                <a:lnTo>
                  <a:pt x="484511" y="197143"/>
                </a:lnTo>
                <a:lnTo>
                  <a:pt x="484633" y="197143"/>
                </a:lnTo>
                <a:lnTo>
                  <a:pt x="484755" y="197166"/>
                </a:lnTo>
                <a:lnTo>
                  <a:pt x="484835" y="197188"/>
                </a:lnTo>
                <a:lnTo>
                  <a:pt x="484960" y="197211"/>
                </a:lnTo>
                <a:lnTo>
                  <a:pt x="485082" y="197211"/>
                </a:lnTo>
                <a:lnTo>
                  <a:pt x="485163" y="197233"/>
                </a:lnTo>
                <a:lnTo>
                  <a:pt x="485285" y="197256"/>
                </a:lnTo>
                <a:lnTo>
                  <a:pt x="485410" y="197256"/>
                </a:lnTo>
                <a:lnTo>
                  <a:pt x="485490" y="197278"/>
                </a:lnTo>
                <a:lnTo>
                  <a:pt x="485624" y="197301"/>
                </a:lnTo>
                <a:lnTo>
                  <a:pt x="485746" y="197324"/>
                </a:lnTo>
                <a:lnTo>
                  <a:pt x="485827" y="197346"/>
                </a:lnTo>
                <a:lnTo>
                  <a:pt x="485949" y="197346"/>
                </a:lnTo>
                <a:lnTo>
                  <a:pt x="486074" y="197369"/>
                </a:lnTo>
                <a:lnTo>
                  <a:pt x="486154" y="197391"/>
                </a:lnTo>
                <a:lnTo>
                  <a:pt x="486276" y="197414"/>
                </a:lnTo>
                <a:lnTo>
                  <a:pt x="486398" y="197436"/>
                </a:lnTo>
                <a:lnTo>
                  <a:pt x="486481" y="197436"/>
                </a:lnTo>
                <a:lnTo>
                  <a:pt x="486604" y="197459"/>
                </a:lnTo>
                <a:lnTo>
                  <a:pt x="486726" y="197481"/>
                </a:lnTo>
                <a:lnTo>
                  <a:pt x="486809" y="197481"/>
                </a:lnTo>
                <a:lnTo>
                  <a:pt x="486931" y="197504"/>
                </a:lnTo>
                <a:lnTo>
                  <a:pt x="487053" y="197526"/>
                </a:lnTo>
                <a:lnTo>
                  <a:pt x="487187" y="197549"/>
                </a:lnTo>
                <a:lnTo>
                  <a:pt x="487267" y="197549"/>
                </a:lnTo>
                <a:lnTo>
                  <a:pt x="487390" y="197571"/>
                </a:lnTo>
                <a:lnTo>
                  <a:pt x="487512" y="197594"/>
                </a:lnTo>
                <a:lnTo>
                  <a:pt x="487595" y="197594"/>
                </a:lnTo>
                <a:lnTo>
                  <a:pt x="487717" y="197617"/>
                </a:lnTo>
                <a:lnTo>
                  <a:pt x="487839" y="197639"/>
                </a:lnTo>
                <a:lnTo>
                  <a:pt x="487922" y="197662"/>
                </a:lnTo>
                <a:lnTo>
                  <a:pt x="488045" y="197662"/>
                </a:lnTo>
                <a:lnTo>
                  <a:pt x="488167" y="197684"/>
                </a:lnTo>
                <a:lnTo>
                  <a:pt x="488250" y="197684"/>
                </a:lnTo>
                <a:lnTo>
                  <a:pt x="488372" y="197707"/>
                </a:lnTo>
                <a:lnTo>
                  <a:pt x="488494" y="197707"/>
                </a:lnTo>
                <a:lnTo>
                  <a:pt x="488574" y="197729"/>
                </a:lnTo>
                <a:lnTo>
                  <a:pt x="488708" y="197752"/>
                </a:lnTo>
                <a:lnTo>
                  <a:pt x="488830" y="197752"/>
                </a:lnTo>
                <a:lnTo>
                  <a:pt x="488914" y="197774"/>
                </a:lnTo>
                <a:lnTo>
                  <a:pt x="489036" y="197774"/>
                </a:lnTo>
                <a:lnTo>
                  <a:pt x="489158" y="197797"/>
                </a:lnTo>
                <a:lnTo>
                  <a:pt x="489238" y="197797"/>
                </a:lnTo>
                <a:lnTo>
                  <a:pt x="489363" y="197797"/>
                </a:lnTo>
                <a:lnTo>
                  <a:pt x="489485" y="197797"/>
                </a:lnTo>
                <a:lnTo>
                  <a:pt x="489608" y="197819"/>
                </a:lnTo>
                <a:lnTo>
                  <a:pt x="489688" y="197819"/>
                </a:lnTo>
                <a:lnTo>
                  <a:pt x="489813" y="197842"/>
                </a:lnTo>
                <a:lnTo>
                  <a:pt x="489935" y="197842"/>
                </a:lnTo>
                <a:lnTo>
                  <a:pt x="490015" y="197842"/>
                </a:lnTo>
                <a:lnTo>
                  <a:pt x="490137" y="197864"/>
                </a:lnTo>
                <a:lnTo>
                  <a:pt x="490271" y="197864"/>
                </a:lnTo>
                <a:lnTo>
                  <a:pt x="490352" y="197864"/>
                </a:lnTo>
                <a:lnTo>
                  <a:pt x="490477" y="197864"/>
                </a:lnTo>
                <a:lnTo>
                  <a:pt x="490599" y="197864"/>
                </a:lnTo>
                <a:lnTo>
                  <a:pt x="490679" y="197887"/>
                </a:lnTo>
                <a:lnTo>
                  <a:pt x="490801" y="197887"/>
                </a:lnTo>
                <a:lnTo>
                  <a:pt x="490926" y="197887"/>
                </a:lnTo>
                <a:lnTo>
                  <a:pt x="491007" y="197887"/>
                </a:lnTo>
                <a:lnTo>
                  <a:pt x="491129" y="197887"/>
                </a:lnTo>
                <a:lnTo>
                  <a:pt x="491251" y="197887"/>
                </a:lnTo>
                <a:lnTo>
                  <a:pt x="491334" y="197887"/>
                </a:lnTo>
                <a:lnTo>
                  <a:pt x="491456" y="197887"/>
                </a:lnTo>
                <a:lnTo>
                  <a:pt x="491590" y="197887"/>
                </a:lnTo>
                <a:lnTo>
                  <a:pt x="491671" y="197887"/>
                </a:lnTo>
                <a:lnTo>
                  <a:pt x="491793" y="197887"/>
                </a:lnTo>
                <a:lnTo>
                  <a:pt x="491915" y="197887"/>
                </a:lnTo>
                <a:lnTo>
                  <a:pt x="491998" y="197887"/>
                </a:lnTo>
                <a:lnTo>
                  <a:pt x="492120" y="197887"/>
                </a:lnTo>
                <a:lnTo>
                  <a:pt x="492242" y="197887"/>
                </a:lnTo>
                <a:lnTo>
                  <a:pt x="492364" y="197864"/>
                </a:lnTo>
                <a:lnTo>
                  <a:pt x="492448" y="197864"/>
                </a:lnTo>
                <a:lnTo>
                  <a:pt x="492570" y="197864"/>
                </a:lnTo>
                <a:lnTo>
                  <a:pt x="492692" y="197864"/>
                </a:lnTo>
                <a:lnTo>
                  <a:pt x="492775" y="197864"/>
                </a:lnTo>
                <a:lnTo>
                  <a:pt x="492906" y="197864"/>
                </a:lnTo>
                <a:lnTo>
                  <a:pt x="493028" y="197842"/>
                </a:lnTo>
                <a:lnTo>
                  <a:pt x="493112" y="197842"/>
                </a:lnTo>
                <a:lnTo>
                  <a:pt x="493234" y="197842"/>
                </a:lnTo>
                <a:lnTo>
                  <a:pt x="493356" y="197819"/>
                </a:lnTo>
                <a:lnTo>
                  <a:pt x="493439" y="197819"/>
                </a:lnTo>
                <a:lnTo>
                  <a:pt x="493561" y="197819"/>
                </a:lnTo>
                <a:lnTo>
                  <a:pt x="493683" y="197797"/>
                </a:lnTo>
                <a:lnTo>
                  <a:pt x="493767" y="197797"/>
                </a:lnTo>
                <a:lnTo>
                  <a:pt x="493889" y="197797"/>
                </a:lnTo>
                <a:lnTo>
                  <a:pt x="494011" y="197797"/>
                </a:lnTo>
                <a:lnTo>
                  <a:pt x="494091" y="197797"/>
                </a:lnTo>
                <a:lnTo>
                  <a:pt x="494216" y="197774"/>
                </a:lnTo>
                <a:lnTo>
                  <a:pt x="494338" y="197774"/>
                </a:lnTo>
                <a:lnTo>
                  <a:pt x="494431" y="197774"/>
                </a:lnTo>
                <a:lnTo>
                  <a:pt x="494553" y="197752"/>
                </a:lnTo>
                <a:lnTo>
                  <a:pt x="494675" y="197752"/>
                </a:lnTo>
                <a:lnTo>
                  <a:pt x="494797" y="197752"/>
                </a:lnTo>
                <a:lnTo>
                  <a:pt x="494880" y="197729"/>
                </a:lnTo>
                <a:lnTo>
                  <a:pt x="495002" y="197729"/>
                </a:lnTo>
                <a:lnTo>
                  <a:pt x="495124" y="197707"/>
                </a:lnTo>
                <a:lnTo>
                  <a:pt x="495205" y="197707"/>
                </a:lnTo>
                <a:lnTo>
                  <a:pt x="495330" y="197684"/>
                </a:lnTo>
                <a:lnTo>
                  <a:pt x="495452" y="197684"/>
                </a:lnTo>
                <a:lnTo>
                  <a:pt x="495532" y="197684"/>
                </a:lnTo>
                <a:lnTo>
                  <a:pt x="495654" y="197684"/>
                </a:lnTo>
                <a:lnTo>
                  <a:pt x="495779" y="197662"/>
                </a:lnTo>
                <a:lnTo>
                  <a:pt x="495860" y="197639"/>
                </a:lnTo>
                <a:lnTo>
                  <a:pt x="495994" y="197639"/>
                </a:lnTo>
                <a:lnTo>
                  <a:pt x="496116" y="197639"/>
                </a:lnTo>
                <a:lnTo>
                  <a:pt x="496196" y="197617"/>
                </a:lnTo>
                <a:lnTo>
                  <a:pt x="496318" y="197617"/>
                </a:lnTo>
                <a:lnTo>
                  <a:pt x="496443" y="197594"/>
                </a:lnTo>
                <a:lnTo>
                  <a:pt x="496523" y="197594"/>
                </a:lnTo>
                <a:lnTo>
                  <a:pt x="496646" y="197571"/>
                </a:lnTo>
                <a:lnTo>
                  <a:pt x="496768" y="197571"/>
                </a:lnTo>
                <a:lnTo>
                  <a:pt x="496851" y="197571"/>
                </a:lnTo>
                <a:lnTo>
                  <a:pt x="496973" y="197549"/>
                </a:lnTo>
                <a:lnTo>
                  <a:pt x="497095" y="197526"/>
                </a:lnTo>
                <a:lnTo>
                  <a:pt x="497217" y="197526"/>
                </a:lnTo>
                <a:lnTo>
                  <a:pt x="497301" y="197504"/>
                </a:lnTo>
                <a:lnTo>
                  <a:pt x="497423" y="197504"/>
                </a:lnTo>
                <a:lnTo>
                  <a:pt x="497545" y="197481"/>
                </a:lnTo>
                <a:lnTo>
                  <a:pt x="497637" y="197481"/>
                </a:lnTo>
                <a:lnTo>
                  <a:pt x="497759" y="197459"/>
                </a:lnTo>
                <a:lnTo>
                  <a:pt x="497881" y="197459"/>
                </a:lnTo>
                <a:lnTo>
                  <a:pt x="497964" y="197436"/>
                </a:lnTo>
                <a:lnTo>
                  <a:pt x="498087" y="197436"/>
                </a:lnTo>
                <a:lnTo>
                  <a:pt x="498209" y="197414"/>
                </a:lnTo>
                <a:lnTo>
                  <a:pt x="498292" y="197414"/>
                </a:lnTo>
                <a:lnTo>
                  <a:pt x="498414" y="197391"/>
                </a:lnTo>
                <a:lnTo>
                  <a:pt x="498536" y="197391"/>
                </a:lnTo>
                <a:lnTo>
                  <a:pt x="498619" y="197369"/>
                </a:lnTo>
                <a:lnTo>
                  <a:pt x="498741" y="197346"/>
                </a:lnTo>
                <a:lnTo>
                  <a:pt x="498864" y="197346"/>
                </a:lnTo>
                <a:lnTo>
                  <a:pt x="498944" y="197346"/>
                </a:lnTo>
                <a:lnTo>
                  <a:pt x="499069" y="197324"/>
                </a:lnTo>
                <a:lnTo>
                  <a:pt x="499200" y="197301"/>
                </a:lnTo>
                <a:lnTo>
                  <a:pt x="499283" y="197301"/>
                </a:lnTo>
                <a:lnTo>
                  <a:pt x="499405" y="197278"/>
                </a:lnTo>
                <a:lnTo>
                  <a:pt x="499527" y="197256"/>
                </a:lnTo>
                <a:lnTo>
                  <a:pt x="499650" y="197256"/>
                </a:lnTo>
                <a:lnTo>
                  <a:pt x="499733" y="197233"/>
                </a:lnTo>
                <a:lnTo>
                  <a:pt x="499855" y="197233"/>
                </a:lnTo>
                <a:lnTo>
                  <a:pt x="499977" y="197211"/>
                </a:lnTo>
                <a:lnTo>
                  <a:pt x="500057" y="197188"/>
                </a:lnTo>
                <a:lnTo>
                  <a:pt x="500182" y="197188"/>
                </a:lnTo>
                <a:lnTo>
                  <a:pt x="500313" y="197166"/>
                </a:lnTo>
                <a:lnTo>
                  <a:pt x="500385" y="197143"/>
                </a:lnTo>
                <a:lnTo>
                  <a:pt x="500519" y="197143"/>
                </a:lnTo>
                <a:lnTo>
                  <a:pt x="500641" y="197121"/>
                </a:lnTo>
                <a:lnTo>
                  <a:pt x="500721" y="197098"/>
                </a:lnTo>
                <a:lnTo>
                  <a:pt x="500846" y="197098"/>
                </a:lnTo>
                <a:lnTo>
                  <a:pt x="500968" y="197076"/>
                </a:lnTo>
                <a:lnTo>
                  <a:pt x="501049" y="197053"/>
                </a:lnTo>
                <a:lnTo>
                  <a:pt x="501171" y="197031"/>
                </a:lnTo>
                <a:lnTo>
                  <a:pt x="501296" y="197031"/>
                </a:lnTo>
                <a:lnTo>
                  <a:pt x="501376" y="197008"/>
                </a:lnTo>
                <a:lnTo>
                  <a:pt x="501498" y="196986"/>
                </a:lnTo>
                <a:lnTo>
                  <a:pt x="501620" y="196963"/>
                </a:lnTo>
                <a:lnTo>
                  <a:pt x="501704" y="196940"/>
                </a:lnTo>
                <a:lnTo>
                  <a:pt x="501835" y="196918"/>
                </a:lnTo>
                <a:lnTo>
                  <a:pt x="501960" y="196895"/>
                </a:lnTo>
                <a:lnTo>
                  <a:pt x="502082" y="196873"/>
                </a:lnTo>
                <a:lnTo>
                  <a:pt x="502162" y="196873"/>
                </a:lnTo>
                <a:lnTo>
                  <a:pt x="502284" y="196850"/>
                </a:lnTo>
                <a:lnTo>
                  <a:pt x="502409" y="196828"/>
                </a:lnTo>
                <a:lnTo>
                  <a:pt x="502490" y="196805"/>
                </a:lnTo>
                <a:lnTo>
                  <a:pt x="502612" y="196783"/>
                </a:lnTo>
                <a:lnTo>
                  <a:pt x="502734" y="196760"/>
                </a:lnTo>
                <a:lnTo>
                  <a:pt x="502817" y="196760"/>
                </a:lnTo>
                <a:lnTo>
                  <a:pt x="502939" y="196738"/>
                </a:lnTo>
                <a:lnTo>
                  <a:pt x="503061" y="196715"/>
                </a:lnTo>
                <a:lnTo>
                  <a:pt x="503145" y="196693"/>
                </a:lnTo>
                <a:lnTo>
                  <a:pt x="503267" y="196670"/>
                </a:lnTo>
                <a:lnTo>
                  <a:pt x="503398" y="196647"/>
                </a:lnTo>
                <a:lnTo>
                  <a:pt x="503481" y="196625"/>
                </a:lnTo>
                <a:lnTo>
                  <a:pt x="503603" y="196602"/>
                </a:lnTo>
                <a:lnTo>
                  <a:pt x="503725" y="196580"/>
                </a:lnTo>
                <a:lnTo>
                  <a:pt x="503809" y="196580"/>
                </a:lnTo>
                <a:lnTo>
                  <a:pt x="503931" y="196557"/>
                </a:lnTo>
                <a:lnTo>
                  <a:pt x="504053" y="196535"/>
                </a:lnTo>
                <a:lnTo>
                  <a:pt x="504136" y="196512"/>
                </a:lnTo>
                <a:lnTo>
                  <a:pt x="504258" y="196512"/>
                </a:lnTo>
                <a:lnTo>
                  <a:pt x="504380" y="196490"/>
                </a:lnTo>
                <a:lnTo>
                  <a:pt x="504502" y="196467"/>
                </a:lnTo>
                <a:lnTo>
                  <a:pt x="504586" y="196467"/>
                </a:lnTo>
                <a:lnTo>
                  <a:pt x="504708" y="196445"/>
                </a:lnTo>
                <a:lnTo>
                  <a:pt x="504830" y="196422"/>
                </a:lnTo>
                <a:lnTo>
                  <a:pt x="504922" y="196400"/>
                </a:lnTo>
                <a:lnTo>
                  <a:pt x="505044" y="196377"/>
                </a:lnTo>
                <a:lnTo>
                  <a:pt x="505166" y="196377"/>
                </a:lnTo>
                <a:lnTo>
                  <a:pt x="505250" y="196355"/>
                </a:lnTo>
                <a:lnTo>
                  <a:pt x="505372" y="196332"/>
                </a:lnTo>
                <a:lnTo>
                  <a:pt x="505494" y="196332"/>
                </a:lnTo>
                <a:lnTo>
                  <a:pt x="505574" y="196309"/>
                </a:lnTo>
                <a:lnTo>
                  <a:pt x="505699" y="196287"/>
                </a:lnTo>
                <a:lnTo>
                  <a:pt x="505821" y="196264"/>
                </a:lnTo>
                <a:lnTo>
                  <a:pt x="505902" y="196264"/>
                </a:lnTo>
                <a:lnTo>
                  <a:pt x="506024" y="196242"/>
                </a:lnTo>
                <a:lnTo>
                  <a:pt x="506149" y="196219"/>
                </a:lnTo>
                <a:lnTo>
                  <a:pt x="506229" y="196219"/>
                </a:lnTo>
                <a:lnTo>
                  <a:pt x="506351" y="196197"/>
                </a:lnTo>
                <a:lnTo>
                  <a:pt x="506485" y="196174"/>
                </a:lnTo>
                <a:lnTo>
                  <a:pt x="506565" y="196152"/>
                </a:lnTo>
                <a:lnTo>
                  <a:pt x="506688" y="196152"/>
                </a:lnTo>
                <a:lnTo>
                  <a:pt x="506813" y="196129"/>
                </a:lnTo>
                <a:lnTo>
                  <a:pt x="506935" y="196107"/>
                </a:lnTo>
                <a:lnTo>
                  <a:pt x="507015" y="196084"/>
                </a:lnTo>
                <a:lnTo>
                  <a:pt x="507137" y="196062"/>
                </a:lnTo>
                <a:lnTo>
                  <a:pt x="507262" y="196062"/>
                </a:lnTo>
                <a:lnTo>
                  <a:pt x="507343" y="196039"/>
                </a:lnTo>
                <a:lnTo>
                  <a:pt x="507465" y="196016"/>
                </a:lnTo>
                <a:lnTo>
                  <a:pt x="507587" y="195994"/>
                </a:lnTo>
                <a:lnTo>
                  <a:pt x="507670" y="195994"/>
                </a:lnTo>
                <a:lnTo>
                  <a:pt x="507792" y="195971"/>
                </a:lnTo>
                <a:lnTo>
                  <a:pt x="507914" y="195949"/>
                </a:lnTo>
                <a:lnTo>
                  <a:pt x="508006" y="195926"/>
                </a:lnTo>
                <a:lnTo>
                  <a:pt x="508128" y="195926"/>
                </a:lnTo>
                <a:lnTo>
                  <a:pt x="508251" y="195904"/>
                </a:lnTo>
                <a:lnTo>
                  <a:pt x="508334" y="195881"/>
                </a:lnTo>
                <a:lnTo>
                  <a:pt x="508456" y="195859"/>
                </a:lnTo>
                <a:lnTo>
                  <a:pt x="508578" y="195836"/>
                </a:lnTo>
                <a:lnTo>
                  <a:pt x="508661" y="195836"/>
                </a:lnTo>
                <a:lnTo>
                  <a:pt x="508783" y="195814"/>
                </a:lnTo>
                <a:lnTo>
                  <a:pt x="508906" y="195791"/>
                </a:lnTo>
                <a:lnTo>
                  <a:pt x="508989" y="195791"/>
                </a:lnTo>
                <a:lnTo>
                  <a:pt x="509111" y="195769"/>
                </a:lnTo>
                <a:lnTo>
                  <a:pt x="509242" y="195746"/>
                </a:lnTo>
                <a:lnTo>
                  <a:pt x="509367" y="195724"/>
                </a:lnTo>
                <a:lnTo>
                  <a:pt x="509438" y="195724"/>
                </a:lnTo>
                <a:lnTo>
                  <a:pt x="509569" y="195701"/>
                </a:lnTo>
                <a:lnTo>
                  <a:pt x="509692" y="195701"/>
                </a:lnTo>
                <a:lnTo>
                  <a:pt x="509775" y="195678"/>
                </a:lnTo>
                <a:lnTo>
                  <a:pt x="509897" y="195656"/>
                </a:lnTo>
                <a:lnTo>
                  <a:pt x="510019" y="195633"/>
                </a:lnTo>
                <a:lnTo>
                  <a:pt x="510102" y="195633"/>
                </a:lnTo>
                <a:lnTo>
                  <a:pt x="510224" y="195611"/>
                </a:lnTo>
                <a:lnTo>
                  <a:pt x="510346" y="195611"/>
                </a:lnTo>
                <a:lnTo>
                  <a:pt x="510427" y="195588"/>
                </a:lnTo>
                <a:lnTo>
                  <a:pt x="510552" y="195588"/>
                </a:lnTo>
                <a:lnTo>
                  <a:pt x="510674" y="195566"/>
                </a:lnTo>
                <a:lnTo>
                  <a:pt x="510766" y="195543"/>
                </a:lnTo>
                <a:lnTo>
                  <a:pt x="510888" y="195543"/>
                </a:lnTo>
                <a:lnTo>
                  <a:pt x="511010" y="195521"/>
                </a:lnTo>
                <a:lnTo>
                  <a:pt x="511091" y="195521"/>
                </a:lnTo>
                <a:lnTo>
                  <a:pt x="511216" y="195498"/>
                </a:lnTo>
                <a:lnTo>
                  <a:pt x="511338" y="195498"/>
                </a:lnTo>
                <a:lnTo>
                  <a:pt x="511418" y="195476"/>
                </a:lnTo>
                <a:lnTo>
                  <a:pt x="511540" y="195476"/>
                </a:lnTo>
                <a:lnTo>
                  <a:pt x="511665" y="195453"/>
                </a:lnTo>
                <a:lnTo>
                  <a:pt x="511746" y="195453"/>
                </a:lnTo>
                <a:lnTo>
                  <a:pt x="511868" y="195431"/>
                </a:lnTo>
                <a:lnTo>
                  <a:pt x="511990" y="195408"/>
                </a:lnTo>
                <a:lnTo>
                  <a:pt x="512115" y="195408"/>
                </a:lnTo>
                <a:lnTo>
                  <a:pt x="512204" y="195385"/>
                </a:lnTo>
                <a:lnTo>
                  <a:pt x="512329" y="195385"/>
                </a:lnTo>
                <a:lnTo>
                  <a:pt x="512451" y="195363"/>
                </a:lnTo>
                <a:lnTo>
                  <a:pt x="512532" y="195363"/>
                </a:lnTo>
                <a:lnTo>
                  <a:pt x="512654" y="195340"/>
                </a:lnTo>
                <a:lnTo>
                  <a:pt x="512779" y="195318"/>
                </a:lnTo>
                <a:lnTo>
                  <a:pt x="512859" y="195318"/>
                </a:lnTo>
                <a:lnTo>
                  <a:pt x="512981" y="195295"/>
                </a:lnTo>
                <a:lnTo>
                  <a:pt x="513103" y="195295"/>
                </a:lnTo>
                <a:lnTo>
                  <a:pt x="513187" y="195273"/>
                </a:lnTo>
                <a:lnTo>
                  <a:pt x="513309" y="195273"/>
                </a:lnTo>
                <a:lnTo>
                  <a:pt x="513431" y="195250"/>
                </a:lnTo>
                <a:lnTo>
                  <a:pt x="513514" y="195228"/>
                </a:lnTo>
                <a:lnTo>
                  <a:pt x="513636" y="195228"/>
                </a:lnTo>
                <a:lnTo>
                  <a:pt x="513758" y="195205"/>
                </a:lnTo>
                <a:lnTo>
                  <a:pt x="513851" y="195205"/>
                </a:lnTo>
                <a:lnTo>
                  <a:pt x="513973" y="195183"/>
                </a:lnTo>
                <a:lnTo>
                  <a:pt x="514095" y="195160"/>
                </a:lnTo>
                <a:lnTo>
                  <a:pt x="514178" y="195160"/>
                </a:lnTo>
                <a:lnTo>
                  <a:pt x="514300" y="195160"/>
                </a:lnTo>
                <a:lnTo>
                  <a:pt x="514422" y="195138"/>
                </a:lnTo>
                <a:lnTo>
                  <a:pt x="514544" y="195115"/>
                </a:lnTo>
                <a:lnTo>
                  <a:pt x="514628" y="195093"/>
                </a:lnTo>
                <a:lnTo>
                  <a:pt x="514750" y="195093"/>
                </a:lnTo>
                <a:lnTo>
                  <a:pt x="514872" y="195070"/>
                </a:lnTo>
                <a:lnTo>
                  <a:pt x="514955" y="195047"/>
                </a:lnTo>
                <a:lnTo>
                  <a:pt x="515077" y="195047"/>
                </a:lnTo>
                <a:lnTo>
                  <a:pt x="515199" y="195025"/>
                </a:lnTo>
                <a:lnTo>
                  <a:pt x="515292" y="195002"/>
                </a:lnTo>
                <a:lnTo>
                  <a:pt x="515414" y="194980"/>
                </a:lnTo>
                <a:lnTo>
                  <a:pt x="515536" y="194957"/>
                </a:lnTo>
                <a:lnTo>
                  <a:pt x="515619" y="194935"/>
                </a:lnTo>
                <a:lnTo>
                  <a:pt x="515741" y="194935"/>
                </a:lnTo>
                <a:lnTo>
                  <a:pt x="515863" y="194912"/>
                </a:lnTo>
                <a:lnTo>
                  <a:pt x="515944" y="194890"/>
                </a:lnTo>
                <a:lnTo>
                  <a:pt x="516069" y="194867"/>
                </a:lnTo>
                <a:lnTo>
                  <a:pt x="516191" y="194845"/>
                </a:lnTo>
                <a:lnTo>
                  <a:pt x="516271" y="194845"/>
                </a:lnTo>
                <a:lnTo>
                  <a:pt x="516393" y="194822"/>
                </a:lnTo>
                <a:lnTo>
                  <a:pt x="516518" y="194800"/>
                </a:lnTo>
                <a:lnTo>
                  <a:pt x="516599" y="194777"/>
                </a:lnTo>
                <a:lnTo>
                  <a:pt x="516721" y="194754"/>
                </a:lnTo>
                <a:lnTo>
                  <a:pt x="516843" y="194732"/>
                </a:lnTo>
                <a:lnTo>
                  <a:pt x="516977" y="194732"/>
                </a:lnTo>
                <a:lnTo>
                  <a:pt x="517057" y="194709"/>
                </a:lnTo>
                <a:lnTo>
                  <a:pt x="517182" y="194687"/>
                </a:lnTo>
                <a:lnTo>
                  <a:pt x="517304" y="194664"/>
                </a:lnTo>
                <a:lnTo>
                  <a:pt x="517385" y="194642"/>
                </a:lnTo>
                <a:lnTo>
                  <a:pt x="517507" y="194619"/>
                </a:lnTo>
                <a:lnTo>
                  <a:pt x="517632" y="194619"/>
                </a:lnTo>
                <a:lnTo>
                  <a:pt x="517712" y="194597"/>
                </a:lnTo>
                <a:lnTo>
                  <a:pt x="517834" y="194574"/>
                </a:lnTo>
                <a:lnTo>
                  <a:pt x="517956" y="194552"/>
                </a:lnTo>
                <a:lnTo>
                  <a:pt x="518039" y="194529"/>
                </a:lnTo>
                <a:lnTo>
                  <a:pt x="518173" y="194507"/>
                </a:lnTo>
                <a:lnTo>
                  <a:pt x="518296" y="194484"/>
                </a:lnTo>
                <a:lnTo>
                  <a:pt x="518376" y="194462"/>
                </a:lnTo>
                <a:lnTo>
                  <a:pt x="518498" y="194439"/>
                </a:lnTo>
                <a:lnTo>
                  <a:pt x="518623" y="194416"/>
                </a:lnTo>
                <a:lnTo>
                  <a:pt x="518703" y="194394"/>
                </a:lnTo>
                <a:lnTo>
                  <a:pt x="518825" y="194394"/>
                </a:lnTo>
                <a:lnTo>
                  <a:pt x="518948" y="194371"/>
                </a:lnTo>
                <a:lnTo>
                  <a:pt x="519031" y="194349"/>
                </a:lnTo>
                <a:lnTo>
                  <a:pt x="519153" y="194326"/>
                </a:lnTo>
                <a:lnTo>
                  <a:pt x="519275" y="194304"/>
                </a:lnTo>
                <a:lnTo>
                  <a:pt x="519397" y="194281"/>
                </a:lnTo>
                <a:lnTo>
                  <a:pt x="519480" y="194259"/>
                </a:lnTo>
                <a:lnTo>
                  <a:pt x="519611" y="194236"/>
                </a:lnTo>
                <a:lnTo>
                  <a:pt x="519736" y="194214"/>
                </a:lnTo>
                <a:lnTo>
                  <a:pt x="519817" y="194191"/>
                </a:lnTo>
                <a:lnTo>
                  <a:pt x="519939" y="194169"/>
                </a:lnTo>
                <a:lnTo>
                  <a:pt x="520061" y="194169"/>
                </a:lnTo>
                <a:lnTo>
                  <a:pt x="520144" y="194146"/>
                </a:lnTo>
                <a:lnTo>
                  <a:pt x="520266" y="194123"/>
                </a:lnTo>
                <a:lnTo>
                  <a:pt x="520388" y="194101"/>
                </a:lnTo>
                <a:lnTo>
                  <a:pt x="520472" y="194078"/>
                </a:lnTo>
                <a:lnTo>
                  <a:pt x="520594" y="194056"/>
                </a:lnTo>
                <a:lnTo>
                  <a:pt x="520716" y="194033"/>
                </a:lnTo>
                <a:lnTo>
                  <a:pt x="520796" y="194011"/>
                </a:lnTo>
                <a:lnTo>
                  <a:pt x="520921" y="194011"/>
                </a:lnTo>
                <a:lnTo>
                  <a:pt x="521043" y="193966"/>
                </a:lnTo>
                <a:lnTo>
                  <a:pt x="521136" y="193966"/>
                </a:lnTo>
                <a:lnTo>
                  <a:pt x="521258" y="193943"/>
                </a:lnTo>
                <a:lnTo>
                  <a:pt x="521380" y="193921"/>
                </a:lnTo>
                <a:lnTo>
                  <a:pt x="521460" y="193898"/>
                </a:lnTo>
                <a:lnTo>
                  <a:pt x="521585" y="193876"/>
                </a:lnTo>
                <a:lnTo>
                  <a:pt x="521707" y="193853"/>
                </a:lnTo>
                <a:lnTo>
                  <a:pt x="521829" y="193831"/>
                </a:lnTo>
                <a:lnTo>
                  <a:pt x="521910" y="193808"/>
                </a:lnTo>
                <a:lnTo>
                  <a:pt x="522035" y="193785"/>
                </a:lnTo>
                <a:lnTo>
                  <a:pt x="522157" y="193740"/>
                </a:lnTo>
                <a:lnTo>
                  <a:pt x="522237" y="193740"/>
                </a:lnTo>
                <a:lnTo>
                  <a:pt x="522359" y="193718"/>
                </a:lnTo>
                <a:lnTo>
                  <a:pt x="522484" y="193673"/>
                </a:lnTo>
                <a:lnTo>
                  <a:pt x="522565" y="193650"/>
                </a:lnTo>
                <a:lnTo>
                  <a:pt x="522699" y="193628"/>
                </a:lnTo>
                <a:lnTo>
                  <a:pt x="522821" y="193628"/>
                </a:lnTo>
                <a:lnTo>
                  <a:pt x="522901" y="193583"/>
                </a:lnTo>
                <a:lnTo>
                  <a:pt x="523026" y="193560"/>
                </a:lnTo>
                <a:lnTo>
                  <a:pt x="523148" y="193538"/>
                </a:lnTo>
                <a:lnTo>
                  <a:pt x="523229" y="193515"/>
                </a:lnTo>
                <a:lnTo>
                  <a:pt x="523351" y="193492"/>
                </a:lnTo>
                <a:lnTo>
                  <a:pt x="523473" y="193470"/>
                </a:lnTo>
                <a:lnTo>
                  <a:pt x="523556" y="193447"/>
                </a:lnTo>
                <a:lnTo>
                  <a:pt x="523678" y="193402"/>
                </a:lnTo>
                <a:lnTo>
                  <a:pt x="523800" y="193402"/>
                </a:lnTo>
                <a:lnTo>
                  <a:pt x="523884" y="193357"/>
                </a:lnTo>
                <a:lnTo>
                  <a:pt x="524006" y="193335"/>
                </a:lnTo>
                <a:lnTo>
                  <a:pt x="524128" y="193312"/>
                </a:lnTo>
                <a:lnTo>
                  <a:pt x="524262" y="193290"/>
                </a:lnTo>
                <a:lnTo>
                  <a:pt x="524342" y="193245"/>
                </a:lnTo>
                <a:lnTo>
                  <a:pt x="524464" y="193222"/>
                </a:lnTo>
                <a:lnTo>
                  <a:pt x="524589" y="193200"/>
                </a:lnTo>
                <a:lnTo>
                  <a:pt x="524670" y="193177"/>
                </a:lnTo>
                <a:lnTo>
                  <a:pt x="524792" y="193154"/>
                </a:lnTo>
                <a:lnTo>
                  <a:pt x="524914" y="193109"/>
                </a:lnTo>
                <a:lnTo>
                  <a:pt x="524997" y="193087"/>
                </a:lnTo>
                <a:lnTo>
                  <a:pt x="525119" y="193064"/>
                </a:lnTo>
                <a:lnTo>
                  <a:pt x="525241" y="193042"/>
                </a:lnTo>
                <a:lnTo>
                  <a:pt x="525325" y="192997"/>
                </a:lnTo>
                <a:lnTo>
                  <a:pt x="525447" y="192974"/>
                </a:lnTo>
                <a:lnTo>
                  <a:pt x="525569" y="192952"/>
                </a:lnTo>
                <a:lnTo>
                  <a:pt x="525649" y="192929"/>
                </a:lnTo>
                <a:lnTo>
                  <a:pt x="525783" y="192907"/>
                </a:lnTo>
                <a:lnTo>
                  <a:pt x="525905" y="192861"/>
                </a:lnTo>
                <a:lnTo>
                  <a:pt x="525989" y="192839"/>
                </a:lnTo>
                <a:lnTo>
                  <a:pt x="526111" y="192816"/>
                </a:lnTo>
                <a:lnTo>
                  <a:pt x="526233" y="192771"/>
                </a:lnTo>
                <a:lnTo>
                  <a:pt x="526313" y="192749"/>
                </a:lnTo>
                <a:lnTo>
                  <a:pt x="526438" y="192726"/>
                </a:lnTo>
                <a:lnTo>
                  <a:pt x="526560" y="192704"/>
                </a:lnTo>
                <a:lnTo>
                  <a:pt x="526682" y="192659"/>
                </a:lnTo>
                <a:lnTo>
                  <a:pt x="526763" y="192636"/>
                </a:lnTo>
                <a:lnTo>
                  <a:pt x="526897" y="192614"/>
                </a:lnTo>
                <a:lnTo>
                  <a:pt x="527019" y="192591"/>
                </a:lnTo>
                <a:lnTo>
                  <a:pt x="527090" y="192546"/>
                </a:lnTo>
                <a:lnTo>
                  <a:pt x="527224" y="192523"/>
                </a:lnTo>
                <a:lnTo>
                  <a:pt x="527346" y="192501"/>
                </a:lnTo>
                <a:lnTo>
                  <a:pt x="527429" y="192478"/>
                </a:lnTo>
                <a:lnTo>
                  <a:pt x="527552" y="192433"/>
                </a:lnTo>
                <a:lnTo>
                  <a:pt x="527674" y="192411"/>
                </a:lnTo>
                <a:lnTo>
                  <a:pt x="527754" y="192388"/>
                </a:lnTo>
                <a:lnTo>
                  <a:pt x="527876" y="192343"/>
                </a:lnTo>
                <a:lnTo>
                  <a:pt x="528001" y="192321"/>
                </a:lnTo>
                <a:lnTo>
                  <a:pt x="528081" y="192276"/>
                </a:lnTo>
                <a:lnTo>
                  <a:pt x="528204" y="192253"/>
                </a:lnTo>
                <a:lnTo>
                  <a:pt x="528326" y="192208"/>
                </a:lnTo>
                <a:lnTo>
                  <a:pt x="528418" y="192185"/>
                </a:lnTo>
                <a:lnTo>
                  <a:pt x="528543" y="192163"/>
                </a:lnTo>
                <a:lnTo>
                  <a:pt x="528665" y="192118"/>
                </a:lnTo>
                <a:lnTo>
                  <a:pt x="528745" y="192095"/>
                </a:lnTo>
                <a:lnTo>
                  <a:pt x="528867" y="192073"/>
                </a:lnTo>
                <a:lnTo>
                  <a:pt x="528993" y="192028"/>
                </a:lnTo>
                <a:lnTo>
                  <a:pt x="529073" y="192005"/>
                </a:lnTo>
                <a:lnTo>
                  <a:pt x="529195" y="191983"/>
                </a:lnTo>
                <a:lnTo>
                  <a:pt x="529317" y="191938"/>
                </a:lnTo>
                <a:lnTo>
                  <a:pt x="529442" y="191915"/>
                </a:lnTo>
                <a:lnTo>
                  <a:pt x="529522" y="191870"/>
                </a:lnTo>
                <a:lnTo>
                  <a:pt x="529645" y="191847"/>
                </a:lnTo>
                <a:lnTo>
                  <a:pt x="529767" y="191802"/>
                </a:lnTo>
                <a:lnTo>
                  <a:pt x="529850" y="191780"/>
                </a:lnTo>
                <a:lnTo>
                  <a:pt x="529972" y="191757"/>
                </a:lnTo>
                <a:lnTo>
                  <a:pt x="530106" y="191712"/>
                </a:lnTo>
                <a:lnTo>
                  <a:pt x="530186" y="191690"/>
                </a:lnTo>
                <a:lnTo>
                  <a:pt x="530308" y="191667"/>
                </a:lnTo>
                <a:lnTo>
                  <a:pt x="530430" y="191622"/>
                </a:lnTo>
                <a:lnTo>
                  <a:pt x="530514" y="191599"/>
                </a:lnTo>
                <a:lnTo>
                  <a:pt x="530636" y="191554"/>
                </a:lnTo>
                <a:lnTo>
                  <a:pt x="530758" y="191532"/>
                </a:lnTo>
                <a:lnTo>
                  <a:pt x="530841" y="191487"/>
                </a:lnTo>
                <a:lnTo>
                  <a:pt x="530963" y="191464"/>
                </a:lnTo>
                <a:lnTo>
                  <a:pt x="531085" y="191442"/>
                </a:lnTo>
                <a:lnTo>
                  <a:pt x="531166" y="191397"/>
                </a:lnTo>
                <a:lnTo>
                  <a:pt x="531291" y="191374"/>
                </a:lnTo>
                <a:lnTo>
                  <a:pt x="531413" y="191329"/>
                </a:lnTo>
                <a:lnTo>
                  <a:pt x="531505" y="191307"/>
                </a:lnTo>
                <a:lnTo>
                  <a:pt x="531627" y="191261"/>
                </a:lnTo>
                <a:lnTo>
                  <a:pt x="531749" y="191239"/>
                </a:lnTo>
                <a:lnTo>
                  <a:pt x="531871" y="191216"/>
                </a:lnTo>
                <a:lnTo>
                  <a:pt x="531955" y="191171"/>
                </a:lnTo>
                <a:lnTo>
                  <a:pt x="532077" y="191149"/>
                </a:lnTo>
                <a:lnTo>
                  <a:pt x="532199" y="191104"/>
                </a:lnTo>
                <a:lnTo>
                  <a:pt x="532279" y="191081"/>
                </a:lnTo>
                <a:lnTo>
                  <a:pt x="532404" y="191036"/>
                </a:lnTo>
                <a:lnTo>
                  <a:pt x="532526" y="191014"/>
                </a:lnTo>
                <a:lnTo>
                  <a:pt x="532607" y="190968"/>
                </a:lnTo>
                <a:lnTo>
                  <a:pt x="532729" y="190946"/>
                </a:lnTo>
                <a:lnTo>
                  <a:pt x="532854" y="190901"/>
                </a:lnTo>
                <a:lnTo>
                  <a:pt x="532934" y="190878"/>
                </a:lnTo>
                <a:lnTo>
                  <a:pt x="533056" y="190833"/>
                </a:lnTo>
                <a:lnTo>
                  <a:pt x="533190" y="190811"/>
                </a:lnTo>
                <a:lnTo>
                  <a:pt x="533271" y="190788"/>
                </a:lnTo>
                <a:lnTo>
                  <a:pt x="533396" y="190743"/>
                </a:lnTo>
                <a:lnTo>
                  <a:pt x="533518" y="190698"/>
                </a:lnTo>
                <a:lnTo>
                  <a:pt x="533598" y="190676"/>
                </a:lnTo>
                <a:lnTo>
                  <a:pt x="533720" y="190653"/>
                </a:lnTo>
                <a:lnTo>
                  <a:pt x="533845" y="190608"/>
                </a:lnTo>
                <a:lnTo>
                  <a:pt x="533926" y="190563"/>
                </a:lnTo>
                <a:lnTo>
                  <a:pt x="534048" y="190540"/>
                </a:lnTo>
                <a:lnTo>
                  <a:pt x="534170" y="190495"/>
                </a:lnTo>
                <a:lnTo>
                  <a:pt x="534304" y="190473"/>
                </a:lnTo>
                <a:lnTo>
                  <a:pt x="534375" y="190450"/>
                </a:lnTo>
                <a:lnTo>
                  <a:pt x="534497" y="190405"/>
                </a:lnTo>
                <a:lnTo>
                  <a:pt x="534631" y="190360"/>
                </a:lnTo>
                <a:lnTo>
                  <a:pt x="534712" y="190337"/>
                </a:lnTo>
                <a:lnTo>
                  <a:pt x="534834" y="190315"/>
                </a:lnTo>
                <a:lnTo>
                  <a:pt x="534959" y="190270"/>
                </a:lnTo>
                <a:lnTo>
                  <a:pt x="535039" y="190225"/>
                </a:lnTo>
                <a:lnTo>
                  <a:pt x="535161" y="190202"/>
                </a:lnTo>
                <a:lnTo>
                  <a:pt x="535283" y="190180"/>
                </a:lnTo>
                <a:lnTo>
                  <a:pt x="535367" y="190135"/>
                </a:lnTo>
                <a:lnTo>
                  <a:pt x="535489" y="190112"/>
                </a:lnTo>
                <a:lnTo>
                  <a:pt x="535611" y="190067"/>
                </a:lnTo>
                <a:lnTo>
                  <a:pt x="535694" y="190022"/>
                </a:lnTo>
                <a:lnTo>
                  <a:pt x="535825" y="189999"/>
                </a:lnTo>
                <a:lnTo>
                  <a:pt x="535947" y="189977"/>
                </a:lnTo>
                <a:lnTo>
                  <a:pt x="536019" y="189932"/>
                </a:lnTo>
                <a:lnTo>
                  <a:pt x="536153" y="189909"/>
                </a:lnTo>
                <a:lnTo>
                  <a:pt x="536275" y="189864"/>
                </a:lnTo>
                <a:lnTo>
                  <a:pt x="536358" y="189842"/>
                </a:lnTo>
                <a:lnTo>
                  <a:pt x="536480" y="189797"/>
                </a:lnTo>
                <a:lnTo>
                  <a:pt x="536602" y="189774"/>
                </a:lnTo>
                <a:lnTo>
                  <a:pt x="536724" y="189729"/>
                </a:lnTo>
                <a:lnTo>
                  <a:pt x="536808" y="189706"/>
                </a:lnTo>
                <a:lnTo>
                  <a:pt x="536930" y="189684"/>
                </a:lnTo>
                <a:lnTo>
                  <a:pt x="537052" y="189639"/>
                </a:lnTo>
                <a:lnTo>
                  <a:pt x="537132" y="189616"/>
                </a:lnTo>
                <a:lnTo>
                  <a:pt x="537257" y="189571"/>
                </a:lnTo>
                <a:lnTo>
                  <a:pt x="537388" y="189549"/>
                </a:lnTo>
                <a:lnTo>
                  <a:pt x="537471" y="189526"/>
                </a:lnTo>
                <a:lnTo>
                  <a:pt x="537594" y="189481"/>
                </a:lnTo>
                <a:lnTo>
                  <a:pt x="537716" y="189459"/>
                </a:lnTo>
                <a:lnTo>
                  <a:pt x="537799" y="189436"/>
                </a:lnTo>
                <a:lnTo>
                  <a:pt x="537921" y="189391"/>
                </a:lnTo>
                <a:lnTo>
                  <a:pt x="538043" y="189368"/>
                </a:lnTo>
                <a:lnTo>
                  <a:pt x="538123" y="189346"/>
                </a:lnTo>
                <a:lnTo>
                  <a:pt x="538249" y="189301"/>
                </a:lnTo>
                <a:lnTo>
                  <a:pt x="538371" y="189278"/>
                </a:lnTo>
                <a:lnTo>
                  <a:pt x="538451" y="189256"/>
                </a:lnTo>
                <a:lnTo>
                  <a:pt x="538573" y="189211"/>
                </a:lnTo>
                <a:lnTo>
                  <a:pt x="538698" y="189166"/>
                </a:lnTo>
                <a:lnTo>
                  <a:pt x="538778" y="189143"/>
                </a:lnTo>
                <a:lnTo>
                  <a:pt x="538912" y="189121"/>
                </a:lnTo>
                <a:lnTo>
                  <a:pt x="539034" y="189075"/>
                </a:lnTo>
                <a:lnTo>
                  <a:pt x="539157" y="189030"/>
                </a:lnTo>
                <a:lnTo>
                  <a:pt x="539237" y="189008"/>
                </a:lnTo>
                <a:lnTo>
                  <a:pt x="539362" y="188985"/>
                </a:lnTo>
                <a:lnTo>
                  <a:pt x="539484" y="188940"/>
                </a:lnTo>
                <a:lnTo>
                  <a:pt x="539564" y="188918"/>
                </a:lnTo>
                <a:lnTo>
                  <a:pt x="539686" y="188873"/>
                </a:lnTo>
                <a:lnTo>
                  <a:pt x="539812" y="188828"/>
                </a:lnTo>
                <a:lnTo>
                  <a:pt x="539892" y="188805"/>
                </a:lnTo>
                <a:lnTo>
                  <a:pt x="540014" y="188782"/>
                </a:lnTo>
                <a:lnTo>
                  <a:pt x="540136" y="188737"/>
                </a:lnTo>
                <a:lnTo>
                  <a:pt x="540219" y="188715"/>
                </a:lnTo>
                <a:lnTo>
                  <a:pt x="540341" y="188670"/>
                </a:lnTo>
                <a:lnTo>
                  <a:pt x="540475" y="188625"/>
                </a:lnTo>
                <a:lnTo>
                  <a:pt x="540556" y="188580"/>
                </a:lnTo>
                <a:lnTo>
                  <a:pt x="540678" y="188557"/>
                </a:lnTo>
                <a:lnTo>
                  <a:pt x="540800" y="188535"/>
                </a:lnTo>
                <a:lnTo>
                  <a:pt x="540883" y="188490"/>
                </a:lnTo>
                <a:lnTo>
                  <a:pt x="541005" y="188467"/>
                </a:lnTo>
                <a:lnTo>
                  <a:pt x="541127" y="188422"/>
                </a:lnTo>
                <a:lnTo>
                  <a:pt x="541211" y="188399"/>
                </a:lnTo>
                <a:lnTo>
                  <a:pt x="541333" y="188354"/>
                </a:lnTo>
                <a:lnTo>
                  <a:pt x="541455" y="188332"/>
                </a:lnTo>
                <a:lnTo>
                  <a:pt x="541577" y="188287"/>
                </a:lnTo>
                <a:lnTo>
                  <a:pt x="541660" y="188264"/>
                </a:lnTo>
                <a:lnTo>
                  <a:pt x="541782" y="188219"/>
                </a:lnTo>
                <a:lnTo>
                  <a:pt x="541904" y="188174"/>
                </a:lnTo>
                <a:lnTo>
                  <a:pt x="541997" y="188151"/>
                </a:lnTo>
                <a:lnTo>
                  <a:pt x="542119" y="188129"/>
                </a:lnTo>
                <a:lnTo>
                  <a:pt x="542241" y="188084"/>
                </a:lnTo>
                <a:lnTo>
                  <a:pt x="542324" y="188061"/>
                </a:lnTo>
                <a:lnTo>
                  <a:pt x="542446" y="188016"/>
                </a:lnTo>
                <a:lnTo>
                  <a:pt x="542568" y="187994"/>
                </a:lnTo>
                <a:lnTo>
                  <a:pt x="542652" y="187949"/>
                </a:lnTo>
                <a:lnTo>
                  <a:pt x="542774" y="187926"/>
                </a:lnTo>
                <a:lnTo>
                  <a:pt x="542896" y="187881"/>
                </a:lnTo>
                <a:lnTo>
                  <a:pt x="542976" y="187859"/>
                </a:lnTo>
                <a:lnTo>
                  <a:pt x="543098" y="187813"/>
                </a:lnTo>
                <a:lnTo>
                  <a:pt x="543232" y="187791"/>
                </a:lnTo>
                <a:lnTo>
                  <a:pt x="543304" y="187746"/>
                </a:lnTo>
                <a:lnTo>
                  <a:pt x="543438" y="187723"/>
                </a:lnTo>
                <a:lnTo>
                  <a:pt x="543560" y="187678"/>
                </a:lnTo>
                <a:lnTo>
                  <a:pt x="543640" y="187656"/>
                </a:lnTo>
                <a:lnTo>
                  <a:pt x="543765" y="187611"/>
                </a:lnTo>
                <a:lnTo>
                  <a:pt x="543887" y="187588"/>
                </a:lnTo>
                <a:lnTo>
                  <a:pt x="544009" y="187543"/>
                </a:lnTo>
                <a:lnTo>
                  <a:pt x="544090" y="187520"/>
                </a:lnTo>
                <a:lnTo>
                  <a:pt x="544215" y="187498"/>
                </a:lnTo>
                <a:lnTo>
                  <a:pt x="544337" y="187453"/>
                </a:lnTo>
                <a:lnTo>
                  <a:pt x="544417" y="187430"/>
                </a:lnTo>
                <a:lnTo>
                  <a:pt x="544539" y="187385"/>
                </a:lnTo>
                <a:lnTo>
                  <a:pt x="544664" y="187363"/>
                </a:lnTo>
                <a:lnTo>
                  <a:pt x="544745" y="187340"/>
                </a:lnTo>
                <a:lnTo>
                  <a:pt x="544879" y="187295"/>
                </a:lnTo>
                <a:lnTo>
                  <a:pt x="545001" y="187273"/>
                </a:lnTo>
                <a:lnTo>
                  <a:pt x="545081" y="187250"/>
                </a:lnTo>
                <a:lnTo>
                  <a:pt x="545203" y="187205"/>
                </a:lnTo>
                <a:lnTo>
                  <a:pt x="545328" y="187182"/>
                </a:lnTo>
                <a:lnTo>
                  <a:pt x="545409" y="187160"/>
                </a:lnTo>
                <a:lnTo>
                  <a:pt x="545531" y="187115"/>
                </a:lnTo>
                <a:lnTo>
                  <a:pt x="545653" y="187092"/>
                </a:lnTo>
                <a:lnTo>
                  <a:pt x="545736" y="187070"/>
                </a:lnTo>
                <a:lnTo>
                  <a:pt x="545858" y="187025"/>
                </a:lnTo>
                <a:lnTo>
                  <a:pt x="545980" y="187002"/>
                </a:lnTo>
                <a:lnTo>
                  <a:pt x="546064" y="186957"/>
                </a:lnTo>
                <a:lnTo>
                  <a:pt x="546195" y="186935"/>
                </a:lnTo>
                <a:lnTo>
                  <a:pt x="546317" y="186912"/>
                </a:lnTo>
                <a:lnTo>
                  <a:pt x="546400" y="186867"/>
                </a:lnTo>
                <a:lnTo>
                  <a:pt x="546522" y="186844"/>
                </a:lnTo>
                <a:lnTo>
                  <a:pt x="546644" y="186822"/>
                </a:lnTo>
                <a:lnTo>
                  <a:pt x="546766" y="186777"/>
                </a:lnTo>
                <a:lnTo>
                  <a:pt x="546850" y="186754"/>
                </a:lnTo>
                <a:lnTo>
                  <a:pt x="546972" y="186732"/>
                </a:lnTo>
                <a:lnTo>
                  <a:pt x="547094" y="186687"/>
                </a:lnTo>
                <a:lnTo>
                  <a:pt x="547177" y="186642"/>
                </a:lnTo>
                <a:lnTo>
                  <a:pt x="547299" y="186619"/>
                </a:lnTo>
                <a:lnTo>
                  <a:pt x="547421" y="186597"/>
                </a:lnTo>
                <a:lnTo>
                  <a:pt x="547502" y="186574"/>
                </a:lnTo>
                <a:lnTo>
                  <a:pt x="547627" y="186529"/>
                </a:lnTo>
                <a:lnTo>
                  <a:pt x="547749" y="186506"/>
                </a:lnTo>
                <a:lnTo>
                  <a:pt x="547841" y="186461"/>
                </a:lnTo>
                <a:lnTo>
                  <a:pt x="547963" y="186439"/>
                </a:lnTo>
                <a:lnTo>
                  <a:pt x="548085" y="186416"/>
                </a:lnTo>
                <a:lnTo>
                  <a:pt x="548168" y="186371"/>
                </a:lnTo>
                <a:lnTo>
                  <a:pt x="548291" y="186349"/>
                </a:lnTo>
                <a:lnTo>
                  <a:pt x="548413" y="186304"/>
                </a:lnTo>
                <a:lnTo>
                  <a:pt x="548493" y="186281"/>
                </a:lnTo>
                <a:lnTo>
                  <a:pt x="548618" y="186258"/>
                </a:lnTo>
                <a:lnTo>
                  <a:pt x="548740" y="186213"/>
                </a:lnTo>
                <a:lnTo>
                  <a:pt x="548820" y="186191"/>
                </a:lnTo>
                <a:lnTo>
                  <a:pt x="548943" y="186168"/>
                </a:lnTo>
                <a:lnTo>
                  <a:pt x="549068" y="186146"/>
                </a:lnTo>
                <a:lnTo>
                  <a:pt x="549190" y="186101"/>
                </a:lnTo>
                <a:lnTo>
                  <a:pt x="549282" y="186078"/>
                </a:lnTo>
                <a:lnTo>
                  <a:pt x="549404" y="186056"/>
                </a:lnTo>
                <a:lnTo>
                  <a:pt x="549526" y="186011"/>
                </a:lnTo>
                <a:lnTo>
                  <a:pt x="549606" y="185988"/>
                </a:lnTo>
                <a:lnTo>
                  <a:pt x="549731" y="185966"/>
                </a:lnTo>
                <a:lnTo>
                  <a:pt x="549854" y="185943"/>
                </a:lnTo>
                <a:lnTo>
                  <a:pt x="549934" y="185898"/>
                </a:lnTo>
                <a:lnTo>
                  <a:pt x="550056" y="185875"/>
                </a:lnTo>
                <a:lnTo>
                  <a:pt x="550181" y="185853"/>
                </a:lnTo>
                <a:lnTo>
                  <a:pt x="550261" y="185830"/>
                </a:lnTo>
                <a:lnTo>
                  <a:pt x="550383" y="185808"/>
                </a:lnTo>
                <a:lnTo>
                  <a:pt x="550506" y="185763"/>
                </a:lnTo>
                <a:lnTo>
                  <a:pt x="550589" y="185740"/>
                </a:lnTo>
                <a:lnTo>
                  <a:pt x="550711" y="185718"/>
                </a:lnTo>
                <a:lnTo>
                  <a:pt x="550833" y="185695"/>
                </a:lnTo>
                <a:lnTo>
                  <a:pt x="550925" y="185673"/>
                </a:lnTo>
                <a:lnTo>
                  <a:pt x="551047" y="185650"/>
                </a:lnTo>
                <a:lnTo>
                  <a:pt x="551169" y="185627"/>
                </a:lnTo>
                <a:lnTo>
                  <a:pt x="551253" y="185605"/>
                </a:lnTo>
                <a:lnTo>
                  <a:pt x="551375" y="185582"/>
                </a:lnTo>
                <a:lnTo>
                  <a:pt x="551497" y="185560"/>
                </a:lnTo>
                <a:lnTo>
                  <a:pt x="551619" y="185537"/>
                </a:lnTo>
                <a:lnTo>
                  <a:pt x="551702" y="185537"/>
                </a:lnTo>
                <a:lnTo>
                  <a:pt x="551824" y="185515"/>
                </a:lnTo>
                <a:lnTo>
                  <a:pt x="551946" y="185492"/>
                </a:lnTo>
                <a:lnTo>
                  <a:pt x="552030" y="185470"/>
                </a:lnTo>
                <a:lnTo>
                  <a:pt x="552152" y="185447"/>
                </a:lnTo>
                <a:lnTo>
                  <a:pt x="552283" y="185425"/>
                </a:lnTo>
                <a:lnTo>
                  <a:pt x="552366" y="185425"/>
                </a:lnTo>
                <a:lnTo>
                  <a:pt x="552488" y="185402"/>
                </a:lnTo>
                <a:lnTo>
                  <a:pt x="552610" y="185380"/>
                </a:lnTo>
                <a:lnTo>
                  <a:pt x="552694" y="185357"/>
                </a:lnTo>
                <a:lnTo>
                  <a:pt x="552816" y="185335"/>
                </a:lnTo>
                <a:lnTo>
                  <a:pt x="552938" y="185312"/>
                </a:lnTo>
                <a:lnTo>
                  <a:pt x="553021" y="185312"/>
                </a:lnTo>
                <a:lnTo>
                  <a:pt x="553143" y="185289"/>
                </a:lnTo>
                <a:lnTo>
                  <a:pt x="553265" y="185289"/>
                </a:lnTo>
                <a:lnTo>
                  <a:pt x="553346" y="185267"/>
                </a:lnTo>
                <a:lnTo>
                  <a:pt x="553471" y="185244"/>
                </a:lnTo>
                <a:lnTo>
                  <a:pt x="553593" y="185222"/>
                </a:lnTo>
                <a:lnTo>
                  <a:pt x="553673" y="185222"/>
                </a:lnTo>
                <a:lnTo>
                  <a:pt x="553807" y="185199"/>
                </a:lnTo>
                <a:lnTo>
                  <a:pt x="553929" y="185199"/>
                </a:lnTo>
                <a:lnTo>
                  <a:pt x="554051" y="185177"/>
                </a:lnTo>
                <a:lnTo>
                  <a:pt x="554135" y="185177"/>
                </a:lnTo>
                <a:lnTo>
                  <a:pt x="554257" y="185154"/>
                </a:lnTo>
                <a:lnTo>
                  <a:pt x="554379" y="185154"/>
                </a:lnTo>
                <a:lnTo>
                  <a:pt x="554459" y="185132"/>
                </a:lnTo>
                <a:lnTo>
                  <a:pt x="554584" y="185109"/>
                </a:lnTo>
                <a:lnTo>
                  <a:pt x="554706" y="185109"/>
                </a:lnTo>
                <a:lnTo>
                  <a:pt x="554787" y="185087"/>
                </a:lnTo>
                <a:lnTo>
                  <a:pt x="554909" y="185087"/>
                </a:lnTo>
                <a:lnTo>
                  <a:pt x="555034" y="185087"/>
                </a:lnTo>
                <a:lnTo>
                  <a:pt x="555123" y="185064"/>
                </a:lnTo>
                <a:lnTo>
                  <a:pt x="555248" y="185064"/>
                </a:lnTo>
                <a:lnTo>
                  <a:pt x="555370" y="185064"/>
                </a:lnTo>
                <a:lnTo>
                  <a:pt x="555451" y="185042"/>
                </a:lnTo>
                <a:lnTo>
                  <a:pt x="555573" y="185042"/>
                </a:lnTo>
                <a:lnTo>
                  <a:pt x="555698" y="185019"/>
                </a:lnTo>
                <a:lnTo>
                  <a:pt x="555778" y="185019"/>
                </a:lnTo>
                <a:lnTo>
                  <a:pt x="555900" y="184996"/>
                </a:lnTo>
                <a:lnTo>
                  <a:pt x="556022" y="184996"/>
                </a:lnTo>
                <a:lnTo>
                  <a:pt x="556106" y="184996"/>
                </a:lnTo>
                <a:lnTo>
                  <a:pt x="556228" y="184974"/>
                </a:lnTo>
                <a:lnTo>
                  <a:pt x="556350" y="184974"/>
                </a:lnTo>
                <a:lnTo>
                  <a:pt x="556472" y="184974"/>
                </a:lnTo>
                <a:lnTo>
                  <a:pt x="556555" y="184974"/>
                </a:lnTo>
                <a:lnTo>
                  <a:pt x="556686" y="184951"/>
                </a:lnTo>
                <a:lnTo>
                  <a:pt x="556811" y="184951"/>
                </a:lnTo>
                <a:lnTo>
                  <a:pt x="556892" y="184951"/>
                </a:lnTo>
                <a:lnTo>
                  <a:pt x="557014" y="184929"/>
                </a:lnTo>
                <a:lnTo>
                  <a:pt x="557136" y="184929"/>
                </a:lnTo>
                <a:lnTo>
                  <a:pt x="557219" y="184929"/>
                </a:lnTo>
                <a:lnTo>
                  <a:pt x="557341" y="184906"/>
                </a:lnTo>
                <a:lnTo>
                  <a:pt x="557463" y="184906"/>
                </a:lnTo>
                <a:lnTo>
                  <a:pt x="557547" y="184906"/>
                </a:lnTo>
                <a:lnTo>
                  <a:pt x="557669" y="184906"/>
                </a:lnTo>
                <a:lnTo>
                  <a:pt x="557791" y="184906"/>
                </a:lnTo>
                <a:lnTo>
                  <a:pt x="557874" y="184906"/>
                </a:lnTo>
                <a:lnTo>
                  <a:pt x="557996" y="184884"/>
                </a:lnTo>
                <a:lnTo>
                  <a:pt x="558118" y="184884"/>
                </a:lnTo>
                <a:lnTo>
                  <a:pt x="558210" y="184884"/>
                </a:lnTo>
                <a:lnTo>
                  <a:pt x="558333" y="184884"/>
                </a:lnTo>
                <a:lnTo>
                  <a:pt x="558455" y="184884"/>
                </a:lnTo>
                <a:lnTo>
                  <a:pt x="558538" y="184884"/>
                </a:lnTo>
                <a:lnTo>
                  <a:pt x="558660" y="184884"/>
                </a:lnTo>
                <a:lnTo>
                  <a:pt x="558782" y="184884"/>
                </a:lnTo>
                <a:lnTo>
                  <a:pt x="558904" y="184884"/>
                </a:lnTo>
                <a:lnTo>
                  <a:pt x="558987" y="184884"/>
                </a:lnTo>
                <a:lnTo>
                  <a:pt x="559110" y="184884"/>
                </a:lnTo>
                <a:lnTo>
                  <a:pt x="559232" y="184884"/>
                </a:lnTo>
                <a:lnTo>
                  <a:pt x="559312" y="184884"/>
                </a:lnTo>
                <a:lnTo>
                  <a:pt x="559437" y="184884"/>
                </a:lnTo>
                <a:lnTo>
                  <a:pt x="559559" y="184884"/>
                </a:lnTo>
                <a:lnTo>
                  <a:pt x="559639" y="184884"/>
                </a:lnTo>
                <a:lnTo>
                  <a:pt x="559773" y="184884"/>
                </a:lnTo>
                <a:lnTo>
                  <a:pt x="559896" y="184884"/>
                </a:lnTo>
                <a:lnTo>
                  <a:pt x="559976" y="184884"/>
                </a:lnTo>
                <a:lnTo>
                  <a:pt x="560101" y="184884"/>
                </a:lnTo>
                <a:lnTo>
                  <a:pt x="560223" y="184884"/>
                </a:lnTo>
                <a:lnTo>
                  <a:pt x="560303" y="184884"/>
                </a:lnTo>
                <a:lnTo>
                  <a:pt x="560425" y="184884"/>
                </a:lnTo>
                <a:lnTo>
                  <a:pt x="560551" y="184884"/>
                </a:lnTo>
                <a:lnTo>
                  <a:pt x="560631" y="184884"/>
                </a:lnTo>
                <a:lnTo>
                  <a:pt x="560753" y="184884"/>
                </a:lnTo>
                <a:lnTo>
                  <a:pt x="560875" y="184884"/>
                </a:lnTo>
                <a:lnTo>
                  <a:pt x="560958" y="184884"/>
                </a:lnTo>
                <a:lnTo>
                  <a:pt x="561080" y="184884"/>
                </a:lnTo>
                <a:lnTo>
                  <a:pt x="561214" y="184884"/>
                </a:lnTo>
                <a:lnTo>
                  <a:pt x="561336" y="184884"/>
                </a:lnTo>
                <a:lnTo>
                  <a:pt x="561417" y="184884"/>
                </a:lnTo>
                <a:lnTo>
                  <a:pt x="561539" y="184884"/>
                </a:lnTo>
                <a:lnTo>
                  <a:pt x="561664" y="184884"/>
                </a:lnTo>
                <a:lnTo>
                  <a:pt x="561744" y="184884"/>
                </a:lnTo>
                <a:lnTo>
                  <a:pt x="561866" y="184884"/>
                </a:lnTo>
                <a:lnTo>
                  <a:pt x="561988" y="184884"/>
                </a:lnTo>
                <a:lnTo>
                  <a:pt x="562072" y="184884"/>
                </a:lnTo>
                <a:lnTo>
                  <a:pt x="562194" y="184884"/>
                </a:lnTo>
                <a:lnTo>
                  <a:pt x="562316" y="184884"/>
                </a:lnTo>
                <a:lnTo>
                  <a:pt x="562399" y="184884"/>
                </a:lnTo>
                <a:lnTo>
                  <a:pt x="562530" y="184884"/>
                </a:lnTo>
                <a:lnTo>
                  <a:pt x="562652" y="184861"/>
                </a:lnTo>
                <a:lnTo>
                  <a:pt x="562727" y="184861"/>
                </a:lnTo>
                <a:lnTo>
                  <a:pt x="562858" y="184861"/>
                </a:lnTo>
                <a:lnTo>
                  <a:pt x="562980" y="184861"/>
                </a:lnTo>
                <a:lnTo>
                  <a:pt x="563063" y="184861"/>
                </a:lnTo>
                <a:lnTo>
                  <a:pt x="563185" y="184861"/>
                </a:lnTo>
                <a:lnTo>
                  <a:pt x="563307" y="184861"/>
                </a:lnTo>
                <a:lnTo>
                  <a:pt x="563391" y="184861"/>
                </a:lnTo>
                <a:lnTo>
                  <a:pt x="563513" y="184861"/>
                </a:lnTo>
                <a:lnTo>
                  <a:pt x="563635" y="184861"/>
                </a:lnTo>
                <a:lnTo>
                  <a:pt x="563757" y="184861"/>
                </a:lnTo>
                <a:lnTo>
                  <a:pt x="563840" y="184839"/>
                </a:lnTo>
                <a:lnTo>
                  <a:pt x="563962" y="184839"/>
                </a:lnTo>
                <a:lnTo>
                  <a:pt x="564093" y="184839"/>
                </a:lnTo>
                <a:lnTo>
                  <a:pt x="564177" y="184839"/>
                </a:lnTo>
                <a:lnTo>
                  <a:pt x="564299" y="184816"/>
                </a:lnTo>
                <a:lnTo>
                  <a:pt x="564421" y="184816"/>
                </a:lnTo>
                <a:lnTo>
                  <a:pt x="564504" y="184816"/>
                </a:lnTo>
                <a:lnTo>
                  <a:pt x="564626" y="184794"/>
                </a:lnTo>
                <a:lnTo>
                  <a:pt x="564748" y="184794"/>
                </a:lnTo>
                <a:lnTo>
                  <a:pt x="564829" y="184794"/>
                </a:lnTo>
                <a:lnTo>
                  <a:pt x="564954" y="184771"/>
                </a:lnTo>
                <a:lnTo>
                  <a:pt x="565076" y="184771"/>
                </a:lnTo>
                <a:lnTo>
                  <a:pt x="565156" y="184771"/>
                </a:lnTo>
                <a:lnTo>
                  <a:pt x="565278" y="184771"/>
                </a:lnTo>
                <a:lnTo>
                  <a:pt x="565403" y="184749"/>
                </a:lnTo>
                <a:lnTo>
                  <a:pt x="565493" y="184749"/>
                </a:lnTo>
                <a:lnTo>
                  <a:pt x="565618" y="184749"/>
                </a:lnTo>
                <a:lnTo>
                  <a:pt x="565740" y="184726"/>
                </a:lnTo>
                <a:lnTo>
                  <a:pt x="565820" y="184726"/>
                </a:lnTo>
                <a:lnTo>
                  <a:pt x="565942" y="184704"/>
                </a:lnTo>
                <a:lnTo>
                  <a:pt x="566067" y="184704"/>
                </a:lnTo>
                <a:lnTo>
                  <a:pt x="566148" y="184681"/>
                </a:lnTo>
                <a:lnTo>
                  <a:pt x="566270" y="184681"/>
                </a:lnTo>
                <a:lnTo>
                  <a:pt x="566392" y="184658"/>
                </a:lnTo>
                <a:lnTo>
                  <a:pt x="566517" y="184658"/>
                </a:lnTo>
                <a:lnTo>
                  <a:pt x="566597" y="184658"/>
                </a:lnTo>
                <a:lnTo>
                  <a:pt x="566719" y="184658"/>
                </a:lnTo>
                <a:lnTo>
                  <a:pt x="566841" y="184636"/>
                </a:lnTo>
                <a:lnTo>
                  <a:pt x="566925" y="184636"/>
                </a:lnTo>
                <a:lnTo>
                  <a:pt x="567056" y="184613"/>
                </a:lnTo>
                <a:lnTo>
                  <a:pt x="567181" y="184613"/>
                </a:lnTo>
                <a:lnTo>
                  <a:pt x="567261" y="184591"/>
                </a:lnTo>
                <a:lnTo>
                  <a:pt x="567383" y="184591"/>
                </a:lnTo>
                <a:lnTo>
                  <a:pt x="567505" y="184568"/>
                </a:lnTo>
                <a:lnTo>
                  <a:pt x="567589" y="184568"/>
                </a:lnTo>
                <a:lnTo>
                  <a:pt x="567711" y="184546"/>
                </a:lnTo>
                <a:lnTo>
                  <a:pt x="567833" y="184546"/>
                </a:lnTo>
                <a:lnTo>
                  <a:pt x="567916" y="184546"/>
                </a:lnTo>
                <a:lnTo>
                  <a:pt x="568038" y="184523"/>
                </a:lnTo>
                <a:lnTo>
                  <a:pt x="568160" y="184523"/>
                </a:lnTo>
                <a:lnTo>
                  <a:pt x="568244" y="184523"/>
                </a:lnTo>
                <a:lnTo>
                  <a:pt x="568366" y="184501"/>
                </a:lnTo>
                <a:lnTo>
                  <a:pt x="568488" y="184478"/>
                </a:lnTo>
                <a:lnTo>
                  <a:pt x="568580" y="184478"/>
                </a:lnTo>
                <a:lnTo>
                  <a:pt x="568702" y="184456"/>
                </a:lnTo>
                <a:lnTo>
                  <a:pt x="568824" y="184456"/>
                </a:lnTo>
                <a:lnTo>
                  <a:pt x="568946" y="184433"/>
                </a:lnTo>
                <a:lnTo>
                  <a:pt x="569029" y="184433"/>
                </a:lnTo>
                <a:lnTo>
                  <a:pt x="569152" y="184433"/>
                </a:lnTo>
                <a:lnTo>
                  <a:pt x="569274" y="184411"/>
                </a:lnTo>
                <a:lnTo>
                  <a:pt x="569357" y="184388"/>
                </a:lnTo>
                <a:lnTo>
                  <a:pt x="569479" y="184388"/>
                </a:lnTo>
                <a:lnTo>
                  <a:pt x="569601" y="184365"/>
                </a:lnTo>
                <a:lnTo>
                  <a:pt x="569681" y="184343"/>
                </a:lnTo>
                <a:lnTo>
                  <a:pt x="569807" y="184343"/>
                </a:lnTo>
                <a:lnTo>
                  <a:pt x="569938" y="184320"/>
                </a:lnTo>
                <a:lnTo>
                  <a:pt x="570009" y="184320"/>
                </a:lnTo>
                <a:lnTo>
                  <a:pt x="570131" y="184298"/>
                </a:lnTo>
                <a:lnTo>
                  <a:pt x="570265" y="184275"/>
                </a:lnTo>
                <a:lnTo>
                  <a:pt x="570345" y="184275"/>
                </a:lnTo>
                <a:lnTo>
                  <a:pt x="570470" y="184253"/>
                </a:lnTo>
                <a:lnTo>
                  <a:pt x="570592" y="184230"/>
                </a:lnTo>
                <a:lnTo>
                  <a:pt x="570673" y="184208"/>
                </a:lnTo>
                <a:lnTo>
                  <a:pt x="570795" y="184208"/>
                </a:lnTo>
                <a:lnTo>
                  <a:pt x="570920" y="184185"/>
                </a:lnTo>
                <a:lnTo>
                  <a:pt x="571000" y="184163"/>
                </a:lnTo>
                <a:lnTo>
                  <a:pt x="571122" y="184163"/>
                </a:lnTo>
                <a:lnTo>
                  <a:pt x="571244" y="184140"/>
                </a:lnTo>
                <a:lnTo>
                  <a:pt x="571378" y="184118"/>
                </a:lnTo>
                <a:lnTo>
                  <a:pt x="571459" y="184095"/>
                </a:lnTo>
                <a:lnTo>
                  <a:pt x="571584" y="184095"/>
                </a:lnTo>
                <a:lnTo>
                  <a:pt x="571706" y="184073"/>
                </a:lnTo>
                <a:lnTo>
                  <a:pt x="571786" y="184050"/>
                </a:lnTo>
                <a:lnTo>
                  <a:pt x="571908" y="184027"/>
                </a:lnTo>
                <a:lnTo>
                  <a:pt x="572033" y="184027"/>
                </a:lnTo>
                <a:lnTo>
                  <a:pt x="572114" y="184005"/>
                </a:lnTo>
                <a:lnTo>
                  <a:pt x="572236" y="183982"/>
                </a:lnTo>
                <a:lnTo>
                  <a:pt x="572358" y="183960"/>
                </a:lnTo>
                <a:lnTo>
                  <a:pt x="572441" y="183937"/>
                </a:lnTo>
                <a:lnTo>
                  <a:pt x="572563" y="183915"/>
                </a:lnTo>
                <a:lnTo>
                  <a:pt x="572685" y="183892"/>
                </a:lnTo>
                <a:lnTo>
                  <a:pt x="572769" y="183892"/>
                </a:lnTo>
                <a:lnTo>
                  <a:pt x="572900" y="183870"/>
                </a:lnTo>
                <a:lnTo>
                  <a:pt x="573025" y="183825"/>
                </a:lnTo>
                <a:lnTo>
                  <a:pt x="573105" y="183802"/>
                </a:lnTo>
                <a:lnTo>
                  <a:pt x="573227" y="183780"/>
                </a:lnTo>
                <a:lnTo>
                  <a:pt x="573349" y="183757"/>
                </a:lnTo>
                <a:lnTo>
                  <a:pt x="573433" y="183734"/>
                </a:lnTo>
                <a:lnTo>
                  <a:pt x="573555" y="183712"/>
                </a:lnTo>
                <a:lnTo>
                  <a:pt x="573677" y="183689"/>
                </a:lnTo>
                <a:lnTo>
                  <a:pt x="573799" y="183667"/>
                </a:lnTo>
                <a:lnTo>
                  <a:pt x="573882" y="183644"/>
                </a:lnTo>
                <a:lnTo>
                  <a:pt x="574004" y="183599"/>
                </a:lnTo>
                <a:lnTo>
                  <a:pt x="574126" y="183577"/>
                </a:lnTo>
                <a:lnTo>
                  <a:pt x="574210" y="183554"/>
                </a:lnTo>
                <a:lnTo>
                  <a:pt x="574332" y="183509"/>
                </a:lnTo>
                <a:lnTo>
                  <a:pt x="574463" y="183487"/>
                </a:lnTo>
                <a:lnTo>
                  <a:pt x="574546" y="183442"/>
                </a:lnTo>
                <a:lnTo>
                  <a:pt x="574668" y="183419"/>
                </a:lnTo>
                <a:lnTo>
                  <a:pt x="574790" y="183374"/>
                </a:lnTo>
                <a:lnTo>
                  <a:pt x="574874" y="183351"/>
                </a:lnTo>
                <a:lnTo>
                  <a:pt x="574996" y="183329"/>
                </a:lnTo>
                <a:lnTo>
                  <a:pt x="575118" y="183284"/>
                </a:lnTo>
                <a:lnTo>
                  <a:pt x="575198" y="183239"/>
                </a:lnTo>
                <a:lnTo>
                  <a:pt x="575323" y="183216"/>
                </a:lnTo>
                <a:lnTo>
                  <a:pt x="575445" y="183171"/>
                </a:lnTo>
                <a:lnTo>
                  <a:pt x="575526" y="183126"/>
                </a:lnTo>
                <a:lnTo>
                  <a:pt x="575648" y="183103"/>
                </a:lnTo>
                <a:lnTo>
                  <a:pt x="575773" y="183058"/>
                </a:lnTo>
                <a:lnTo>
                  <a:pt x="575853" y="183013"/>
                </a:lnTo>
                <a:lnTo>
                  <a:pt x="575987" y="182991"/>
                </a:lnTo>
                <a:lnTo>
                  <a:pt x="576109" y="182946"/>
                </a:lnTo>
                <a:lnTo>
                  <a:pt x="576231" y="182901"/>
                </a:lnTo>
                <a:lnTo>
                  <a:pt x="576312" y="182878"/>
                </a:lnTo>
                <a:lnTo>
                  <a:pt x="576437" y="182833"/>
                </a:lnTo>
                <a:lnTo>
                  <a:pt x="576559" y="182788"/>
                </a:lnTo>
                <a:lnTo>
                  <a:pt x="576639" y="182743"/>
                </a:lnTo>
                <a:lnTo>
                  <a:pt x="576761" y="182698"/>
                </a:lnTo>
                <a:lnTo>
                  <a:pt x="576886" y="182675"/>
                </a:lnTo>
                <a:lnTo>
                  <a:pt x="576967" y="182608"/>
                </a:lnTo>
                <a:lnTo>
                  <a:pt x="577089" y="182563"/>
                </a:lnTo>
                <a:lnTo>
                  <a:pt x="577211" y="182540"/>
                </a:lnTo>
                <a:lnTo>
                  <a:pt x="577294" y="182495"/>
                </a:lnTo>
                <a:lnTo>
                  <a:pt x="577416" y="182450"/>
                </a:lnTo>
                <a:lnTo>
                  <a:pt x="577550" y="182405"/>
                </a:lnTo>
                <a:lnTo>
                  <a:pt x="577631" y="182360"/>
                </a:lnTo>
                <a:lnTo>
                  <a:pt x="577753" y="182337"/>
                </a:lnTo>
                <a:lnTo>
                  <a:pt x="577875" y="182270"/>
                </a:lnTo>
                <a:lnTo>
                  <a:pt x="577958" y="182247"/>
                </a:lnTo>
                <a:lnTo>
                  <a:pt x="578080" y="182202"/>
                </a:lnTo>
                <a:lnTo>
                  <a:pt x="578202" y="182134"/>
                </a:lnTo>
                <a:lnTo>
                  <a:pt x="578286" y="182112"/>
                </a:lnTo>
                <a:lnTo>
                  <a:pt x="578408" y="182067"/>
                </a:lnTo>
                <a:lnTo>
                  <a:pt x="578530" y="182022"/>
                </a:lnTo>
                <a:lnTo>
                  <a:pt x="578652" y="181977"/>
                </a:lnTo>
                <a:lnTo>
                  <a:pt x="578735" y="181909"/>
                </a:lnTo>
                <a:lnTo>
                  <a:pt x="578866" y="181864"/>
                </a:lnTo>
                <a:lnTo>
                  <a:pt x="578991" y="181819"/>
                </a:lnTo>
                <a:lnTo>
                  <a:pt x="579071" y="181774"/>
                </a:lnTo>
                <a:lnTo>
                  <a:pt x="579194" y="181729"/>
                </a:lnTo>
                <a:lnTo>
                  <a:pt x="579316" y="181684"/>
                </a:lnTo>
                <a:lnTo>
                  <a:pt x="579399" y="181639"/>
                </a:lnTo>
                <a:lnTo>
                  <a:pt x="579521" y="181594"/>
                </a:lnTo>
                <a:lnTo>
                  <a:pt x="579643" y="181526"/>
                </a:lnTo>
                <a:lnTo>
                  <a:pt x="579726" y="181481"/>
                </a:lnTo>
                <a:lnTo>
                  <a:pt x="579849" y="181413"/>
                </a:lnTo>
                <a:lnTo>
                  <a:pt x="579971" y="181368"/>
                </a:lnTo>
                <a:lnTo>
                  <a:pt x="580051" y="181323"/>
                </a:lnTo>
                <a:lnTo>
                  <a:pt x="580185" y="181256"/>
                </a:lnTo>
                <a:lnTo>
                  <a:pt x="580307" y="181210"/>
                </a:lnTo>
                <a:lnTo>
                  <a:pt x="580378" y="181143"/>
                </a:lnTo>
                <a:lnTo>
                  <a:pt x="580512" y="181098"/>
                </a:lnTo>
                <a:lnTo>
                  <a:pt x="580634" y="181053"/>
                </a:lnTo>
                <a:lnTo>
                  <a:pt x="580715" y="180985"/>
                </a:lnTo>
                <a:lnTo>
                  <a:pt x="580840" y="180940"/>
                </a:lnTo>
                <a:lnTo>
                  <a:pt x="580962" y="180895"/>
                </a:lnTo>
                <a:lnTo>
                  <a:pt x="581042" y="180827"/>
                </a:lnTo>
                <a:lnTo>
                  <a:pt x="581164" y="180782"/>
                </a:lnTo>
                <a:lnTo>
                  <a:pt x="581289" y="180715"/>
                </a:lnTo>
                <a:lnTo>
                  <a:pt x="581412" y="180670"/>
                </a:lnTo>
                <a:lnTo>
                  <a:pt x="581492" y="180602"/>
                </a:lnTo>
                <a:lnTo>
                  <a:pt x="581614" y="180557"/>
                </a:lnTo>
                <a:lnTo>
                  <a:pt x="581739" y="180489"/>
                </a:lnTo>
                <a:lnTo>
                  <a:pt x="581831" y="180444"/>
                </a:lnTo>
                <a:lnTo>
                  <a:pt x="581953" y="180377"/>
                </a:lnTo>
                <a:lnTo>
                  <a:pt x="582075" y="180332"/>
                </a:lnTo>
                <a:lnTo>
                  <a:pt x="582156" y="180287"/>
                </a:lnTo>
                <a:lnTo>
                  <a:pt x="582278" y="180219"/>
                </a:lnTo>
                <a:lnTo>
                  <a:pt x="582403" y="180174"/>
                </a:lnTo>
                <a:lnTo>
                  <a:pt x="582483" y="180106"/>
                </a:lnTo>
                <a:lnTo>
                  <a:pt x="582605" y="180061"/>
                </a:lnTo>
                <a:lnTo>
                  <a:pt x="582727" y="180016"/>
                </a:lnTo>
                <a:lnTo>
                  <a:pt x="582811" y="179948"/>
                </a:lnTo>
                <a:lnTo>
                  <a:pt x="582933" y="179903"/>
                </a:lnTo>
                <a:lnTo>
                  <a:pt x="583055" y="179836"/>
                </a:lnTo>
                <a:lnTo>
                  <a:pt x="583138" y="179791"/>
                </a:lnTo>
                <a:lnTo>
                  <a:pt x="583269" y="179723"/>
                </a:lnTo>
                <a:lnTo>
                  <a:pt x="583394" y="179678"/>
                </a:lnTo>
                <a:lnTo>
                  <a:pt x="583475" y="179633"/>
                </a:lnTo>
                <a:lnTo>
                  <a:pt x="583597" y="179565"/>
                </a:lnTo>
                <a:lnTo>
                  <a:pt x="583719" y="179520"/>
                </a:lnTo>
                <a:lnTo>
                  <a:pt x="583844" y="179475"/>
                </a:lnTo>
                <a:lnTo>
                  <a:pt x="583924" y="179408"/>
                </a:lnTo>
                <a:lnTo>
                  <a:pt x="584046" y="179363"/>
                </a:lnTo>
                <a:lnTo>
                  <a:pt x="584168" y="179317"/>
                </a:lnTo>
                <a:lnTo>
                  <a:pt x="584252" y="179272"/>
                </a:lnTo>
                <a:lnTo>
                  <a:pt x="584374" y="179205"/>
                </a:lnTo>
                <a:lnTo>
                  <a:pt x="584496" y="179160"/>
                </a:lnTo>
                <a:lnTo>
                  <a:pt x="584579" y="179092"/>
                </a:lnTo>
                <a:lnTo>
                  <a:pt x="584701" y="179047"/>
                </a:lnTo>
                <a:lnTo>
                  <a:pt x="584823" y="179002"/>
                </a:lnTo>
                <a:lnTo>
                  <a:pt x="584916" y="178957"/>
                </a:lnTo>
                <a:lnTo>
                  <a:pt x="585038" y="178889"/>
                </a:lnTo>
                <a:lnTo>
                  <a:pt x="585160" y="178844"/>
                </a:lnTo>
                <a:lnTo>
                  <a:pt x="585243" y="178799"/>
                </a:lnTo>
                <a:lnTo>
                  <a:pt x="585365" y="178754"/>
                </a:lnTo>
                <a:lnTo>
                  <a:pt x="585487" y="178686"/>
                </a:lnTo>
                <a:lnTo>
                  <a:pt x="585568" y="178641"/>
                </a:lnTo>
                <a:lnTo>
                  <a:pt x="585693" y="178596"/>
                </a:lnTo>
                <a:lnTo>
                  <a:pt x="585815" y="178551"/>
                </a:lnTo>
                <a:lnTo>
                  <a:pt x="585895" y="178506"/>
                </a:lnTo>
                <a:lnTo>
                  <a:pt x="586017" y="178439"/>
                </a:lnTo>
                <a:lnTo>
                  <a:pt x="586142" y="178393"/>
                </a:lnTo>
                <a:lnTo>
                  <a:pt x="586264" y="178348"/>
                </a:lnTo>
                <a:lnTo>
                  <a:pt x="586357" y="178303"/>
                </a:lnTo>
                <a:lnTo>
                  <a:pt x="586479" y="178258"/>
                </a:lnTo>
                <a:lnTo>
                  <a:pt x="586601" y="178213"/>
                </a:lnTo>
                <a:lnTo>
                  <a:pt x="586684" y="178168"/>
                </a:lnTo>
                <a:lnTo>
                  <a:pt x="586806" y="178123"/>
                </a:lnTo>
                <a:lnTo>
                  <a:pt x="586928" y="178078"/>
                </a:lnTo>
                <a:lnTo>
                  <a:pt x="587009" y="178010"/>
                </a:lnTo>
                <a:lnTo>
                  <a:pt x="587134" y="177988"/>
                </a:lnTo>
                <a:lnTo>
                  <a:pt x="587256" y="177920"/>
                </a:lnTo>
                <a:lnTo>
                  <a:pt x="587336" y="177875"/>
                </a:lnTo>
                <a:lnTo>
                  <a:pt x="587458" y="177853"/>
                </a:lnTo>
                <a:lnTo>
                  <a:pt x="587592" y="177785"/>
                </a:lnTo>
                <a:lnTo>
                  <a:pt x="587664" y="177762"/>
                </a:lnTo>
                <a:lnTo>
                  <a:pt x="587786" y="177717"/>
                </a:lnTo>
                <a:lnTo>
                  <a:pt x="587920" y="177650"/>
                </a:lnTo>
                <a:lnTo>
                  <a:pt x="588000" y="177627"/>
                </a:lnTo>
                <a:lnTo>
                  <a:pt x="588122" y="177582"/>
                </a:lnTo>
                <a:lnTo>
                  <a:pt x="588247" y="177537"/>
                </a:lnTo>
                <a:lnTo>
                  <a:pt x="588327" y="177492"/>
                </a:lnTo>
                <a:lnTo>
                  <a:pt x="588450" y="177447"/>
                </a:lnTo>
                <a:lnTo>
                  <a:pt x="588572" y="177402"/>
                </a:lnTo>
                <a:lnTo>
                  <a:pt x="588697" y="177357"/>
                </a:lnTo>
                <a:lnTo>
                  <a:pt x="588777" y="177312"/>
                </a:lnTo>
                <a:lnTo>
                  <a:pt x="588899" y="177289"/>
                </a:lnTo>
                <a:lnTo>
                  <a:pt x="589021" y="177244"/>
                </a:lnTo>
                <a:lnTo>
                  <a:pt x="589113" y="177199"/>
                </a:lnTo>
                <a:lnTo>
                  <a:pt x="589236" y="177177"/>
                </a:lnTo>
                <a:lnTo>
                  <a:pt x="589361" y="177131"/>
                </a:lnTo>
                <a:lnTo>
                  <a:pt x="589441" y="177086"/>
                </a:lnTo>
                <a:lnTo>
                  <a:pt x="589563" y="177041"/>
                </a:lnTo>
                <a:lnTo>
                  <a:pt x="589685" y="177019"/>
                </a:lnTo>
                <a:lnTo>
                  <a:pt x="589768" y="176974"/>
                </a:lnTo>
                <a:lnTo>
                  <a:pt x="589891" y="176951"/>
                </a:lnTo>
                <a:lnTo>
                  <a:pt x="590013" y="176906"/>
                </a:lnTo>
                <a:lnTo>
                  <a:pt x="590096" y="176884"/>
                </a:lnTo>
                <a:lnTo>
                  <a:pt x="590218" y="176839"/>
                </a:lnTo>
                <a:lnTo>
                  <a:pt x="590340" y="176793"/>
                </a:lnTo>
                <a:lnTo>
                  <a:pt x="590420" y="176771"/>
                </a:lnTo>
                <a:lnTo>
                  <a:pt x="590545" y="176726"/>
                </a:lnTo>
                <a:lnTo>
                  <a:pt x="590668" y="176703"/>
                </a:lnTo>
                <a:lnTo>
                  <a:pt x="590760" y="176658"/>
                </a:lnTo>
                <a:lnTo>
                  <a:pt x="590882" y="176636"/>
                </a:lnTo>
                <a:lnTo>
                  <a:pt x="591004" y="176591"/>
                </a:lnTo>
                <a:lnTo>
                  <a:pt x="591126" y="176568"/>
                </a:lnTo>
                <a:lnTo>
                  <a:pt x="591209" y="176546"/>
                </a:lnTo>
                <a:lnTo>
                  <a:pt x="591331" y="176500"/>
                </a:lnTo>
                <a:lnTo>
                  <a:pt x="591454" y="176455"/>
                </a:lnTo>
                <a:lnTo>
                  <a:pt x="591537" y="176433"/>
                </a:lnTo>
                <a:lnTo>
                  <a:pt x="591659" y="176410"/>
                </a:lnTo>
                <a:lnTo>
                  <a:pt x="591781" y="176365"/>
                </a:lnTo>
                <a:lnTo>
                  <a:pt x="591861" y="176343"/>
                </a:lnTo>
                <a:lnTo>
                  <a:pt x="591983" y="176320"/>
                </a:lnTo>
                <a:lnTo>
                  <a:pt x="592108" y="176275"/>
                </a:lnTo>
                <a:lnTo>
                  <a:pt x="592201" y="176253"/>
                </a:lnTo>
                <a:lnTo>
                  <a:pt x="592323" y="176230"/>
                </a:lnTo>
                <a:lnTo>
                  <a:pt x="592445" y="176208"/>
                </a:lnTo>
                <a:lnTo>
                  <a:pt x="592525" y="176162"/>
                </a:lnTo>
                <a:lnTo>
                  <a:pt x="592650" y="176140"/>
                </a:lnTo>
                <a:lnTo>
                  <a:pt x="592772" y="176117"/>
                </a:lnTo>
                <a:lnTo>
                  <a:pt x="592853" y="176095"/>
                </a:lnTo>
                <a:lnTo>
                  <a:pt x="592975" y="176050"/>
                </a:lnTo>
                <a:lnTo>
                  <a:pt x="593100" y="176027"/>
                </a:lnTo>
                <a:lnTo>
                  <a:pt x="593180" y="176005"/>
                </a:lnTo>
                <a:lnTo>
                  <a:pt x="593302" y="175982"/>
                </a:lnTo>
                <a:lnTo>
                  <a:pt x="593424" y="175960"/>
                </a:lnTo>
                <a:lnTo>
                  <a:pt x="593549" y="175937"/>
                </a:lnTo>
                <a:lnTo>
                  <a:pt x="593630" y="175915"/>
                </a:lnTo>
                <a:lnTo>
                  <a:pt x="593764" y="175892"/>
                </a:lnTo>
                <a:lnTo>
                  <a:pt x="593886" y="175869"/>
                </a:lnTo>
                <a:lnTo>
                  <a:pt x="593966" y="175847"/>
                </a:lnTo>
                <a:lnTo>
                  <a:pt x="594088" y="175824"/>
                </a:lnTo>
                <a:lnTo>
                  <a:pt x="594213" y="175802"/>
                </a:lnTo>
                <a:lnTo>
                  <a:pt x="594294" y="175779"/>
                </a:lnTo>
                <a:lnTo>
                  <a:pt x="594416" y="175779"/>
                </a:lnTo>
                <a:lnTo>
                  <a:pt x="594538" y="175757"/>
                </a:lnTo>
                <a:lnTo>
                  <a:pt x="594621" y="175734"/>
                </a:lnTo>
                <a:lnTo>
                  <a:pt x="594743" y="175712"/>
                </a:lnTo>
                <a:lnTo>
                  <a:pt x="594865" y="175689"/>
                </a:lnTo>
                <a:lnTo>
                  <a:pt x="594949" y="175689"/>
                </a:lnTo>
                <a:lnTo>
                  <a:pt x="595071" y="175667"/>
                </a:lnTo>
                <a:lnTo>
                  <a:pt x="595193" y="175644"/>
                </a:lnTo>
                <a:lnTo>
                  <a:pt x="595285" y="175644"/>
                </a:lnTo>
                <a:lnTo>
                  <a:pt x="595407" y="175622"/>
                </a:lnTo>
                <a:lnTo>
                  <a:pt x="595529" y="175599"/>
                </a:lnTo>
                <a:lnTo>
                  <a:pt x="595613" y="175599"/>
                </a:lnTo>
                <a:lnTo>
                  <a:pt x="595735" y="175577"/>
                </a:lnTo>
                <a:lnTo>
                  <a:pt x="595857" y="175577"/>
                </a:lnTo>
                <a:lnTo>
                  <a:pt x="595979" y="175554"/>
                </a:lnTo>
                <a:lnTo>
                  <a:pt x="596062" y="175554"/>
                </a:lnTo>
                <a:lnTo>
                  <a:pt x="596184" y="175531"/>
                </a:lnTo>
                <a:lnTo>
                  <a:pt x="596306" y="175531"/>
                </a:lnTo>
                <a:lnTo>
                  <a:pt x="596387" y="175531"/>
                </a:lnTo>
                <a:lnTo>
                  <a:pt x="596521" y="175509"/>
                </a:lnTo>
                <a:lnTo>
                  <a:pt x="596643" y="175509"/>
                </a:lnTo>
                <a:lnTo>
                  <a:pt x="596714" y="175486"/>
                </a:lnTo>
                <a:lnTo>
                  <a:pt x="596848" y="175486"/>
                </a:lnTo>
                <a:lnTo>
                  <a:pt x="596970" y="175464"/>
                </a:lnTo>
                <a:lnTo>
                  <a:pt x="597054" y="175464"/>
                </a:lnTo>
                <a:lnTo>
                  <a:pt x="597176" y="175464"/>
                </a:lnTo>
                <a:lnTo>
                  <a:pt x="597298" y="175464"/>
                </a:lnTo>
                <a:lnTo>
                  <a:pt x="597378" y="175464"/>
                </a:lnTo>
                <a:lnTo>
                  <a:pt x="597503" y="175441"/>
                </a:lnTo>
                <a:lnTo>
                  <a:pt x="597625" y="175441"/>
                </a:lnTo>
                <a:lnTo>
                  <a:pt x="597706" y="175441"/>
                </a:lnTo>
                <a:lnTo>
                  <a:pt x="597828" y="175419"/>
                </a:lnTo>
                <a:lnTo>
                  <a:pt x="597953" y="175419"/>
                </a:lnTo>
                <a:lnTo>
                  <a:pt x="598033" y="175419"/>
                </a:lnTo>
                <a:lnTo>
                  <a:pt x="598167" y="175419"/>
                </a:lnTo>
                <a:lnTo>
                  <a:pt x="598289" y="175419"/>
                </a:lnTo>
                <a:lnTo>
                  <a:pt x="598411" y="175419"/>
                </a:lnTo>
                <a:lnTo>
                  <a:pt x="598492" y="175419"/>
                </a:lnTo>
                <a:lnTo>
                  <a:pt x="598617" y="175419"/>
                </a:lnTo>
                <a:lnTo>
                  <a:pt x="598739" y="175419"/>
                </a:lnTo>
                <a:lnTo>
                  <a:pt x="598819" y="175419"/>
                </a:lnTo>
                <a:lnTo>
                  <a:pt x="598941" y="175419"/>
                </a:lnTo>
                <a:lnTo>
                  <a:pt x="599066" y="175419"/>
                </a:lnTo>
                <a:lnTo>
                  <a:pt x="599147" y="175419"/>
                </a:lnTo>
                <a:lnTo>
                  <a:pt x="599269" y="175419"/>
                </a:lnTo>
                <a:lnTo>
                  <a:pt x="599391" y="175419"/>
                </a:lnTo>
                <a:lnTo>
                  <a:pt x="599474" y="175419"/>
                </a:lnTo>
                <a:lnTo>
                  <a:pt x="599605" y="175441"/>
                </a:lnTo>
                <a:lnTo>
                  <a:pt x="599730" y="175441"/>
                </a:lnTo>
                <a:lnTo>
                  <a:pt x="599810" y="175441"/>
                </a:lnTo>
                <a:lnTo>
                  <a:pt x="599932" y="175441"/>
                </a:lnTo>
                <a:lnTo>
                  <a:pt x="600055" y="175464"/>
                </a:lnTo>
                <a:lnTo>
                  <a:pt x="600138" y="175464"/>
                </a:lnTo>
                <a:lnTo>
                  <a:pt x="600260" y="175464"/>
                </a:lnTo>
                <a:lnTo>
                  <a:pt x="600382" y="175486"/>
                </a:lnTo>
                <a:lnTo>
                  <a:pt x="600465" y="175486"/>
                </a:lnTo>
                <a:lnTo>
                  <a:pt x="600587" y="175509"/>
                </a:lnTo>
                <a:lnTo>
                  <a:pt x="600710" y="175509"/>
                </a:lnTo>
                <a:lnTo>
                  <a:pt x="600790" y="175531"/>
                </a:lnTo>
                <a:lnTo>
                  <a:pt x="600915" y="175531"/>
                </a:lnTo>
                <a:lnTo>
                  <a:pt x="601037" y="175554"/>
                </a:lnTo>
                <a:lnTo>
                  <a:pt x="601168" y="175577"/>
                </a:lnTo>
                <a:lnTo>
                  <a:pt x="601251" y="175577"/>
                </a:lnTo>
                <a:lnTo>
                  <a:pt x="601373" y="175599"/>
                </a:lnTo>
                <a:lnTo>
                  <a:pt x="601496" y="175622"/>
                </a:lnTo>
                <a:lnTo>
                  <a:pt x="601579" y="175644"/>
                </a:lnTo>
                <a:lnTo>
                  <a:pt x="601701" y="175644"/>
                </a:lnTo>
                <a:lnTo>
                  <a:pt x="601823" y="175667"/>
                </a:lnTo>
                <a:lnTo>
                  <a:pt x="601906" y="175689"/>
                </a:lnTo>
                <a:lnTo>
                  <a:pt x="602028" y="175689"/>
                </a:lnTo>
                <a:lnTo>
                  <a:pt x="602150" y="175712"/>
                </a:lnTo>
                <a:lnTo>
                  <a:pt x="602231" y="175734"/>
                </a:lnTo>
                <a:lnTo>
                  <a:pt x="602356" y="175757"/>
                </a:lnTo>
                <a:lnTo>
                  <a:pt x="602478" y="175779"/>
                </a:lnTo>
                <a:lnTo>
                  <a:pt x="602570" y="175802"/>
                </a:lnTo>
                <a:lnTo>
                  <a:pt x="602692" y="175824"/>
                </a:lnTo>
                <a:lnTo>
                  <a:pt x="602814" y="175847"/>
                </a:lnTo>
                <a:lnTo>
                  <a:pt x="602895" y="175869"/>
                </a:lnTo>
                <a:lnTo>
                  <a:pt x="603020" y="175892"/>
                </a:lnTo>
                <a:lnTo>
                  <a:pt x="603142" y="175915"/>
                </a:lnTo>
                <a:lnTo>
                  <a:pt x="603222" y="175937"/>
                </a:lnTo>
                <a:lnTo>
                  <a:pt x="603344" y="175960"/>
                </a:lnTo>
                <a:lnTo>
                  <a:pt x="603469" y="176005"/>
                </a:lnTo>
                <a:lnTo>
                  <a:pt x="603591" y="176005"/>
                </a:lnTo>
                <a:lnTo>
                  <a:pt x="603672" y="176050"/>
                </a:lnTo>
                <a:lnTo>
                  <a:pt x="603794" y="176072"/>
                </a:lnTo>
                <a:lnTo>
                  <a:pt x="603919" y="176095"/>
                </a:lnTo>
                <a:lnTo>
                  <a:pt x="603999" y="176117"/>
                </a:lnTo>
                <a:lnTo>
                  <a:pt x="604121" y="176140"/>
                </a:lnTo>
                <a:lnTo>
                  <a:pt x="604255" y="176185"/>
                </a:lnTo>
                <a:lnTo>
                  <a:pt x="604336" y="176208"/>
                </a:lnTo>
                <a:lnTo>
                  <a:pt x="604458" y="176230"/>
                </a:lnTo>
                <a:lnTo>
                  <a:pt x="604583" y="176275"/>
                </a:lnTo>
                <a:lnTo>
                  <a:pt x="604663" y="176298"/>
                </a:lnTo>
                <a:lnTo>
                  <a:pt x="604785" y="176343"/>
                </a:lnTo>
                <a:lnTo>
                  <a:pt x="604907" y="176365"/>
                </a:lnTo>
                <a:lnTo>
                  <a:pt x="604991" y="176410"/>
                </a:lnTo>
                <a:lnTo>
                  <a:pt x="605113" y="176433"/>
                </a:lnTo>
                <a:lnTo>
                  <a:pt x="605235" y="176478"/>
                </a:lnTo>
                <a:lnTo>
                  <a:pt x="605318" y="176500"/>
                </a:lnTo>
                <a:lnTo>
                  <a:pt x="605440" y="176546"/>
                </a:lnTo>
                <a:lnTo>
                  <a:pt x="605571" y="176568"/>
                </a:lnTo>
                <a:lnTo>
                  <a:pt x="605655" y="176613"/>
                </a:lnTo>
                <a:lnTo>
                  <a:pt x="605777" y="176658"/>
                </a:lnTo>
                <a:lnTo>
                  <a:pt x="605899" y="176681"/>
                </a:lnTo>
                <a:lnTo>
                  <a:pt x="606021" y="176726"/>
                </a:lnTo>
                <a:lnTo>
                  <a:pt x="606104" y="176771"/>
                </a:lnTo>
                <a:lnTo>
                  <a:pt x="606226" y="176793"/>
                </a:lnTo>
                <a:lnTo>
                  <a:pt x="606348" y="176839"/>
                </a:lnTo>
                <a:lnTo>
                  <a:pt x="606432" y="176884"/>
                </a:lnTo>
                <a:lnTo>
                  <a:pt x="606554" y="176929"/>
                </a:lnTo>
                <a:lnTo>
                  <a:pt x="606676" y="176974"/>
                </a:lnTo>
                <a:lnTo>
                  <a:pt x="606759" y="177019"/>
                </a:lnTo>
                <a:lnTo>
                  <a:pt x="606890" y="177064"/>
                </a:lnTo>
                <a:lnTo>
                  <a:pt x="607012" y="177109"/>
                </a:lnTo>
                <a:lnTo>
                  <a:pt x="607096" y="177154"/>
                </a:lnTo>
                <a:lnTo>
                  <a:pt x="607218" y="177199"/>
                </a:lnTo>
                <a:lnTo>
                  <a:pt x="607340" y="177244"/>
                </a:lnTo>
                <a:lnTo>
                  <a:pt x="607423" y="177289"/>
                </a:lnTo>
                <a:lnTo>
                  <a:pt x="607545" y="177334"/>
                </a:lnTo>
                <a:lnTo>
                  <a:pt x="607667" y="177379"/>
                </a:lnTo>
                <a:lnTo>
                  <a:pt x="607748" y="177424"/>
                </a:lnTo>
                <a:lnTo>
                  <a:pt x="607873" y="177470"/>
                </a:lnTo>
                <a:lnTo>
                  <a:pt x="607995" y="177537"/>
                </a:lnTo>
                <a:lnTo>
                  <a:pt x="608075" y="177582"/>
                </a:lnTo>
                <a:lnTo>
                  <a:pt x="608197" y="177627"/>
                </a:lnTo>
                <a:lnTo>
                  <a:pt x="608322" y="177672"/>
                </a:lnTo>
                <a:lnTo>
                  <a:pt x="608444" y="177717"/>
                </a:lnTo>
                <a:lnTo>
                  <a:pt x="608537" y="177762"/>
                </a:lnTo>
                <a:lnTo>
                  <a:pt x="608659" y="177830"/>
                </a:lnTo>
                <a:lnTo>
                  <a:pt x="608781" y="177875"/>
                </a:lnTo>
                <a:lnTo>
                  <a:pt x="608861" y="177920"/>
                </a:lnTo>
                <a:lnTo>
                  <a:pt x="608986" y="177988"/>
                </a:lnTo>
                <a:lnTo>
                  <a:pt x="609108" y="178033"/>
                </a:lnTo>
                <a:lnTo>
                  <a:pt x="609189" y="178078"/>
                </a:lnTo>
                <a:lnTo>
                  <a:pt x="609311" y="178146"/>
                </a:lnTo>
                <a:lnTo>
                  <a:pt x="609436" y="178191"/>
                </a:lnTo>
                <a:lnTo>
                  <a:pt x="609516" y="178258"/>
                </a:lnTo>
                <a:lnTo>
                  <a:pt x="609638" y="178303"/>
                </a:lnTo>
                <a:lnTo>
                  <a:pt x="609760" y="178348"/>
                </a:lnTo>
                <a:lnTo>
                  <a:pt x="609844" y="178416"/>
                </a:lnTo>
                <a:lnTo>
                  <a:pt x="609974" y="178461"/>
                </a:lnTo>
                <a:lnTo>
                  <a:pt x="610100" y="178529"/>
                </a:lnTo>
                <a:lnTo>
                  <a:pt x="610180" y="178596"/>
                </a:lnTo>
                <a:lnTo>
                  <a:pt x="610302" y="178641"/>
                </a:lnTo>
                <a:lnTo>
                  <a:pt x="610424" y="178709"/>
                </a:lnTo>
                <a:lnTo>
                  <a:pt x="610507" y="178754"/>
                </a:lnTo>
                <a:lnTo>
                  <a:pt x="610629" y="178822"/>
                </a:lnTo>
                <a:lnTo>
                  <a:pt x="610752" y="178867"/>
                </a:lnTo>
                <a:lnTo>
                  <a:pt x="610874" y="178934"/>
                </a:lnTo>
                <a:lnTo>
                  <a:pt x="610957" y="179002"/>
                </a:lnTo>
                <a:lnTo>
                  <a:pt x="611079" y="179070"/>
                </a:lnTo>
                <a:lnTo>
                  <a:pt x="611201" y="179115"/>
                </a:lnTo>
                <a:lnTo>
                  <a:pt x="611284" y="179182"/>
                </a:lnTo>
                <a:lnTo>
                  <a:pt x="611407" y="179250"/>
                </a:lnTo>
                <a:lnTo>
                  <a:pt x="611538" y="179317"/>
                </a:lnTo>
                <a:lnTo>
                  <a:pt x="611621" y="179385"/>
                </a:lnTo>
                <a:lnTo>
                  <a:pt x="611743" y="179453"/>
                </a:lnTo>
                <a:lnTo>
                  <a:pt x="611865" y="179498"/>
                </a:lnTo>
                <a:lnTo>
                  <a:pt x="611948" y="179588"/>
                </a:lnTo>
                <a:lnTo>
                  <a:pt x="612070" y="179633"/>
                </a:lnTo>
                <a:lnTo>
                  <a:pt x="612192" y="179723"/>
                </a:lnTo>
                <a:lnTo>
                  <a:pt x="612276" y="179791"/>
                </a:lnTo>
                <a:lnTo>
                  <a:pt x="612398" y="179836"/>
                </a:lnTo>
                <a:lnTo>
                  <a:pt x="612520" y="179926"/>
                </a:lnTo>
                <a:lnTo>
                  <a:pt x="612600" y="179994"/>
                </a:lnTo>
                <a:lnTo>
                  <a:pt x="612725" y="180061"/>
                </a:lnTo>
                <a:lnTo>
                  <a:pt x="612847" y="180129"/>
                </a:lnTo>
                <a:lnTo>
                  <a:pt x="612928" y="180196"/>
                </a:lnTo>
                <a:lnTo>
                  <a:pt x="613062" y="180264"/>
                </a:lnTo>
                <a:lnTo>
                  <a:pt x="613184" y="180354"/>
                </a:lnTo>
                <a:lnTo>
                  <a:pt x="613306" y="180422"/>
                </a:lnTo>
                <a:lnTo>
                  <a:pt x="613389" y="180489"/>
                </a:lnTo>
                <a:lnTo>
                  <a:pt x="613511" y="180579"/>
                </a:lnTo>
                <a:lnTo>
                  <a:pt x="613633" y="180647"/>
                </a:lnTo>
                <a:lnTo>
                  <a:pt x="613714" y="180737"/>
                </a:lnTo>
                <a:lnTo>
                  <a:pt x="613839" y="180805"/>
                </a:lnTo>
                <a:lnTo>
                  <a:pt x="613961" y="180895"/>
                </a:lnTo>
                <a:lnTo>
                  <a:pt x="614041" y="180963"/>
                </a:lnTo>
                <a:lnTo>
                  <a:pt x="614163" y="181030"/>
                </a:lnTo>
                <a:lnTo>
                  <a:pt x="614297" y="181120"/>
                </a:lnTo>
                <a:lnTo>
                  <a:pt x="614369" y="181210"/>
                </a:lnTo>
                <a:lnTo>
                  <a:pt x="614503" y="181278"/>
                </a:lnTo>
                <a:lnTo>
                  <a:pt x="614625" y="181368"/>
                </a:lnTo>
                <a:lnTo>
                  <a:pt x="614705" y="181458"/>
                </a:lnTo>
                <a:lnTo>
                  <a:pt x="614827" y="181526"/>
                </a:lnTo>
                <a:lnTo>
                  <a:pt x="614952" y="181616"/>
                </a:lnTo>
                <a:lnTo>
                  <a:pt x="615033" y="181706"/>
                </a:lnTo>
                <a:lnTo>
                  <a:pt x="615155" y="181796"/>
                </a:lnTo>
                <a:lnTo>
                  <a:pt x="615277" y="181864"/>
                </a:lnTo>
                <a:lnTo>
                  <a:pt x="615360" y="181954"/>
                </a:lnTo>
                <a:lnTo>
                  <a:pt x="615482" y="182044"/>
                </a:lnTo>
                <a:lnTo>
                  <a:pt x="615604" y="182134"/>
                </a:lnTo>
                <a:lnTo>
                  <a:pt x="615726" y="182225"/>
                </a:lnTo>
                <a:lnTo>
                  <a:pt x="615819" y="182292"/>
                </a:lnTo>
                <a:lnTo>
                  <a:pt x="615941" y="182382"/>
                </a:lnTo>
                <a:lnTo>
                  <a:pt x="616066" y="182472"/>
                </a:lnTo>
                <a:lnTo>
                  <a:pt x="616146" y="182563"/>
                </a:lnTo>
                <a:lnTo>
                  <a:pt x="616268" y="182675"/>
                </a:lnTo>
                <a:lnTo>
                  <a:pt x="616390" y="182765"/>
                </a:lnTo>
                <a:lnTo>
                  <a:pt x="616474" y="182856"/>
                </a:lnTo>
                <a:lnTo>
                  <a:pt x="616596" y="182946"/>
                </a:lnTo>
                <a:lnTo>
                  <a:pt x="616718" y="183036"/>
                </a:lnTo>
                <a:lnTo>
                  <a:pt x="616801" y="183126"/>
                </a:lnTo>
                <a:lnTo>
                  <a:pt x="616923" y="183239"/>
                </a:lnTo>
                <a:lnTo>
                  <a:pt x="617045" y="183329"/>
                </a:lnTo>
                <a:lnTo>
                  <a:pt x="617129" y="183419"/>
                </a:lnTo>
                <a:lnTo>
                  <a:pt x="617251" y="183532"/>
                </a:lnTo>
                <a:lnTo>
                  <a:pt x="617382" y="183622"/>
                </a:lnTo>
                <a:lnTo>
                  <a:pt x="617465" y="183712"/>
                </a:lnTo>
                <a:lnTo>
                  <a:pt x="617587" y="183825"/>
                </a:lnTo>
                <a:lnTo>
                  <a:pt x="617709" y="183915"/>
                </a:lnTo>
                <a:lnTo>
                  <a:pt x="617793" y="184027"/>
                </a:lnTo>
                <a:lnTo>
                  <a:pt x="617915" y="184118"/>
                </a:lnTo>
                <a:lnTo>
                  <a:pt x="618037" y="184230"/>
                </a:lnTo>
                <a:lnTo>
                  <a:pt x="618117" y="184320"/>
                </a:lnTo>
                <a:lnTo>
                  <a:pt x="618242" y="184433"/>
                </a:lnTo>
                <a:lnTo>
                  <a:pt x="618364" y="184546"/>
                </a:lnTo>
                <a:lnTo>
                  <a:pt x="618486" y="184658"/>
                </a:lnTo>
                <a:lnTo>
                  <a:pt x="618567" y="184771"/>
                </a:lnTo>
                <a:lnTo>
                  <a:pt x="618692" y="184861"/>
                </a:lnTo>
                <a:lnTo>
                  <a:pt x="618814" y="184974"/>
                </a:lnTo>
                <a:lnTo>
                  <a:pt x="618906" y="185087"/>
                </a:lnTo>
                <a:lnTo>
                  <a:pt x="619028" y="185199"/>
                </a:lnTo>
                <a:lnTo>
                  <a:pt x="619150" y="185312"/>
                </a:lnTo>
                <a:lnTo>
                  <a:pt x="619231" y="185425"/>
                </a:lnTo>
                <a:lnTo>
                  <a:pt x="619356" y="185537"/>
                </a:lnTo>
                <a:lnTo>
                  <a:pt x="619478" y="185650"/>
                </a:lnTo>
                <a:lnTo>
                  <a:pt x="619558" y="185763"/>
                </a:lnTo>
                <a:lnTo>
                  <a:pt x="619680" y="185875"/>
                </a:lnTo>
                <a:lnTo>
                  <a:pt x="619805" y="185988"/>
                </a:lnTo>
                <a:lnTo>
                  <a:pt x="619886" y="186101"/>
                </a:lnTo>
                <a:lnTo>
                  <a:pt x="620008" y="186213"/>
                </a:lnTo>
                <a:lnTo>
                  <a:pt x="620130" y="186349"/>
                </a:lnTo>
                <a:lnTo>
                  <a:pt x="620213" y="186461"/>
                </a:lnTo>
                <a:lnTo>
                  <a:pt x="620335" y="186574"/>
                </a:lnTo>
                <a:lnTo>
                  <a:pt x="620469" y="186709"/>
                </a:lnTo>
                <a:lnTo>
                  <a:pt x="620549" y="186822"/>
                </a:lnTo>
                <a:lnTo>
                  <a:pt x="620671" y="186935"/>
                </a:lnTo>
                <a:lnTo>
                  <a:pt x="620794" y="187070"/>
                </a:lnTo>
                <a:lnTo>
                  <a:pt x="620919" y="187182"/>
                </a:lnTo>
                <a:lnTo>
                  <a:pt x="620999" y="187295"/>
                </a:lnTo>
                <a:lnTo>
                  <a:pt x="621121" y="187408"/>
                </a:lnTo>
                <a:lnTo>
                  <a:pt x="621243" y="187543"/>
                </a:lnTo>
                <a:lnTo>
                  <a:pt x="621326" y="187678"/>
                </a:lnTo>
                <a:lnTo>
                  <a:pt x="621449" y="187791"/>
                </a:lnTo>
                <a:lnTo>
                  <a:pt x="621571" y="187926"/>
                </a:lnTo>
                <a:lnTo>
                  <a:pt x="621654" y="188039"/>
                </a:lnTo>
                <a:lnTo>
                  <a:pt x="621776" y="188152"/>
                </a:lnTo>
                <a:lnTo>
                  <a:pt x="621898" y="188287"/>
                </a:lnTo>
                <a:lnTo>
                  <a:pt x="621990" y="188422"/>
                </a:lnTo>
                <a:lnTo>
                  <a:pt x="622112" y="188557"/>
                </a:lnTo>
                <a:lnTo>
                  <a:pt x="622234" y="188670"/>
                </a:lnTo>
                <a:lnTo>
                  <a:pt x="622318" y="188805"/>
                </a:lnTo>
                <a:lnTo>
                  <a:pt x="622440" y="188918"/>
                </a:lnTo>
                <a:lnTo>
                  <a:pt x="622562" y="189053"/>
                </a:lnTo>
                <a:lnTo>
                  <a:pt x="622645" y="189188"/>
                </a:lnTo>
                <a:lnTo>
                  <a:pt x="622767" y="189323"/>
                </a:lnTo>
                <a:lnTo>
                  <a:pt x="622889" y="189459"/>
                </a:lnTo>
                <a:lnTo>
                  <a:pt x="622970" y="189571"/>
                </a:lnTo>
                <a:lnTo>
                  <a:pt x="623095" y="189707"/>
                </a:lnTo>
                <a:lnTo>
                  <a:pt x="623226" y="189842"/>
                </a:lnTo>
                <a:lnTo>
                  <a:pt x="623348" y="189977"/>
                </a:lnTo>
                <a:lnTo>
                  <a:pt x="623431" y="190112"/>
                </a:lnTo>
                <a:lnTo>
                  <a:pt x="623553" y="190247"/>
                </a:lnTo>
                <a:lnTo>
                  <a:pt x="623675" y="190383"/>
                </a:lnTo>
                <a:lnTo>
                  <a:pt x="623759" y="190518"/>
                </a:lnTo>
                <a:lnTo>
                  <a:pt x="623881" y="190653"/>
                </a:lnTo>
                <a:lnTo>
                  <a:pt x="624003" y="190788"/>
                </a:lnTo>
                <a:lnTo>
                  <a:pt x="624083" y="190923"/>
                </a:lnTo>
                <a:lnTo>
                  <a:pt x="624208" y="191059"/>
                </a:lnTo>
                <a:lnTo>
                  <a:pt x="624330" y="191194"/>
                </a:lnTo>
                <a:lnTo>
                  <a:pt x="624411" y="191329"/>
                </a:lnTo>
                <a:lnTo>
                  <a:pt x="624533" y="191464"/>
                </a:lnTo>
                <a:lnTo>
                  <a:pt x="624658" y="191622"/>
                </a:lnTo>
                <a:lnTo>
                  <a:pt x="624747" y="191757"/>
                </a:lnTo>
                <a:lnTo>
                  <a:pt x="624872" y="191892"/>
                </a:lnTo>
                <a:lnTo>
                  <a:pt x="624994" y="192028"/>
                </a:lnTo>
                <a:lnTo>
                  <a:pt x="625075" y="192163"/>
                </a:lnTo>
                <a:lnTo>
                  <a:pt x="625197" y="192321"/>
                </a:lnTo>
                <a:lnTo>
                  <a:pt x="625322" y="192433"/>
                </a:lnTo>
                <a:lnTo>
                  <a:pt x="625402" y="192591"/>
                </a:lnTo>
                <a:lnTo>
                  <a:pt x="625524" y="192726"/>
                </a:lnTo>
                <a:lnTo>
                  <a:pt x="625646" y="192862"/>
                </a:lnTo>
                <a:lnTo>
                  <a:pt x="625771" y="192997"/>
                </a:lnTo>
                <a:lnTo>
                  <a:pt x="625852" y="193154"/>
                </a:lnTo>
                <a:lnTo>
                  <a:pt x="625974" y="193290"/>
                </a:lnTo>
                <a:lnTo>
                  <a:pt x="626096" y="193425"/>
                </a:lnTo>
                <a:lnTo>
                  <a:pt x="626188" y="193583"/>
                </a:lnTo>
                <a:lnTo>
                  <a:pt x="626313" y="193718"/>
                </a:lnTo>
                <a:lnTo>
                  <a:pt x="626435" y="193853"/>
                </a:lnTo>
                <a:lnTo>
                  <a:pt x="626516" y="194011"/>
                </a:lnTo>
                <a:lnTo>
                  <a:pt x="626638" y="194146"/>
                </a:lnTo>
                <a:lnTo>
                  <a:pt x="626760" y="194281"/>
                </a:lnTo>
                <a:lnTo>
                  <a:pt x="626843" y="194439"/>
                </a:lnTo>
                <a:lnTo>
                  <a:pt x="626965" y="194574"/>
                </a:lnTo>
                <a:lnTo>
                  <a:pt x="627087" y="194732"/>
                </a:lnTo>
                <a:lnTo>
                  <a:pt x="627171" y="194867"/>
                </a:lnTo>
                <a:lnTo>
                  <a:pt x="627293" y="195025"/>
                </a:lnTo>
                <a:lnTo>
                  <a:pt x="627415" y="195160"/>
                </a:lnTo>
                <a:lnTo>
                  <a:pt x="627498" y="195295"/>
                </a:lnTo>
                <a:lnTo>
                  <a:pt x="627620" y="195453"/>
                </a:lnTo>
                <a:lnTo>
                  <a:pt x="627751" y="195588"/>
                </a:lnTo>
                <a:lnTo>
                  <a:pt x="627835" y="195746"/>
                </a:lnTo>
                <a:lnTo>
                  <a:pt x="627957" y="195881"/>
                </a:lnTo>
                <a:lnTo>
                  <a:pt x="628079" y="196039"/>
                </a:lnTo>
                <a:lnTo>
                  <a:pt x="628201" y="196174"/>
                </a:lnTo>
                <a:lnTo>
                  <a:pt x="628284" y="196310"/>
                </a:lnTo>
                <a:lnTo>
                  <a:pt x="628406" y="196467"/>
                </a:lnTo>
                <a:lnTo>
                  <a:pt x="628528" y="196602"/>
                </a:lnTo>
                <a:lnTo>
                  <a:pt x="628612" y="196760"/>
                </a:lnTo>
                <a:lnTo>
                  <a:pt x="628734" y="196895"/>
                </a:lnTo>
                <a:lnTo>
                  <a:pt x="628856" y="197031"/>
                </a:lnTo>
                <a:lnTo>
                  <a:pt x="628936" y="197188"/>
                </a:lnTo>
                <a:lnTo>
                  <a:pt x="629061" y="197324"/>
                </a:lnTo>
                <a:lnTo>
                  <a:pt x="629183" y="197481"/>
                </a:lnTo>
                <a:lnTo>
                  <a:pt x="629276" y="197617"/>
                </a:lnTo>
                <a:lnTo>
                  <a:pt x="629398" y="197774"/>
                </a:lnTo>
                <a:lnTo>
                  <a:pt x="629520" y="197910"/>
                </a:lnTo>
                <a:lnTo>
                  <a:pt x="629600" y="198045"/>
                </a:lnTo>
                <a:lnTo>
                  <a:pt x="629725" y="198203"/>
                </a:lnTo>
                <a:lnTo>
                  <a:pt x="629847" y="198338"/>
                </a:lnTo>
                <a:lnTo>
                  <a:pt x="629928" y="198495"/>
                </a:lnTo>
                <a:lnTo>
                  <a:pt x="630050" y="198631"/>
                </a:lnTo>
                <a:lnTo>
                  <a:pt x="630175" y="198788"/>
                </a:lnTo>
                <a:lnTo>
                  <a:pt x="630255" y="198924"/>
                </a:lnTo>
                <a:lnTo>
                  <a:pt x="630377" y="199059"/>
                </a:lnTo>
                <a:lnTo>
                  <a:pt x="630499" y="199217"/>
                </a:lnTo>
                <a:lnTo>
                  <a:pt x="630633" y="199352"/>
                </a:lnTo>
                <a:lnTo>
                  <a:pt x="630705" y="199510"/>
                </a:lnTo>
                <a:lnTo>
                  <a:pt x="630827" y="199645"/>
                </a:lnTo>
                <a:lnTo>
                  <a:pt x="630961" y="199780"/>
                </a:lnTo>
                <a:lnTo>
                  <a:pt x="631041" y="199938"/>
                </a:lnTo>
                <a:lnTo>
                  <a:pt x="631163" y="200073"/>
                </a:lnTo>
                <a:lnTo>
                  <a:pt x="631288" y="200231"/>
                </a:lnTo>
                <a:lnTo>
                  <a:pt x="631368" y="200366"/>
                </a:lnTo>
                <a:lnTo>
                  <a:pt x="631491" y="200524"/>
                </a:lnTo>
                <a:lnTo>
                  <a:pt x="631613" y="200659"/>
                </a:lnTo>
                <a:lnTo>
                  <a:pt x="631696" y="200794"/>
                </a:lnTo>
                <a:lnTo>
                  <a:pt x="631818" y="200929"/>
                </a:lnTo>
                <a:lnTo>
                  <a:pt x="631940" y="201087"/>
                </a:lnTo>
                <a:lnTo>
                  <a:pt x="632023" y="201222"/>
                </a:lnTo>
                <a:lnTo>
                  <a:pt x="632146" y="201358"/>
                </a:lnTo>
                <a:lnTo>
                  <a:pt x="632279" y="201515"/>
                </a:lnTo>
                <a:lnTo>
                  <a:pt x="632360" y="201651"/>
                </a:lnTo>
                <a:lnTo>
                  <a:pt x="632482" y="201786"/>
                </a:lnTo>
                <a:lnTo>
                  <a:pt x="632604" y="201921"/>
                </a:lnTo>
                <a:lnTo>
                  <a:pt x="632687" y="202056"/>
                </a:lnTo>
                <a:lnTo>
                  <a:pt x="632809" y="202191"/>
                </a:lnTo>
                <a:lnTo>
                  <a:pt x="632931" y="202349"/>
                </a:lnTo>
                <a:lnTo>
                  <a:pt x="633054" y="202484"/>
                </a:lnTo>
                <a:lnTo>
                  <a:pt x="633137" y="202620"/>
                </a:lnTo>
                <a:lnTo>
                  <a:pt x="633259" y="202755"/>
                </a:lnTo>
                <a:lnTo>
                  <a:pt x="633381" y="202890"/>
                </a:lnTo>
                <a:lnTo>
                  <a:pt x="633464" y="203025"/>
                </a:lnTo>
                <a:lnTo>
                  <a:pt x="633595" y="203160"/>
                </a:lnTo>
                <a:lnTo>
                  <a:pt x="633717" y="203296"/>
                </a:lnTo>
                <a:lnTo>
                  <a:pt x="633801" y="203431"/>
                </a:lnTo>
                <a:lnTo>
                  <a:pt x="633923" y="203566"/>
                </a:lnTo>
                <a:lnTo>
                  <a:pt x="634045" y="203701"/>
                </a:lnTo>
                <a:lnTo>
                  <a:pt x="634128" y="203836"/>
                </a:lnTo>
                <a:lnTo>
                  <a:pt x="634250" y="203972"/>
                </a:lnTo>
                <a:lnTo>
                  <a:pt x="634372" y="204107"/>
                </a:lnTo>
                <a:lnTo>
                  <a:pt x="634453" y="204242"/>
                </a:lnTo>
                <a:lnTo>
                  <a:pt x="634578" y="204355"/>
                </a:lnTo>
                <a:lnTo>
                  <a:pt x="634700" y="204490"/>
                </a:lnTo>
                <a:lnTo>
                  <a:pt x="634780" y="204625"/>
                </a:lnTo>
                <a:lnTo>
                  <a:pt x="634902" y="204760"/>
                </a:lnTo>
                <a:lnTo>
                  <a:pt x="635036" y="204896"/>
                </a:lnTo>
                <a:lnTo>
                  <a:pt x="635117" y="205008"/>
                </a:lnTo>
                <a:lnTo>
                  <a:pt x="635242" y="205144"/>
                </a:lnTo>
                <a:lnTo>
                  <a:pt x="635364" y="205279"/>
                </a:lnTo>
                <a:lnTo>
                  <a:pt x="635444" y="205414"/>
                </a:lnTo>
                <a:lnTo>
                  <a:pt x="635566" y="205527"/>
                </a:lnTo>
                <a:lnTo>
                  <a:pt x="635691" y="205662"/>
                </a:lnTo>
                <a:lnTo>
                  <a:pt x="635813" y="205775"/>
                </a:lnTo>
                <a:lnTo>
                  <a:pt x="635894" y="205910"/>
                </a:lnTo>
                <a:lnTo>
                  <a:pt x="636016" y="206045"/>
                </a:lnTo>
                <a:lnTo>
                  <a:pt x="636141" y="206158"/>
                </a:lnTo>
                <a:lnTo>
                  <a:pt x="636221" y="206293"/>
                </a:lnTo>
                <a:lnTo>
                  <a:pt x="636343" y="206406"/>
                </a:lnTo>
                <a:lnTo>
                  <a:pt x="636465" y="206541"/>
                </a:lnTo>
                <a:lnTo>
                  <a:pt x="636558" y="206653"/>
                </a:lnTo>
                <a:lnTo>
                  <a:pt x="636683" y="206766"/>
                </a:lnTo>
                <a:lnTo>
                  <a:pt x="636805" y="206901"/>
                </a:lnTo>
                <a:lnTo>
                  <a:pt x="636885" y="207014"/>
                </a:lnTo>
                <a:lnTo>
                  <a:pt x="637007" y="207127"/>
                </a:lnTo>
                <a:lnTo>
                  <a:pt x="637132" y="207262"/>
                </a:lnTo>
                <a:lnTo>
                  <a:pt x="637213" y="207375"/>
                </a:lnTo>
                <a:lnTo>
                  <a:pt x="637335" y="207510"/>
                </a:lnTo>
                <a:lnTo>
                  <a:pt x="637457" y="207623"/>
                </a:lnTo>
                <a:lnTo>
                  <a:pt x="637540" y="207735"/>
                </a:lnTo>
                <a:lnTo>
                  <a:pt x="637662" y="207870"/>
                </a:lnTo>
                <a:lnTo>
                  <a:pt x="637784" y="207961"/>
                </a:lnTo>
                <a:lnTo>
                  <a:pt x="637868" y="208073"/>
                </a:lnTo>
                <a:lnTo>
                  <a:pt x="637990" y="208208"/>
                </a:lnTo>
                <a:lnTo>
                  <a:pt x="638112" y="208321"/>
                </a:lnTo>
                <a:lnTo>
                  <a:pt x="638246" y="208434"/>
                </a:lnTo>
                <a:lnTo>
                  <a:pt x="638326" y="208546"/>
                </a:lnTo>
                <a:lnTo>
                  <a:pt x="638448" y="208659"/>
                </a:lnTo>
                <a:lnTo>
                  <a:pt x="638570" y="208772"/>
                </a:lnTo>
                <a:lnTo>
                  <a:pt x="638654" y="208885"/>
                </a:lnTo>
                <a:lnTo>
                  <a:pt x="638776" y="208997"/>
                </a:lnTo>
                <a:lnTo>
                  <a:pt x="638898" y="209132"/>
                </a:lnTo>
                <a:lnTo>
                  <a:pt x="638981" y="209223"/>
                </a:lnTo>
                <a:lnTo>
                  <a:pt x="639103" y="209335"/>
                </a:lnTo>
                <a:lnTo>
                  <a:pt x="639225" y="209448"/>
                </a:lnTo>
                <a:lnTo>
                  <a:pt x="639306" y="209561"/>
                </a:lnTo>
                <a:lnTo>
                  <a:pt x="639431" y="209673"/>
                </a:lnTo>
                <a:lnTo>
                  <a:pt x="639553" y="209786"/>
                </a:lnTo>
                <a:lnTo>
                  <a:pt x="639633" y="209899"/>
                </a:lnTo>
                <a:lnTo>
                  <a:pt x="639767" y="210011"/>
                </a:lnTo>
                <a:lnTo>
                  <a:pt x="639889" y="210124"/>
                </a:lnTo>
                <a:lnTo>
                  <a:pt x="639970" y="210214"/>
                </a:lnTo>
                <a:lnTo>
                  <a:pt x="640095" y="210327"/>
                </a:lnTo>
                <a:lnTo>
                  <a:pt x="640217" y="210439"/>
                </a:lnTo>
                <a:lnTo>
                  <a:pt x="640297" y="210552"/>
                </a:lnTo>
                <a:lnTo>
                  <a:pt x="640419" y="210665"/>
                </a:lnTo>
                <a:lnTo>
                  <a:pt x="640544" y="210755"/>
                </a:lnTo>
                <a:lnTo>
                  <a:pt x="640666" y="210868"/>
                </a:lnTo>
                <a:lnTo>
                  <a:pt x="640747" y="210980"/>
                </a:lnTo>
                <a:lnTo>
                  <a:pt x="640881" y="211070"/>
                </a:lnTo>
                <a:lnTo>
                  <a:pt x="641003" y="211183"/>
                </a:lnTo>
                <a:lnTo>
                  <a:pt x="641074" y="211296"/>
                </a:lnTo>
                <a:lnTo>
                  <a:pt x="641208" y="211386"/>
                </a:lnTo>
                <a:lnTo>
                  <a:pt x="641330" y="211499"/>
                </a:lnTo>
                <a:lnTo>
                  <a:pt x="641410" y="211589"/>
                </a:lnTo>
                <a:lnTo>
                  <a:pt x="641536" y="211702"/>
                </a:lnTo>
                <a:lnTo>
                  <a:pt x="641658" y="211792"/>
                </a:lnTo>
                <a:lnTo>
                  <a:pt x="641738" y="211904"/>
                </a:lnTo>
                <a:lnTo>
                  <a:pt x="641860" y="212017"/>
                </a:lnTo>
                <a:lnTo>
                  <a:pt x="641982" y="212130"/>
                </a:lnTo>
                <a:lnTo>
                  <a:pt x="642065" y="212220"/>
                </a:lnTo>
                <a:lnTo>
                  <a:pt x="642188" y="212333"/>
                </a:lnTo>
                <a:lnTo>
                  <a:pt x="642310" y="212423"/>
                </a:lnTo>
                <a:lnTo>
                  <a:pt x="642402" y="212535"/>
                </a:lnTo>
                <a:lnTo>
                  <a:pt x="642524" y="212625"/>
                </a:lnTo>
                <a:lnTo>
                  <a:pt x="642649" y="212716"/>
                </a:lnTo>
                <a:lnTo>
                  <a:pt x="642729" y="212806"/>
                </a:lnTo>
                <a:lnTo>
                  <a:pt x="642851" y="212918"/>
                </a:lnTo>
                <a:lnTo>
                  <a:pt x="642973" y="213009"/>
                </a:lnTo>
                <a:lnTo>
                  <a:pt x="643099" y="213121"/>
                </a:lnTo>
                <a:lnTo>
                  <a:pt x="643179" y="213211"/>
                </a:lnTo>
                <a:lnTo>
                  <a:pt x="643301" y="213302"/>
                </a:lnTo>
                <a:lnTo>
                  <a:pt x="643423" y="213392"/>
                </a:lnTo>
                <a:lnTo>
                  <a:pt x="643506" y="213482"/>
                </a:lnTo>
                <a:lnTo>
                  <a:pt x="643628" y="213572"/>
                </a:lnTo>
                <a:lnTo>
                  <a:pt x="643751" y="213662"/>
                </a:lnTo>
                <a:lnTo>
                  <a:pt x="643843" y="213752"/>
                </a:lnTo>
                <a:lnTo>
                  <a:pt x="643965" y="213842"/>
                </a:lnTo>
                <a:lnTo>
                  <a:pt x="644087" y="213933"/>
                </a:lnTo>
                <a:lnTo>
                  <a:pt x="644170" y="214023"/>
                </a:lnTo>
                <a:lnTo>
                  <a:pt x="644292" y="214113"/>
                </a:lnTo>
                <a:lnTo>
                  <a:pt x="644414" y="214203"/>
                </a:lnTo>
                <a:lnTo>
                  <a:pt x="644498" y="214293"/>
                </a:lnTo>
                <a:lnTo>
                  <a:pt x="644620" y="214383"/>
                </a:lnTo>
                <a:lnTo>
                  <a:pt x="644742" y="214473"/>
                </a:lnTo>
                <a:lnTo>
                  <a:pt x="644822" y="214541"/>
                </a:lnTo>
                <a:lnTo>
                  <a:pt x="644947" y="214631"/>
                </a:lnTo>
                <a:lnTo>
                  <a:pt x="645069" y="214721"/>
                </a:lnTo>
                <a:lnTo>
                  <a:pt x="645150" y="214811"/>
                </a:lnTo>
                <a:lnTo>
                  <a:pt x="645272" y="214879"/>
                </a:lnTo>
                <a:lnTo>
                  <a:pt x="645397" y="214969"/>
                </a:lnTo>
                <a:lnTo>
                  <a:pt x="645519" y="215059"/>
                </a:lnTo>
                <a:lnTo>
                  <a:pt x="645611" y="215127"/>
                </a:lnTo>
                <a:lnTo>
                  <a:pt x="645733" y="215217"/>
                </a:lnTo>
                <a:lnTo>
                  <a:pt x="645855" y="215307"/>
                </a:lnTo>
                <a:lnTo>
                  <a:pt x="645939" y="215375"/>
                </a:lnTo>
                <a:lnTo>
                  <a:pt x="646061" y="215442"/>
                </a:lnTo>
                <a:lnTo>
                  <a:pt x="646183" y="215510"/>
                </a:lnTo>
                <a:lnTo>
                  <a:pt x="646263" y="215600"/>
                </a:lnTo>
                <a:lnTo>
                  <a:pt x="646385" y="215668"/>
                </a:lnTo>
                <a:lnTo>
                  <a:pt x="646510" y="215735"/>
                </a:lnTo>
                <a:lnTo>
                  <a:pt x="646591" y="215826"/>
                </a:lnTo>
                <a:lnTo>
                  <a:pt x="646713" y="215893"/>
                </a:lnTo>
                <a:lnTo>
                  <a:pt x="646835" y="215961"/>
                </a:lnTo>
                <a:lnTo>
                  <a:pt x="646918" y="216028"/>
                </a:lnTo>
                <a:lnTo>
                  <a:pt x="647052" y="216096"/>
                </a:lnTo>
                <a:lnTo>
                  <a:pt x="647174" y="216164"/>
                </a:lnTo>
                <a:lnTo>
                  <a:pt x="647255" y="216231"/>
                </a:lnTo>
                <a:lnTo>
                  <a:pt x="647377" y="216299"/>
                </a:lnTo>
                <a:lnTo>
                  <a:pt x="647502" y="216344"/>
                </a:lnTo>
                <a:lnTo>
                  <a:pt x="647582" y="216411"/>
                </a:lnTo>
                <a:lnTo>
                  <a:pt x="647704" y="216479"/>
                </a:lnTo>
                <a:lnTo>
                  <a:pt x="647826" y="216524"/>
                </a:lnTo>
                <a:lnTo>
                  <a:pt x="647951" y="216592"/>
                </a:lnTo>
                <a:lnTo>
                  <a:pt x="648032" y="216659"/>
                </a:lnTo>
                <a:lnTo>
                  <a:pt x="648154" y="216727"/>
                </a:lnTo>
                <a:lnTo>
                  <a:pt x="648288" y="216772"/>
                </a:lnTo>
                <a:lnTo>
                  <a:pt x="648359" y="216840"/>
                </a:lnTo>
                <a:lnTo>
                  <a:pt x="648481" y="216885"/>
                </a:lnTo>
                <a:lnTo>
                  <a:pt x="648615" y="216930"/>
                </a:lnTo>
                <a:lnTo>
                  <a:pt x="648696" y="216997"/>
                </a:lnTo>
                <a:lnTo>
                  <a:pt x="648818" y="217043"/>
                </a:lnTo>
                <a:lnTo>
                  <a:pt x="648940" y="217088"/>
                </a:lnTo>
                <a:lnTo>
                  <a:pt x="649023" y="217133"/>
                </a:lnTo>
                <a:lnTo>
                  <a:pt x="649145" y="217178"/>
                </a:lnTo>
                <a:lnTo>
                  <a:pt x="649267" y="217245"/>
                </a:lnTo>
                <a:lnTo>
                  <a:pt x="649351" y="217290"/>
                </a:lnTo>
                <a:lnTo>
                  <a:pt x="649473" y="217335"/>
                </a:lnTo>
                <a:lnTo>
                  <a:pt x="649595" y="217381"/>
                </a:lnTo>
                <a:lnTo>
                  <a:pt x="649675" y="217426"/>
                </a:lnTo>
                <a:lnTo>
                  <a:pt x="649800" y="217471"/>
                </a:lnTo>
                <a:lnTo>
                  <a:pt x="649931" y="217516"/>
                </a:lnTo>
                <a:lnTo>
                  <a:pt x="650003" y="217561"/>
                </a:lnTo>
                <a:lnTo>
                  <a:pt x="650137" y="217606"/>
                </a:lnTo>
                <a:lnTo>
                  <a:pt x="650259" y="217651"/>
                </a:lnTo>
                <a:lnTo>
                  <a:pt x="650381" y="217696"/>
                </a:lnTo>
                <a:lnTo>
                  <a:pt x="650464" y="217741"/>
                </a:lnTo>
                <a:lnTo>
                  <a:pt x="650586" y="217786"/>
                </a:lnTo>
                <a:lnTo>
                  <a:pt x="650708" y="217809"/>
                </a:lnTo>
                <a:lnTo>
                  <a:pt x="650789" y="217854"/>
                </a:lnTo>
                <a:lnTo>
                  <a:pt x="650914" y="217899"/>
                </a:lnTo>
                <a:lnTo>
                  <a:pt x="651036" y="217921"/>
                </a:lnTo>
                <a:lnTo>
                  <a:pt x="651116" y="217966"/>
                </a:lnTo>
                <a:lnTo>
                  <a:pt x="651250" y="218012"/>
                </a:lnTo>
                <a:lnTo>
                  <a:pt x="651372" y="218034"/>
                </a:lnTo>
                <a:lnTo>
                  <a:pt x="651455" y="218057"/>
                </a:lnTo>
                <a:lnTo>
                  <a:pt x="651578" y="218102"/>
                </a:lnTo>
                <a:lnTo>
                  <a:pt x="651700" y="218124"/>
                </a:lnTo>
                <a:lnTo>
                  <a:pt x="651780" y="218147"/>
                </a:lnTo>
                <a:lnTo>
                  <a:pt x="651905" y="218169"/>
                </a:lnTo>
                <a:lnTo>
                  <a:pt x="652027" y="218192"/>
                </a:lnTo>
                <a:lnTo>
                  <a:pt x="652107" y="218214"/>
                </a:lnTo>
                <a:lnTo>
                  <a:pt x="652230" y="218237"/>
                </a:lnTo>
                <a:lnTo>
                  <a:pt x="652355" y="218259"/>
                </a:lnTo>
                <a:lnTo>
                  <a:pt x="652435" y="218259"/>
                </a:lnTo>
                <a:lnTo>
                  <a:pt x="652557" y="218282"/>
                </a:lnTo>
                <a:lnTo>
                  <a:pt x="652679" y="218305"/>
                </a:lnTo>
                <a:lnTo>
                  <a:pt x="652804" y="218305"/>
                </a:lnTo>
                <a:lnTo>
                  <a:pt x="652893" y="218327"/>
                </a:lnTo>
                <a:lnTo>
                  <a:pt x="653018" y="218327"/>
                </a:lnTo>
                <a:lnTo>
                  <a:pt x="653141" y="218327"/>
                </a:lnTo>
                <a:lnTo>
                  <a:pt x="653221" y="218327"/>
                </a:lnTo>
                <a:lnTo>
                  <a:pt x="653343" y="218327"/>
                </a:lnTo>
                <a:lnTo>
                  <a:pt x="653468" y="218327"/>
                </a:lnTo>
                <a:lnTo>
                  <a:pt x="653548" y="218327"/>
                </a:lnTo>
                <a:lnTo>
                  <a:pt x="653670" y="218327"/>
                </a:lnTo>
                <a:lnTo>
                  <a:pt x="653793" y="218305"/>
                </a:lnTo>
                <a:lnTo>
                  <a:pt x="653876" y="218305"/>
                </a:lnTo>
                <a:lnTo>
                  <a:pt x="653998" y="218282"/>
                </a:lnTo>
                <a:lnTo>
                  <a:pt x="654120" y="218282"/>
                </a:lnTo>
                <a:lnTo>
                  <a:pt x="654203" y="218259"/>
                </a:lnTo>
                <a:lnTo>
                  <a:pt x="654334" y="218259"/>
                </a:lnTo>
                <a:lnTo>
                  <a:pt x="654456" y="218237"/>
                </a:lnTo>
                <a:lnTo>
                  <a:pt x="654540" y="218214"/>
                </a:lnTo>
                <a:lnTo>
                  <a:pt x="654662" y="218169"/>
                </a:lnTo>
                <a:lnTo>
                  <a:pt x="654784" y="218147"/>
                </a:lnTo>
                <a:lnTo>
                  <a:pt x="654867" y="218124"/>
                </a:lnTo>
                <a:lnTo>
                  <a:pt x="654989" y="218102"/>
                </a:lnTo>
                <a:lnTo>
                  <a:pt x="655111" y="218057"/>
                </a:lnTo>
                <a:lnTo>
                  <a:pt x="655192" y="218034"/>
                </a:lnTo>
                <a:lnTo>
                  <a:pt x="655317" y="217989"/>
                </a:lnTo>
                <a:lnTo>
                  <a:pt x="655439" y="217944"/>
                </a:lnTo>
                <a:lnTo>
                  <a:pt x="655561" y="217899"/>
                </a:lnTo>
                <a:lnTo>
                  <a:pt x="655641" y="217854"/>
                </a:lnTo>
                <a:lnTo>
                  <a:pt x="655766" y="217809"/>
                </a:lnTo>
                <a:lnTo>
                  <a:pt x="655888" y="217764"/>
                </a:lnTo>
                <a:lnTo>
                  <a:pt x="655981" y="217719"/>
                </a:lnTo>
                <a:lnTo>
                  <a:pt x="656103" y="217651"/>
                </a:lnTo>
                <a:lnTo>
                  <a:pt x="656225" y="217606"/>
                </a:lnTo>
                <a:lnTo>
                  <a:pt x="656308" y="217538"/>
                </a:lnTo>
                <a:lnTo>
                  <a:pt x="656430" y="217493"/>
                </a:lnTo>
                <a:lnTo>
                  <a:pt x="656552" y="217426"/>
                </a:lnTo>
                <a:lnTo>
                  <a:pt x="656633" y="217358"/>
                </a:lnTo>
                <a:lnTo>
                  <a:pt x="656758" y="217290"/>
                </a:lnTo>
                <a:lnTo>
                  <a:pt x="656880" y="217223"/>
                </a:lnTo>
                <a:lnTo>
                  <a:pt x="656960" y="217155"/>
                </a:lnTo>
                <a:lnTo>
                  <a:pt x="657082" y="217088"/>
                </a:lnTo>
                <a:lnTo>
                  <a:pt x="657207" y="217020"/>
                </a:lnTo>
                <a:lnTo>
                  <a:pt x="657288" y="216952"/>
                </a:lnTo>
                <a:lnTo>
                  <a:pt x="657410" y="216862"/>
                </a:lnTo>
                <a:lnTo>
                  <a:pt x="657544" y="216772"/>
                </a:lnTo>
                <a:lnTo>
                  <a:pt x="657624" y="216704"/>
                </a:lnTo>
                <a:lnTo>
                  <a:pt x="657746" y="216614"/>
                </a:lnTo>
                <a:lnTo>
                  <a:pt x="657871" y="216524"/>
                </a:lnTo>
                <a:lnTo>
                  <a:pt x="657993" y="216434"/>
                </a:lnTo>
                <a:lnTo>
                  <a:pt x="658074" y="216344"/>
                </a:lnTo>
                <a:lnTo>
                  <a:pt x="658196" y="216254"/>
                </a:lnTo>
                <a:lnTo>
                  <a:pt x="658321" y="216164"/>
                </a:lnTo>
                <a:lnTo>
                  <a:pt x="658401" y="216073"/>
                </a:lnTo>
                <a:lnTo>
                  <a:pt x="658523" y="215961"/>
                </a:lnTo>
                <a:lnTo>
                  <a:pt x="658657" y="215871"/>
                </a:lnTo>
                <a:lnTo>
                  <a:pt x="658729" y="215780"/>
                </a:lnTo>
                <a:lnTo>
                  <a:pt x="658860" y="215668"/>
                </a:lnTo>
                <a:lnTo>
                  <a:pt x="658985" y="215578"/>
                </a:lnTo>
                <a:lnTo>
                  <a:pt x="659065" y="215465"/>
                </a:lnTo>
                <a:lnTo>
                  <a:pt x="659187" y="215352"/>
                </a:lnTo>
                <a:lnTo>
                  <a:pt x="659309" y="215262"/>
                </a:lnTo>
                <a:lnTo>
                  <a:pt x="659393" y="215149"/>
                </a:lnTo>
                <a:lnTo>
                  <a:pt x="659515" y="215037"/>
                </a:lnTo>
                <a:lnTo>
                  <a:pt x="659637" y="214924"/>
                </a:lnTo>
                <a:lnTo>
                  <a:pt x="659720" y="214811"/>
                </a:lnTo>
                <a:lnTo>
                  <a:pt x="659842" y="214699"/>
                </a:lnTo>
                <a:lnTo>
                  <a:pt x="659964" y="214586"/>
                </a:lnTo>
                <a:lnTo>
                  <a:pt x="660045" y="214473"/>
                </a:lnTo>
                <a:lnTo>
                  <a:pt x="660179" y="214361"/>
                </a:lnTo>
                <a:lnTo>
                  <a:pt x="660301" y="214248"/>
                </a:lnTo>
                <a:lnTo>
                  <a:pt x="660423" y="214113"/>
                </a:lnTo>
                <a:lnTo>
                  <a:pt x="660506" y="214000"/>
                </a:lnTo>
                <a:lnTo>
                  <a:pt x="660628" y="213887"/>
                </a:lnTo>
                <a:lnTo>
                  <a:pt x="660750" y="213775"/>
                </a:lnTo>
                <a:lnTo>
                  <a:pt x="660834" y="213662"/>
                </a:lnTo>
                <a:lnTo>
                  <a:pt x="660956" y="213527"/>
                </a:lnTo>
                <a:lnTo>
                  <a:pt x="661078" y="213414"/>
                </a:lnTo>
                <a:lnTo>
                  <a:pt x="661161" y="213279"/>
                </a:lnTo>
                <a:lnTo>
                  <a:pt x="661283" y="213144"/>
                </a:lnTo>
                <a:lnTo>
                  <a:pt x="661405" y="213031"/>
                </a:lnTo>
                <a:lnTo>
                  <a:pt x="661486" y="212896"/>
                </a:lnTo>
                <a:lnTo>
                  <a:pt x="661608" y="212783"/>
                </a:lnTo>
                <a:lnTo>
                  <a:pt x="661733" y="212648"/>
                </a:lnTo>
                <a:lnTo>
                  <a:pt x="661825" y="212513"/>
                </a:lnTo>
                <a:lnTo>
                  <a:pt x="661947" y="212378"/>
                </a:lnTo>
                <a:lnTo>
                  <a:pt x="662069" y="212242"/>
                </a:lnTo>
                <a:lnTo>
                  <a:pt x="662149" y="212130"/>
                </a:lnTo>
                <a:lnTo>
                  <a:pt x="662274" y="211994"/>
                </a:lnTo>
                <a:lnTo>
                  <a:pt x="662397" y="211859"/>
                </a:lnTo>
                <a:lnTo>
                  <a:pt x="662477" y="211724"/>
                </a:lnTo>
                <a:lnTo>
                  <a:pt x="662599" y="211589"/>
                </a:lnTo>
                <a:lnTo>
                  <a:pt x="662724" y="211454"/>
                </a:lnTo>
                <a:lnTo>
                  <a:pt x="662846" y="211318"/>
                </a:lnTo>
                <a:lnTo>
                  <a:pt x="662926" y="211161"/>
                </a:lnTo>
                <a:lnTo>
                  <a:pt x="663049" y="211025"/>
                </a:lnTo>
                <a:lnTo>
                  <a:pt x="663174" y="210890"/>
                </a:lnTo>
                <a:lnTo>
                  <a:pt x="663263" y="210755"/>
                </a:lnTo>
                <a:lnTo>
                  <a:pt x="663388" y="210597"/>
                </a:lnTo>
                <a:lnTo>
                  <a:pt x="663510" y="210462"/>
                </a:lnTo>
                <a:lnTo>
                  <a:pt x="663590" y="210327"/>
                </a:lnTo>
                <a:lnTo>
                  <a:pt x="663712" y="210169"/>
                </a:lnTo>
                <a:lnTo>
                  <a:pt x="663837" y="210034"/>
                </a:lnTo>
                <a:lnTo>
                  <a:pt x="663918" y="209899"/>
                </a:lnTo>
                <a:lnTo>
                  <a:pt x="664040" y="209741"/>
                </a:lnTo>
                <a:lnTo>
                  <a:pt x="664162" y="209606"/>
                </a:lnTo>
                <a:lnTo>
                  <a:pt x="664245" y="209448"/>
                </a:lnTo>
                <a:lnTo>
                  <a:pt x="664367" y="209290"/>
                </a:lnTo>
                <a:lnTo>
                  <a:pt x="664489" y="209155"/>
                </a:lnTo>
                <a:lnTo>
                  <a:pt x="664573" y="208997"/>
                </a:lnTo>
                <a:lnTo>
                  <a:pt x="664695" y="208839"/>
                </a:lnTo>
                <a:lnTo>
                  <a:pt x="664817" y="208704"/>
                </a:lnTo>
                <a:lnTo>
                  <a:pt x="664909" y="208546"/>
                </a:lnTo>
                <a:lnTo>
                  <a:pt x="665031" y="208411"/>
                </a:lnTo>
                <a:lnTo>
                  <a:pt x="665153" y="208254"/>
                </a:lnTo>
                <a:lnTo>
                  <a:pt x="665275" y="208096"/>
                </a:lnTo>
                <a:lnTo>
                  <a:pt x="665359" y="207961"/>
                </a:lnTo>
                <a:lnTo>
                  <a:pt x="665481" y="207803"/>
                </a:lnTo>
                <a:lnTo>
                  <a:pt x="665603" y="207645"/>
                </a:lnTo>
                <a:lnTo>
                  <a:pt x="665686" y="207510"/>
                </a:lnTo>
                <a:lnTo>
                  <a:pt x="665808" y="207352"/>
                </a:lnTo>
                <a:lnTo>
                  <a:pt x="665930" y="207194"/>
                </a:lnTo>
                <a:lnTo>
                  <a:pt x="666011" y="207037"/>
                </a:lnTo>
                <a:lnTo>
                  <a:pt x="666136" y="206879"/>
                </a:lnTo>
                <a:lnTo>
                  <a:pt x="666267" y="206744"/>
                </a:lnTo>
                <a:lnTo>
                  <a:pt x="666350" y="206586"/>
                </a:lnTo>
                <a:lnTo>
                  <a:pt x="666472" y="206428"/>
                </a:lnTo>
                <a:lnTo>
                  <a:pt x="666594" y="206270"/>
                </a:lnTo>
                <a:lnTo>
                  <a:pt x="666678" y="206113"/>
                </a:lnTo>
                <a:lnTo>
                  <a:pt x="666800" y="205955"/>
                </a:lnTo>
                <a:lnTo>
                  <a:pt x="666922" y="205797"/>
                </a:lnTo>
                <a:lnTo>
                  <a:pt x="667002" y="205639"/>
                </a:lnTo>
                <a:lnTo>
                  <a:pt x="667127" y="205482"/>
                </a:lnTo>
                <a:lnTo>
                  <a:pt x="667249" y="205324"/>
                </a:lnTo>
                <a:lnTo>
                  <a:pt x="667330" y="205144"/>
                </a:lnTo>
                <a:lnTo>
                  <a:pt x="667464" y="205008"/>
                </a:lnTo>
                <a:lnTo>
                  <a:pt x="667586" y="204828"/>
                </a:lnTo>
                <a:lnTo>
                  <a:pt x="667708" y="204670"/>
                </a:lnTo>
                <a:lnTo>
                  <a:pt x="667779" y="204513"/>
                </a:lnTo>
                <a:lnTo>
                  <a:pt x="667913" y="204355"/>
                </a:lnTo>
                <a:lnTo>
                  <a:pt x="668035" y="204175"/>
                </a:lnTo>
                <a:lnTo>
                  <a:pt x="668116" y="204039"/>
                </a:lnTo>
                <a:lnTo>
                  <a:pt x="668241" y="203859"/>
                </a:lnTo>
                <a:lnTo>
                  <a:pt x="668363" y="203701"/>
                </a:lnTo>
                <a:lnTo>
                  <a:pt x="668443" y="203544"/>
                </a:lnTo>
                <a:lnTo>
                  <a:pt x="668565" y="203363"/>
                </a:lnTo>
                <a:lnTo>
                  <a:pt x="668690" y="203206"/>
                </a:lnTo>
                <a:lnTo>
                  <a:pt x="668771" y="203048"/>
                </a:lnTo>
                <a:lnTo>
                  <a:pt x="668893" y="202867"/>
                </a:lnTo>
                <a:lnTo>
                  <a:pt x="669015" y="202710"/>
                </a:lnTo>
                <a:lnTo>
                  <a:pt x="669107" y="202552"/>
                </a:lnTo>
                <a:lnTo>
                  <a:pt x="669229" y="202394"/>
                </a:lnTo>
                <a:lnTo>
                  <a:pt x="669354" y="202214"/>
                </a:lnTo>
                <a:lnTo>
                  <a:pt x="669435" y="202056"/>
                </a:lnTo>
                <a:lnTo>
                  <a:pt x="669557" y="201876"/>
                </a:lnTo>
                <a:lnTo>
                  <a:pt x="669679" y="201696"/>
                </a:lnTo>
                <a:lnTo>
                  <a:pt x="669762" y="201515"/>
                </a:lnTo>
                <a:lnTo>
                  <a:pt x="669884" y="201358"/>
                </a:lnTo>
                <a:lnTo>
                  <a:pt x="670006" y="201177"/>
                </a:lnTo>
                <a:lnTo>
                  <a:pt x="670128" y="200997"/>
                </a:lnTo>
                <a:lnTo>
                  <a:pt x="670212" y="200839"/>
                </a:lnTo>
                <a:lnTo>
                  <a:pt x="670334" y="200659"/>
                </a:lnTo>
                <a:lnTo>
                  <a:pt x="670456" y="200479"/>
                </a:lnTo>
                <a:lnTo>
                  <a:pt x="670539" y="200298"/>
                </a:lnTo>
                <a:lnTo>
                  <a:pt x="670670" y="200118"/>
                </a:lnTo>
                <a:lnTo>
                  <a:pt x="670792" y="199938"/>
                </a:lnTo>
                <a:lnTo>
                  <a:pt x="670876" y="199758"/>
                </a:lnTo>
                <a:lnTo>
                  <a:pt x="670998" y="199577"/>
                </a:lnTo>
                <a:lnTo>
                  <a:pt x="671120" y="199397"/>
                </a:lnTo>
                <a:lnTo>
                  <a:pt x="671203" y="199217"/>
                </a:lnTo>
                <a:lnTo>
                  <a:pt x="671325" y="199014"/>
                </a:lnTo>
                <a:lnTo>
                  <a:pt x="671447" y="198834"/>
                </a:lnTo>
                <a:lnTo>
                  <a:pt x="671530" y="198653"/>
                </a:lnTo>
                <a:lnTo>
                  <a:pt x="671653" y="198450"/>
                </a:lnTo>
                <a:lnTo>
                  <a:pt x="671775" y="198270"/>
                </a:lnTo>
                <a:lnTo>
                  <a:pt x="671855" y="198090"/>
                </a:lnTo>
                <a:lnTo>
                  <a:pt x="671980" y="197887"/>
                </a:lnTo>
                <a:lnTo>
                  <a:pt x="672102" y="197707"/>
                </a:lnTo>
                <a:lnTo>
                  <a:pt x="672194" y="197504"/>
                </a:lnTo>
                <a:lnTo>
                  <a:pt x="672316" y="197324"/>
                </a:lnTo>
                <a:lnTo>
                  <a:pt x="672439" y="197121"/>
                </a:lnTo>
                <a:lnTo>
                  <a:pt x="672519" y="196941"/>
                </a:lnTo>
                <a:lnTo>
                  <a:pt x="672644" y="196738"/>
                </a:lnTo>
                <a:lnTo>
                  <a:pt x="672766" y="196557"/>
                </a:lnTo>
                <a:lnTo>
                  <a:pt x="672888" y="196355"/>
                </a:lnTo>
                <a:lnTo>
                  <a:pt x="672968" y="196152"/>
                </a:lnTo>
                <a:lnTo>
                  <a:pt x="673093" y="195949"/>
                </a:lnTo>
                <a:lnTo>
                  <a:pt x="673216" y="195746"/>
                </a:lnTo>
                <a:lnTo>
                  <a:pt x="673296" y="195566"/>
                </a:lnTo>
                <a:lnTo>
                  <a:pt x="673418" y="195363"/>
                </a:lnTo>
                <a:lnTo>
                  <a:pt x="673543" y="195160"/>
                </a:lnTo>
                <a:lnTo>
                  <a:pt x="673623" y="194935"/>
                </a:lnTo>
                <a:lnTo>
                  <a:pt x="673757" y="194732"/>
                </a:lnTo>
                <a:lnTo>
                  <a:pt x="673879" y="194529"/>
                </a:lnTo>
                <a:lnTo>
                  <a:pt x="673960" y="194326"/>
                </a:lnTo>
                <a:lnTo>
                  <a:pt x="674082" y="194101"/>
                </a:lnTo>
                <a:lnTo>
                  <a:pt x="674207" y="193898"/>
                </a:lnTo>
                <a:lnTo>
                  <a:pt x="674287" y="193673"/>
                </a:lnTo>
                <a:lnTo>
                  <a:pt x="674409" y="193470"/>
                </a:lnTo>
                <a:lnTo>
                  <a:pt x="674531" y="193245"/>
                </a:lnTo>
                <a:lnTo>
                  <a:pt x="674615" y="193019"/>
                </a:lnTo>
                <a:lnTo>
                  <a:pt x="674737" y="192794"/>
                </a:lnTo>
                <a:lnTo>
                  <a:pt x="674859" y="192569"/>
                </a:lnTo>
                <a:lnTo>
                  <a:pt x="674942" y="192343"/>
                </a:lnTo>
                <a:lnTo>
                  <a:pt x="675064" y="192118"/>
                </a:lnTo>
                <a:lnTo>
                  <a:pt x="675186" y="191870"/>
                </a:lnTo>
                <a:lnTo>
                  <a:pt x="675320" y="191645"/>
                </a:lnTo>
                <a:lnTo>
                  <a:pt x="675401" y="191419"/>
                </a:lnTo>
                <a:lnTo>
                  <a:pt x="675523" y="191171"/>
                </a:lnTo>
                <a:lnTo>
                  <a:pt x="675645" y="190923"/>
                </a:lnTo>
                <a:lnTo>
                  <a:pt x="675728" y="190676"/>
                </a:lnTo>
                <a:lnTo>
                  <a:pt x="675850" y="190450"/>
                </a:lnTo>
                <a:lnTo>
                  <a:pt x="675972" y="190202"/>
                </a:lnTo>
                <a:lnTo>
                  <a:pt x="676056" y="189954"/>
                </a:lnTo>
                <a:lnTo>
                  <a:pt x="676178" y="189684"/>
                </a:lnTo>
                <a:lnTo>
                  <a:pt x="676300" y="189459"/>
                </a:lnTo>
                <a:lnTo>
                  <a:pt x="676383" y="189188"/>
                </a:lnTo>
                <a:lnTo>
                  <a:pt x="676514" y="188940"/>
                </a:lnTo>
                <a:lnTo>
                  <a:pt x="676636" y="188670"/>
                </a:lnTo>
                <a:lnTo>
                  <a:pt x="676708" y="188422"/>
                </a:lnTo>
                <a:lnTo>
                  <a:pt x="676842" y="188152"/>
                </a:lnTo>
                <a:lnTo>
                  <a:pt x="676964" y="187904"/>
                </a:lnTo>
                <a:lnTo>
                  <a:pt x="677047" y="187633"/>
                </a:lnTo>
                <a:lnTo>
                  <a:pt x="677169" y="187363"/>
                </a:lnTo>
                <a:lnTo>
                  <a:pt x="677291" y="187115"/>
                </a:lnTo>
                <a:lnTo>
                  <a:pt x="677372" y="186844"/>
                </a:lnTo>
                <a:lnTo>
                  <a:pt x="677497" y="186574"/>
                </a:lnTo>
                <a:lnTo>
                  <a:pt x="677619" y="186281"/>
                </a:lnTo>
                <a:lnTo>
                  <a:pt x="677741" y="186033"/>
                </a:lnTo>
                <a:lnTo>
                  <a:pt x="677821" y="185740"/>
                </a:lnTo>
                <a:lnTo>
                  <a:pt x="677955" y="185470"/>
                </a:lnTo>
                <a:lnTo>
                  <a:pt x="678077" y="185199"/>
                </a:lnTo>
                <a:lnTo>
                  <a:pt x="678161" y="184929"/>
                </a:lnTo>
                <a:lnTo>
                  <a:pt x="678283" y="184659"/>
                </a:lnTo>
                <a:lnTo>
                  <a:pt x="678405" y="184388"/>
                </a:lnTo>
                <a:lnTo>
                  <a:pt x="678485" y="184095"/>
                </a:lnTo>
                <a:lnTo>
                  <a:pt x="678610" y="183825"/>
                </a:lnTo>
                <a:lnTo>
                  <a:pt x="678732" y="183554"/>
                </a:lnTo>
                <a:lnTo>
                  <a:pt x="678813" y="183284"/>
                </a:lnTo>
                <a:lnTo>
                  <a:pt x="678935" y="183013"/>
                </a:lnTo>
                <a:lnTo>
                  <a:pt x="679060" y="182720"/>
                </a:lnTo>
                <a:lnTo>
                  <a:pt x="679140" y="182450"/>
                </a:lnTo>
                <a:lnTo>
                  <a:pt x="679262" y="182157"/>
                </a:lnTo>
                <a:lnTo>
                  <a:pt x="679384" y="181887"/>
                </a:lnTo>
                <a:lnTo>
                  <a:pt x="679477" y="181594"/>
                </a:lnTo>
                <a:lnTo>
                  <a:pt x="679599" y="181323"/>
                </a:lnTo>
                <a:lnTo>
                  <a:pt x="679724" y="181030"/>
                </a:lnTo>
                <a:lnTo>
                  <a:pt x="679804" y="180737"/>
                </a:lnTo>
                <a:lnTo>
                  <a:pt x="679926" y="180467"/>
                </a:lnTo>
                <a:lnTo>
                  <a:pt x="680048" y="180174"/>
                </a:lnTo>
                <a:lnTo>
                  <a:pt x="680173" y="179903"/>
                </a:lnTo>
                <a:lnTo>
                  <a:pt x="680254" y="179610"/>
                </a:lnTo>
                <a:lnTo>
                  <a:pt x="680376" y="179318"/>
                </a:lnTo>
                <a:lnTo>
                  <a:pt x="680498" y="179025"/>
                </a:lnTo>
                <a:lnTo>
                  <a:pt x="680581" y="178732"/>
                </a:lnTo>
                <a:lnTo>
                  <a:pt x="680703" y="178439"/>
                </a:lnTo>
                <a:lnTo>
                  <a:pt x="680825" y="178146"/>
                </a:lnTo>
                <a:lnTo>
                  <a:pt x="680909" y="177853"/>
                </a:lnTo>
                <a:lnTo>
                  <a:pt x="681031" y="177537"/>
                </a:lnTo>
                <a:lnTo>
                  <a:pt x="681162" y="177244"/>
                </a:lnTo>
                <a:lnTo>
                  <a:pt x="681245" y="176951"/>
                </a:lnTo>
                <a:lnTo>
                  <a:pt x="681367" y="176636"/>
                </a:lnTo>
                <a:lnTo>
                  <a:pt x="681489" y="176343"/>
                </a:lnTo>
                <a:lnTo>
                  <a:pt x="681572" y="176027"/>
                </a:lnTo>
                <a:lnTo>
                  <a:pt x="681695" y="175712"/>
                </a:lnTo>
                <a:lnTo>
                  <a:pt x="681817" y="175419"/>
                </a:lnTo>
                <a:lnTo>
                  <a:pt x="681900" y="175103"/>
                </a:lnTo>
                <a:lnTo>
                  <a:pt x="682022" y="174788"/>
                </a:lnTo>
                <a:lnTo>
                  <a:pt x="682144" y="174472"/>
                </a:lnTo>
                <a:lnTo>
                  <a:pt x="682224" y="174134"/>
                </a:lnTo>
                <a:lnTo>
                  <a:pt x="682349" y="173819"/>
                </a:lnTo>
                <a:lnTo>
                  <a:pt x="682472" y="173503"/>
                </a:lnTo>
                <a:lnTo>
                  <a:pt x="682603" y="173165"/>
                </a:lnTo>
                <a:lnTo>
                  <a:pt x="682686" y="172850"/>
                </a:lnTo>
                <a:lnTo>
                  <a:pt x="682808" y="172512"/>
                </a:lnTo>
                <a:lnTo>
                  <a:pt x="682930" y="172196"/>
                </a:lnTo>
                <a:lnTo>
                  <a:pt x="683013" y="171858"/>
                </a:lnTo>
                <a:lnTo>
                  <a:pt x="683135" y="171520"/>
                </a:lnTo>
                <a:lnTo>
                  <a:pt x="683258" y="171182"/>
                </a:lnTo>
                <a:lnTo>
                  <a:pt x="683338" y="170844"/>
                </a:lnTo>
                <a:lnTo>
                  <a:pt x="683463" y="170506"/>
                </a:lnTo>
                <a:lnTo>
                  <a:pt x="683585" y="170168"/>
                </a:lnTo>
                <a:lnTo>
                  <a:pt x="683665" y="169830"/>
                </a:lnTo>
                <a:lnTo>
                  <a:pt x="683787" y="169492"/>
                </a:lnTo>
                <a:lnTo>
                  <a:pt x="683921" y="169131"/>
                </a:lnTo>
                <a:lnTo>
                  <a:pt x="683993" y="168793"/>
                </a:lnTo>
                <a:lnTo>
                  <a:pt x="684127" y="168455"/>
                </a:lnTo>
                <a:lnTo>
                  <a:pt x="684249" y="168095"/>
                </a:lnTo>
                <a:lnTo>
                  <a:pt x="684329" y="167734"/>
                </a:lnTo>
                <a:lnTo>
                  <a:pt x="684451" y="167396"/>
                </a:lnTo>
                <a:lnTo>
                  <a:pt x="684576" y="167035"/>
                </a:lnTo>
                <a:lnTo>
                  <a:pt x="684657" y="166675"/>
                </a:lnTo>
                <a:lnTo>
                  <a:pt x="684779" y="166314"/>
                </a:lnTo>
                <a:lnTo>
                  <a:pt x="684901" y="165954"/>
                </a:lnTo>
                <a:lnTo>
                  <a:pt x="685026" y="165616"/>
                </a:lnTo>
                <a:lnTo>
                  <a:pt x="685106" y="165255"/>
                </a:lnTo>
                <a:lnTo>
                  <a:pt x="685228" y="164872"/>
                </a:lnTo>
                <a:lnTo>
                  <a:pt x="685362" y="164511"/>
                </a:lnTo>
                <a:lnTo>
                  <a:pt x="685443" y="164151"/>
                </a:lnTo>
                <a:lnTo>
                  <a:pt x="685565" y="163790"/>
                </a:lnTo>
                <a:lnTo>
                  <a:pt x="685690" y="163407"/>
                </a:lnTo>
                <a:lnTo>
                  <a:pt x="685770" y="163047"/>
                </a:lnTo>
                <a:lnTo>
                  <a:pt x="685892" y="162686"/>
                </a:lnTo>
                <a:lnTo>
                  <a:pt x="686014" y="162325"/>
                </a:lnTo>
                <a:lnTo>
                  <a:pt x="686098" y="161942"/>
                </a:lnTo>
                <a:lnTo>
                  <a:pt x="686220" y="161582"/>
                </a:lnTo>
                <a:lnTo>
                  <a:pt x="686342" y="161221"/>
                </a:lnTo>
                <a:lnTo>
                  <a:pt x="686425" y="160838"/>
                </a:lnTo>
                <a:lnTo>
                  <a:pt x="686547" y="160455"/>
                </a:lnTo>
                <a:lnTo>
                  <a:pt x="686669" y="160094"/>
                </a:lnTo>
                <a:lnTo>
                  <a:pt x="686762" y="159711"/>
                </a:lnTo>
                <a:lnTo>
                  <a:pt x="686884" y="159328"/>
                </a:lnTo>
                <a:lnTo>
                  <a:pt x="687006" y="158945"/>
                </a:lnTo>
                <a:lnTo>
                  <a:pt x="687089" y="158562"/>
                </a:lnTo>
                <a:lnTo>
                  <a:pt x="687211" y="158179"/>
                </a:lnTo>
                <a:lnTo>
                  <a:pt x="687333" y="157818"/>
                </a:lnTo>
                <a:lnTo>
                  <a:pt x="687455" y="157413"/>
                </a:lnTo>
                <a:lnTo>
                  <a:pt x="687539" y="157030"/>
                </a:lnTo>
                <a:lnTo>
                  <a:pt x="687661" y="156646"/>
                </a:lnTo>
                <a:lnTo>
                  <a:pt x="687783" y="156263"/>
                </a:lnTo>
                <a:lnTo>
                  <a:pt x="687866" y="155858"/>
                </a:lnTo>
                <a:lnTo>
                  <a:pt x="687988" y="155475"/>
                </a:lnTo>
                <a:lnTo>
                  <a:pt x="688110" y="155091"/>
                </a:lnTo>
                <a:lnTo>
                  <a:pt x="688191" y="154686"/>
                </a:lnTo>
                <a:lnTo>
                  <a:pt x="688316" y="154280"/>
                </a:lnTo>
                <a:lnTo>
                  <a:pt x="688447" y="153897"/>
                </a:lnTo>
                <a:lnTo>
                  <a:pt x="688530" y="153491"/>
                </a:lnTo>
                <a:lnTo>
                  <a:pt x="688652" y="153086"/>
                </a:lnTo>
                <a:lnTo>
                  <a:pt x="688774" y="152680"/>
                </a:lnTo>
                <a:lnTo>
                  <a:pt x="688855" y="152274"/>
                </a:lnTo>
                <a:lnTo>
                  <a:pt x="688980" y="151869"/>
                </a:lnTo>
                <a:lnTo>
                  <a:pt x="689102" y="151441"/>
                </a:lnTo>
                <a:lnTo>
                  <a:pt x="689182" y="151035"/>
                </a:lnTo>
                <a:lnTo>
                  <a:pt x="689304" y="150607"/>
                </a:lnTo>
                <a:lnTo>
                  <a:pt x="689429" y="150201"/>
                </a:lnTo>
                <a:lnTo>
                  <a:pt x="689510" y="149773"/>
                </a:lnTo>
                <a:lnTo>
                  <a:pt x="689632" y="149345"/>
                </a:lnTo>
                <a:lnTo>
                  <a:pt x="689754" y="148917"/>
                </a:lnTo>
                <a:lnTo>
                  <a:pt x="689837" y="148488"/>
                </a:lnTo>
                <a:lnTo>
                  <a:pt x="689971" y="148060"/>
                </a:lnTo>
                <a:lnTo>
                  <a:pt x="690093" y="147632"/>
                </a:lnTo>
                <a:lnTo>
                  <a:pt x="690215" y="147204"/>
                </a:lnTo>
                <a:lnTo>
                  <a:pt x="690296" y="146753"/>
                </a:lnTo>
                <a:lnTo>
                  <a:pt x="690421" y="146325"/>
                </a:lnTo>
                <a:lnTo>
                  <a:pt x="690543" y="145874"/>
                </a:lnTo>
                <a:lnTo>
                  <a:pt x="690623" y="145446"/>
                </a:lnTo>
                <a:lnTo>
                  <a:pt x="690745" y="144995"/>
                </a:lnTo>
                <a:lnTo>
                  <a:pt x="690867" y="144545"/>
                </a:lnTo>
                <a:lnTo>
                  <a:pt x="690951" y="144117"/>
                </a:lnTo>
                <a:lnTo>
                  <a:pt x="691073" y="143666"/>
                </a:lnTo>
                <a:lnTo>
                  <a:pt x="691195" y="143215"/>
                </a:lnTo>
                <a:lnTo>
                  <a:pt x="691278" y="142764"/>
                </a:lnTo>
                <a:lnTo>
                  <a:pt x="691400" y="142314"/>
                </a:lnTo>
                <a:lnTo>
                  <a:pt x="691534" y="141863"/>
                </a:lnTo>
                <a:lnTo>
                  <a:pt x="691614" y="141412"/>
                </a:lnTo>
                <a:lnTo>
                  <a:pt x="691736" y="140961"/>
                </a:lnTo>
                <a:lnTo>
                  <a:pt x="691859" y="140511"/>
                </a:lnTo>
                <a:lnTo>
                  <a:pt x="691942" y="140060"/>
                </a:lnTo>
                <a:lnTo>
                  <a:pt x="692064" y="139587"/>
                </a:lnTo>
                <a:lnTo>
                  <a:pt x="692186" y="139136"/>
                </a:lnTo>
                <a:lnTo>
                  <a:pt x="692269" y="138685"/>
                </a:lnTo>
                <a:lnTo>
                  <a:pt x="692391" y="138235"/>
                </a:lnTo>
                <a:lnTo>
                  <a:pt x="692514" y="137784"/>
                </a:lnTo>
                <a:lnTo>
                  <a:pt x="692636" y="137311"/>
                </a:lnTo>
                <a:lnTo>
                  <a:pt x="692719" y="136860"/>
                </a:lnTo>
                <a:lnTo>
                  <a:pt x="692841" y="136409"/>
                </a:lnTo>
                <a:lnTo>
                  <a:pt x="692972" y="135959"/>
                </a:lnTo>
                <a:lnTo>
                  <a:pt x="693055" y="135508"/>
                </a:lnTo>
                <a:lnTo>
                  <a:pt x="693177" y="135057"/>
                </a:lnTo>
                <a:lnTo>
                  <a:pt x="693299" y="134584"/>
                </a:lnTo>
                <a:lnTo>
                  <a:pt x="693383" y="134133"/>
                </a:lnTo>
                <a:lnTo>
                  <a:pt x="693505" y="133682"/>
                </a:lnTo>
                <a:lnTo>
                  <a:pt x="693627" y="133232"/>
                </a:lnTo>
                <a:lnTo>
                  <a:pt x="693707" y="132781"/>
                </a:lnTo>
                <a:lnTo>
                  <a:pt x="693832" y="132330"/>
                </a:lnTo>
                <a:lnTo>
                  <a:pt x="693954" y="131880"/>
                </a:lnTo>
                <a:lnTo>
                  <a:pt x="694035" y="131451"/>
                </a:lnTo>
                <a:lnTo>
                  <a:pt x="694169" y="131001"/>
                </a:lnTo>
                <a:lnTo>
                  <a:pt x="694291" y="130550"/>
                </a:lnTo>
                <a:lnTo>
                  <a:pt x="694362" y="130099"/>
                </a:lnTo>
                <a:lnTo>
                  <a:pt x="694496" y="129649"/>
                </a:lnTo>
                <a:lnTo>
                  <a:pt x="694618" y="129198"/>
                </a:lnTo>
                <a:lnTo>
                  <a:pt x="694699" y="128770"/>
                </a:lnTo>
                <a:lnTo>
                  <a:pt x="694821" y="128319"/>
                </a:lnTo>
                <a:lnTo>
                  <a:pt x="694946" y="127891"/>
                </a:lnTo>
                <a:lnTo>
                  <a:pt x="695068" y="127440"/>
                </a:lnTo>
                <a:lnTo>
                  <a:pt x="695148" y="126989"/>
                </a:lnTo>
                <a:lnTo>
                  <a:pt x="695270" y="126561"/>
                </a:lnTo>
                <a:lnTo>
                  <a:pt x="695395" y="126110"/>
                </a:lnTo>
                <a:lnTo>
                  <a:pt x="695476" y="125682"/>
                </a:lnTo>
                <a:lnTo>
                  <a:pt x="695598" y="125254"/>
                </a:lnTo>
                <a:lnTo>
                  <a:pt x="695720" y="124803"/>
                </a:lnTo>
                <a:lnTo>
                  <a:pt x="695812" y="124375"/>
                </a:lnTo>
                <a:lnTo>
                  <a:pt x="695937" y="123947"/>
                </a:lnTo>
                <a:lnTo>
                  <a:pt x="696059" y="123496"/>
                </a:lnTo>
                <a:lnTo>
                  <a:pt x="696140" y="123068"/>
                </a:lnTo>
                <a:lnTo>
                  <a:pt x="696262" y="122640"/>
                </a:lnTo>
                <a:lnTo>
                  <a:pt x="696387" y="122212"/>
                </a:lnTo>
                <a:lnTo>
                  <a:pt x="696467" y="121783"/>
                </a:lnTo>
                <a:lnTo>
                  <a:pt x="696589" y="121355"/>
                </a:lnTo>
                <a:lnTo>
                  <a:pt x="696711" y="120927"/>
                </a:lnTo>
                <a:lnTo>
                  <a:pt x="696795" y="120499"/>
                </a:lnTo>
                <a:lnTo>
                  <a:pt x="696917" y="120071"/>
                </a:lnTo>
                <a:lnTo>
                  <a:pt x="697039" y="119643"/>
                </a:lnTo>
                <a:lnTo>
                  <a:pt x="697122" y="119214"/>
                </a:lnTo>
                <a:lnTo>
                  <a:pt x="697253" y="118809"/>
                </a:lnTo>
                <a:lnTo>
                  <a:pt x="697375" y="118381"/>
                </a:lnTo>
                <a:lnTo>
                  <a:pt x="697500" y="117952"/>
                </a:lnTo>
                <a:lnTo>
                  <a:pt x="697581" y="117547"/>
                </a:lnTo>
                <a:lnTo>
                  <a:pt x="697703" y="117119"/>
                </a:lnTo>
                <a:lnTo>
                  <a:pt x="697825" y="116690"/>
                </a:lnTo>
                <a:lnTo>
                  <a:pt x="697908" y="116285"/>
                </a:lnTo>
                <a:lnTo>
                  <a:pt x="698030" y="115879"/>
                </a:lnTo>
                <a:lnTo>
                  <a:pt x="698152" y="115451"/>
                </a:lnTo>
                <a:lnTo>
                  <a:pt x="698236" y="115045"/>
                </a:lnTo>
                <a:lnTo>
                  <a:pt x="698358" y="114617"/>
                </a:lnTo>
                <a:lnTo>
                  <a:pt x="698480" y="114211"/>
                </a:lnTo>
                <a:lnTo>
                  <a:pt x="698560" y="113806"/>
                </a:lnTo>
                <a:lnTo>
                  <a:pt x="698685" y="113400"/>
                </a:lnTo>
                <a:lnTo>
                  <a:pt x="698807" y="112972"/>
                </a:lnTo>
                <a:lnTo>
                  <a:pt x="698900" y="112566"/>
                </a:lnTo>
                <a:lnTo>
                  <a:pt x="699022" y="112161"/>
                </a:lnTo>
                <a:lnTo>
                  <a:pt x="699144" y="111755"/>
                </a:lnTo>
                <a:lnTo>
                  <a:pt x="699224" y="111349"/>
                </a:lnTo>
                <a:lnTo>
                  <a:pt x="699349" y="110944"/>
                </a:lnTo>
                <a:lnTo>
                  <a:pt x="699471" y="110538"/>
                </a:lnTo>
                <a:lnTo>
                  <a:pt x="699552" y="110110"/>
                </a:lnTo>
                <a:lnTo>
                  <a:pt x="699674" y="109704"/>
                </a:lnTo>
                <a:lnTo>
                  <a:pt x="699799" y="109299"/>
                </a:lnTo>
                <a:lnTo>
                  <a:pt x="699921" y="108893"/>
                </a:lnTo>
                <a:lnTo>
                  <a:pt x="700001" y="108487"/>
                </a:lnTo>
                <a:lnTo>
                  <a:pt x="700123" y="108082"/>
                </a:lnTo>
                <a:lnTo>
                  <a:pt x="700248" y="107699"/>
                </a:lnTo>
                <a:lnTo>
                  <a:pt x="700340" y="107270"/>
                </a:lnTo>
                <a:lnTo>
                  <a:pt x="700463" y="106865"/>
                </a:lnTo>
                <a:lnTo>
                  <a:pt x="700585" y="106482"/>
                </a:lnTo>
                <a:lnTo>
                  <a:pt x="700665" y="106076"/>
                </a:lnTo>
                <a:lnTo>
                  <a:pt x="700790" y="105670"/>
                </a:lnTo>
                <a:lnTo>
                  <a:pt x="700912" y="105265"/>
                </a:lnTo>
                <a:lnTo>
                  <a:pt x="700992" y="104859"/>
                </a:lnTo>
                <a:lnTo>
                  <a:pt x="701115" y="104453"/>
                </a:lnTo>
                <a:lnTo>
                  <a:pt x="701240" y="104070"/>
                </a:lnTo>
                <a:lnTo>
                  <a:pt x="701320" y="103665"/>
                </a:lnTo>
                <a:lnTo>
                  <a:pt x="701442" y="103259"/>
                </a:lnTo>
                <a:lnTo>
                  <a:pt x="701576" y="102853"/>
                </a:lnTo>
                <a:lnTo>
                  <a:pt x="701647" y="102448"/>
                </a:lnTo>
                <a:lnTo>
                  <a:pt x="701770" y="102065"/>
                </a:lnTo>
                <a:lnTo>
                  <a:pt x="701903" y="101659"/>
                </a:lnTo>
                <a:lnTo>
                  <a:pt x="701984" y="101253"/>
                </a:lnTo>
                <a:lnTo>
                  <a:pt x="702106" y="100870"/>
                </a:lnTo>
                <a:lnTo>
                  <a:pt x="702228" y="100465"/>
                </a:lnTo>
                <a:lnTo>
                  <a:pt x="702353" y="100059"/>
                </a:lnTo>
                <a:lnTo>
                  <a:pt x="702433" y="99676"/>
                </a:lnTo>
                <a:lnTo>
                  <a:pt x="702555" y="99270"/>
                </a:lnTo>
                <a:lnTo>
                  <a:pt x="702678" y="98887"/>
                </a:lnTo>
                <a:lnTo>
                  <a:pt x="702761" y="98481"/>
                </a:lnTo>
                <a:lnTo>
                  <a:pt x="702883" y="98076"/>
                </a:lnTo>
                <a:lnTo>
                  <a:pt x="703005" y="97693"/>
                </a:lnTo>
                <a:lnTo>
                  <a:pt x="703097" y="97287"/>
                </a:lnTo>
                <a:lnTo>
                  <a:pt x="703219" y="96904"/>
                </a:lnTo>
                <a:lnTo>
                  <a:pt x="703341" y="96521"/>
                </a:lnTo>
                <a:lnTo>
                  <a:pt x="703425" y="96115"/>
                </a:lnTo>
                <a:lnTo>
                  <a:pt x="703547" y="95732"/>
                </a:lnTo>
                <a:lnTo>
                  <a:pt x="703669" y="95326"/>
                </a:lnTo>
                <a:lnTo>
                  <a:pt x="703752" y="94966"/>
                </a:lnTo>
                <a:lnTo>
                  <a:pt x="703874" y="94560"/>
                </a:lnTo>
                <a:lnTo>
                  <a:pt x="703996" y="94177"/>
                </a:lnTo>
                <a:lnTo>
                  <a:pt x="704080" y="93794"/>
                </a:lnTo>
                <a:lnTo>
                  <a:pt x="704202" y="93411"/>
                </a:lnTo>
                <a:lnTo>
                  <a:pt x="704324" y="93028"/>
                </a:lnTo>
                <a:lnTo>
                  <a:pt x="704404" y="92645"/>
                </a:lnTo>
                <a:lnTo>
                  <a:pt x="704526" y="92262"/>
                </a:lnTo>
                <a:lnTo>
                  <a:pt x="704651" y="91901"/>
                </a:lnTo>
                <a:lnTo>
                  <a:pt x="704782" y="91518"/>
                </a:lnTo>
                <a:lnTo>
                  <a:pt x="704866" y="91135"/>
                </a:lnTo>
                <a:lnTo>
                  <a:pt x="704988" y="90752"/>
                </a:lnTo>
                <a:lnTo>
                  <a:pt x="705110" y="90391"/>
                </a:lnTo>
                <a:lnTo>
                  <a:pt x="705193" y="90030"/>
                </a:lnTo>
                <a:lnTo>
                  <a:pt x="705315" y="89647"/>
                </a:lnTo>
                <a:lnTo>
                  <a:pt x="705437" y="89287"/>
                </a:lnTo>
                <a:lnTo>
                  <a:pt x="705518" y="88904"/>
                </a:lnTo>
                <a:lnTo>
                  <a:pt x="705643" y="88543"/>
                </a:lnTo>
                <a:lnTo>
                  <a:pt x="705765" y="88183"/>
                </a:lnTo>
                <a:lnTo>
                  <a:pt x="705845" y="87822"/>
                </a:lnTo>
                <a:lnTo>
                  <a:pt x="705967" y="87461"/>
                </a:lnTo>
                <a:lnTo>
                  <a:pt x="706092" y="87101"/>
                </a:lnTo>
                <a:lnTo>
                  <a:pt x="706182" y="86740"/>
                </a:lnTo>
                <a:lnTo>
                  <a:pt x="706307" y="86380"/>
                </a:lnTo>
                <a:lnTo>
                  <a:pt x="706429" y="86019"/>
                </a:lnTo>
                <a:lnTo>
                  <a:pt x="706509" y="85659"/>
                </a:lnTo>
                <a:lnTo>
                  <a:pt x="706631" y="85298"/>
                </a:lnTo>
                <a:lnTo>
                  <a:pt x="706756" y="84937"/>
                </a:lnTo>
                <a:lnTo>
                  <a:pt x="706837" y="84599"/>
                </a:lnTo>
                <a:lnTo>
                  <a:pt x="706959" y="84239"/>
                </a:lnTo>
                <a:lnTo>
                  <a:pt x="707081" y="83878"/>
                </a:lnTo>
                <a:lnTo>
                  <a:pt x="707164" y="83540"/>
                </a:lnTo>
                <a:lnTo>
                  <a:pt x="707286" y="83180"/>
                </a:lnTo>
                <a:lnTo>
                  <a:pt x="707408" y="82842"/>
                </a:lnTo>
                <a:lnTo>
                  <a:pt x="707530" y="82481"/>
                </a:lnTo>
                <a:lnTo>
                  <a:pt x="707614" y="82143"/>
                </a:lnTo>
                <a:lnTo>
                  <a:pt x="707745" y="81782"/>
                </a:lnTo>
                <a:lnTo>
                  <a:pt x="707870" y="81444"/>
                </a:lnTo>
                <a:lnTo>
                  <a:pt x="707950" y="81106"/>
                </a:lnTo>
                <a:lnTo>
                  <a:pt x="708072" y="80746"/>
                </a:lnTo>
                <a:lnTo>
                  <a:pt x="708194" y="80408"/>
                </a:lnTo>
                <a:lnTo>
                  <a:pt x="708278" y="80047"/>
                </a:lnTo>
                <a:lnTo>
                  <a:pt x="708400" y="79709"/>
                </a:lnTo>
                <a:lnTo>
                  <a:pt x="708522" y="79371"/>
                </a:lnTo>
                <a:lnTo>
                  <a:pt x="708605" y="79010"/>
                </a:lnTo>
                <a:lnTo>
                  <a:pt x="708727" y="78672"/>
                </a:lnTo>
                <a:lnTo>
                  <a:pt x="708849" y="78334"/>
                </a:lnTo>
                <a:lnTo>
                  <a:pt x="708930" y="77996"/>
                </a:lnTo>
                <a:lnTo>
                  <a:pt x="709055" y="77636"/>
                </a:lnTo>
                <a:lnTo>
                  <a:pt x="709177" y="77298"/>
                </a:lnTo>
                <a:lnTo>
                  <a:pt x="709269" y="76960"/>
                </a:lnTo>
                <a:lnTo>
                  <a:pt x="709391" y="76599"/>
                </a:lnTo>
                <a:lnTo>
                  <a:pt x="709513" y="76261"/>
                </a:lnTo>
                <a:lnTo>
                  <a:pt x="709596" y="75923"/>
                </a:lnTo>
                <a:lnTo>
                  <a:pt x="709719" y="75562"/>
                </a:lnTo>
                <a:lnTo>
                  <a:pt x="709841" y="75224"/>
                </a:lnTo>
                <a:lnTo>
                  <a:pt x="709963" y="74886"/>
                </a:lnTo>
                <a:lnTo>
                  <a:pt x="710046" y="74548"/>
                </a:lnTo>
                <a:lnTo>
                  <a:pt x="710168" y="74188"/>
                </a:lnTo>
                <a:lnTo>
                  <a:pt x="710290" y="73850"/>
                </a:lnTo>
                <a:lnTo>
                  <a:pt x="710371" y="73512"/>
                </a:lnTo>
                <a:lnTo>
                  <a:pt x="710496" y="73129"/>
                </a:lnTo>
                <a:lnTo>
                  <a:pt x="710627" y="72791"/>
                </a:lnTo>
                <a:lnTo>
                  <a:pt x="710698" y="72453"/>
                </a:lnTo>
                <a:lnTo>
                  <a:pt x="710832" y="72114"/>
                </a:lnTo>
                <a:lnTo>
                  <a:pt x="710954" y="71731"/>
                </a:lnTo>
                <a:lnTo>
                  <a:pt x="711034" y="71393"/>
                </a:lnTo>
                <a:lnTo>
                  <a:pt x="711159" y="71055"/>
                </a:lnTo>
                <a:lnTo>
                  <a:pt x="711282" y="70695"/>
                </a:lnTo>
                <a:lnTo>
                  <a:pt x="711362" y="70357"/>
                </a:lnTo>
                <a:lnTo>
                  <a:pt x="711484" y="69996"/>
                </a:lnTo>
                <a:lnTo>
                  <a:pt x="711609" y="69658"/>
                </a:lnTo>
                <a:lnTo>
                  <a:pt x="711689" y="69298"/>
                </a:lnTo>
                <a:lnTo>
                  <a:pt x="711811" y="68959"/>
                </a:lnTo>
                <a:lnTo>
                  <a:pt x="711934" y="68621"/>
                </a:lnTo>
                <a:lnTo>
                  <a:pt x="712017" y="68283"/>
                </a:lnTo>
                <a:lnTo>
                  <a:pt x="712148" y="67945"/>
                </a:lnTo>
                <a:lnTo>
                  <a:pt x="712273" y="67607"/>
                </a:lnTo>
                <a:lnTo>
                  <a:pt x="712395" y="67247"/>
                </a:lnTo>
                <a:lnTo>
                  <a:pt x="712475" y="66909"/>
                </a:lnTo>
                <a:lnTo>
                  <a:pt x="712597" y="66571"/>
                </a:lnTo>
                <a:lnTo>
                  <a:pt x="712722" y="66210"/>
                </a:lnTo>
                <a:lnTo>
                  <a:pt x="712803" y="65872"/>
                </a:lnTo>
                <a:lnTo>
                  <a:pt x="712925" y="65534"/>
                </a:lnTo>
                <a:lnTo>
                  <a:pt x="713047" y="65196"/>
                </a:lnTo>
                <a:lnTo>
                  <a:pt x="713130" y="64858"/>
                </a:lnTo>
                <a:lnTo>
                  <a:pt x="713252" y="64520"/>
                </a:lnTo>
                <a:lnTo>
                  <a:pt x="713374" y="64159"/>
                </a:lnTo>
                <a:lnTo>
                  <a:pt x="713458" y="63821"/>
                </a:lnTo>
                <a:lnTo>
                  <a:pt x="713589" y="63483"/>
                </a:lnTo>
                <a:lnTo>
                  <a:pt x="713711" y="63145"/>
                </a:lnTo>
                <a:lnTo>
                  <a:pt x="713794" y="62830"/>
                </a:lnTo>
                <a:lnTo>
                  <a:pt x="713916" y="62492"/>
                </a:lnTo>
                <a:lnTo>
                  <a:pt x="714038" y="62154"/>
                </a:lnTo>
                <a:lnTo>
                  <a:pt x="714122" y="61816"/>
                </a:lnTo>
                <a:lnTo>
                  <a:pt x="714244" y="61455"/>
                </a:lnTo>
                <a:lnTo>
                  <a:pt x="714366" y="61117"/>
                </a:lnTo>
                <a:lnTo>
                  <a:pt x="714449" y="60801"/>
                </a:lnTo>
                <a:lnTo>
                  <a:pt x="714571" y="60463"/>
                </a:lnTo>
                <a:lnTo>
                  <a:pt x="714693" y="60125"/>
                </a:lnTo>
                <a:lnTo>
                  <a:pt x="714815" y="59765"/>
                </a:lnTo>
                <a:lnTo>
                  <a:pt x="714899" y="59427"/>
                </a:lnTo>
                <a:lnTo>
                  <a:pt x="715021" y="59089"/>
                </a:lnTo>
                <a:lnTo>
                  <a:pt x="715152" y="58751"/>
                </a:lnTo>
                <a:lnTo>
                  <a:pt x="715235" y="58413"/>
                </a:lnTo>
                <a:lnTo>
                  <a:pt x="715357" y="58097"/>
                </a:lnTo>
                <a:lnTo>
                  <a:pt x="715479" y="57759"/>
                </a:lnTo>
                <a:lnTo>
                  <a:pt x="715563" y="57421"/>
                </a:lnTo>
                <a:lnTo>
                  <a:pt x="715685" y="57061"/>
                </a:lnTo>
                <a:lnTo>
                  <a:pt x="715807" y="56723"/>
                </a:lnTo>
                <a:lnTo>
                  <a:pt x="715887" y="56384"/>
                </a:lnTo>
                <a:lnTo>
                  <a:pt x="716012" y="56024"/>
                </a:lnTo>
                <a:lnTo>
                  <a:pt x="716134" y="55663"/>
                </a:lnTo>
                <a:lnTo>
                  <a:pt x="716215" y="55325"/>
                </a:lnTo>
                <a:lnTo>
                  <a:pt x="716337" y="54987"/>
                </a:lnTo>
                <a:lnTo>
                  <a:pt x="716462" y="54627"/>
                </a:lnTo>
                <a:lnTo>
                  <a:pt x="716551" y="54289"/>
                </a:lnTo>
                <a:lnTo>
                  <a:pt x="716676" y="53951"/>
                </a:lnTo>
                <a:lnTo>
                  <a:pt x="716798" y="53613"/>
                </a:lnTo>
                <a:lnTo>
                  <a:pt x="716879" y="53275"/>
                </a:lnTo>
                <a:lnTo>
                  <a:pt x="717001" y="52914"/>
                </a:lnTo>
                <a:lnTo>
                  <a:pt x="717126" y="52576"/>
                </a:lnTo>
                <a:lnTo>
                  <a:pt x="717248" y="52238"/>
                </a:lnTo>
                <a:lnTo>
                  <a:pt x="717328" y="51877"/>
                </a:lnTo>
                <a:lnTo>
                  <a:pt x="717450" y="51517"/>
                </a:lnTo>
                <a:lnTo>
                  <a:pt x="717575" y="51179"/>
                </a:lnTo>
                <a:lnTo>
                  <a:pt x="717656" y="50841"/>
                </a:lnTo>
                <a:lnTo>
                  <a:pt x="717778" y="50503"/>
                </a:lnTo>
                <a:lnTo>
                  <a:pt x="717900" y="50142"/>
                </a:lnTo>
                <a:lnTo>
                  <a:pt x="717983" y="49804"/>
                </a:lnTo>
                <a:lnTo>
                  <a:pt x="718114" y="49466"/>
                </a:lnTo>
                <a:lnTo>
                  <a:pt x="718239" y="49128"/>
                </a:lnTo>
                <a:lnTo>
                  <a:pt x="718320" y="48790"/>
                </a:lnTo>
                <a:lnTo>
                  <a:pt x="718442" y="48452"/>
                </a:lnTo>
                <a:lnTo>
                  <a:pt x="718564" y="48136"/>
                </a:lnTo>
                <a:lnTo>
                  <a:pt x="718647" y="47776"/>
                </a:lnTo>
                <a:lnTo>
                  <a:pt x="718769" y="47438"/>
                </a:lnTo>
                <a:lnTo>
                  <a:pt x="718891" y="47100"/>
                </a:lnTo>
                <a:lnTo>
                  <a:pt x="718975" y="46784"/>
                </a:lnTo>
                <a:lnTo>
                  <a:pt x="719097" y="46446"/>
                </a:lnTo>
                <a:lnTo>
                  <a:pt x="719219" y="46131"/>
                </a:lnTo>
                <a:lnTo>
                  <a:pt x="719302" y="45793"/>
                </a:lnTo>
                <a:lnTo>
                  <a:pt x="719424" y="45455"/>
                </a:lnTo>
                <a:lnTo>
                  <a:pt x="719555" y="45139"/>
                </a:lnTo>
                <a:lnTo>
                  <a:pt x="719677" y="44824"/>
                </a:lnTo>
                <a:lnTo>
                  <a:pt x="719761" y="44486"/>
                </a:lnTo>
                <a:lnTo>
                  <a:pt x="719883" y="44170"/>
                </a:lnTo>
                <a:lnTo>
                  <a:pt x="720005" y="43855"/>
                </a:lnTo>
                <a:lnTo>
                  <a:pt x="720088" y="43539"/>
                </a:lnTo>
                <a:lnTo>
                  <a:pt x="720210" y="43201"/>
                </a:lnTo>
                <a:lnTo>
                  <a:pt x="720332" y="42886"/>
                </a:lnTo>
                <a:lnTo>
                  <a:pt x="720415" y="42570"/>
                </a:lnTo>
                <a:lnTo>
                  <a:pt x="720538" y="42277"/>
                </a:lnTo>
                <a:lnTo>
                  <a:pt x="720660" y="41962"/>
                </a:lnTo>
                <a:lnTo>
                  <a:pt x="720740" y="41646"/>
                </a:lnTo>
                <a:lnTo>
                  <a:pt x="720874" y="41353"/>
                </a:lnTo>
                <a:lnTo>
                  <a:pt x="720996" y="41060"/>
                </a:lnTo>
                <a:lnTo>
                  <a:pt x="721079" y="40745"/>
                </a:lnTo>
                <a:lnTo>
                  <a:pt x="721201" y="40429"/>
                </a:lnTo>
                <a:lnTo>
                  <a:pt x="721324" y="40159"/>
                </a:lnTo>
                <a:lnTo>
                  <a:pt x="721404" y="39866"/>
                </a:lnTo>
                <a:lnTo>
                  <a:pt x="721529" y="39573"/>
                </a:lnTo>
                <a:lnTo>
                  <a:pt x="721651" y="39280"/>
                </a:lnTo>
                <a:lnTo>
                  <a:pt x="721731" y="39009"/>
                </a:lnTo>
                <a:lnTo>
                  <a:pt x="721853" y="38716"/>
                </a:lnTo>
                <a:lnTo>
                  <a:pt x="721978" y="38446"/>
                </a:lnTo>
                <a:lnTo>
                  <a:pt x="722101" y="38153"/>
                </a:lnTo>
                <a:lnTo>
                  <a:pt x="722181" y="37883"/>
                </a:lnTo>
                <a:lnTo>
                  <a:pt x="722303" y="37635"/>
                </a:lnTo>
                <a:lnTo>
                  <a:pt x="722428" y="37342"/>
                </a:lnTo>
                <a:lnTo>
                  <a:pt x="722517" y="37094"/>
                </a:lnTo>
                <a:lnTo>
                  <a:pt x="722642" y="36823"/>
                </a:lnTo>
                <a:lnTo>
                  <a:pt x="722764" y="36575"/>
                </a:lnTo>
                <a:lnTo>
                  <a:pt x="722845" y="36328"/>
                </a:lnTo>
                <a:lnTo>
                  <a:pt x="722967" y="36080"/>
                </a:lnTo>
                <a:lnTo>
                  <a:pt x="723092" y="35832"/>
                </a:lnTo>
                <a:lnTo>
                  <a:pt x="723172" y="35606"/>
                </a:lnTo>
                <a:lnTo>
                  <a:pt x="723294" y="35359"/>
                </a:lnTo>
                <a:lnTo>
                  <a:pt x="723416" y="35133"/>
                </a:lnTo>
                <a:lnTo>
                  <a:pt x="723500" y="34908"/>
                </a:lnTo>
                <a:lnTo>
                  <a:pt x="723622" y="34705"/>
                </a:lnTo>
                <a:lnTo>
                  <a:pt x="723744" y="34480"/>
                </a:lnTo>
                <a:lnTo>
                  <a:pt x="723827" y="34254"/>
                </a:lnTo>
                <a:lnTo>
                  <a:pt x="723958" y="34051"/>
                </a:lnTo>
                <a:lnTo>
                  <a:pt x="724080" y="33871"/>
                </a:lnTo>
                <a:lnTo>
                  <a:pt x="724164" y="33646"/>
                </a:lnTo>
                <a:lnTo>
                  <a:pt x="724286" y="33466"/>
                </a:lnTo>
                <a:lnTo>
                  <a:pt x="724408" y="33263"/>
                </a:lnTo>
                <a:lnTo>
                  <a:pt x="724491" y="33082"/>
                </a:lnTo>
                <a:lnTo>
                  <a:pt x="724613" y="32902"/>
                </a:lnTo>
                <a:lnTo>
                  <a:pt x="724735" y="32744"/>
                </a:lnTo>
                <a:lnTo>
                  <a:pt x="724857" y="32564"/>
                </a:lnTo>
                <a:lnTo>
                  <a:pt x="724941" y="32384"/>
                </a:lnTo>
                <a:lnTo>
                  <a:pt x="725063" y="32204"/>
                </a:lnTo>
                <a:lnTo>
                  <a:pt x="725185" y="32046"/>
                </a:lnTo>
                <a:lnTo>
                  <a:pt x="725268" y="31888"/>
                </a:lnTo>
                <a:lnTo>
                  <a:pt x="725390" y="31730"/>
                </a:lnTo>
                <a:lnTo>
                  <a:pt x="725512" y="31618"/>
                </a:lnTo>
                <a:lnTo>
                  <a:pt x="725605" y="31460"/>
                </a:lnTo>
                <a:lnTo>
                  <a:pt x="725727" y="31302"/>
                </a:lnTo>
                <a:lnTo>
                  <a:pt x="725849" y="31189"/>
                </a:lnTo>
                <a:lnTo>
                  <a:pt x="725932" y="31054"/>
                </a:lnTo>
                <a:lnTo>
                  <a:pt x="726054" y="30942"/>
                </a:lnTo>
                <a:lnTo>
                  <a:pt x="726176" y="30806"/>
                </a:lnTo>
                <a:lnTo>
                  <a:pt x="726257" y="30694"/>
                </a:lnTo>
                <a:lnTo>
                  <a:pt x="726382" y="30558"/>
                </a:lnTo>
                <a:lnTo>
                  <a:pt x="726504" y="30423"/>
                </a:lnTo>
                <a:lnTo>
                  <a:pt x="726584" y="30333"/>
                </a:lnTo>
                <a:lnTo>
                  <a:pt x="726706" y="30243"/>
                </a:lnTo>
                <a:lnTo>
                  <a:pt x="726831" y="30130"/>
                </a:lnTo>
                <a:lnTo>
                  <a:pt x="726921" y="30040"/>
                </a:lnTo>
                <a:lnTo>
                  <a:pt x="727046" y="29927"/>
                </a:lnTo>
                <a:lnTo>
                  <a:pt x="727168" y="29837"/>
                </a:lnTo>
                <a:lnTo>
                  <a:pt x="727290" y="29770"/>
                </a:lnTo>
                <a:lnTo>
                  <a:pt x="727370" y="29679"/>
                </a:lnTo>
                <a:lnTo>
                  <a:pt x="727495" y="29634"/>
                </a:lnTo>
                <a:lnTo>
                  <a:pt x="727617" y="29522"/>
                </a:lnTo>
                <a:lnTo>
                  <a:pt x="727698" y="29477"/>
                </a:lnTo>
                <a:lnTo>
                  <a:pt x="727820" y="29409"/>
                </a:lnTo>
                <a:lnTo>
                  <a:pt x="727945" y="29341"/>
                </a:lnTo>
                <a:lnTo>
                  <a:pt x="728025" y="29319"/>
                </a:lnTo>
                <a:lnTo>
                  <a:pt x="728147" y="29251"/>
                </a:lnTo>
                <a:lnTo>
                  <a:pt x="728269" y="29206"/>
                </a:lnTo>
                <a:lnTo>
                  <a:pt x="728353" y="29161"/>
                </a:lnTo>
                <a:lnTo>
                  <a:pt x="728475" y="29116"/>
                </a:lnTo>
                <a:lnTo>
                  <a:pt x="728609" y="29094"/>
                </a:lnTo>
                <a:lnTo>
                  <a:pt x="728689" y="29094"/>
                </a:lnTo>
                <a:lnTo>
                  <a:pt x="728811" y="29071"/>
                </a:lnTo>
                <a:lnTo>
                  <a:pt x="728933" y="29071"/>
                </a:lnTo>
                <a:lnTo>
                  <a:pt x="729017" y="29026"/>
                </a:lnTo>
                <a:lnTo>
                  <a:pt x="729139" y="29026"/>
                </a:lnTo>
                <a:lnTo>
                  <a:pt x="729261" y="29026"/>
                </a:lnTo>
                <a:lnTo>
                  <a:pt x="729344" y="29026"/>
                </a:lnTo>
                <a:lnTo>
                  <a:pt x="729466" y="29071"/>
                </a:lnTo>
                <a:lnTo>
                  <a:pt x="729588" y="29071"/>
                </a:lnTo>
                <a:lnTo>
                  <a:pt x="729710" y="29094"/>
                </a:lnTo>
                <a:lnTo>
                  <a:pt x="729802" y="29116"/>
                </a:lnTo>
                <a:lnTo>
                  <a:pt x="729925" y="29161"/>
                </a:lnTo>
                <a:lnTo>
                  <a:pt x="730050" y="29206"/>
                </a:lnTo>
                <a:lnTo>
                  <a:pt x="730130" y="29251"/>
                </a:lnTo>
                <a:lnTo>
                  <a:pt x="730252" y="29319"/>
                </a:lnTo>
                <a:lnTo>
                  <a:pt x="730374" y="29387"/>
                </a:lnTo>
                <a:lnTo>
                  <a:pt x="730457" y="29432"/>
                </a:lnTo>
                <a:lnTo>
                  <a:pt x="730580" y="29499"/>
                </a:lnTo>
                <a:lnTo>
                  <a:pt x="730702" y="29567"/>
                </a:lnTo>
                <a:lnTo>
                  <a:pt x="730785" y="29657"/>
                </a:lnTo>
                <a:lnTo>
                  <a:pt x="730907" y="29725"/>
                </a:lnTo>
                <a:lnTo>
                  <a:pt x="731029" y="29815"/>
                </a:lnTo>
                <a:lnTo>
                  <a:pt x="731109" y="29905"/>
                </a:lnTo>
                <a:lnTo>
                  <a:pt x="731235" y="30040"/>
                </a:lnTo>
                <a:lnTo>
                  <a:pt x="731366" y="30130"/>
                </a:lnTo>
                <a:lnTo>
                  <a:pt x="731449" y="30243"/>
                </a:lnTo>
                <a:lnTo>
                  <a:pt x="731571" y="30378"/>
                </a:lnTo>
                <a:lnTo>
                  <a:pt x="731693" y="30468"/>
                </a:lnTo>
                <a:lnTo>
                  <a:pt x="731773" y="30626"/>
                </a:lnTo>
                <a:lnTo>
                  <a:pt x="731898" y="30739"/>
                </a:lnTo>
                <a:lnTo>
                  <a:pt x="732020" y="30874"/>
                </a:lnTo>
                <a:lnTo>
                  <a:pt x="732143" y="31032"/>
                </a:lnTo>
                <a:lnTo>
                  <a:pt x="732223" y="31189"/>
                </a:lnTo>
                <a:lnTo>
                  <a:pt x="732348" y="31302"/>
                </a:lnTo>
                <a:lnTo>
                  <a:pt x="732470" y="31460"/>
                </a:lnTo>
                <a:lnTo>
                  <a:pt x="732550" y="31640"/>
                </a:lnTo>
                <a:lnTo>
                  <a:pt x="732672" y="31798"/>
                </a:lnTo>
                <a:lnTo>
                  <a:pt x="732798" y="31956"/>
                </a:lnTo>
                <a:lnTo>
                  <a:pt x="732887" y="32158"/>
                </a:lnTo>
                <a:lnTo>
                  <a:pt x="733012" y="32339"/>
                </a:lnTo>
                <a:lnTo>
                  <a:pt x="733134" y="32519"/>
                </a:lnTo>
                <a:lnTo>
                  <a:pt x="733214" y="32699"/>
                </a:lnTo>
                <a:lnTo>
                  <a:pt x="733336" y="32902"/>
                </a:lnTo>
                <a:lnTo>
                  <a:pt x="733461" y="33105"/>
                </a:lnTo>
                <a:lnTo>
                  <a:pt x="733542" y="33308"/>
                </a:lnTo>
                <a:lnTo>
                  <a:pt x="733664" y="33511"/>
                </a:lnTo>
                <a:lnTo>
                  <a:pt x="733786" y="33736"/>
                </a:lnTo>
                <a:lnTo>
                  <a:pt x="733869" y="33961"/>
                </a:lnTo>
                <a:lnTo>
                  <a:pt x="733991" y="34164"/>
                </a:lnTo>
                <a:lnTo>
                  <a:pt x="734113" y="34389"/>
                </a:lnTo>
                <a:lnTo>
                  <a:pt x="734197" y="34615"/>
                </a:lnTo>
                <a:lnTo>
                  <a:pt x="734319" y="34863"/>
                </a:lnTo>
                <a:lnTo>
                  <a:pt x="734453" y="35111"/>
                </a:lnTo>
                <a:lnTo>
                  <a:pt x="734575" y="35359"/>
                </a:lnTo>
                <a:lnTo>
                  <a:pt x="734655" y="35606"/>
                </a:lnTo>
                <a:lnTo>
                  <a:pt x="734777" y="35854"/>
                </a:lnTo>
                <a:lnTo>
                  <a:pt x="734899" y="36125"/>
                </a:lnTo>
                <a:lnTo>
                  <a:pt x="734983" y="36395"/>
                </a:lnTo>
                <a:lnTo>
                  <a:pt x="735105" y="36666"/>
                </a:lnTo>
                <a:lnTo>
                  <a:pt x="735227" y="36959"/>
                </a:lnTo>
                <a:lnTo>
                  <a:pt x="735310" y="37229"/>
                </a:lnTo>
                <a:lnTo>
                  <a:pt x="735432" y="37522"/>
                </a:lnTo>
                <a:lnTo>
                  <a:pt x="735554" y="37815"/>
                </a:lnTo>
                <a:lnTo>
                  <a:pt x="735638" y="38130"/>
                </a:lnTo>
                <a:lnTo>
                  <a:pt x="735760" y="38446"/>
                </a:lnTo>
                <a:lnTo>
                  <a:pt x="735882" y="38739"/>
                </a:lnTo>
                <a:lnTo>
                  <a:pt x="735974" y="39054"/>
                </a:lnTo>
                <a:lnTo>
                  <a:pt x="736096" y="39392"/>
                </a:lnTo>
                <a:lnTo>
                  <a:pt x="736218" y="39708"/>
                </a:lnTo>
                <a:lnTo>
                  <a:pt x="736302" y="40046"/>
                </a:lnTo>
                <a:lnTo>
                  <a:pt x="736424" y="40407"/>
                </a:lnTo>
                <a:lnTo>
                  <a:pt x="736546" y="40745"/>
                </a:lnTo>
                <a:lnTo>
                  <a:pt x="736626" y="41083"/>
                </a:lnTo>
                <a:lnTo>
                  <a:pt x="736751" y="41466"/>
                </a:lnTo>
                <a:lnTo>
                  <a:pt x="736873" y="41826"/>
                </a:lnTo>
                <a:lnTo>
                  <a:pt x="736995" y="42187"/>
                </a:lnTo>
                <a:lnTo>
                  <a:pt x="737076" y="42547"/>
                </a:lnTo>
                <a:lnTo>
                  <a:pt x="737210" y="42931"/>
                </a:lnTo>
                <a:lnTo>
                  <a:pt x="737332" y="43314"/>
                </a:lnTo>
                <a:lnTo>
                  <a:pt x="737403" y="43697"/>
                </a:lnTo>
                <a:lnTo>
                  <a:pt x="737537" y="44102"/>
                </a:lnTo>
                <a:lnTo>
                  <a:pt x="737659" y="44508"/>
                </a:lnTo>
                <a:lnTo>
                  <a:pt x="737740" y="44914"/>
                </a:lnTo>
                <a:lnTo>
                  <a:pt x="737865" y="45319"/>
                </a:lnTo>
                <a:lnTo>
                  <a:pt x="737987" y="45725"/>
                </a:lnTo>
                <a:lnTo>
                  <a:pt x="738067" y="46131"/>
                </a:lnTo>
                <a:lnTo>
                  <a:pt x="738189" y="46581"/>
                </a:lnTo>
                <a:lnTo>
                  <a:pt x="738314" y="47010"/>
                </a:lnTo>
                <a:lnTo>
                  <a:pt x="738395" y="47438"/>
                </a:lnTo>
                <a:lnTo>
                  <a:pt x="738517" y="47888"/>
                </a:lnTo>
                <a:lnTo>
                  <a:pt x="738651" y="48317"/>
                </a:lnTo>
                <a:lnTo>
                  <a:pt x="738731" y="48745"/>
                </a:lnTo>
                <a:lnTo>
                  <a:pt x="738856" y="49218"/>
                </a:lnTo>
                <a:lnTo>
                  <a:pt x="738978" y="49646"/>
                </a:lnTo>
                <a:lnTo>
                  <a:pt x="739059" y="50120"/>
                </a:lnTo>
                <a:lnTo>
                  <a:pt x="739181" y="50593"/>
                </a:lnTo>
                <a:lnTo>
                  <a:pt x="739303" y="51066"/>
                </a:lnTo>
                <a:lnTo>
                  <a:pt x="739428" y="51517"/>
                </a:lnTo>
                <a:lnTo>
                  <a:pt x="739508" y="52013"/>
                </a:lnTo>
                <a:lnTo>
                  <a:pt x="739630" y="52486"/>
                </a:lnTo>
                <a:lnTo>
                  <a:pt x="739752" y="52982"/>
                </a:lnTo>
                <a:lnTo>
                  <a:pt x="739836" y="53455"/>
                </a:lnTo>
                <a:lnTo>
                  <a:pt x="739958" y="53951"/>
                </a:lnTo>
                <a:lnTo>
                  <a:pt x="740080" y="54446"/>
                </a:lnTo>
                <a:lnTo>
                  <a:pt x="740172" y="54942"/>
                </a:lnTo>
                <a:lnTo>
                  <a:pt x="740294" y="55438"/>
                </a:lnTo>
                <a:lnTo>
                  <a:pt x="740419" y="55979"/>
                </a:lnTo>
                <a:lnTo>
                  <a:pt x="740499" y="56475"/>
                </a:lnTo>
                <a:lnTo>
                  <a:pt x="740622" y="56970"/>
                </a:lnTo>
                <a:lnTo>
                  <a:pt x="740744" y="57511"/>
                </a:lnTo>
                <a:lnTo>
                  <a:pt x="740827" y="58030"/>
                </a:lnTo>
                <a:lnTo>
                  <a:pt x="740949" y="58548"/>
                </a:lnTo>
                <a:lnTo>
                  <a:pt x="741071" y="59066"/>
                </a:lnTo>
                <a:lnTo>
                  <a:pt x="741154" y="59585"/>
                </a:lnTo>
                <a:lnTo>
                  <a:pt x="741277" y="60125"/>
                </a:lnTo>
                <a:lnTo>
                  <a:pt x="741399" y="60689"/>
                </a:lnTo>
                <a:lnTo>
                  <a:pt x="741479" y="61207"/>
                </a:lnTo>
                <a:lnTo>
                  <a:pt x="741604" y="61725"/>
                </a:lnTo>
                <a:lnTo>
                  <a:pt x="741735" y="62266"/>
                </a:lnTo>
                <a:lnTo>
                  <a:pt x="741857" y="62830"/>
                </a:lnTo>
                <a:lnTo>
                  <a:pt x="741940" y="63348"/>
                </a:lnTo>
                <a:lnTo>
                  <a:pt x="742063" y="63911"/>
                </a:lnTo>
                <a:lnTo>
                  <a:pt x="742185" y="64475"/>
                </a:lnTo>
                <a:lnTo>
                  <a:pt x="742268" y="65016"/>
                </a:lnTo>
                <a:lnTo>
                  <a:pt x="742390" y="65557"/>
                </a:lnTo>
                <a:lnTo>
                  <a:pt x="742512" y="66120"/>
                </a:lnTo>
                <a:lnTo>
                  <a:pt x="742592" y="66683"/>
                </a:lnTo>
                <a:lnTo>
                  <a:pt x="742717" y="67247"/>
                </a:lnTo>
                <a:lnTo>
                  <a:pt x="742840" y="67810"/>
                </a:lnTo>
                <a:lnTo>
                  <a:pt x="742920" y="68374"/>
                </a:lnTo>
                <a:lnTo>
                  <a:pt x="743042" y="68937"/>
                </a:lnTo>
                <a:lnTo>
                  <a:pt x="743167" y="69523"/>
                </a:lnTo>
                <a:lnTo>
                  <a:pt x="743256" y="70086"/>
                </a:lnTo>
                <a:lnTo>
                  <a:pt x="743381" y="70650"/>
                </a:lnTo>
                <a:lnTo>
                  <a:pt x="743503" y="71236"/>
                </a:lnTo>
                <a:lnTo>
                  <a:pt x="743584" y="71799"/>
                </a:lnTo>
                <a:lnTo>
                  <a:pt x="743706" y="72362"/>
                </a:lnTo>
                <a:lnTo>
                  <a:pt x="743831" y="72948"/>
                </a:lnTo>
                <a:lnTo>
                  <a:pt x="743911" y="73512"/>
                </a:lnTo>
                <a:lnTo>
                  <a:pt x="744033" y="74098"/>
                </a:lnTo>
                <a:lnTo>
                  <a:pt x="744155" y="74706"/>
                </a:lnTo>
                <a:lnTo>
                  <a:pt x="744239" y="75270"/>
                </a:lnTo>
                <a:lnTo>
                  <a:pt x="744361" y="75855"/>
                </a:lnTo>
                <a:lnTo>
                  <a:pt x="744483" y="76441"/>
                </a:lnTo>
                <a:lnTo>
                  <a:pt x="744617" y="77027"/>
                </a:lnTo>
                <a:lnTo>
                  <a:pt x="744688" y="77613"/>
                </a:lnTo>
                <a:lnTo>
                  <a:pt x="744822" y="78199"/>
                </a:lnTo>
                <a:lnTo>
                  <a:pt x="744944" y="78785"/>
                </a:lnTo>
                <a:lnTo>
                  <a:pt x="745025" y="79371"/>
                </a:lnTo>
                <a:lnTo>
                  <a:pt x="745147" y="79980"/>
                </a:lnTo>
                <a:lnTo>
                  <a:pt x="745272" y="80565"/>
                </a:lnTo>
                <a:lnTo>
                  <a:pt x="745352" y="81151"/>
                </a:lnTo>
                <a:lnTo>
                  <a:pt x="745474" y="81760"/>
                </a:lnTo>
                <a:lnTo>
                  <a:pt x="745596" y="82346"/>
                </a:lnTo>
                <a:lnTo>
                  <a:pt x="745680" y="82954"/>
                </a:lnTo>
                <a:lnTo>
                  <a:pt x="745802" y="83540"/>
                </a:lnTo>
                <a:lnTo>
                  <a:pt x="745924" y="84149"/>
                </a:lnTo>
                <a:lnTo>
                  <a:pt x="746007" y="84757"/>
                </a:lnTo>
                <a:lnTo>
                  <a:pt x="746129" y="85366"/>
                </a:lnTo>
                <a:lnTo>
                  <a:pt x="746260" y="85952"/>
                </a:lnTo>
                <a:lnTo>
                  <a:pt x="746344" y="86560"/>
                </a:lnTo>
                <a:lnTo>
                  <a:pt x="746466" y="87168"/>
                </a:lnTo>
                <a:lnTo>
                  <a:pt x="746588" y="87777"/>
                </a:lnTo>
                <a:lnTo>
                  <a:pt x="746671" y="88385"/>
                </a:lnTo>
                <a:lnTo>
                  <a:pt x="746793" y="88971"/>
                </a:lnTo>
                <a:lnTo>
                  <a:pt x="746915" y="89602"/>
                </a:lnTo>
                <a:lnTo>
                  <a:pt x="747037" y="90211"/>
                </a:lnTo>
                <a:lnTo>
                  <a:pt x="747121" y="90819"/>
                </a:lnTo>
                <a:lnTo>
                  <a:pt x="747243" y="91428"/>
                </a:lnTo>
                <a:lnTo>
                  <a:pt x="747365" y="92036"/>
                </a:lnTo>
                <a:lnTo>
                  <a:pt x="747457" y="92645"/>
                </a:lnTo>
                <a:lnTo>
                  <a:pt x="747579" y="93253"/>
                </a:lnTo>
                <a:lnTo>
                  <a:pt x="747701" y="93884"/>
                </a:lnTo>
                <a:lnTo>
                  <a:pt x="747785" y="94493"/>
                </a:lnTo>
                <a:lnTo>
                  <a:pt x="747907" y="95101"/>
                </a:lnTo>
                <a:lnTo>
                  <a:pt x="748029" y="95710"/>
                </a:lnTo>
                <a:lnTo>
                  <a:pt x="748109" y="96318"/>
                </a:lnTo>
                <a:lnTo>
                  <a:pt x="748234" y="96926"/>
                </a:lnTo>
                <a:lnTo>
                  <a:pt x="748356" y="97535"/>
                </a:lnTo>
                <a:lnTo>
                  <a:pt x="748437" y="98166"/>
                </a:lnTo>
                <a:lnTo>
                  <a:pt x="748559" y="98774"/>
                </a:lnTo>
                <a:lnTo>
                  <a:pt x="748684" y="99383"/>
                </a:lnTo>
                <a:lnTo>
                  <a:pt x="748764" y="100014"/>
                </a:lnTo>
                <a:lnTo>
                  <a:pt x="748886" y="100622"/>
                </a:lnTo>
                <a:lnTo>
                  <a:pt x="749020" y="101231"/>
                </a:lnTo>
                <a:lnTo>
                  <a:pt x="749101" y="101839"/>
                </a:lnTo>
                <a:lnTo>
                  <a:pt x="749226" y="102448"/>
                </a:lnTo>
                <a:lnTo>
                  <a:pt x="749348" y="103079"/>
                </a:lnTo>
                <a:lnTo>
                  <a:pt x="749470" y="103687"/>
                </a:lnTo>
                <a:lnTo>
                  <a:pt x="749550" y="104296"/>
                </a:lnTo>
                <a:lnTo>
                  <a:pt x="749675" y="104904"/>
                </a:lnTo>
                <a:lnTo>
                  <a:pt x="749797" y="105513"/>
                </a:lnTo>
                <a:lnTo>
                  <a:pt x="749878" y="106121"/>
                </a:lnTo>
                <a:lnTo>
                  <a:pt x="750000" y="106730"/>
                </a:lnTo>
                <a:lnTo>
                  <a:pt x="750125" y="107338"/>
                </a:lnTo>
                <a:lnTo>
                  <a:pt x="750205" y="107947"/>
                </a:lnTo>
                <a:lnTo>
                  <a:pt x="750327" y="108578"/>
                </a:lnTo>
                <a:lnTo>
                  <a:pt x="750449" y="109163"/>
                </a:lnTo>
                <a:lnTo>
                  <a:pt x="750533" y="109772"/>
                </a:lnTo>
                <a:lnTo>
                  <a:pt x="750664" y="110380"/>
                </a:lnTo>
                <a:lnTo>
                  <a:pt x="750789" y="110989"/>
                </a:lnTo>
                <a:lnTo>
                  <a:pt x="750869" y="111597"/>
                </a:lnTo>
                <a:lnTo>
                  <a:pt x="750991" y="112206"/>
                </a:lnTo>
                <a:lnTo>
                  <a:pt x="751113" y="112814"/>
                </a:lnTo>
                <a:lnTo>
                  <a:pt x="751197" y="113400"/>
                </a:lnTo>
                <a:lnTo>
                  <a:pt x="751319" y="114009"/>
                </a:lnTo>
                <a:lnTo>
                  <a:pt x="751441" y="114595"/>
                </a:lnTo>
                <a:lnTo>
                  <a:pt x="751524" y="115203"/>
                </a:lnTo>
                <a:lnTo>
                  <a:pt x="751646" y="115789"/>
                </a:lnTo>
                <a:lnTo>
                  <a:pt x="751768" y="116375"/>
                </a:lnTo>
                <a:lnTo>
                  <a:pt x="751890" y="116983"/>
                </a:lnTo>
                <a:lnTo>
                  <a:pt x="751974" y="117569"/>
                </a:lnTo>
                <a:lnTo>
                  <a:pt x="752096" y="118155"/>
                </a:lnTo>
                <a:lnTo>
                  <a:pt x="752227" y="118741"/>
                </a:lnTo>
                <a:lnTo>
                  <a:pt x="752310" y="119327"/>
                </a:lnTo>
                <a:lnTo>
                  <a:pt x="752432" y="119913"/>
                </a:lnTo>
                <a:lnTo>
                  <a:pt x="752554" y="120476"/>
                </a:lnTo>
                <a:lnTo>
                  <a:pt x="752637" y="121062"/>
                </a:lnTo>
                <a:lnTo>
                  <a:pt x="752760" y="121626"/>
                </a:lnTo>
                <a:lnTo>
                  <a:pt x="752882" y="122212"/>
                </a:lnTo>
                <a:lnTo>
                  <a:pt x="752962" y="122775"/>
                </a:lnTo>
                <a:lnTo>
                  <a:pt x="753087" y="123338"/>
                </a:lnTo>
                <a:lnTo>
                  <a:pt x="753209" y="123902"/>
                </a:lnTo>
                <a:lnTo>
                  <a:pt x="753289" y="124465"/>
                </a:lnTo>
                <a:lnTo>
                  <a:pt x="753412" y="125051"/>
                </a:lnTo>
                <a:lnTo>
                  <a:pt x="753537" y="125592"/>
                </a:lnTo>
                <a:lnTo>
                  <a:pt x="753617" y="126155"/>
                </a:lnTo>
                <a:lnTo>
                  <a:pt x="753751" y="126719"/>
                </a:lnTo>
                <a:lnTo>
                  <a:pt x="753873" y="127282"/>
                </a:lnTo>
                <a:lnTo>
                  <a:pt x="753953" y="127823"/>
                </a:lnTo>
                <a:lnTo>
                  <a:pt x="754075" y="128387"/>
                </a:lnTo>
                <a:lnTo>
                  <a:pt x="754200" y="128927"/>
                </a:lnTo>
                <a:lnTo>
                  <a:pt x="754323" y="129468"/>
                </a:lnTo>
                <a:lnTo>
                  <a:pt x="754403" y="130032"/>
                </a:lnTo>
                <a:lnTo>
                  <a:pt x="754525" y="130573"/>
                </a:lnTo>
                <a:lnTo>
                  <a:pt x="754650" y="131113"/>
                </a:lnTo>
                <a:lnTo>
                  <a:pt x="754730" y="131677"/>
                </a:lnTo>
                <a:lnTo>
                  <a:pt x="754864" y="132218"/>
                </a:lnTo>
                <a:lnTo>
                  <a:pt x="754986" y="132758"/>
                </a:lnTo>
                <a:lnTo>
                  <a:pt x="755058" y="133299"/>
                </a:lnTo>
                <a:lnTo>
                  <a:pt x="755192" y="133840"/>
                </a:lnTo>
                <a:lnTo>
                  <a:pt x="755314" y="134381"/>
                </a:lnTo>
                <a:lnTo>
                  <a:pt x="755394" y="134899"/>
                </a:lnTo>
                <a:lnTo>
                  <a:pt x="755516" y="135440"/>
                </a:lnTo>
                <a:lnTo>
                  <a:pt x="755641" y="135959"/>
                </a:lnTo>
                <a:lnTo>
                  <a:pt x="755722" y="136499"/>
                </a:lnTo>
                <a:lnTo>
                  <a:pt x="755844" y="137040"/>
                </a:lnTo>
                <a:lnTo>
                  <a:pt x="755966" y="137559"/>
                </a:lnTo>
                <a:lnTo>
                  <a:pt x="756049" y="138077"/>
                </a:lnTo>
                <a:lnTo>
                  <a:pt x="756171" y="138595"/>
                </a:lnTo>
                <a:lnTo>
                  <a:pt x="756293" y="139114"/>
                </a:lnTo>
                <a:lnTo>
                  <a:pt x="756386" y="139632"/>
                </a:lnTo>
                <a:lnTo>
                  <a:pt x="756508" y="140150"/>
                </a:lnTo>
                <a:lnTo>
                  <a:pt x="756630" y="140669"/>
                </a:lnTo>
                <a:lnTo>
                  <a:pt x="756755" y="141187"/>
                </a:lnTo>
                <a:lnTo>
                  <a:pt x="756835" y="141705"/>
                </a:lnTo>
                <a:lnTo>
                  <a:pt x="756957" y="142201"/>
                </a:lnTo>
                <a:lnTo>
                  <a:pt x="757079" y="142719"/>
                </a:lnTo>
                <a:lnTo>
                  <a:pt x="757163" y="143215"/>
                </a:lnTo>
                <a:lnTo>
                  <a:pt x="757285" y="143711"/>
                </a:lnTo>
                <a:lnTo>
                  <a:pt x="757407" y="144229"/>
                </a:lnTo>
                <a:lnTo>
                  <a:pt x="757490" y="144702"/>
                </a:lnTo>
                <a:lnTo>
                  <a:pt x="757612" y="145221"/>
                </a:lnTo>
                <a:lnTo>
                  <a:pt x="757734" y="145717"/>
                </a:lnTo>
                <a:lnTo>
                  <a:pt x="757815" y="146190"/>
                </a:lnTo>
                <a:lnTo>
                  <a:pt x="757949" y="146686"/>
                </a:lnTo>
                <a:lnTo>
                  <a:pt x="758071" y="147181"/>
                </a:lnTo>
                <a:lnTo>
                  <a:pt x="758154" y="147655"/>
                </a:lnTo>
                <a:lnTo>
                  <a:pt x="758276" y="148128"/>
                </a:lnTo>
                <a:lnTo>
                  <a:pt x="758398" y="148624"/>
                </a:lnTo>
                <a:lnTo>
                  <a:pt x="758479" y="149074"/>
                </a:lnTo>
                <a:lnTo>
                  <a:pt x="758604" y="149570"/>
                </a:lnTo>
                <a:lnTo>
                  <a:pt x="758726" y="150021"/>
                </a:lnTo>
                <a:lnTo>
                  <a:pt x="758806" y="150494"/>
                </a:lnTo>
                <a:lnTo>
                  <a:pt x="758928" y="150967"/>
                </a:lnTo>
                <a:lnTo>
                  <a:pt x="759053" y="151418"/>
                </a:lnTo>
                <a:lnTo>
                  <a:pt x="759175" y="151869"/>
                </a:lnTo>
                <a:lnTo>
                  <a:pt x="759256" y="152342"/>
                </a:lnTo>
                <a:lnTo>
                  <a:pt x="759378" y="152793"/>
                </a:lnTo>
                <a:lnTo>
                  <a:pt x="759503" y="153244"/>
                </a:lnTo>
                <a:lnTo>
                  <a:pt x="759595" y="153672"/>
                </a:lnTo>
                <a:lnTo>
                  <a:pt x="759717" y="154122"/>
                </a:lnTo>
                <a:lnTo>
                  <a:pt x="759839" y="154573"/>
                </a:lnTo>
                <a:lnTo>
                  <a:pt x="759920" y="155001"/>
                </a:lnTo>
                <a:lnTo>
                  <a:pt x="760045" y="155430"/>
                </a:lnTo>
                <a:lnTo>
                  <a:pt x="760167" y="155880"/>
                </a:lnTo>
                <a:lnTo>
                  <a:pt x="760247" y="156308"/>
                </a:lnTo>
                <a:lnTo>
                  <a:pt x="760369" y="156737"/>
                </a:lnTo>
                <a:lnTo>
                  <a:pt x="760491" y="157165"/>
                </a:lnTo>
                <a:lnTo>
                  <a:pt x="760575" y="157593"/>
                </a:lnTo>
                <a:lnTo>
                  <a:pt x="760697" y="157999"/>
                </a:lnTo>
                <a:lnTo>
                  <a:pt x="760819" y="158427"/>
                </a:lnTo>
                <a:lnTo>
                  <a:pt x="760902" y="158855"/>
                </a:lnTo>
                <a:lnTo>
                  <a:pt x="761033" y="159261"/>
                </a:lnTo>
                <a:lnTo>
                  <a:pt x="761158" y="159689"/>
                </a:lnTo>
                <a:lnTo>
                  <a:pt x="761239" y="160094"/>
                </a:lnTo>
                <a:lnTo>
                  <a:pt x="761361" y="160523"/>
                </a:lnTo>
                <a:lnTo>
                  <a:pt x="761483" y="160928"/>
                </a:lnTo>
                <a:lnTo>
                  <a:pt x="761566" y="161334"/>
                </a:lnTo>
                <a:lnTo>
                  <a:pt x="761688" y="161740"/>
                </a:lnTo>
                <a:lnTo>
                  <a:pt x="761810" y="162145"/>
                </a:lnTo>
                <a:lnTo>
                  <a:pt x="761932" y="162551"/>
                </a:lnTo>
                <a:lnTo>
                  <a:pt x="762016" y="162979"/>
                </a:lnTo>
                <a:lnTo>
                  <a:pt x="762138" y="163362"/>
                </a:lnTo>
                <a:lnTo>
                  <a:pt x="762272" y="163768"/>
                </a:lnTo>
                <a:lnTo>
                  <a:pt x="762343" y="164173"/>
                </a:lnTo>
                <a:lnTo>
                  <a:pt x="762465" y="164579"/>
                </a:lnTo>
                <a:lnTo>
                  <a:pt x="762596" y="164985"/>
                </a:lnTo>
                <a:lnTo>
                  <a:pt x="762679" y="165390"/>
                </a:lnTo>
                <a:lnTo>
                  <a:pt x="762802" y="165796"/>
                </a:lnTo>
                <a:lnTo>
                  <a:pt x="762924" y="166179"/>
                </a:lnTo>
                <a:lnTo>
                  <a:pt x="763007" y="166585"/>
                </a:lnTo>
                <a:lnTo>
                  <a:pt x="763129" y="166990"/>
                </a:lnTo>
                <a:lnTo>
                  <a:pt x="763251" y="167396"/>
                </a:lnTo>
                <a:lnTo>
                  <a:pt x="763331" y="167802"/>
                </a:lnTo>
                <a:lnTo>
                  <a:pt x="763457" y="168185"/>
                </a:lnTo>
                <a:lnTo>
                  <a:pt x="763579" y="168590"/>
                </a:lnTo>
                <a:lnTo>
                  <a:pt x="763659" y="168996"/>
                </a:lnTo>
                <a:lnTo>
                  <a:pt x="763781" y="169379"/>
                </a:lnTo>
                <a:lnTo>
                  <a:pt x="763915" y="169785"/>
                </a:lnTo>
                <a:lnTo>
                  <a:pt x="763998" y="170191"/>
                </a:lnTo>
                <a:lnTo>
                  <a:pt x="764120" y="170596"/>
                </a:lnTo>
                <a:lnTo>
                  <a:pt x="764243" y="170979"/>
                </a:lnTo>
                <a:lnTo>
                  <a:pt x="764365" y="171385"/>
                </a:lnTo>
                <a:lnTo>
                  <a:pt x="764448" y="171768"/>
                </a:lnTo>
                <a:lnTo>
                  <a:pt x="764570" y="172174"/>
                </a:lnTo>
                <a:lnTo>
                  <a:pt x="764692" y="172579"/>
                </a:lnTo>
                <a:lnTo>
                  <a:pt x="764772" y="172962"/>
                </a:lnTo>
                <a:lnTo>
                  <a:pt x="764895" y="173368"/>
                </a:lnTo>
                <a:lnTo>
                  <a:pt x="765020" y="173774"/>
                </a:lnTo>
                <a:lnTo>
                  <a:pt x="765100" y="174157"/>
                </a:lnTo>
                <a:lnTo>
                  <a:pt x="765234" y="174562"/>
                </a:lnTo>
                <a:lnTo>
                  <a:pt x="765356" y="174946"/>
                </a:lnTo>
                <a:lnTo>
                  <a:pt x="765436" y="175351"/>
                </a:lnTo>
                <a:lnTo>
                  <a:pt x="765561" y="175757"/>
                </a:lnTo>
                <a:lnTo>
                  <a:pt x="765683" y="176140"/>
                </a:lnTo>
                <a:lnTo>
                  <a:pt x="765764" y="176546"/>
                </a:lnTo>
                <a:lnTo>
                  <a:pt x="765886" y="176951"/>
                </a:lnTo>
                <a:lnTo>
                  <a:pt x="766011" y="177357"/>
                </a:lnTo>
                <a:lnTo>
                  <a:pt x="766091" y="177763"/>
                </a:lnTo>
                <a:lnTo>
                  <a:pt x="766213" y="178168"/>
                </a:lnTo>
                <a:lnTo>
                  <a:pt x="766335" y="178551"/>
                </a:lnTo>
                <a:lnTo>
                  <a:pt x="766419" y="178957"/>
                </a:lnTo>
                <a:lnTo>
                  <a:pt x="766541" y="179385"/>
                </a:lnTo>
                <a:lnTo>
                  <a:pt x="766663" y="179768"/>
                </a:lnTo>
                <a:lnTo>
                  <a:pt x="766785" y="180174"/>
                </a:lnTo>
                <a:lnTo>
                  <a:pt x="766877" y="180602"/>
                </a:lnTo>
                <a:lnTo>
                  <a:pt x="766999" y="181008"/>
                </a:lnTo>
                <a:lnTo>
                  <a:pt x="767124" y="181413"/>
                </a:lnTo>
                <a:lnTo>
                  <a:pt x="767205" y="181819"/>
                </a:lnTo>
                <a:lnTo>
                  <a:pt x="767327" y="182247"/>
                </a:lnTo>
                <a:lnTo>
                  <a:pt x="767449" y="182653"/>
                </a:lnTo>
                <a:lnTo>
                  <a:pt x="767532" y="183059"/>
                </a:lnTo>
                <a:lnTo>
                  <a:pt x="767654" y="183487"/>
                </a:lnTo>
                <a:lnTo>
                  <a:pt x="767776" y="183892"/>
                </a:lnTo>
                <a:lnTo>
                  <a:pt x="767860" y="184321"/>
                </a:lnTo>
                <a:lnTo>
                  <a:pt x="767982" y="184749"/>
                </a:lnTo>
                <a:lnTo>
                  <a:pt x="768104" y="185154"/>
                </a:lnTo>
                <a:lnTo>
                  <a:pt x="768184" y="185583"/>
                </a:lnTo>
                <a:lnTo>
                  <a:pt x="768318" y="185988"/>
                </a:lnTo>
                <a:lnTo>
                  <a:pt x="768440" y="186416"/>
                </a:lnTo>
                <a:lnTo>
                  <a:pt x="768524" y="186845"/>
                </a:lnTo>
                <a:lnTo>
                  <a:pt x="768646" y="187273"/>
                </a:lnTo>
                <a:lnTo>
                  <a:pt x="768768" y="187723"/>
                </a:lnTo>
                <a:lnTo>
                  <a:pt x="768848" y="188152"/>
                </a:lnTo>
                <a:lnTo>
                  <a:pt x="768973" y="188580"/>
                </a:lnTo>
                <a:lnTo>
                  <a:pt x="769095" y="189031"/>
                </a:lnTo>
                <a:lnTo>
                  <a:pt x="769217" y="189459"/>
                </a:lnTo>
                <a:lnTo>
                  <a:pt x="769298" y="189909"/>
                </a:lnTo>
                <a:lnTo>
                  <a:pt x="769423" y="190338"/>
                </a:lnTo>
                <a:lnTo>
                  <a:pt x="769545" y="190788"/>
                </a:lnTo>
                <a:lnTo>
                  <a:pt x="769625" y="191239"/>
                </a:lnTo>
                <a:lnTo>
                  <a:pt x="769747" y="191690"/>
                </a:lnTo>
                <a:lnTo>
                  <a:pt x="769872" y="192140"/>
                </a:lnTo>
                <a:lnTo>
                  <a:pt x="769965" y="192591"/>
                </a:lnTo>
                <a:lnTo>
                  <a:pt x="770087" y="193042"/>
                </a:lnTo>
                <a:lnTo>
                  <a:pt x="770209" y="193493"/>
                </a:lnTo>
                <a:lnTo>
                  <a:pt x="770289" y="193966"/>
                </a:lnTo>
                <a:lnTo>
                  <a:pt x="770414" y="194417"/>
                </a:lnTo>
                <a:lnTo>
                  <a:pt x="770536" y="194867"/>
                </a:lnTo>
                <a:lnTo>
                  <a:pt x="770617" y="195341"/>
                </a:lnTo>
                <a:lnTo>
                  <a:pt x="770739" y="195814"/>
                </a:lnTo>
                <a:lnTo>
                  <a:pt x="770864" y="196265"/>
                </a:lnTo>
                <a:lnTo>
                  <a:pt x="770944" y="196738"/>
                </a:lnTo>
                <a:lnTo>
                  <a:pt x="771066" y="197211"/>
                </a:lnTo>
                <a:lnTo>
                  <a:pt x="771188" y="197684"/>
                </a:lnTo>
                <a:lnTo>
                  <a:pt x="771272" y="198158"/>
                </a:lnTo>
                <a:lnTo>
                  <a:pt x="771403" y="198631"/>
                </a:lnTo>
                <a:lnTo>
                  <a:pt x="771528" y="199104"/>
                </a:lnTo>
                <a:lnTo>
                  <a:pt x="771650" y="199577"/>
                </a:lnTo>
                <a:lnTo>
                  <a:pt x="771730" y="200051"/>
                </a:lnTo>
                <a:lnTo>
                  <a:pt x="771852" y="200524"/>
                </a:lnTo>
                <a:lnTo>
                  <a:pt x="771977" y="201020"/>
                </a:lnTo>
                <a:lnTo>
                  <a:pt x="772058" y="201493"/>
                </a:lnTo>
                <a:lnTo>
                  <a:pt x="772180" y="201966"/>
                </a:lnTo>
                <a:lnTo>
                  <a:pt x="772302" y="202462"/>
                </a:lnTo>
                <a:lnTo>
                  <a:pt x="772385" y="202935"/>
                </a:lnTo>
                <a:lnTo>
                  <a:pt x="772507" y="203408"/>
                </a:lnTo>
                <a:lnTo>
                  <a:pt x="772629" y="203904"/>
                </a:lnTo>
                <a:lnTo>
                  <a:pt x="772713" y="204377"/>
                </a:lnTo>
                <a:lnTo>
                  <a:pt x="772844" y="204873"/>
                </a:lnTo>
                <a:lnTo>
                  <a:pt x="772966" y="205346"/>
                </a:lnTo>
                <a:lnTo>
                  <a:pt x="773049" y="205842"/>
                </a:lnTo>
                <a:lnTo>
                  <a:pt x="773171" y="206315"/>
                </a:lnTo>
                <a:lnTo>
                  <a:pt x="773293" y="206811"/>
                </a:lnTo>
                <a:lnTo>
                  <a:pt x="773377" y="207285"/>
                </a:lnTo>
                <a:lnTo>
                  <a:pt x="773499" y="207780"/>
                </a:lnTo>
                <a:lnTo>
                  <a:pt x="773621" y="208254"/>
                </a:lnTo>
                <a:lnTo>
                  <a:pt x="773701" y="208727"/>
                </a:lnTo>
                <a:lnTo>
                  <a:pt x="773826" y="209223"/>
                </a:lnTo>
                <a:lnTo>
                  <a:pt x="773948" y="209718"/>
                </a:lnTo>
                <a:lnTo>
                  <a:pt x="774070" y="210192"/>
                </a:lnTo>
                <a:lnTo>
                  <a:pt x="774162" y="210687"/>
                </a:lnTo>
                <a:lnTo>
                  <a:pt x="774285" y="211161"/>
                </a:lnTo>
                <a:lnTo>
                  <a:pt x="774407" y="211656"/>
                </a:lnTo>
                <a:lnTo>
                  <a:pt x="774490" y="212152"/>
                </a:lnTo>
                <a:lnTo>
                  <a:pt x="774612" y="212648"/>
                </a:lnTo>
                <a:lnTo>
                  <a:pt x="774734" y="213121"/>
                </a:lnTo>
                <a:lnTo>
                  <a:pt x="774817" y="213617"/>
                </a:lnTo>
                <a:lnTo>
                  <a:pt x="774940" y="214090"/>
                </a:lnTo>
                <a:lnTo>
                  <a:pt x="775062" y="214609"/>
                </a:lnTo>
                <a:lnTo>
                  <a:pt x="775142" y="215082"/>
                </a:lnTo>
                <a:lnTo>
                  <a:pt x="775267" y="215578"/>
                </a:lnTo>
                <a:lnTo>
                  <a:pt x="775389" y="216074"/>
                </a:lnTo>
                <a:lnTo>
                  <a:pt x="775469" y="216569"/>
                </a:lnTo>
                <a:lnTo>
                  <a:pt x="775592" y="217065"/>
                </a:lnTo>
                <a:lnTo>
                  <a:pt x="775725" y="217583"/>
                </a:lnTo>
                <a:lnTo>
                  <a:pt x="775806" y="218057"/>
                </a:lnTo>
                <a:lnTo>
                  <a:pt x="775931" y="218575"/>
                </a:lnTo>
                <a:lnTo>
                  <a:pt x="776053" y="219071"/>
                </a:lnTo>
                <a:lnTo>
                  <a:pt x="776133" y="219567"/>
                </a:lnTo>
                <a:lnTo>
                  <a:pt x="776255" y="220085"/>
                </a:lnTo>
                <a:lnTo>
                  <a:pt x="776380" y="220581"/>
                </a:lnTo>
                <a:lnTo>
                  <a:pt x="776503" y="221076"/>
                </a:lnTo>
                <a:lnTo>
                  <a:pt x="776583" y="221595"/>
                </a:lnTo>
                <a:lnTo>
                  <a:pt x="776705" y="222091"/>
                </a:lnTo>
                <a:lnTo>
                  <a:pt x="776830" y="222609"/>
                </a:lnTo>
                <a:lnTo>
                  <a:pt x="776910" y="223127"/>
                </a:lnTo>
                <a:lnTo>
                  <a:pt x="777032" y="223623"/>
                </a:lnTo>
                <a:lnTo>
                  <a:pt x="777155" y="224141"/>
                </a:lnTo>
                <a:lnTo>
                  <a:pt x="777247" y="224660"/>
                </a:lnTo>
                <a:lnTo>
                  <a:pt x="777369" y="225155"/>
                </a:lnTo>
                <a:lnTo>
                  <a:pt x="777494" y="225696"/>
                </a:lnTo>
                <a:lnTo>
                  <a:pt x="777574" y="226192"/>
                </a:lnTo>
                <a:lnTo>
                  <a:pt x="777696" y="226710"/>
                </a:lnTo>
                <a:lnTo>
                  <a:pt x="777818" y="227229"/>
                </a:lnTo>
                <a:lnTo>
                  <a:pt x="777902" y="227770"/>
                </a:lnTo>
                <a:lnTo>
                  <a:pt x="778024" y="228288"/>
                </a:lnTo>
                <a:lnTo>
                  <a:pt x="778146" y="228806"/>
                </a:lnTo>
                <a:lnTo>
                  <a:pt x="778229" y="229325"/>
                </a:lnTo>
                <a:lnTo>
                  <a:pt x="778351" y="229865"/>
                </a:lnTo>
                <a:lnTo>
                  <a:pt x="778473" y="230384"/>
                </a:lnTo>
                <a:lnTo>
                  <a:pt x="778554" y="230902"/>
                </a:lnTo>
                <a:lnTo>
                  <a:pt x="778679" y="231420"/>
                </a:lnTo>
                <a:lnTo>
                  <a:pt x="778810" y="231939"/>
                </a:lnTo>
                <a:lnTo>
                  <a:pt x="778893" y="232480"/>
                </a:lnTo>
                <a:lnTo>
                  <a:pt x="779015" y="232998"/>
                </a:lnTo>
                <a:lnTo>
                  <a:pt x="779137" y="233539"/>
                </a:lnTo>
                <a:lnTo>
                  <a:pt x="779259" y="234057"/>
                </a:lnTo>
                <a:lnTo>
                  <a:pt x="779343" y="234575"/>
                </a:lnTo>
                <a:lnTo>
                  <a:pt x="779465" y="235116"/>
                </a:lnTo>
                <a:lnTo>
                  <a:pt x="779587" y="235657"/>
                </a:lnTo>
                <a:lnTo>
                  <a:pt x="779670" y="236175"/>
                </a:lnTo>
                <a:lnTo>
                  <a:pt x="779792" y="236716"/>
                </a:lnTo>
                <a:lnTo>
                  <a:pt x="779914" y="237257"/>
                </a:lnTo>
                <a:lnTo>
                  <a:pt x="779995" y="237776"/>
                </a:lnTo>
                <a:lnTo>
                  <a:pt x="780117" y="238316"/>
                </a:lnTo>
                <a:lnTo>
                  <a:pt x="780251" y="238835"/>
                </a:lnTo>
                <a:lnTo>
                  <a:pt x="780334" y="239376"/>
                </a:lnTo>
                <a:lnTo>
                  <a:pt x="780456" y="239916"/>
                </a:lnTo>
                <a:lnTo>
                  <a:pt x="780578" y="240457"/>
                </a:lnTo>
                <a:lnTo>
                  <a:pt x="780659" y="240976"/>
                </a:lnTo>
                <a:lnTo>
                  <a:pt x="780784" y="241516"/>
                </a:lnTo>
                <a:lnTo>
                  <a:pt x="780906" y="242057"/>
                </a:lnTo>
                <a:lnTo>
                  <a:pt x="780986" y="242598"/>
                </a:lnTo>
                <a:lnTo>
                  <a:pt x="781108" y="243117"/>
                </a:lnTo>
                <a:lnTo>
                  <a:pt x="781233" y="243657"/>
                </a:lnTo>
                <a:lnTo>
                  <a:pt x="781314" y="244198"/>
                </a:lnTo>
                <a:lnTo>
                  <a:pt x="781436" y="244739"/>
                </a:lnTo>
                <a:lnTo>
                  <a:pt x="781570" y="245280"/>
                </a:lnTo>
                <a:lnTo>
                  <a:pt x="781692" y="245821"/>
                </a:lnTo>
                <a:lnTo>
                  <a:pt x="781763" y="246362"/>
                </a:lnTo>
                <a:lnTo>
                  <a:pt x="781897" y="246903"/>
                </a:lnTo>
                <a:lnTo>
                  <a:pt x="782019" y="247443"/>
                </a:lnTo>
                <a:lnTo>
                  <a:pt x="782100" y="247984"/>
                </a:lnTo>
                <a:lnTo>
                  <a:pt x="782222" y="248525"/>
                </a:lnTo>
                <a:lnTo>
                  <a:pt x="782347" y="249066"/>
                </a:lnTo>
                <a:lnTo>
                  <a:pt x="782427" y="249607"/>
                </a:lnTo>
                <a:lnTo>
                  <a:pt x="782549" y="250148"/>
                </a:lnTo>
                <a:lnTo>
                  <a:pt x="782671" y="250689"/>
                </a:lnTo>
                <a:lnTo>
                  <a:pt x="782755" y="251229"/>
                </a:lnTo>
                <a:lnTo>
                  <a:pt x="782877" y="251770"/>
                </a:lnTo>
                <a:lnTo>
                  <a:pt x="783011" y="252311"/>
                </a:lnTo>
                <a:lnTo>
                  <a:pt x="783091" y="252852"/>
                </a:lnTo>
                <a:lnTo>
                  <a:pt x="783213" y="253393"/>
                </a:lnTo>
                <a:lnTo>
                  <a:pt x="783335" y="253934"/>
                </a:lnTo>
                <a:lnTo>
                  <a:pt x="783419" y="254475"/>
                </a:lnTo>
                <a:lnTo>
                  <a:pt x="783541" y="255015"/>
                </a:lnTo>
                <a:lnTo>
                  <a:pt x="783663" y="255556"/>
                </a:lnTo>
                <a:lnTo>
                  <a:pt x="783746" y="256097"/>
                </a:lnTo>
                <a:lnTo>
                  <a:pt x="783868" y="256638"/>
                </a:lnTo>
                <a:lnTo>
                  <a:pt x="783990" y="257179"/>
                </a:lnTo>
                <a:lnTo>
                  <a:pt x="784112" y="257720"/>
                </a:lnTo>
                <a:lnTo>
                  <a:pt x="784196" y="258261"/>
                </a:lnTo>
                <a:lnTo>
                  <a:pt x="784318" y="258801"/>
                </a:lnTo>
                <a:lnTo>
                  <a:pt x="784440" y="259342"/>
                </a:lnTo>
                <a:lnTo>
                  <a:pt x="784532" y="259883"/>
                </a:lnTo>
                <a:lnTo>
                  <a:pt x="784654" y="260424"/>
                </a:lnTo>
                <a:lnTo>
                  <a:pt x="784776" y="260965"/>
                </a:lnTo>
                <a:lnTo>
                  <a:pt x="784859" y="261506"/>
                </a:lnTo>
                <a:lnTo>
                  <a:pt x="784982" y="262047"/>
                </a:lnTo>
                <a:lnTo>
                  <a:pt x="785104" y="262588"/>
                </a:lnTo>
                <a:lnTo>
                  <a:pt x="785187" y="263128"/>
                </a:lnTo>
                <a:lnTo>
                  <a:pt x="785309" y="263669"/>
                </a:lnTo>
                <a:lnTo>
                  <a:pt x="785431" y="264188"/>
                </a:lnTo>
                <a:lnTo>
                  <a:pt x="785511" y="264728"/>
                </a:lnTo>
                <a:lnTo>
                  <a:pt x="785637" y="265269"/>
                </a:lnTo>
                <a:lnTo>
                  <a:pt x="785759" y="265788"/>
                </a:lnTo>
                <a:lnTo>
                  <a:pt x="785839" y="266328"/>
                </a:lnTo>
                <a:lnTo>
                  <a:pt x="785961" y="266847"/>
                </a:lnTo>
                <a:lnTo>
                  <a:pt x="786095" y="267388"/>
                </a:lnTo>
                <a:lnTo>
                  <a:pt x="786175" y="267906"/>
                </a:lnTo>
                <a:lnTo>
                  <a:pt x="786300" y="268424"/>
                </a:lnTo>
                <a:lnTo>
                  <a:pt x="786423" y="268943"/>
                </a:lnTo>
                <a:lnTo>
                  <a:pt x="786545" y="269483"/>
                </a:lnTo>
                <a:lnTo>
                  <a:pt x="786625" y="269979"/>
                </a:lnTo>
                <a:lnTo>
                  <a:pt x="786750" y="270498"/>
                </a:lnTo>
                <a:lnTo>
                  <a:pt x="786872" y="271016"/>
                </a:lnTo>
                <a:lnTo>
                  <a:pt x="786952" y="271534"/>
                </a:lnTo>
                <a:lnTo>
                  <a:pt x="787075" y="272030"/>
                </a:lnTo>
                <a:lnTo>
                  <a:pt x="787200" y="272548"/>
                </a:lnTo>
                <a:lnTo>
                  <a:pt x="787280" y="273044"/>
                </a:lnTo>
                <a:lnTo>
                  <a:pt x="787402" y="273540"/>
                </a:lnTo>
                <a:lnTo>
                  <a:pt x="787524" y="274058"/>
                </a:lnTo>
                <a:lnTo>
                  <a:pt x="787616" y="274532"/>
                </a:lnTo>
                <a:lnTo>
                  <a:pt x="787738" y="275050"/>
                </a:lnTo>
                <a:lnTo>
                  <a:pt x="787863" y="275523"/>
                </a:lnTo>
                <a:lnTo>
                  <a:pt x="787944" y="276019"/>
                </a:lnTo>
                <a:lnTo>
                  <a:pt x="788066" y="276515"/>
                </a:lnTo>
                <a:lnTo>
                  <a:pt x="788188" y="277010"/>
                </a:lnTo>
                <a:lnTo>
                  <a:pt x="788271" y="277484"/>
                </a:lnTo>
                <a:lnTo>
                  <a:pt x="788393" y="277980"/>
                </a:lnTo>
                <a:lnTo>
                  <a:pt x="788515" y="278475"/>
                </a:lnTo>
                <a:lnTo>
                  <a:pt x="788599" y="278949"/>
                </a:lnTo>
                <a:lnTo>
                  <a:pt x="788721" y="279422"/>
                </a:lnTo>
                <a:lnTo>
                  <a:pt x="788843" y="279895"/>
                </a:lnTo>
                <a:lnTo>
                  <a:pt x="788977" y="280368"/>
                </a:lnTo>
                <a:lnTo>
                  <a:pt x="789048" y="280842"/>
                </a:lnTo>
                <a:lnTo>
                  <a:pt x="789170" y="281315"/>
                </a:lnTo>
                <a:lnTo>
                  <a:pt x="789301" y="281788"/>
                </a:lnTo>
                <a:lnTo>
                  <a:pt x="789385" y="282261"/>
                </a:lnTo>
                <a:lnTo>
                  <a:pt x="789507" y="282735"/>
                </a:lnTo>
                <a:lnTo>
                  <a:pt x="789629" y="283185"/>
                </a:lnTo>
                <a:lnTo>
                  <a:pt x="789712" y="283659"/>
                </a:lnTo>
                <a:lnTo>
                  <a:pt x="789834" y="284109"/>
                </a:lnTo>
                <a:lnTo>
                  <a:pt x="789956" y="284583"/>
                </a:lnTo>
                <a:lnTo>
                  <a:pt x="790040" y="285033"/>
                </a:lnTo>
                <a:lnTo>
                  <a:pt x="790162" y="285484"/>
                </a:lnTo>
                <a:lnTo>
                  <a:pt x="790284" y="285935"/>
                </a:lnTo>
                <a:lnTo>
                  <a:pt x="790364" y="286385"/>
                </a:lnTo>
                <a:lnTo>
                  <a:pt x="790498" y="286836"/>
                </a:lnTo>
                <a:lnTo>
                  <a:pt x="790620" y="287287"/>
                </a:lnTo>
                <a:lnTo>
                  <a:pt x="790704" y="287738"/>
                </a:lnTo>
                <a:lnTo>
                  <a:pt x="790826" y="288166"/>
                </a:lnTo>
                <a:lnTo>
                  <a:pt x="790948" y="288616"/>
                </a:lnTo>
                <a:lnTo>
                  <a:pt x="791028" y="289045"/>
                </a:lnTo>
                <a:lnTo>
                  <a:pt x="791153" y="289495"/>
                </a:lnTo>
                <a:lnTo>
                  <a:pt x="791275" y="289924"/>
                </a:lnTo>
                <a:lnTo>
                  <a:pt x="791397" y="290352"/>
                </a:lnTo>
                <a:lnTo>
                  <a:pt x="791478" y="290780"/>
                </a:lnTo>
                <a:lnTo>
                  <a:pt x="791603" y="291208"/>
                </a:lnTo>
                <a:lnTo>
                  <a:pt x="791725" y="291614"/>
                </a:lnTo>
                <a:lnTo>
                  <a:pt x="791817" y="292042"/>
                </a:lnTo>
                <a:lnTo>
                  <a:pt x="791939" y="292470"/>
                </a:lnTo>
                <a:lnTo>
                  <a:pt x="792061" y="292876"/>
                </a:lnTo>
                <a:lnTo>
                  <a:pt x="792142" y="293304"/>
                </a:lnTo>
                <a:lnTo>
                  <a:pt x="792267" y="293710"/>
                </a:lnTo>
                <a:lnTo>
                  <a:pt x="792389" y="294115"/>
                </a:lnTo>
                <a:lnTo>
                  <a:pt x="792469" y="294521"/>
                </a:lnTo>
                <a:lnTo>
                  <a:pt x="792591" y="294926"/>
                </a:lnTo>
                <a:lnTo>
                  <a:pt x="792716" y="295332"/>
                </a:lnTo>
                <a:lnTo>
                  <a:pt x="792797" y="295715"/>
                </a:lnTo>
                <a:lnTo>
                  <a:pt x="792919" y="296121"/>
                </a:lnTo>
                <a:lnTo>
                  <a:pt x="793041" y="296504"/>
                </a:lnTo>
                <a:lnTo>
                  <a:pt x="793124" y="296887"/>
                </a:lnTo>
                <a:lnTo>
                  <a:pt x="793246" y="297293"/>
                </a:lnTo>
                <a:lnTo>
                  <a:pt x="793368" y="297653"/>
                </a:lnTo>
                <a:lnTo>
                  <a:pt x="793461" y="298059"/>
                </a:lnTo>
                <a:lnTo>
                  <a:pt x="793583" y="298420"/>
                </a:lnTo>
                <a:lnTo>
                  <a:pt x="793705" y="298803"/>
                </a:lnTo>
                <a:lnTo>
                  <a:pt x="793830" y="299163"/>
                </a:lnTo>
                <a:lnTo>
                  <a:pt x="793910" y="299524"/>
                </a:lnTo>
                <a:lnTo>
                  <a:pt x="794032" y="299907"/>
                </a:lnTo>
                <a:lnTo>
                  <a:pt x="794154" y="300245"/>
                </a:lnTo>
                <a:lnTo>
                  <a:pt x="794238" y="300605"/>
                </a:lnTo>
                <a:lnTo>
                  <a:pt x="794360" y="300966"/>
                </a:lnTo>
                <a:lnTo>
                  <a:pt x="794482" y="301304"/>
                </a:lnTo>
                <a:lnTo>
                  <a:pt x="794565" y="301665"/>
                </a:lnTo>
                <a:lnTo>
                  <a:pt x="794687" y="302003"/>
                </a:lnTo>
                <a:lnTo>
                  <a:pt x="794809" y="302341"/>
                </a:lnTo>
                <a:lnTo>
                  <a:pt x="794902" y="302679"/>
                </a:lnTo>
                <a:lnTo>
                  <a:pt x="795024" y="302994"/>
                </a:lnTo>
                <a:lnTo>
                  <a:pt x="795146" y="303332"/>
                </a:lnTo>
                <a:lnTo>
                  <a:pt x="795229" y="303670"/>
                </a:lnTo>
                <a:lnTo>
                  <a:pt x="795351" y="303986"/>
                </a:lnTo>
                <a:lnTo>
                  <a:pt x="795473" y="304301"/>
                </a:lnTo>
                <a:lnTo>
                  <a:pt x="795557" y="304639"/>
                </a:lnTo>
                <a:lnTo>
                  <a:pt x="795679" y="304932"/>
                </a:lnTo>
                <a:lnTo>
                  <a:pt x="795801" y="305248"/>
                </a:lnTo>
                <a:lnTo>
                  <a:pt x="795881" y="305563"/>
                </a:lnTo>
                <a:lnTo>
                  <a:pt x="796006" y="305856"/>
                </a:lnTo>
                <a:lnTo>
                  <a:pt x="796128" y="306172"/>
                </a:lnTo>
                <a:lnTo>
                  <a:pt x="796250" y="306465"/>
                </a:lnTo>
                <a:lnTo>
                  <a:pt x="796331" y="306758"/>
                </a:lnTo>
                <a:lnTo>
                  <a:pt x="796456" y="307051"/>
                </a:lnTo>
                <a:lnTo>
                  <a:pt x="796587" y="307344"/>
                </a:lnTo>
                <a:lnTo>
                  <a:pt x="796670" y="307637"/>
                </a:lnTo>
                <a:lnTo>
                  <a:pt x="796792" y="307907"/>
                </a:lnTo>
                <a:lnTo>
                  <a:pt x="796914" y="308200"/>
                </a:lnTo>
                <a:lnTo>
                  <a:pt x="796994" y="308493"/>
                </a:lnTo>
                <a:lnTo>
                  <a:pt x="797120" y="308763"/>
                </a:lnTo>
                <a:lnTo>
                  <a:pt x="797242" y="309034"/>
                </a:lnTo>
                <a:lnTo>
                  <a:pt x="797322" y="309327"/>
                </a:lnTo>
                <a:lnTo>
                  <a:pt x="797444" y="309597"/>
                </a:lnTo>
                <a:lnTo>
                  <a:pt x="797569" y="309868"/>
                </a:lnTo>
                <a:lnTo>
                  <a:pt x="797649" y="310138"/>
                </a:lnTo>
                <a:lnTo>
                  <a:pt x="797772" y="310409"/>
                </a:lnTo>
                <a:lnTo>
                  <a:pt x="797905" y="310656"/>
                </a:lnTo>
                <a:lnTo>
                  <a:pt x="797977" y="310927"/>
                </a:lnTo>
                <a:lnTo>
                  <a:pt x="798108" y="311197"/>
                </a:lnTo>
                <a:lnTo>
                  <a:pt x="798233" y="311468"/>
                </a:lnTo>
                <a:lnTo>
                  <a:pt x="798313" y="311716"/>
                </a:lnTo>
                <a:lnTo>
                  <a:pt x="798435" y="311986"/>
                </a:lnTo>
                <a:lnTo>
                  <a:pt x="798557" y="312234"/>
                </a:lnTo>
                <a:lnTo>
                  <a:pt x="798641" y="312504"/>
                </a:lnTo>
                <a:lnTo>
                  <a:pt x="798763" y="312752"/>
                </a:lnTo>
                <a:lnTo>
                  <a:pt x="798885" y="313000"/>
                </a:lnTo>
                <a:lnTo>
                  <a:pt x="799007" y="313271"/>
                </a:lnTo>
                <a:lnTo>
                  <a:pt x="799090" y="313496"/>
                </a:lnTo>
                <a:lnTo>
                  <a:pt x="799221" y="313744"/>
                </a:lnTo>
                <a:lnTo>
                  <a:pt x="799346" y="313992"/>
                </a:lnTo>
                <a:lnTo>
                  <a:pt x="799427" y="314240"/>
                </a:lnTo>
                <a:lnTo>
                  <a:pt x="799549" y="314488"/>
                </a:lnTo>
                <a:lnTo>
                  <a:pt x="799671" y="314735"/>
                </a:lnTo>
                <a:lnTo>
                  <a:pt x="799754" y="314961"/>
                </a:lnTo>
                <a:lnTo>
                  <a:pt x="799876" y="315209"/>
                </a:lnTo>
                <a:lnTo>
                  <a:pt x="799998" y="315434"/>
                </a:lnTo>
                <a:lnTo>
                  <a:pt x="800082" y="315682"/>
                </a:lnTo>
                <a:lnTo>
                  <a:pt x="800204" y="315907"/>
                </a:lnTo>
                <a:lnTo>
                  <a:pt x="800326" y="316133"/>
                </a:lnTo>
                <a:lnTo>
                  <a:pt x="800409" y="316358"/>
                </a:lnTo>
                <a:lnTo>
                  <a:pt x="800531" y="316583"/>
                </a:lnTo>
                <a:lnTo>
                  <a:pt x="800653" y="316809"/>
                </a:lnTo>
                <a:lnTo>
                  <a:pt x="800746" y="317034"/>
                </a:lnTo>
                <a:lnTo>
                  <a:pt x="800868" y="317237"/>
                </a:lnTo>
                <a:lnTo>
                  <a:pt x="800990" y="317462"/>
                </a:lnTo>
                <a:lnTo>
                  <a:pt x="801073" y="317688"/>
                </a:lnTo>
                <a:lnTo>
                  <a:pt x="801195" y="317890"/>
                </a:lnTo>
                <a:lnTo>
                  <a:pt x="801317" y="318093"/>
                </a:lnTo>
                <a:lnTo>
                  <a:pt x="801439" y="318319"/>
                </a:lnTo>
                <a:lnTo>
                  <a:pt x="801523" y="318521"/>
                </a:lnTo>
                <a:lnTo>
                  <a:pt x="801645" y="318724"/>
                </a:lnTo>
                <a:lnTo>
                  <a:pt x="801767" y="318927"/>
                </a:lnTo>
                <a:lnTo>
                  <a:pt x="801847" y="319130"/>
                </a:lnTo>
                <a:lnTo>
                  <a:pt x="801972" y="319333"/>
                </a:lnTo>
                <a:lnTo>
                  <a:pt x="802094" y="319536"/>
                </a:lnTo>
                <a:lnTo>
                  <a:pt x="802175" y="319738"/>
                </a:lnTo>
                <a:lnTo>
                  <a:pt x="802309" y="319919"/>
                </a:lnTo>
                <a:lnTo>
                  <a:pt x="802431" y="320122"/>
                </a:lnTo>
                <a:lnTo>
                  <a:pt x="802511" y="320324"/>
                </a:lnTo>
                <a:lnTo>
                  <a:pt x="802636" y="320505"/>
                </a:lnTo>
                <a:lnTo>
                  <a:pt x="802758" y="320707"/>
                </a:lnTo>
                <a:lnTo>
                  <a:pt x="802839" y="320910"/>
                </a:lnTo>
                <a:lnTo>
                  <a:pt x="802961" y="321091"/>
                </a:lnTo>
                <a:lnTo>
                  <a:pt x="803086" y="321271"/>
                </a:lnTo>
                <a:lnTo>
                  <a:pt x="803166" y="321474"/>
                </a:lnTo>
                <a:lnTo>
                  <a:pt x="803288" y="321677"/>
                </a:lnTo>
                <a:lnTo>
                  <a:pt x="803410" y="321857"/>
                </a:lnTo>
                <a:lnTo>
                  <a:pt x="803494" y="322060"/>
                </a:lnTo>
                <a:lnTo>
                  <a:pt x="803616" y="322262"/>
                </a:lnTo>
                <a:lnTo>
                  <a:pt x="803738" y="322443"/>
                </a:lnTo>
                <a:lnTo>
                  <a:pt x="803872" y="322623"/>
                </a:lnTo>
                <a:lnTo>
                  <a:pt x="803952" y="322826"/>
                </a:lnTo>
                <a:lnTo>
                  <a:pt x="804074" y="323029"/>
                </a:lnTo>
                <a:lnTo>
                  <a:pt x="804199" y="323209"/>
                </a:lnTo>
                <a:lnTo>
                  <a:pt x="804280" y="323412"/>
                </a:lnTo>
                <a:lnTo>
                  <a:pt x="804402" y="323592"/>
                </a:lnTo>
                <a:lnTo>
                  <a:pt x="804524" y="323795"/>
                </a:lnTo>
                <a:lnTo>
                  <a:pt x="804607" y="323998"/>
                </a:lnTo>
                <a:lnTo>
                  <a:pt x="804729" y="324178"/>
                </a:lnTo>
                <a:lnTo>
                  <a:pt x="804851" y="324381"/>
                </a:lnTo>
                <a:lnTo>
                  <a:pt x="804935" y="324584"/>
                </a:lnTo>
                <a:lnTo>
                  <a:pt x="805057" y="324786"/>
                </a:lnTo>
                <a:lnTo>
                  <a:pt x="805179" y="324989"/>
                </a:lnTo>
                <a:lnTo>
                  <a:pt x="805262" y="325192"/>
                </a:lnTo>
                <a:lnTo>
                  <a:pt x="805393" y="325372"/>
                </a:lnTo>
                <a:lnTo>
                  <a:pt x="805515" y="325575"/>
                </a:lnTo>
                <a:lnTo>
                  <a:pt x="805599" y="325778"/>
                </a:lnTo>
                <a:lnTo>
                  <a:pt x="805721" y="325981"/>
                </a:lnTo>
                <a:lnTo>
                  <a:pt x="805843" y="326184"/>
                </a:lnTo>
                <a:lnTo>
                  <a:pt x="805926" y="326387"/>
                </a:lnTo>
                <a:lnTo>
                  <a:pt x="806048" y="326612"/>
                </a:lnTo>
                <a:lnTo>
                  <a:pt x="806170" y="326815"/>
                </a:lnTo>
                <a:lnTo>
                  <a:pt x="806292" y="326995"/>
                </a:lnTo>
                <a:lnTo>
                  <a:pt x="806376" y="327220"/>
                </a:lnTo>
                <a:lnTo>
                  <a:pt x="806498" y="327423"/>
                </a:lnTo>
                <a:lnTo>
                  <a:pt x="806629" y="327626"/>
                </a:lnTo>
                <a:lnTo>
                  <a:pt x="806700" y="327829"/>
                </a:lnTo>
                <a:lnTo>
                  <a:pt x="806825" y="328032"/>
                </a:lnTo>
                <a:lnTo>
                  <a:pt x="806956" y="328234"/>
                </a:lnTo>
                <a:lnTo>
                  <a:pt x="807039" y="328460"/>
                </a:lnTo>
                <a:lnTo>
                  <a:pt x="807162" y="328663"/>
                </a:lnTo>
                <a:lnTo>
                  <a:pt x="807284" y="328865"/>
                </a:lnTo>
                <a:lnTo>
                  <a:pt x="807364" y="329068"/>
                </a:lnTo>
                <a:lnTo>
                  <a:pt x="807489" y="329271"/>
                </a:lnTo>
                <a:lnTo>
                  <a:pt x="807611" y="329474"/>
                </a:lnTo>
                <a:lnTo>
                  <a:pt x="807691" y="329699"/>
                </a:lnTo>
                <a:lnTo>
                  <a:pt x="807814" y="329902"/>
                </a:lnTo>
                <a:lnTo>
                  <a:pt x="807939" y="330127"/>
                </a:lnTo>
                <a:lnTo>
                  <a:pt x="808019" y="330330"/>
                </a:lnTo>
                <a:lnTo>
                  <a:pt x="808153" y="330533"/>
                </a:lnTo>
                <a:lnTo>
                  <a:pt x="808275" y="330736"/>
                </a:lnTo>
                <a:lnTo>
                  <a:pt x="808355" y="330961"/>
                </a:lnTo>
                <a:lnTo>
                  <a:pt x="808477" y="331164"/>
                </a:lnTo>
                <a:lnTo>
                  <a:pt x="808602" y="331367"/>
                </a:lnTo>
                <a:lnTo>
                  <a:pt x="808725" y="331592"/>
                </a:lnTo>
                <a:lnTo>
                  <a:pt x="808805" y="331795"/>
                </a:lnTo>
                <a:lnTo>
                  <a:pt x="808927" y="332020"/>
                </a:lnTo>
                <a:lnTo>
                  <a:pt x="809052" y="332223"/>
                </a:lnTo>
                <a:lnTo>
                  <a:pt x="809132" y="332449"/>
                </a:lnTo>
                <a:lnTo>
                  <a:pt x="809254" y="332651"/>
                </a:lnTo>
                <a:lnTo>
                  <a:pt x="809377" y="332877"/>
                </a:lnTo>
                <a:lnTo>
                  <a:pt x="809460" y="333102"/>
                </a:lnTo>
                <a:lnTo>
                  <a:pt x="809582" y="333305"/>
                </a:lnTo>
                <a:lnTo>
                  <a:pt x="809716" y="333530"/>
                </a:lnTo>
                <a:lnTo>
                  <a:pt x="809796" y="333756"/>
                </a:lnTo>
                <a:lnTo>
                  <a:pt x="809918" y="333959"/>
                </a:lnTo>
                <a:lnTo>
                  <a:pt x="810040" y="334184"/>
                </a:lnTo>
                <a:lnTo>
                  <a:pt x="810124" y="334409"/>
                </a:lnTo>
                <a:lnTo>
                  <a:pt x="810246" y="334635"/>
                </a:lnTo>
                <a:lnTo>
                  <a:pt x="810368" y="334860"/>
                </a:lnTo>
                <a:lnTo>
                  <a:pt x="810451" y="335108"/>
                </a:lnTo>
                <a:lnTo>
                  <a:pt x="810573" y="335333"/>
                </a:lnTo>
                <a:lnTo>
                  <a:pt x="810695" y="335559"/>
                </a:lnTo>
                <a:lnTo>
                  <a:pt x="810779" y="335784"/>
                </a:lnTo>
                <a:lnTo>
                  <a:pt x="810901" y="336009"/>
                </a:lnTo>
                <a:lnTo>
                  <a:pt x="811023" y="336257"/>
                </a:lnTo>
                <a:lnTo>
                  <a:pt x="811145" y="336483"/>
                </a:lnTo>
                <a:lnTo>
                  <a:pt x="811237" y="336708"/>
                </a:lnTo>
                <a:lnTo>
                  <a:pt x="811359" y="336933"/>
                </a:lnTo>
                <a:lnTo>
                  <a:pt x="811481" y="337181"/>
                </a:lnTo>
                <a:lnTo>
                  <a:pt x="811565" y="337407"/>
                </a:lnTo>
                <a:lnTo>
                  <a:pt x="811687" y="337654"/>
                </a:lnTo>
                <a:lnTo>
                  <a:pt x="811809" y="337880"/>
                </a:lnTo>
                <a:lnTo>
                  <a:pt x="811892" y="338128"/>
                </a:lnTo>
                <a:lnTo>
                  <a:pt x="812014" y="338353"/>
                </a:lnTo>
                <a:lnTo>
                  <a:pt x="812136" y="338601"/>
                </a:lnTo>
                <a:lnTo>
                  <a:pt x="812217" y="338826"/>
                </a:lnTo>
                <a:lnTo>
                  <a:pt x="812342" y="339074"/>
                </a:lnTo>
                <a:lnTo>
                  <a:pt x="812464" y="339322"/>
                </a:lnTo>
                <a:lnTo>
                  <a:pt x="812544" y="339547"/>
                </a:lnTo>
                <a:lnTo>
                  <a:pt x="812666" y="339795"/>
                </a:lnTo>
                <a:lnTo>
                  <a:pt x="812800" y="340043"/>
                </a:lnTo>
                <a:lnTo>
                  <a:pt x="812881" y="340269"/>
                </a:lnTo>
                <a:lnTo>
                  <a:pt x="813006" y="340516"/>
                </a:lnTo>
                <a:lnTo>
                  <a:pt x="813128" y="340764"/>
                </a:lnTo>
                <a:lnTo>
                  <a:pt x="813208" y="340990"/>
                </a:lnTo>
                <a:lnTo>
                  <a:pt x="813330" y="341238"/>
                </a:lnTo>
                <a:lnTo>
                  <a:pt x="813455" y="341486"/>
                </a:lnTo>
                <a:lnTo>
                  <a:pt x="813577" y="341711"/>
                </a:lnTo>
                <a:lnTo>
                  <a:pt x="813658" y="341959"/>
                </a:lnTo>
                <a:lnTo>
                  <a:pt x="813780" y="342184"/>
                </a:lnTo>
                <a:lnTo>
                  <a:pt x="813905" y="342432"/>
                </a:lnTo>
                <a:lnTo>
                  <a:pt x="813985" y="342680"/>
                </a:lnTo>
                <a:lnTo>
                  <a:pt x="814107" y="342905"/>
                </a:lnTo>
                <a:lnTo>
                  <a:pt x="814229" y="343153"/>
                </a:lnTo>
                <a:lnTo>
                  <a:pt x="814322" y="343379"/>
                </a:lnTo>
                <a:lnTo>
                  <a:pt x="814444" y="343626"/>
                </a:lnTo>
                <a:lnTo>
                  <a:pt x="814569" y="343852"/>
                </a:lnTo>
                <a:lnTo>
                  <a:pt x="814649" y="344100"/>
                </a:lnTo>
                <a:lnTo>
                  <a:pt x="814771" y="344325"/>
                </a:lnTo>
                <a:lnTo>
                  <a:pt x="814893" y="344573"/>
                </a:lnTo>
                <a:lnTo>
                  <a:pt x="814977" y="344798"/>
                </a:lnTo>
                <a:lnTo>
                  <a:pt x="815099" y="345046"/>
                </a:lnTo>
                <a:lnTo>
                  <a:pt x="815221" y="345272"/>
                </a:lnTo>
                <a:lnTo>
                  <a:pt x="815304" y="345497"/>
                </a:lnTo>
                <a:lnTo>
                  <a:pt x="815426" y="345745"/>
                </a:lnTo>
                <a:lnTo>
                  <a:pt x="815557" y="345970"/>
                </a:lnTo>
                <a:lnTo>
                  <a:pt x="815632" y="346196"/>
                </a:lnTo>
                <a:lnTo>
                  <a:pt x="815754" y="346443"/>
                </a:lnTo>
                <a:lnTo>
                  <a:pt x="815885" y="346669"/>
                </a:lnTo>
                <a:lnTo>
                  <a:pt x="815968" y="346894"/>
                </a:lnTo>
                <a:lnTo>
                  <a:pt x="816090" y="347097"/>
                </a:lnTo>
                <a:lnTo>
                  <a:pt x="816212" y="347322"/>
                </a:lnTo>
                <a:lnTo>
                  <a:pt x="816334" y="347548"/>
                </a:lnTo>
                <a:lnTo>
                  <a:pt x="816418" y="347773"/>
                </a:lnTo>
                <a:lnTo>
                  <a:pt x="816540" y="347976"/>
                </a:lnTo>
                <a:lnTo>
                  <a:pt x="816662" y="348201"/>
                </a:lnTo>
                <a:lnTo>
                  <a:pt x="816745" y="348427"/>
                </a:lnTo>
                <a:lnTo>
                  <a:pt x="816867" y="348629"/>
                </a:lnTo>
                <a:lnTo>
                  <a:pt x="816998" y="348855"/>
                </a:lnTo>
                <a:lnTo>
                  <a:pt x="817070" y="349058"/>
                </a:lnTo>
                <a:lnTo>
                  <a:pt x="817204" y="349260"/>
                </a:lnTo>
                <a:lnTo>
                  <a:pt x="817326" y="349463"/>
                </a:lnTo>
                <a:lnTo>
                  <a:pt x="817409" y="349666"/>
                </a:lnTo>
                <a:lnTo>
                  <a:pt x="817531" y="349891"/>
                </a:lnTo>
                <a:lnTo>
                  <a:pt x="817653" y="350072"/>
                </a:lnTo>
                <a:lnTo>
                  <a:pt x="817733" y="350275"/>
                </a:lnTo>
                <a:lnTo>
                  <a:pt x="817859" y="350477"/>
                </a:lnTo>
                <a:lnTo>
                  <a:pt x="817981" y="350680"/>
                </a:lnTo>
                <a:lnTo>
                  <a:pt x="818061" y="350860"/>
                </a:lnTo>
                <a:lnTo>
                  <a:pt x="818183" y="351063"/>
                </a:lnTo>
                <a:lnTo>
                  <a:pt x="818308" y="351266"/>
                </a:lnTo>
                <a:lnTo>
                  <a:pt x="818388" y="351446"/>
                </a:lnTo>
                <a:lnTo>
                  <a:pt x="818522" y="351627"/>
                </a:lnTo>
                <a:lnTo>
                  <a:pt x="818644" y="351829"/>
                </a:lnTo>
                <a:lnTo>
                  <a:pt x="818767" y="352010"/>
                </a:lnTo>
                <a:lnTo>
                  <a:pt x="818847" y="352213"/>
                </a:lnTo>
                <a:lnTo>
                  <a:pt x="818972" y="352370"/>
                </a:lnTo>
                <a:lnTo>
                  <a:pt x="819094" y="352573"/>
                </a:lnTo>
                <a:lnTo>
                  <a:pt x="819174" y="352753"/>
                </a:lnTo>
                <a:lnTo>
                  <a:pt x="819297" y="352911"/>
                </a:lnTo>
                <a:lnTo>
                  <a:pt x="819422" y="353114"/>
                </a:lnTo>
                <a:lnTo>
                  <a:pt x="819502" y="353272"/>
                </a:lnTo>
                <a:lnTo>
                  <a:pt x="819624" y="353452"/>
                </a:lnTo>
                <a:lnTo>
                  <a:pt x="819746" y="353632"/>
                </a:lnTo>
                <a:lnTo>
                  <a:pt x="819829" y="353790"/>
                </a:lnTo>
                <a:lnTo>
                  <a:pt x="819951" y="353970"/>
                </a:lnTo>
                <a:lnTo>
                  <a:pt x="820074" y="354128"/>
                </a:lnTo>
                <a:lnTo>
                  <a:pt x="820166" y="354308"/>
                </a:lnTo>
                <a:lnTo>
                  <a:pt x="820288" y="354444"/>
                </a:lnTo>
                <a:lnTo>
                  <a:pt x="820410" y="354624"/>
                </a:lnTo>
                <a:lnTo>
                  <a:pt x="820493" y="354782"/>
                </a:lnTo>
                <a:lnTo>
                  <a:pt x="820615" y="354939"/>
                </a:lnTo>
                <a:lnTo>
                  <a:pt x="820737" y="355097"/>
                </a:lnTo>
                <a:lnTo>
                  <a:pt x="820821" y="355255"/>
                </a:lnTo>
                <a:lnTo>
                  <a:pt x="820943" y="355413"/>
                </a:lnTo>
                <a:lnTo>
                  <a:pt x="821065" y="355570"/>
                </a:lnTo>
                <a:lnTo>
                  <a:pt x="821187" y="355728"/>
                </a:lnTo>
                <a:lnTo>
                  <a:pt x="821270" y="355886"/>
                </a:lnTo>
                <a:lnTo>
                  <a:pt x="821392" y="356044"/>
                </a:lnTo>
                <a:lnTo>
                  <a:pt x="821514" y="356201"/>
                </a:lnTo>
                <a:lnTo>
                  <a:pt x="821607" y="356337"/>
                </a:lnTo>
                <a:lnTo>
                  <a:pt x="821729" y="356494"/>
                </a:lnTo>
                <a:lnTo>
                  <a:pt x="821851" y="356652"/>
                </a:lnTo>
                <a:lnTo>
                  <a:pt x="821934" y="356810"/>
                </a:lnTo>
                <a:lnTo>
                  <a:pt x="822056" y="356945"/>
                </a:lnTo>
                <a:lnTo>
                  <a:pt x="822178" y="357103"/>
                </a:lnTo>
                <a:lnTo>
                  <a:pt x="822262" y="357238"/>
                </a:lnTo>
                <a:lnTo>
                  <a:pt x="822384" y="357396"/>
                </a:lnTo>
                <a:lnTo>
                  <a:pt x="822506" y="357531"/>
                </a:lnTo>
                <a:lnTo>
                  <a:pt x="822586" y="357689"/>
                </a:lnTo>
                <a:lnTo>
                  <a:pt x="822711" y="357824"/>
                </a:lnTo>
                <a:lnTo>
                  <a:pt x="822833" y="357959"/>
                </a:lnTo>
                <a:lnTo>
                  <a:pt x="822914" y="358117"/>
                </a:lnTo>
                <a:lnTo>
                  <a:pt x="823036" y="358252"/>
                </a:lnTo>
                <a:lnTo>
                  <a:pt x="823170" y="358387"/>
                </a:lnTo>
                <a:lnTo>
                  <a:pt x="823250" y="358545"/>
                </a:lnTo>
                <a:lnTo>
                  <a:pt x="823375" y="358680"/>
                </a:lnTo>
                <a:lnTo>
                  <a:pt x="823497" y="358816"/>
                </a:lnTo>
                <a:lnTo>
                  <a:pt x="823619" y="358951"/>
                </a:lnTo>
                <a:lnTo>
                  <a:pt x="823700" y="359109"/>
                </a:lnTo>
                <a:lnTo>
                  <a:pt x="823825" y="359244"/>
                </a:lnTo>
                <a:lnTo>
                  <a:pt x="823947" y="359379"/>
                </a:lnTo>
                <a:lnTo>
                  <a:pt x="824027" y="359514"/>
                </a:lnTo>
                <a:lnTo>
                  <a:pt x="824149" y="359649"/>
                </a:lnTo>
                <a:lnTo>
                  <a:pt x="824274" y="359785"/>
                </a:lnTo>
                <a:lnTo>
                  <a:pt x="824355" y="359920"/>
                </a:lnTo>
                <a:lnTo>
                  <a:pt x="824477" y="360033"/>
                </a:lnTo>
                <a:lnTo>
                  <a:pt x="824611" y="360168"/>
                </a:lnTo>
                <a:lnTo>
                  <a:pt x="824691" y="360303"/>
                </a:lnTo>
                <a:lnTo>
                  <a:pt x="824816" y="360438"/>
                </a:lnTo>
                <a:lnTo>
                  <a:pt x="824938" y="360551"/>
                </a:lnTo>
                <a:lnTo>
                  <a:pt x="825019" y="360686"/>
                </a:lnTo>
                <a:lnTo>
                  <a:pt x="825141" y="360799"/>
                </a:lnTo>
                <a:lnTo>
                  <a:pt x="825263" y="360911"/>
                </a:lnTo>
                <a:lnTo>
                  <a:pt x="825346" y="361024"/>
                </a:lnTo>
                <a:lnTo>
                  <a:pt x="825468" y="361137"/>
                </a:lnTo>
                <a:lnTo>
                  <a:pt x="825590" y="361249"/>
                </a:lnTo>
                <a:lnTo>
                  <a:pt x="825674" y="361362"/>
                </a:lnTo>
                <a:lnTo>
                  <a:pt x="825805" y="361475"/>
                </a:lnTo>
                <a:lnTo>
                  <a:pt x="825930" y="361565"/>
                </a:lnTo>
                <a:lnTo>
                  <a:pt x="826052" y="361678"/>
                </a:lnTo>
                <a:lnTo>
                  <a:pt x="826132" y="361768"/>
                </a:lnTo>
                <a:lnTo>
                  <a:pt x="826254" y="361880"/>
                </a:lnTo>
                <a:lnTo>
                  <a:pt x="826379" y="361971"/>
                </a:lnTo>
                <a:lnTo>
                  <a:pt x="826460" y="362061"/>
                </a:lnTo>
                <a:lnTo>
                  <a:pt x="826582" y="362128"/>
                </a:lnTo>
                <a:lnTo>
                  <a:pt x="826704" y="362219"/>
                </a:lnTo>
                <a:lnTo>
                  <a:pt x="826787" y="362309"/>
                </a:lnTo>
                <a:lnTo>
                  <a:pt x="826909" y="362376"/>
                </a:lnTo>
                <a:lnTo>
                  <a:pt x="827031" y="362444"/>
                </a:lnTo>
                <a:lnTo>
                  <a:pt x="827115" y="362534"/>
                </a:lnTo>
                <a:lnTo>
                  <a:pt x="827237" y="362602"/>
                </a:lnTo>
                <a:lnTo>
                  <a:pt x="827359" y="362647"/>
                </a:lnTo>
                <a:lnTo>
                  <a:pt x="827451" y="362714"/>
                </a:lnTo>
                <a:lnTo>
                  <a:pt x="827573" y="362782"/>
                </a:lnTo>
                <a:lnTo>
                  <a:pt x="827695" y="362827"/>
                </a:lnTo>
                <a:lnTo>
                  <a:pt x="827778" y="362895"/>
                </a:lnTo>
                <a:lnTo>
                  <a:pt x="827901" y="362940"/>
                </a:lnTo>
                <a:lnTo>
                  <a:pt x="828023" y="362985"/>
                </a:lnTo>
                <a:lnTo>
                  <a:pt x="828103" y="363030"/>
                </a:lnTo>
                <a:lnTo>
                  <a:pt x="828228" y="363075"/>
                </a:lnTo>
                <a:lnTo>
                  <a:pt x="828350" y="363120"/>
                </a:lnTo>
                <a:lnTo>
                  <a:pt x="828472" y="363142"/>
                </a:lnTo>
                <a:lnTo>
                  <a:pt x="828553" y="363188"/>
                </a:lnTo>
                <a:lnTo>
                  <a:pt x="828678" y="363210"/>
                </a:lnTo>
                <a:lnTo>
                  <a:pt x="828800" y="363233"/>
                </a:lnTo>
                <a:lnTo>
                  <a:pt x="828892" y="363255"/>
                </a:lnTo>
                <a:lnTo>
                  <a:pt x="829014" y="363278"/>
                </a:lnTo>
                <a:lnTo>
                  <a:pt x="829136" y="363300"/>
                </a:lnTo>
                <a:lnTo>
                  <a:pt x="829216" y="363300"/>
                </a:lnTo>
                <a:lnTo>
                  <a:pt x="829341" y="363323"/>
                </a:lnTo>
                <a:lnTo>
                  <a:pt x="829464" y="363323"/>
                </a:lnTo>
                <a:lnTo>
                  <a:pt x="829544" y="363345"/>
                </a:lnTo>
                <a:lnTo>
                  <a:pt x="829666" y="363345"/>
                </a:lnTo>
                <a:lnTo>
                  <a:pt x="829791" y="363345"/>
                </a:lnTo>
                <a:lnTo>
                  <a:pt x="829871" y="363323"/>
                </a:lnTo>
                <a:lnTo>
                  <a:pt x="829993" y="363323"/>
                </a:lnTo>
                <a:lnTo>
                  <a:pt x="830116" y="363323"/>
                </a:lnTo>
                <a:lnTo>
                  <a:pt x="830199" y="363300"/>
                </a:lnTo>
                <a:lnTo>
                  <a:pt x="830321" y="363300"/>
                </a:lnTo>
                <a:lnTo>
                  <a:pt x="830443" y="363278"/>
                </a:lnTo>
                <a:lnTo>
                  <a:pt x="830535" y="363255"/>
                </a:lnTo>
                <a:lnTo>
                  <a:pt x="830657" y="363233"/>
                </a:lnTo>
                <a:lnTo>
                  <a:pt x="830782" y="363188"/>
                </a:lnTo>
                <a:lnTo>
                  <a:pt x="830904" y="363188"/>
                </a:lnTo>
                <a:lnTo>
                  <a:pt x="830985" y="363142"/>
                </a:lnTo>
                <a:lnTo>
                  <a:pt x="831107" y="363120"/>
                </a:lnTo>
                <a:lnTo>
                  <a:pt x="831232" y="363075"/>
                </a:lnTo>
                <a:lnTo>
                  <a:pt x="831312" y="363052"/>
                </a:lnTo>
                <a:lnTo>
                  <a:pt x="831434" y="363007"/>
                </a:lnTo>
                <a:lnTo>
                  <a:pt x="831556" y="362962"/>
                </a:lnTo>
                <a:lnTo>
                  <a:pt x="831640" y="362917"/>
                </a:lnTo>
                <a:lnTo>
                  <a:pt x="831762" y="362872"/>
                </a:lnTo>
                <a:lnTo>
                  <a:pt x="831884" y="362827"/>
                </a:lnTo>
                <a:lnTo>
                  <a:pt x="831976" y="362782"/>
                </a:lnTo>
                <a:lnTo>
                  <a:pt x="832098" y="362714"/>
                </a:lnTo>
                <a:lnTo>
                  <a:pt x="832220" y="362669"/>
                </a:lnTo>
                <a:lnTo>
                  <a:pt x="832304" y="362624"/>
                </a:lnTo>
                <a:lnTo>
                  <a:pt x="832426" y="362557"/>
                </a:lnTo>
                <a:lnTo>
                  <a:pt x="832548" y="362489"/>
                </a:lnTo>
                <a:lnTo>
                  <a:pt x="832631" y="362421"/>
                </a:lnTo>
                <a:lnTo>
                  <a:pt x="832753" y="362354"/>
                </a:lnTo>
                <a:lnTo>
                  <a:pt x="832875" y="362309"/>
                </a:lnTo>
                <a:lnTo>
                  <a:pt x="832956" y="362219"/>
                </a:lnTo>
                <a:lnTo>
                  <a:pt x="833081" y="362151"/>
                </a:lnTo>
                <a:lnTo>
                  <a:pt x="833203" y="362083"/>
                </a:lnTo>
                <a:lnTo>
                  <a:pt x="833283" y="362016"/>
                </a:lnTo>
                <a:lnTo>
                  <a:pt x="833405" y="361926"/>
                </a:lnTo>
                <a:lnTo>
                  <a:pt x="833539" y="361858"/>
                </a:lnTo>
                <a:lnTo>
                  <a:pt x="833661" y="361768"/>
                </a:lnTo>
                <a:lnTo>
                  <a:pt x="833745" y="361678"/>
                </a:lnTo>
                <a:lnTo>
                  <a:pt x="833867" y="361588"/>
                </a:lnTo>
                <a:lnTo>
                  <a:pt x="833989" y="361497"/>
                </a:lnTo>
                <a:lnTo>
                  <a:pt x="834069" y="361430"/>
                </a:lnTo>
                <a:lnTo>
                  <a:pt x="834194" y="361340"/>
                </a:lnTo>
                <a:lnTo>
                  <a:pt x="834316" y="361227"/>
                </a:lnTo>
                <a:lnTo>
                  <a:pt x="834397" y="361137"/>
                </a:lnTo>
                <a:lnTo>
                  <a:pt x="834519" y="361047"/>
                </a:lnTo>
                <a:lnTo>
                  <a:pt x="834644" y="360957"/>
                </a:lnTo>
                <a:lnTo>
                  <a:pt x="834724" y="360844"/>
                </a:lnTo>
                <a:lnTo>
                  <a:pt x="834858" y="360754"/>
                </a:lnTo>
                <a:lnTo>
                  <a:pt x="834980" y="360664"/>
                </a:lnTo>
                <a:lnTo>
                  <a:pt x="835052" y="360551"/>
                </a:lnTo>
                <a:lnTo>
                  <a:pt x="835186" y="360438"/>
                </a:lnTo>
                <a:lnTo>
                  <a:pt x="835308" y="360348"/>
                </a:lnTo>
                <a:lnTo>
                  <a:pt x="835388" y="360235"/>
                </a:lnTo>
                <a:lnTo>
                  <a:pt x="835510" y="360123"/>
                </a:lnTo>
                <a:lnTo>
                  <a:pt x="835635" y="360010"/>
                </a:lnTo>
                <a:lnTo>
                  <a:pt x="835716" y="359897"/>
                </a:lnTo>
                <a:lnTo>
                  <a:pt x="835838" y="359785"/>
                </a:lnTo>
                <a:lnTo>
                  <a:pt x="835960" y="359672"/>
                </a:lnTo>
                <a:lnTo>
                  <a:pt x="836085" y="359559"/>
                </a:lnTo>
                <a:lnTo>
                  <a:pt x="836165" y="359447"/>
                </a:lnTo>
                <a:lnTo>
                  <a:pt x="836299" y="359334"/>
                </a:lnTo>
                <a:lnTo>
                  <a:pt x="836421" y="359221"/>
                </a:lnTo>
                <a:lnTo>
                  <a:pt x="836502" y="359086"/>
                </a:lnTo>
                <a:lnTo>
                  <a:pt x="836624" y="358973"/>
                </a:lnTo>
                <a:lnTo>
                  <a:pt x="836749" y="358838"/>
                </a:lnTo>
                <a:lnTo>
                  <a:pt x="836829" y="358725"/>
                </a:lnTo>
                <a:lnTo>
                  <a:pt x="836951" y="358613"/>
                </a:lnTo>
                <a:lnTo>
                  <a:pt x="837073" y="358500"/>
                </a:lnTo>
                <a:lnTo>
                  <a:pt x="837157" y="358365"/>
                </a:lnTo>
                <a:lnTo>
                  <a:pt x="837279" y="358230"/>
                </a:lnTo>
                <a:lnTo>
                  <a:pt x="837401" y="358117"/>
                </a:lnTo>
                <a:lnTo>
                  <a:pt x="837484" y="357982"/>
                </a:lnTo>
                <a:lnTo>
                  <a:pt x="837606" y="357869"/>
                </a:lnTo>
                <a:lnTo>
                  <a:pt x="837728" y="357734"/>
                </a:lnTo>
                <a:lnTo>
                  <a:pt x="837820" y="357621"/>
                </a:lnTo>
                <a:lnTo>
                  <a:pt x="837943" y="357486"/>
                </a:lnTo>
                <a:lnTo>
                  <a:pt x="838065" y="357373"/>
                </a:lnTo>
                <a:lnTo>
                  <a:pt x="838148" y="357238"/>
                </a:lnTo>
                <a:lnTo>
                  <a:pt x="838270" y="357103"/>
                </a:lnTo>
                <a:lnTo>
                  <a:pt x="838392" y="356968"/>
                </a:lnTo>
                <a:lnTo>
                  <a:pt x="838514" y="356855"/>
                </a:lnTo>
                <a:lnTo>
                  <a:pt x="838597" y="356742"/>
                </a:lnTo>
                <a:lnTo>
                  <a:pt x="838720" y="356607"/>
                </a:lnTo>
                <a:lnTo>
                  <a:pt x="838842" y="356472"/>
                </a:lnTo>
                <a:lnTo>
                  <a:pt x="838922" y="356337"/>
                </a:lnTo>
                <a:lnTo>
                  <a:pt x="839047" y="356224"/>
                </a:lnTo>
                <a:lnTo>
                  <a:pt x="839169" y="356089"/>
                </a:lnTo>
                <a:lnTo>
                  <a:pt x="839261" y="355954"/>
                </a:lnTo>
                <a:lnTo>
                  <a:pt x="839383" y="355818"/>
                </a:lnTo>
                <a:lnTo>
                  <a:pt x="839506" y="355706"/>
                </a:lnTo>
                <a:lnTo>
                  <a:pt x="839589" y="355570"/>
                </a:lnTo>
                <a:lnTo>
                  <a:pt x="839711" y="355435"/>
                </a:lnTo>
                <a:lnTo>
                  <a:pt x="839833" y="355323"/>
                </a:lnTo>
                <a:lnTo>
                  <a:pt x="839913" y="355187"/>
                </a:lnTo>
                <a:lnTo>
                  <a:pt x="840038" y="355052"/>
                </a:lnTo>
                <a:lnTo>
                  <a:pt x="840161" y="354917"/>
                </a:lnTo>
                <a:lnTo>
                  <a:pt x="840241" y="354782"/>
                </a:lnTo>
                <a:lnTo>
                  <a:pt x="840363" y="354669"/>
                </a:lnTo>
                <a:lnTo>
                  <a:pt x="840485" y="354534"/>
                </a:lnTo>
                <a:lnTo>
                  <a:pt x="840568" y="354399"/>
                </a:lnTo>
                <a:lnTo>
                  <a:pt x="840690" y="354263"/>
                </a:lnTo>
                <a:lnTo>
                  <a:pt x="840813" y="354128"/>
                </a:lnTo>
                <a:lnTo>
                  <a:pt x="840935" y="353993"/>
                </a:lnTo>
                <a:lnTo>
                  <a:pt x="841027" y="353880"/>
                </a:lnTo>
                <a:lnTo>
                  <a:pt x="841152" y="353745"/>
                </a:lnTo>
                <a:lnTo>
                  <a:pt x="841274" y="353610"/>
                </a:lnTo>
                <a:lnTo>
                  <a:pt x="841354" y="353475"/>
                </a:lnTo>
                <a:lnTo>
                  <a:pt x="841476" y="353339"/>
                </a:lnTo>
                <a:lnTo>
                  <a:pt x="841601" y="353227"/>
                </a:lnTo>
                <a:lnTo>
                  <a:pt x="841682" y="353092"/>
                </a:lnTo>
                <a:lnTo>
                  <a:pt x="841804" y="352979"/>
                </a:lnTo>
                <a:lnTo>
                  <a:pt x="841926" y="352844"/>
                </a:lnTo>
                <a:lnTo>
                  <a:pt x="842009" y="352708"/>
                </a:lnTo>
                <a:lnTo>
                  <a:pt x="842131" y="352573"/>
                </a:lnTo>
                <a:lnTo>
                  <a:pt x="842265" y="352461"/>
                </a:lnTo>
                <a:lnTo>
                  <a:pt x="842337" y="352325"/>
                </a:lnTo>
                <a:lnTo>
                  <a:pt x="842468" y="352190"/>
                </a:lnTo>
                <a:lnTo>
                  <a:pt x="842590" y="352055"/>
                </a:lnTo>
                <a:lnTo>
                  <a:pt x="842673" y="351942"/>
                </a:lnTo>
                <a:lnTo>
                  <a:pt x="842795" y="351807"/>
                </a:lnTo>
                <a:lnTo>
                  <a:pt x="842917" y="351694"/>
                </a:lnTo>
                <a:lnTo>
                  <a:pt x="843001" y="351559"/>
                </a:lnTo>
                <a:lnTo>
                  <a:pt x="843123" y="351446"/>
                </a:lnTo>
                <a:lnTo>
                  <a:pt x="843245" y="351311"/>
                </a:lnTo>
                <a:lnTo>
                  <a:pt x="843367" y="351198"/>
                </a:lnTo>
                <a:lnTo>
                  <a:pt x="843450" y="351063"/>
                </a:lnTo>
                <a:lnTo>
                  <a:pt x="843572" y="350951"/>
                </a:lnTo>
                <a:lnTo>
                  <a:pt x="843703" y="350815"/>
                </a:lnTo>
                <a:lnTo>
                  <a:pt x="843787" y="350725"/>
                </a:lnTo>
                <a:lnTo>
                  <a:pt x="843909" y="350590"/>
                </a:lnTo>
                <a:lnTo>
                  <a:pt x="844031" y="350477"/>
                </a:lnTo>
                <a:lnTo>
                  <a:pt x="844114" y="350365"/>
                </a:lnTo>
                <a:lnTo>
                  <a:pt x="844236" y="350252"/>
                </a:lnTo>
                <a:lnTo>
                  <a:pt x="844358" y="350139"/>
                </a:lnTo>
                <a:lnTo>
                  <a:pt x="844442" y="350027"/>
                </a:lnTo>
                <a:lnTo>
                  <a:pt x="844564" y="349914"/>
                </a:lnTo>
                <a:lnTo>
                  <a:pt x="844686" y="349801"/>
                </a:lnTo>
                <a:lnTo>
                  <a:pt x="844766" y="349689"/>
                </a:lnTo>
                <a:lnTo>
                  <a:pt x="844888" y="349576"/>
                </a:lnTo>
                <a:lnTo>
                  <a:pt x="845013" y="349463"/>
                </a:lnTo>
                <a:lnTo>
                  <a:pt x="845106" y="349351"/>
                </a:lnTo>
                <a:lnTo>
                  <a:pt x="845228" y="349238"/>
                </a:lnTo>
                <a:lnTo>
                  <a:pt x="845350" y="349125"/>
                </a:lnTo>
                <a:lnTo>
                  <a:pt x="845430" y="349013"/>
                </a:lnTo>
                <a:lnTo>
                  <a:pt x="845555" y="348922"/>
                </a:lnTo>
                <a:lnTo>
                  <a:pt x="845677" y="348810"/>
                </a:lnTo>
                <a:lnTo>
                  <a:pt x="845799" y="348697"/>
                </a:lnTo>
                <a:lnTo>
                  <a:pt x="845880" y="348607"/>
                </a:lnTo>
                <a:lnTo>
                  <a:pt x="846005" y="348494"/>
                </a:lnTo>
                <a:lnTo>
                  <a:pt x="846127" y="348404"/>
                </a:lnTo>
                <a:lnTo>
                  <a:pt x="846207" y="348291"/>
                </a:lnTo>
                <a:lnTo>
                  <a:pt x="846329" y="348201"/>
                </a:lnTo>
                <a:lnTo>
                  <a:pt x="846454" y="348089"/>
                </a:lnTo>
                <a:lnTo>
                  <a:pt x="846535" y="347976"/>
                </a:lnTo>
                <a:lnTo>
                  <a:pt x="846657" y="347886"/>
                </a:lnTo>
                <a:lnTo>
                  <a:pt x="846791" y="347773"/>
                </a:lnTo>
                <a:lnTo>
                  <a:pt x="846871" y="347683"/>
                </a:lnTo>
                <a:lnTo>
                  <a:pt x="846993" y="347593"/>
                </a:lnTo>
                <a:lnTo>
                  <a:pt x="847118" y="347480"/>
                </a:lnTo>
                <a:lnTo>
                  <a:pt x="847199" y="347390"/>
                </a:lnTo>
                <a:lnTo>
                  <a:pt x="847321" y="347300"/>
                </a:lnTo>
                <a:lnTo>
                  <a:pt x="847443" y="347210"/>
                </a:lnTo>
                <a:lnTo>
                  <a:pt x="847526" y="347097"/>
                </a:lnTo>
                <a:lnTo>
                  <a:pt x="847648" y="347007"/>
                </a:lnTo>
                <a:lnTo>
                  <a:pt x="847770" y="346894"/>
                </a:lnTo>
                <a:lnTo>
                  <a:pt x="847854" y="346804"/>
                </a:lnTo>
                <a:lnTo>
                  <a:pt x="847976" y="346714"/>
                </a:lnTo>
                <a:lnTo>
                  <a:pt x="848098" y="346601"/>
                </a:lnTo>
                <a:lnTo>
                  <a:pt x="848220" y="346511"/>
                </a:lnTo>
                <a:lnTo>
                  <a:pt x="848312" y="346421"/>
                </a:lnTo>
                <a:lnTo>
                  <a:pt x="848434" y="346308"/>
                </a:lnTo>
                <a:lnTo>
                  <a:pt x="848556" y="346218"/>
                </a:lnTo>
                <a:lnTo>
                  <a:pt x="848639" y="346128"/>
                </a:lnTo>
                <a:lnTo>
                  <a:pt x="848762" y="346015"/>
                </a:lnTo>
                <a:lnTo>
                  <a:pt x="848884" y="345925"/>
                </a:lnTo>
                <a:lnTo>
                  <a:pt x="848967" y="345835"/>
                </a:lnTo>
                <a:lnTo>
                  <a:pt x="849089" y="345722"/>
                </a:lnTo>
                <a:lnTo>
                  <a:pt x="849211" y="345632"/>
                </a:lnTo>
                <a:lnTo>
                  <a:pt x="849291" y="345542"/>
                </a:lnTo>
                <a:lnTo>
                  <a:pt x="849417" y="345429"/>
                </a:lnTo>
                <a:lnTo>
                  <a:pt x="849539" y="345339"/>
                </a:lnTo>
                <a:lnTo>
                  <a:pt x="849619" y="345227"/>
                </a:lnTo>
                <a:lnTo>
                  <a:pt x="849741" y="345136"/>
                </a:lnTo>
                <a:lnTo>
                  <a:pt x="849866" y="345024"/>
                </a:lnTo>
                <a:lnTo>
                  <a:pt x="849958" y="344911"/>
                </a:lnTo>
                <a:lnTo>
                  <a:pt x="850080" y="344798"/>
                </a:lnTo>
                <a:lnTo>
                  <a:pt x="850202" y="344708"/>
                </a:lnTo>
                <a:lnTo>
                  <a:pt x="850283" y="344595"/>
                </a:lnTo>
                <a:lnTo>
                  <a:pt x="850408" y="344483"/>
                </a:lnTo>
                <a:lnTo>
                  <a:pt x="850530" y="344393"/>
                </a:lnTo>
                <a:lnTo>
                  <a:pt x="850652" y="344280"/>
                </a:lnTo>
                <a:lnTo>
                  <a:pt x="850732" y="344167"/>
                </a:lnTo>
                <a:lnTo>
                  <a:pt x="850857" y="344077"/>
                </a:lnTo>
                <a:lnTo>
                  <a:pt x="850980" y="343964"/>
                </a:lnTo>
                <a:lnTo>
                  <a:pt x="851060" y="343852"/>
                </a:lnTo>
                <a:lnTo>
                  <a:pt x="851194" y="343739"/>
                </a:lnTo>
                <a:lnTo>
                  <a:pt x="851316" y="343626"/>
                </a:lnTo>
                <a:lnTo>
                  <a:pt x="851396" y="343514"/>
                </a:lnTo>
                <a:lnTo>
                  <a:pt x="851521" y="343401"/>
                </a:lnTo>
                <a:lnTo>
                  <a:pt x="851643" y="343311"/>
                </a:lnTo>
                <a:lnTo>
                  <a:pt x="851724" y="343198"/>
                </a:lnTo>
                <a:lnTo>
                  <a:pt x="851846" y="343086"/>
                </a:lnTo>
                <a:lnTo>
                  <a:pt x="851971" y="342973"/>
                </a:lnTo>
                <a:lnTo>
                  <a:pt x="852051" y="342860"/>
                </a:lnTo>
                <a:lnTo>
                  <a:pt x="852173" y="342748"/>
                </a:lnTo>
                <a:lnTo>
                  <a:pt x="852295" y="342635"/>
                </a:lnTo>
                <a:lnTo>
                  <a:pt x="852379" y="342500"/>
                </a:lnTo>
                <a:lnTo>
                  <a:pt x="852510" y="342387"/>
                </a:lnTo>
                <a:lnTo>
                  <a:pt x="852635" y="342297"/>
                </a:lnTo>
                <a:lnTo>
                  <a:pt x="852706" y="342162"/>
                </a:lnTo>
                <a:lnTo>
                  <a:pt x="852837" y="342049"/>
                </a:lnTo>
                <a:lnTo>
                  <a:pt x="852959" y="341936"/>
                </a:lnTo>
                <a:lnTo>
                  <a:pt x="853043" y="341801"/>
                </a:lnTo>
                <a:lnTo>
                  <a:pt x="853165" y="341688"/>
                </a:lnTo>
                <a:lnTo>
                  <a:pt x="853287" y="341553"/>
                </a:lnTo>
                <a:lnTo>
                  <a:pt x="853409" y="341440"/>
                </a:lnTo>
                <a:lnTo>
                  <a:pt x="853492" y="341305"/>
                </a:lnTo>
                <a:lnTo>
                  <a:pt x="853614" y="341193"/>
                </a:lnTo>
                <a:lnTo>
                  <a:pt x="853736" y="341057"/>
                </a:lnTo>
                <a:lnTo>
                  <a:pt x="853820" y="340945"/>
                </a:lnTo>
                <a:lnTo>
                  <a:pt x="853942" y="340809"/>
                </a:lnTo>
                <a:lnTo>
                  <a:pt x="854073" y="340674"/>
                </a:lnTo>
                <a:lnTo>
                  <a:pt x="854156" y="340562"/>
                </a:lnTo>
                <a:lnTo>
                  <a:pt x="854278" y="340426"/>
                </a:lnTo>
                <a:lnTo>
                  <a:pt x="854400" y="340291"/>
                </a:lnTo>
                <a:lnTo>
                  <a:pt x="854484" y="340178"/>
                </a:lnTo>
                <a:lnTo>
                  <a:pt x="854606" y="340043"/>
                </a:lnTo>
                <a:lnTo>
                  <a:pt x="854728" y="339908"/>
                </a:lnTo>
                <a:lnTo>
                  <a:pt x="854811" y="339773"/>
                </a:lnTo>
                <a:lnTo>
                  <a:pt x="854933" y="339638"/>
                </a:lnTo>
                <a:lnTo>
                  <a:pt x="855055" y="339502"/>
                </a:lnTo>
                <a:lnTo>
                  <a:pt x="855136" y="339367"/>
                </a:lnTo>
                <a:lnTo>
                  <a:pt x="855261" y="339232"/>
                </a:lnTo>
                <a:lnTo>
                  <a:pt x="855383" y="339097"/>
                </a:lnTo>
                <a:lnTo>
                  <a:pt x="855463" y="338962"/>
                </a:lnTo>
                <a:lnTo>
                  <a:pt x="855597" y="338826"/>
                </a:lnTo>
                <a:lnTo>
                  <a:pt x="855719" y="338691"/>
                </a:lnTo>
                <a:lnTo>
                  <a:pt x="855841" y="338556"/>
                </a:lnTo>
                <a:lnTo>
                  <a:pt x="855925" y="338421"/>
                </a:lnTo>
                <a:lnTo>
                  <a:pt x="856047" y="338285"/>
                </a:lnTo>
                <a:lnTo>
                  <a:pt x="856169" y="338150"/>
                </a:lnTo>
                <a:lnTo>
                  <a:pt x="856249" y="338015"/>
                </a:lnTo>
                <a:lnTo>
                  <a:pt x="856374" y="337880"/>
                </a:lnTo>
                <a:lnTo>
                  <a:pt x="856496" y="337722"/>
                </a:lnTo>
                <a:lnTo>
                  <a:pt x="856577" y="337587"/>
                </a:lnTo>
                <a:lnTo>
                  <a:pt x="856699" y="337452"/>
                </a:lnTo>
                <a:lnTo>
                  <a:pt x="856824" y="337316"/>
                </a:lnTo>
                <a:lnTo>
                  <a:pt x="856904" y="337159"/>
                </a:lnTo>
                <a:lnTo>
                  <a:pt x="857026" y="337023"/>
                </a:lnTo>
                <a:lnTo>
                  <a:pt x="857148" y="336888"/>
                </a:lnTo>
                <a:lnTo>
                  <a:pt x="857241" y="336730"/>
                </a:lnTo>
                <a:lnTo>
                  <a:pt x="857363" y="336595"/>
                </a:lnTo>
                <a:lnTo>
                  <a:pt x="857488" y="336460"/>
                </a:lnTo>
                <a:lnTo>
                  <a:pt x="857568" y="336302"/>
                </a:lnTo>
                <a:lnTo>
                  <a:pt x="857690" y="336167"/>
                </a:lnTo>
                <a:lnTo>
                  <a:pt x="857812" y="336009"/>
                </a:lnTo>
                <a:lnTo>
                  <a:pt x="857895" y="335852"/>
                </a:lnTo>
                <a:lnTo>
                  <a:pt x="858018" y="335716"/>
                </a:lnTo>
                <a:lnTo>
                  <a:pt x="858140" y="335559"/>
                </a:lnTo>
                <a:lnTo>
                  <a:pt x="858262" y="335401"/>
                </a:lnTo>
                <a:lnTo>
                  <a:pt x="858345" y="335266"/>
                </a:lnTo>
                <a:lnTo>
                  <a:pt x="858467" y="335108"/>
                </a:lnTo>
                <a:lnTo>
                  <a:pt x="858589" y="334950"/>
                </a:lnTo>
                <a:lnTo>
                  <a:pt x="858673" y="334792"/>
                </a:lnTo>
                <a:lnTo>
                  <a:pt x="858804" y="334635"/>
                </a:lnTo>
                <a:lnTo>
                  <a:pt x="858926" y="334477"/>
                </a:lnTo>
                <a:lnTo>
                  <a:pt x="859009" y="334319"/>
                </a:lnTo>
                <a:lnTo>
                  <a:pt x="859131" y="334161"/>
                </a:lnTo>
                <a:lnTo>
                  <a:pt x="859253" y="334004"/>
                </a:lnTo>
                <a:lnTo>
                  <a:pt x="859336" y="333846"/>
                </a:lnTo>
                <a:lnTo>
                  <a:pt x="859459" y="333666"/>
                </a:lnTo>
                <a:lnTo>
                  <a:pt x="859581" y="333508"/>
                </a:lnTo>
                <a:lnTo>
                  <a:pt x="859664" y="333328"/>
                </a:lnTo>
                <a:lnTo>
                  <a:pt x="859786" y="333170"/>
                </a:lnTo>
                <a:lnTo>
                  <a:pt x="859917" y="332990"/>
                </a:lnTo>
                <a:lnTo>
                  <a:pt x="859988" y="332832"/>
                </a:lnTo>
                <a:lnTo>
                  <a:pt x="860111" y="332652"/>
                </a:lnTo>
                <a:lnTo>
                  <a:pt x="860244" y="332494"/>
                </a:lnTo>
                <a:lnTo>
                  <a:pt x="860328" y="332313"/>
                </a:lnTo>
                <a:lnTo>
                  <a:pt x="860450" y="332133"/>
                </a:lnTo>
                <a:lnTo>
                  <a:pt x="860572" y="331975"/>
                </a:lnTo>
                <a:lnTo>
                  <a:pt x="860694" y="331795"/>
                </a:lnTo>
                <a:lnTo>
                  <a:pt x="860777" y="331615"/>
                </a:lnTo>
                <a:lnTo>
                  <a:pt x="860899" y="331457"/>
                </a:lnTo>
                <a:lnTo>
                  <a:pt x="861022" y="331254"/>
                </a:lnTo>
                <a:lnTo>
                  <a:pt x="861102" y="331097"/>
                </a:lnTo>
                <a:lnTo>
                  <a:pt x="861227" y="330916"/>
                </a:lnTo>
                <a:lnTo>
                  <a:pt x="861349" y="330736"/>
                </a:lnTo>
                <a:lnTo>
                  <a:pt x="861441" y="330556"/>
                </a:lnTo>
                <a:lnTo>
                  <a:pt x="861563" y="330375"/>
                </a:lnTo>
                <a:lnTo>
                  <a:pt x="861685" y="330195"/>
                </a:lnTo>
                <a:lnTo>
                  <a:pt x="861766" y="330015"/>
                </a:lnTo>
                <a:lnTo>
                  <a:pt x="861891" y="329812"/>
                </a:lnTo>
                <a:lnTo>
                  <a:pt x="862013" y="329632"/>
                </a:lnTo>
                <a:lnTo>
                  <a:pt x="862093" y="329451"/>
                </a:lnTo>
                <a:lnTo>
                  <a:pt x="862215" y="329271"/>
                </a:lnTo>
                <a:lnTo>
                  <a:pt x="862340" y="329068"/>
                </a:lnTo>
                <a:lnTo>
                  <a:pt x="862421" y="328888"/>
                </a:lnTo>
                <a:lnTo>
                  <a:pt x="862543" y="328685"/>
                </a:lnTo>
                <a:lnTo>
                  <a:pt x="862665" y="328505"/>
                </a:lnTo>
                <a:lnTo>
                  <a:pt x="862748" y="328302"/>
                </a:lnTo>
                <a:lnTo>
                  <a:pt x="862879" y="328122"/>
                </a:lnTo>
                <a:lnTo>
                  <a:pt x="863004" y="327919"/>
                </a:lnTo>
                <a:lnTo>
                  <a:pt x="863126" y="327739"/>
                </a:lnTo>
                <a:lnTo>
                  <a:pt x="863207" y="327536"/>
                </a:lnTo>
                <a:lnTo>
                  <a:pt x="863329" y="327356"/>
                </a:lnTo>
                <a:lnTo>
                  <a:pt x="863454" y="327153"/>
                </a:lnTo>
                <a:lnTo>
                  <a:pt x="863534" y="326972"/>
                </a:lnTo>
                <a:lnTo>
                  <a:pt x="863656" y="326747"/>
                </a:lnTo>
                <a:lnTo>
                  <a:pt x="863778" y="326567"/>
                </a:lnTo>
                <a:lnTo>
                  <a:pt x="863862" y="326364"/>
                </a:lnTo>
                <a:lnTo>
                  <a:pt x="863984" y="326184"/>
                </a:lnTo>
                <a:lnTo>
                  <a:pt x="864106" y="325981"/>
                </a:lnTo>
                <a:lnTo>
                  <a:pt x="864189" y="325778"/>
                </a:lnTo>
                <a:lnTo>
                  <a:pt x="864311" y="325575"/>
                </a:lnTo>
                <a:lnTo>
                  <a:pt x="864433" y="325395"/>
                </a:lnTo>
                <a:lnTo>
                  <a:pt x="864526" y="325192"/>
                </a:lnTo>
                <a:lnTo>
                  <a:pt x="864648" y="324989"/>
                </a:lnTo>
                <a:lnTo>
                  <a:pt x="864770" y="324786"/>
                </a:lnTo>
                <a:lnTo>
                  <a:pt x="864853" y="324584"/>
                </a:lnTo>
                <a:lnTo>
                  <a:pt x="864975" y="324403"/>
                </a:lnTo>
                <a:lnTo>
                  <a:pt x="865097" y="324201"/>
                </a:lnTo>
                <a:lnTo>
                  <a:pt x="865181" y="323998"/>
                </a:lnTo>
                <a:lnTo>
                  <a:pt x="865303" y="323795"/>
                </a:lnTo>
                <a:lnTo>
                  <a:pt x="865425" y="323592"/>
                </a:lnTo>
                <a:lnTo>
                  <a:pt x="865547" y="323389"/>
                </a:lnTo>
                <a:lnTo>
                  <a:pt x="865630" y="323209"/>
                </a:lnTo>
                <a:lnTo>
                  <a:pt x="865752" y="323006"/>
                </a:lnTo>
                <a:lnTo>
                  <a:pt x="865874" y="322803"/>
                </a:lnTo>
                <a:lnTo>
                  <a:pt x="865955" y="322578"/>
                </a:lnTo>
                <a:lnTo>
                  <a:pt x="866089" y="322375"/>
                </a:lnTo>
                <a:lnTo>
                  <a:pt x="866211" y="322172"/>
                </a:lnTo>
                <a:lnTo>
                  <a:pt x="866294" y="321970"/>
                </a:lnTo>
                <a:lnTo>
                  <a:pt x="866416" y="321767"/>
                </a:lnTo>
                <a:lnTo>
                  <a:pt x="866538" y="321564"/>
                </a:lnTo>
                <a:lnTo>
                  <a:pt x="866619" y="321361"/>
                </a:lnTo>
                <a:lnTo>
                  <a:pt x="866744" y="321158"/>
                </a:lnTo>
                <a:lnTo>
                  <a:pt x="866866" y="320933"/>
                </a:lnTo>
                <a:lnTo>
                  <a:pt x="866946" y="320730"/>
                </a:lnTo>
                <a:lnTo>
                  <a:pt x="867068" y="320527"/>
                </a:lnTo>
                <a:lnTo>
                  <a:pt x="867193" y="320324"/>
                </a:lnTo>
                <a:lnTo>
                  <a:pt x="867274" y="320122"/>
                </a:lnTo>
                <a:lnTo>
                  <a:pt x="867396" y="319896"/>
                </a:lnTo>
                <a:lnTo>
                  <a:pt x="867518" y="319693"/>
                </a:lnTo>
                <a:lnTo>
                  <a:pt x="867610" y="319491"/>
                </a:lnTo>
                <a:lnTo>
                  <a:pt x="867732" y="319288"/>
                </a:lnTo>
                <a:lnTo>
                  <a:pt x="867857" y="319062"/>
                </a:lnTo>
                <a:lnTo>
                  <a:pt x="867979" y="318860"/>
                </a:lnTo>
                <a:lnTo>
                  <a:pt x="868060" y="318634"/>
                </a:lnTo>
                <a:lnTo>
                  <a:pt x="868182" y="318431"/>
                </a:lnTo>
                <a:lnTo>
                  <a:pt x="868307" y="318206"/>
                </a:lnTo>
                <a:lnTo>
                  <a:pt x="868387" y="318003"/>
                </a:lnTo>
                <a:lnTo>
                  <a:pt x="868509" y="317800"/>
                </a:lnTo>
                <a:lnTo>
                  <a:pt x="868631" y="317575"/>
                </a:lnTo>
                <a:lnTo>
                  <a:pt x="868715" y="317372"/>
                </a:lnTo>
                <a:lnTo>
                  <a:pt x="868846" y="317147"/>
                </a:lnTo>
                <a:lnTo>
                  <a:pt x="868971" y="316944"/>
                </a:lnTo>
                <a:lnTo>
                  <a:pt x="869042" y="316719"/>
                </a:lnTo>
                <a:lnTo>
                  <a:pt x="869173" y="316493"/>
                </a:lnTo>
                <a:lnTo>
                  <a:pt x="869295" y="316290"/>
                </a:lnTo>
                <a:lnTo>
                  <a:pt x="869378" y="316065"/>
                </a:lnTo>
                <a:lnTo>
                  <a:pt x="869500" y="315862"/>
                </a:lnTo>
                <a:lnTo>
                  <a:pt x="869623" y="315637"/>
                </a:lnTo>
                <a:lnTo>
                  <a:pt x="869706" y="315412"/>
                </a:lnTo>
                <a:lnTo>
                  <a:pt x="869828" y="315209"/>
                </a:lnTo>
                <a:lnTo>
                  <a:pt x="869950" y="314983"/>
                </a:lnTo>
                <a:lnTo>
                  <a:pt x="870033" y="314758"/>
                </a:lnTo>
                <a:lnTo>
                  <a:pt x="870155" y="314533"/>
                </a:lnTo>
                <a:lnTo>
                  <a:pt x="870278" y="314330"/>
                </a:lnTo>
                <a:lnTo>
                  <a:pt x="870358" y="314105"/>
                </a:lnTo>
                <a:lnTo>
                  <a:pt x="870492" y="313879"/>
                </a:lnTo>
                <a:lnTo>
                  <a:pt x="870614" y="313654"/>
                </a:lnTo>
                <a:lnTo>
                  <a:pt x="870736" y="313428"/>
                </a:lnTo>
                <a:lnTo>
                  <a:pt x="870819" y="313203"/>
                </a:lnTo>
                <a:lnTo>
                  <a:pt x="870941" y="312978"/>
                </a:lnTo>
                <a:lnTo>
                  <a:pt x="871063" y="312752"/>
                </a:lnTo>
                <a:lnTo>
                  <a:pt x="871147" y="312527"/>
                </a:lnTo>
                <a:lnTo>
                  <a:pt x="871269" y="312302"/>
                </a:lnTo>
                <a:lnTo>
                  <a:pt x="871391" y="312076"/>
                </a:lnTo>
                <a:lnTo>
                  <a:pt x="871471" y="311828"/>
                </a:lnTo>
                <a:lnTo>
                  <a:pt x="871596" y="311603"/>
                </a:lnTo>
                <a:lnTo>
                  <a:pt x="871718" y="311355"/>
                </a:lnTo>
                <a:lnTo>
                  <a:pt x="871811" y="311130"/>
                </a:lnTo>
                <a:lnTo>
                  <a:pt x="871933" y="310882"/>
                </a:lnTo>
                <a:lnTo>
                  <a:pt x="872055" y="310657"/>
                </a:lnTo>
                <a:lnTo>
                  <a:pt x="872135" y="310409"/>
                </a:lnTo>
                <a:lnTo>
                  <a:pt x="872260" y="310161"/>
                </a:lnTo>
                <a:lnTo>
                  <a:pt x="872382" y="309913"/>
                </a:lnTo>
                <a:lnTo>
                  <a:pt x="872463" y="309665"/>
                </a:lnTo>
                <a:lnTo>
                  <a:pt x="872585" y="309417"/>
                </a:lnTo>
                <a:lnTo>
                  <a:pt x="872710" y="309169"/>
                </a:lnTo>
                <a:lnTo>
                  <a:pt x="872790" y="308899"/>
                </a:lnTo>
                <a:lnTo>
                  <a:pt x="872912" y="308673"/>
                </a:lnTo>
                <a:lnTo>
                  <a:pt x="873034" y="308403"/>
                </a:lnTo>
                <a:lnTo>
                  <a:pt x="873159" y="308155"/>
                </a:lnTo>
                <a:lnTo>
                  <a:pt x="873240" y="307885"/>
                </a:lnTo>
                <a:lnTo>
                  <a:pt x="873374" y="307637"/>
                </a:lnTo>
                <a:lnTo>
                  <a:pt x="873496" y="307366"/>
                </a:lnTo>
                <a:lnTo>
                  <a:pt x="873576" y="307118"/>
                </a:lnTo>
                <a:lnTo>
                  <a:pt x="873698" y="306848"/>
                </a:lnTo>
                <a:lnTo>
                  <a:pt x="873823" y="306578"/>
                </a:lnTo>
                <a:lnTo>
                  <a:pt x="873904" y="306307"/>
                </a:lnTo>
                <a:lnTo>
                  <a:pt x="874026" y="306059"/>
                </a:lnTo>
                <a:lnTo>
                  <a:pt x="874148" y="305766"/>
                </a:lnTo>
                <a:lnTo>
                  <a:pt x="874231" y="305518"/>
                </a:lnTo>
                <a:lnTo>
                  <a:pt x="874353" y="305225"/>
                </a:lnTo>
                <a:lnTo>
                  <a:pt x="874475" y="304955"/>
                </a:lnTo>
                <a:lnTo>
                  <a:pt x="874559" y="304685"/>
                </a:lnTo>
                <a:lnTo>
                  <a:pt x="874681" y="304414"/>
                </a:lnTo>
                <a:lnTo>
                  <a:pt x="874803" y="304121"/>
                </a:lnTo>
                <a:lnTo>
                  <a:pt x="874895" y="303851"/>
                </a:lnTo>
                <a:lnTo>
                  <a:pt x="875017" y="303558"/>
                </a:lnTo>
                <a:lnTo>
                  <a:pt x="875139" y="303265"/>
                </a:lnTo>
                <a:lnTo>
                  <a:pt x="875223" y="302994"/>
                </a:lnTo>
                <a:lnTo>
                  <a:pt x="875345" y="302679"/>
                </a:lnTo>
                <a:lnTo>
                  <a:pt x="875467" y="302408"/>
                </a:lnTo>
                <a:lnTo>
                  <a:pt x="875589" y="302115"/>
                </a:lnTo>
                <a:lnTo>
                  <a:pt x="875672" y="301822"/>
                </a:lnTo>
                <a:lnTo>
                  <a:pt x="875794" y="301507"/>
                </a:lnTo>
                <a:lnTo>
                  <a:pt x="875916" y="301237"/>
                </a:lnTo>
                <a:lnTo>
                  <a:pt x="876000" y="300921"/>
                </a:lnTo>
                <a:lnTo>
                  <a:pt x="876122" y="300628"/>
                </a:lnTo>
                <a:lnTo>
                  <a:pt x="876253" y="300313"/>
                </a:lnTo>
                <a:lnTo>
                  <a:pt x="876324" y="300020"/>
                </a:lnTo>
                <a:lnTo>
                  <a:pt x="876458" y="299704"/>
                </a:lnTo>
                <a:lnTo>
                  <a:pt x="876580" y="299411"/>
                </a:lnTo>
                <a:lnTo>
                  <a:pt x="876664" y="299096"/>
                </a:lnTo>
                <a:lnTo>
                  <a:pt x="876786" y="298803"/>
                </a:lnTo>
                <a:lnTo>
                  <a:pt x="876908" y="298487"/>
                </a:lnTo>
                <a:lnTo>
                  <a:pt x="876988" y="298172"/>
                </a:lnTo>
                <a:lnTo>
                  <a:pt x="877113" y="297856"/>
                </a:lnTo>
                <a:lnTo>
                  <a:pt x="877235" y="297563"/>
                </a:lnTo>
                <a:lnTo>
                  <a:pt x="877316" y="297248"/>
                </a:lnTo>
                <a:lnTo>
                  <a:pt x="877438" y="296932"/>
                </a:lnTo>
                <a:lnTo>
                  <a:pt x="877563" y="296617"/>
                </a:lnTo>
                <a:lnTo>
                  <a:pt x="877643" y="296301"/>
                </a:lnTo>
                <a:lnTo>
                  <a:pt x="877765" y="295986"/>
                </a:lnTo>
                <a:lnTo>
                  <a:pt x="877899" y="295648"/>
                </a:lnTo>
                <a:lnTo>
                  <a:pt x="878021" y="295332"/>
                </a:lnTo>
                <a:lnTo>
                  <a:pt x="878102" y="295017"/>
                </a:lnTo>
                <a:lnTo>
                  <a:pt x="878227" y="294701"/>
                </a:lnTo>
                <a:lnTo>
                  <a:pt x="878349" y="294386"/>
                </a:lnTo>
                <a:lnTo>
                  <a:pt x="878429" y="294070"/>
                </a:lnTo>
                <a:lnTo>
                  <a:pt x="878551" y="293755"/>
                </a:lnTo>
                <a:lnTo>
                  <a:pt x="878676" y="293417"/>
                </a:lnTo>
                <a:lnTo>
                  <a:pt x="878756" y="293101"/>
                </a:lnTo>
                <a:lnTo>
                  <a:pt x="878879" y="292786"/>
                </a:lnTo>
                <a:lnTo>
                  <a:pt x="879001" y="292470"/>
                </a:lnTo>
                <a:lnTo>
                  <a:pt x="879084" y="292132"/>
                </a:lnTo>
                <a:lnTo>
                  <a:pt x="879218" y="291817"/>
                </a:lnTo>
                <a:lnTo>
                  <a:pt x="879340" y="291501"/>
                </a:lnTo>
                <a:lnTo>
                  <a:pt x="879420" y="291163"/>
                </a:lnTo>
                <a:lnTo>
                  <a:pt x="879542" y="290848"/>
                </a:lnTo>
                <a:lnTo>
                  <a:pt x="879668" y="290532"/>
                </a:lnTo>
                <a:lnTo>
                  <a:pt x="879748" y="290217"/>
                </a:lnTo>
                <a:lnTo>
                  <a:pt x="879870" y="289901"/>
                </a:lnTo>
                <a:lnTo>
                  <a:pt x="879992" y="289586"/>
                </a:lnTo>
                <a:lnTo>
                  <a:pt x="880075" y="289270"/>
                </a:lnTo>
                <a:lnTo>
                  <a:pt x="880197" y="288955"/>
                </a:lnTo>
                <a:lnTo>
                  <a:pt x="880319" y="288639"/>
                </a:lnTo>
                <a:lnTo>
                  <a:pt x="880442" y="288324"/>
                </a:lnTo>
                <a:lnTo>
                  <a:pt x="880525" y="288008"/>
                </a:lnTo>
                <a:lnTo>
                  <a:pt x="880647" y="287692"/>
                </a:lnTo>
                <a:lnTo>
                  <a:pt x="880769" y="287400"/>
                </a:lnTo>
                <a:lnTo>
                  <a:pt x="880861" y="287084"/>
                </a:lnTo>
                <a:lnTo>
                  <a:pt x="880983" y="286769"/>
                </a:lnTo>
                <a:lnTo>
                  <a:pt x="881105" y="286453"/>
                </a:lnTo>
                <a:lnTo>
                  <a:pt x="881189" y="286138"/>
                </a:lnTo>
                <a:lnTo>
                  <a:pt x="881311" y="285845"/>
                </a:lnTo>
                <a:lnTo>
                  <a:pt x="881433" y="285529"/>
                </a:lnTo>
                <a:lnTo>
                  <a:pt x="881516" y="285236"/>
                </a:lnTo>
                <a:lnTo>
                  <a:pt x="881638" y="284921"/>
                </a:lnTo>
                <a:lnTo>
                  <a:pt x="881760" y="284628"/>
                </a:lnTo>
                <a:lnTo>
                  <a:pt x="881841" y="284335"/>
                </a:lnTo>
                <a:lnTo>
                  <a:pt x="881966" y="284042"/>
                </a:lnTo>
                <a:lnTo>
                  <a:pt x="882088" y="283749"/>
                </a:lnTo>
                <a:lnTo>
                  <a:pt x="882180" y="283456"/>
                </a:lnTo>
                <a:lnTo>
                  <a:pt x="882302" y="283163"/>
                </a:lnTo>
                <a:lnTo>
                  <a:pt x="882424" y="282870"/>
                </a:lnTo>
                <a:lnTo>
                  <a:pt x="882505" y="282577"/>
                </a:lnTo>
                <a:lnTo>
                  <a:pt x="882630" y="282284"/>
                </a:lnTo>
                <a:lnTo>
                  <a:pt x="882752" y="282013"/>
                </a:lnTo>
                <a:lnTo>
                  <a:pt x="882874" y="281743"/>
                </a:lnTo>
                <a:lnTo>
                  <a:pt x="882954" y="281450"/>
                </a:lnTo>
                <a:lnTo>
                  <a:pt x="883079" y="281180"/>
                </a:lnTo>
                <a:lnTo>
                  <a:pt x="883201" y="280909"/>
                </a:lnTo>
                <a:lnTo>
                  <a:pt x="883282" y="280639"/>
                </a:lnTo>
                <a:lnTo>
                  <a:pt x="883404" y="280368"/>
                </a:lnTo>
                <a:lnTo>
                  <a:pt x="883529" y="280098"/>
                </a:lnTo>
                <a:lnTo>
                  <a:pt x="883609" y="279827"/>
                </a:lnTo>
                <a:lnTo>
                  <a:pt x="883731" y="279557"/>
                </a:lnTo>
                <a:lnTo>
                  <a:pt x="883853" y="279309"/>
                </a:lnTo>
                <a:lnTo>
                  <a:pt x="883946" y="279061"/>
                </a:lnTo>
                <a:lnTo>
                  <a:pt x="884071" y="278791"/>
                </a:lnTo>
                <a:lnTo>
                  <a:pt x="884193" y="278543"/>
                </a:lnTo>
                <a:lnTo>
                  <a:pt x="884273" y="278295"/>
                </a:lnTo>
                <a:lnTo>
                  <a:pt x="884395" y="278047"/>
                </a:lnTo>
                <a:lnTo>
                  <a:pt x="884520" y="277822"/>
                </a:lnTo>
                <a:lnTo>
                  <a:pt x="884601" y="277574"/>
                </a:lnTo>
                <a:lnTo>
                  <a:pt x="884723" y="277326"/>
                </a:lnTo>
                <a:lnTo>
                  <a:pt x="884845" y="277101"/>
                </a:lnTo>
                <a:lnTo>
                  <a:pt x="884928" y="276853"/>
                </a:lnTo>
                <a:lnTo>
                  <a:pt x="885050" y="276627"/>
                </a:lnTo>
                <a:lnTo>
                  <a:pt x="885172" y="276380"/>
                </a:lnTo>
                <a:lnTo>
                  <a:pt x="885306" y="276177"/>
                </a:lnTo>
                <a:lnTo>
                  <a:pt x="885387" y="275951"/>
                </a:lnTo>
                <a:lnTo>
                  <a:pt x="885509" y="275726"/>
                </a:lnTo>
                <a:lnTo>
                  <a:pt x="885634" y="275501"/>
                </a:lnTo>
                <a:lnTo>
                  <a:pt x="885714" y="275275"/>
                </a:lnTo>
                <a:lnTo>
                  <a:pt x="885836" y="275072"/>
                </a:lnTo>
                <a:lnTo>
                  <a:pt x="885958" y="274847"/>
                </a:lnTo>
                <a:lnTo>
                  <a:pt x="886042" y="274644"/>
                </a:lnTo>
                <a:lnTo>
                  <a:pt x="886164" y="274419"/>
                </a:lnTo>
                <a:lnTo>
                  <a:pt x="886286" y="274216"/>
                </a:lnTo>
                <a:lnTo>
                  <a:pt x="886369" y="274013"/>
                </a:lnTo>
                <a:lnTo>
                  <a:pt x="886500" y="273810"/>
                </a:lnTo>
                <a:lnTo>
                  <a:pt x="886622" y="273608"/>
                </a:lnTo>
                <a:lnTo>
                  <a:pt x="886694" y="273405"/>
                </a:lnTo>
                <a:lnTo>
                  <a:pt x="886828" y="273202"/>
                </a:lnTo>
                <a:lnTo>
                  <a:pt x="886950" y="272999"/>
                </a:lnTo>
                <a:lnTo>
                  <a:pt x="887033" y="272796"/>
                </a:lnTo>
                <a:lnTo>
                  <a:pt x="887155" y="272616"/>
                </a:lnTo>
                <a:lnTo>
                  <a:pt x="887277" y="272436"/>
                </a:lnTo>
                <a:lnTo>
                  <a:pt x="887358" y="272233"/>
                </a:lnTo>
                <a:lnTo>
                  <a:pt x="887483" y="272053"/>
                </a:lnTo>
                <a:lnTo>
                  <a:pt x="887605" y="271872"/>
                </a:lnTo>
                <a:lnTo>
                  <a:pt x="887685" y="271692"/>
                </a:lnTo>
                <a:lnTo>
                  <a:pt x="887807" y="271489"/>
                </a:lnTo>
                <a:lnTo>
                  <a:pt x="887932" y="271331"/>
                </a:lnTo>
                <a:lnTo>
                  <a:pt x="888054" y="271129"/>
                </a:lnTo>
                <a:lnTo>
                  <a:pt x="888146" y="270971"/>
                </a:lnTo>
                <a:lnTo>
                  <a:pt x="888269" y="270791"/>
                </a:lnTo>
                <a:lnTo>
                  <a:pt x="888391" y="270610"/>
                </a:lnTo>
                <a:lnTo>
                  <a:pt x="888474" y="270453"/>
                </a:lnTo>
                <a:lnTo>
                  <a:pt x="888596" y="270295"/>
                </a:lnTo>
                <a:lnTo>
                  <a:pt x="888718" y="270137"/>
                </a:lnTo>
                <a:lnTo>
                  <a:pt x="888798" y="269957"/>
                </a:lnTo>
                <a:lnTo>
                  <a:pt x="888924" y="269799"/>
                </a:lnTo>
                <a:lnTo>
                  <a:pt x="889046" y="269641"/>
                </a:lnTo>
                <a:lnTo>
                  <a:pt x="889126" y="269484"/>
                </a:lnTo>
                <a:lnTo>
                  <a:pt x="889248" y="269348"/>
                </a:lnTo>
                <a:lnTo>
                  <a:pt x="889373" y="269191"/>
                </a:lnTo>
                <a:lnTo>
                  <a:pt x="889453" y="269055"/>
                </a:lnTo>
                <a:lnTo>
                  <a:pt x="889576" y="268898"/>
                </a:lnTo>
                <a:lnTo>
                  <a:pt x="889709" y="268762"/>
                </a:lnTo>
                <a:lnTo>
                  <a:pt x="889790" y="268605"/>
                </a:lnTo>
                <a:lnTo>
                  <a:pt x="889912" y="268469"/>
                </a:lnTo>
                <a:lnTo>
                  <a:pt x="890037" y="268334"/>
                </a:lnTo>
                <a:lnTo>
                  <a:pt x="890117" y="268199"/>
                </a:lnTo>
                <a:lnTo>
                  <a:pt x="890239" y="268064"/>
                </a:lnTo>
                <a:lnTo>
                  <a:pt x="890361" y="267929"/>
                </a:lnTo>
                <a:lnTo>
                  <a:pt x="890487" y="267816"/>
                </a:lnTo>
                <a:lnTo>
                  <a:pt x="890567" y="267681"/>
                </a:lnTo>
                <a:lnTo>
                  <a:pt x="890689" y="267545"/>
                </a:lnTo>
                <a:lnTo>
                  <a:pt x="890811" y="267433"/>
                </a:lnTo>
                <a:lnTo>
                  <a:pt x="890894" y="267320"/>
                </a:lnTo>
                <a:lnTo>
                  <a:pt x="891016" y="267207"/>
                </a:lnTo>
                <a:lnTo>
                  <a:pt x="891139" y="267072"/>
                </a:lnTo>
                <a:lnTo>
                  <a:pt x="891231" y="266960"/>
                </a:lnTo>
                <a:lnTo>
                  <a:pt x="891353" y="266869"/>
                </a:lnTo>
                <a:lnTo>
                  <a:pt x="891475" y="266757"/>
                </a:lnTo>
                <a:lnTo>
                  <a:pt x="891558" y="266644"/>
                </a:lnTo>
                <a:lnTo>
                  <a:pt x="891680" y="266531"/>
                </a:lnTo>
                <a:lnTo>
                  <a:pt x="891802" y="266441"/>
                </a:lnTo>
                <a:lnTo>
                  <a:pt x="891886" y="266351"/>
                </a:lnTo>
                <a:lnTo>
                  <a:pt x="892008" y="266238"/>
                </a:lnTo>
                <a:lnTo>
                  <a:pt x="892130" y="266148"/>
                </a:lnTo>
                <a:lnTo>
                  <a:pt x="892210" y="266058"/>
                </a:lnTo>
                <a:lnTo>
                  <a:pt x="892335" y="265968"/>
                </a:lnTo>
                <a:lnTo>
                  <a:pt x="892457" y="265878"/>
                </a:lnTo>
                <a:lnTo>
                  <a:pt x="892538" y="265765"/>
                </a:lnTo>
                <a:lnTo>
                  <a:pt x="892660" y="265698"/>
                </a:lnTo>
                <a:lnTo>
                  <a:pt x="892794" y="265607"/>
                </a:lnTo>
                <a:lnTo>
                  <a:pt x="892916" y="265517"/>
                </a:lnTo>
                <a:lnTo>
                  <a:pt x="892999" y="265450"/>
                </a:lnTo>
                <a:lnTo>
                  <a:pt x="893121" y="265359"/>
                </a:lnTo>
                <a:lnTo>
                  <a:pt x="893243" y="265269"/>
                </a:lnTo>
                <a:lnTo>
                  <a:pt x="893327" y="265179"/>
                </a:lnTo>
                <a:lnTo>
                  <a:pt x="893449" y="265112"/>
                </a:lnTo>
                <a:lnTo>
                  <a:pt x="893571" y="265021"/>
                </a:lnTo>
                <a:lnTo>
                  <a:pt x="893651" y="264931"/>
                </a:lnTo>
                <a:lnTo>
                  <a:pt x="893773" y="264864"/>
                </a:lnTo>
                <a:lnTo>
                  <a:pt x="893898" y="264774"/>
                </a:lnTo>
                <a:lnTo>
                  <a:pt x="893979" y="264706"/>
                </a:lnTo>
                <a:lnTo>
                  <a:pt x="894101" y="264616"/>
                </a:lnTo>
                <a:lnTo>
                  <a:pt x="894235" y="264548"/>
                </a:lnTo>
                <a:lnTo>
                  <a:pt x="894315" y="264458"/>
                </a:lnTo>
                <a:lnTo>
                  <a:pt x="894440" y="264390"/>
                </a:lnTo>
                <a:lnTo>
                  <a:pt x="894562" y="264300"/>
                </a:lnTo>
                <a:lnTo>
                  <a:pt x="894643" y="264233"/>
                </a:lnTo>
                <a:lnTo>
                  <a:pt x="894765" y="264143"/>
                </a:lnTo>
                <a:lnTo>
                  <a:pt x="894890" y="264075"/>
                </a:lnTo>
                <a:lnTo>
                  <a:pt x="894970" y="263985"/>
                </a:lnTo>
                <a:lnTo>
                  <a:pt x="895092" y="263917"/>
                </a:lnTo>
                <a:lnTo>
                  <a:pt x="895214" y="263827"/>
                </a:lnTo>
                <a:lnTo>
                  <a:pt x="895339" y="263759"/>
                </a:lnTo>
                <a:lnTo>
                  <a:pt x="895420" y="263669"/>
                </a:lnTo>
                <a:lnTo>
                  <a:pt x="895554" y="263579"/>
                </a:lnTo>
                <a:lnTo>
                  <a:pt x="895676" y="263512"/>
                </a:lnTo>
                <a:lnTo>
                  <a:pt x="895756" y="263421"/>
                </a:lnTo>
                <a:lnTo>
                  <a:pt x="895878" y="263354"/>
                </a:lnTo>
                <a:lnTo>
                  <a:pt x="896003" y="263241"/>
                </a:lnTo>
                <a:lnTo>
                  <a:pt x="896084" y="263174"/>
                </a:lnTo>
                <a:lnTo>
                  <a:pt x="896206" y="263083"/>
                </a:lnTo>
                <a:lnTo>
                  <a:pt x="896328" y="263016"/>
                </a:lnTo>
                <a:lnTo>
                  <a:pt x="896411" y="262926"/>
                </a:lnTo>
                <a:lnTo>
                  <a:pt x="896533" y="262835"/>
                </a:lnTo>
                <a:lnTo>
                  <a:pt x="896655" y="262745"/>
                </a:lnTo>
                <a:lnTo>
                  <a:pt x="896739" y="262678"/>
                </a:lnTo>
                <a:lnTo>
                  <a:pt x="896861" y="262588"/>
                </a:lnTo>
                <a:lnTo>
                  <a:pt x="896992" y="262497"/>
                </a:lnTo>
                <a:lnTo>
                  <a:pt x="897075" y="262407"/>
                </a:lnTo>
                <a:lnTo>
                  <a:pt x="897197" y="262317"/>
                </a:lnTo>
                <a:lnTo>
                  <a:pt x="897319" y="262227"/>
                </a:lnTo>
                <a:lnTo>
                  <a:pt x="897402" y="262137"/>
                </a:lnTo>
                <a:lnTo>
                  <a:pt x="897525" y="262047"/>
                </a:lnTo>
                <a:lnTo>
                  <a:pt x="897647" y="261957"/>
                </a:lnTo>
                <a:lnTo>
                  <a:pt x="897769" y="261866"/>
                </a:lnTo>
                <a:lnTo>
                  <a:pt x="897852" y="261776"/>
                </a:lnTo>
                <a:lnTo>
                  <a:pt x="897974" y="261686"/>
                </a:lnTo>
                <a:lnTo>
                  <a:pt x="898096" y="261596"/>
                </a:lnTo>
                <a:lnTo>
                  <a:pt x="898177" y="261506"/>
                </a:lnTo>
                <a:lnTo>
                  <a:pt x="898302" y="261416"/>
                </a:lnTo>
                <a:lnTo>
                  <a:pt x="898424" y="261326"/>
                </a:lnTo>
                <a:lnTo>
                  <a:pt x="898516" y="261235"/>
                </a:lnTo>
                <a:lnTo>
                  <a:pt x="898638" y="261145"/>
                </a:lnTo>
                <a:lnTo>
                  <a:pt x="898760" y="261033"/>
                </a:lnTo>
                <a:lnTo>
                  <a:pt x="898843" y="260942"/>
                </a:lnTo>
                <a:lnTo>
                  <a:pt x="898965" y="260852"/>
                </a:lnTo>
                <a:lnTo>
                  <a:pt x="899088" y="260740"/>
                </a:lnTo>
                <a:lnTo>
                  <a:pt x="899168" y="260649"/>
                </a:lnTo>
                <a:lnTo>
                  <a:pt x="899293" y="260559"/>
                </a:lnTo>
                <a:lnTo>
                  <a:pt x="899415" y="260469"/>
                </a:lnTo>
                <a:lnTo>
                  <a:pt x="899495" y="260357"/>
                </a:lnTo>
                <a:lnTo>
                  <a:pt x="899617" y="260266"/>
                </a:lnTo>
                <a:lnTo>
                  <a:pt x="899740" y="260176"/>
                </a:lnTo>
                <a:lnTo>
                  <a:pt x="899823" y="260064"/>
                </a:lnTo>
                <a:lnTo>
                  <a:pt x="899945" y="259973"/>
                </a:lnTo>
                <a:lnTo>
                  <a:pt x="900079" y="259861"/>
                </a:lnTo>
                <a:lnTo>
                  <a:pt x="900201" y="259748"/>
                </a:lnTo>
                <a:lnTo>
                  <a:pt x="900281" y="259635"/>
                </a:lnTo>
                <a:lnTo>
                  <a:pt x="900406" y="259545"/>
                </a:lnTo>
                <a:lnTo>
                  <a:pt x="900529" y="259433"/>
                </a:lnTo>
                <a:lnTo>
                  <a:pt x="900609" y="259320"/>
                </a:lnTo>
                <a:lnTo>
                  <a:pt x="900731" y="259207"/>
                </a:lnTo>
                <a:lnTo>
                  <a:pt x="900856" y="259095"/>
                </a:lnTo>
                <a:lnTo>
                  <a:pt x="900936" y="258982"/>
                </a:lnTo>
                <a:lnTo>
                  <a:pt x="901058" y="258869"/>
                </a:lnTo>
                <a:lnTo>
                  <a:pt x="901181" y="258756"/>
                </a:lnTo>
                <a:lnTo>
                  <a:pt x="901264" y="258644"/>
                </a:lnTo>
                <a:lnTo>
                  <a:pt x="901386" y="258531"/>
                </a:lnTo>
                <a:lnTo>
                  <a:pt x="901508" y="258396"/>
                </a:lnTo>
                <a:lnTo>
                  <a:pt x="901600" y="258283"/>
                </a:lnTo>
                <a:lnTo>
                  <a:pt x="901722" y="258148"/>
                </a:lnTo>
                <a:lnTo>
                  <a:pt x="901844" y="258013"/>
                </a:lnTo>
                <a:lnTo>
                  <a:pt x="901928" y="257900"/>
                </a:lnTo>
                <a:lnTo>
                  <a:pt x="902050" y="257765"/>
                </a:lnTo>
                <a:lnTo>
                  <a:pt x="902172" y="257652"/>
                </a:lnTo>
                <a:lnTo>
                  <a:pt x="902255" y="257494"/>
                </a:lnTo>
                <a:lnTo>
                  <a:pt x="902377" y="257382"/>
                </a:lnTo>
                <a:lnTo>
                  <a:pt x="902499" y="257224"/>
                </a:lnTo>
                <a:lnTo>
                  <a:pt x="902621" y="257111"/>
                </a:lnTo>
                <a:lnTo>
                  <a:pt x="902705" y="256976"/>
                </a:lnTo>
                <a:lnTo>
                  <a:pt x="902827" y="256818"/>
                </a:lnTo>
                <a:lnTo>
                  <a:pt x="902958" y="256683"/>
                </a:lnTo>
                <a:lnTo>
                  <a:pt x="903041" y="256548"/>
                </a:lnTo>
                <a:lnTo>
                  <a:pt x="903163" y="256390"/>
                </a:lnTo>
                <a:lnTo>
                  <a:pt x="903285" y="256255"/>
                </a:lnTo>
                <a:lnTo>
                  <a:pt x="903369" y="256097"/>
                </a:lnTo>
                <a:lnTo>
                  <a:pt x="903491" y="255962"/>
                </a:lnTo>
                <a:lnTo>
                  <a:pt x="903613" y="255804"/>
                </a:lnTo>
                <a:lnTo>
                  <a:pt x="903696" y="255669"/>
                </a:lnTo>
                <a:lnTo>
                  <a:pt x="903818" y="255511"/>
                </a:lnTo>
                <a:lnTo>
                  <a:pt x="903940" y="255354"/>
                </a:lnTo>
                <a:lnTo>
                  <a:pt x="904021" y="255196"/>
                </a:lnTo>
                <a:lnTo>
                  <a:pt x="904143" y="255038"/>
                </a:lnTo>
                <a:lnTo>
                  <a:pt x="904268" y="254903"/>
                </a:lnTo>
                <a:lnTo>
                  <a:pt x="904348" y="254745"/>
                </a:lnTo>
                <a:lnTo>
                  <a:pt x="904482" y="254587"/>
                </a:lnTo>
                <a:lnTo>
                  <a:pt x="904604" y="254430"/>
                </a:lnTo>
                <a:lnTo>
                  <a:pt x="904685" y="254272"/>
                </a:lnTo>
                <a:lnTo>
                  <a:pt x="904810" y="254114"/>
                </a:lnTo>
                <a:lnTo>
                  <a:pt x="904932" y="253956"/>
                </a:lnTo>
                <a:lnTo>
                  <a:pt x="905012" y="253799"/>
                </a:lnTo>
                <a:lnTo>
                  <a:pt x="905134" y="253641"/>
                </a:lnTo>
                <a:lnTo>
                  <a:pt x="905259" y="253483"/>
                </a:lnTo>
                <a:lnTo>
                  <a:pt x="905381" y="253325"/>
                </a:lnTo>
                <a:lnTo>
                  <a:pt x="905462" y="253168"/>
                </a:lnTo>
                <a:lnTo>
                  <a:pt x="905584" y="253010"/>
                </a:lnTo>
                <a:lnTo>
                  <a:pt x="905709" y="252852"/>
                </a:lnTo>
                <a:lnTo>
                  <a:pt x="905798" y="252672"/>
                </a:lnTo>
                <a:lnTo>
                  <a:pt x="905923" y="252514"/>
                </a:lnTo>
                <a:lnTo>
                  <a:pt x="906045" y="252356"/>
                </a:lnTo>
                <a:lnTo>
                  <a:pt x="906126" y="252199"/>
                </a:lnTo>
                <a:lnTo>
                  <a:pt x="906248" y="252041"/>
                </a:lnTo>
                <a:lnTo>
                  <a:pt x="906373" y="251861"/>
                </a:lnTo>
                <a:lnTo>
                  <a:pt x="906453" y="251703"/>
                </a:lnTo>
                <a:lnTo>
                  <a:pt x="906575" y="251545"/>
                </a:lnTo>
                <a:lnTo>
                  <a:pt x="906697" y="251365"/>
                </a:lnTo>
                <a:lnTo>
                  <a:pt x="906781" y="251207"/>
                </a:lnTo>
                <a:lnTo>
                  <a:pt x="906903" y="251049"/>
                </a:lnTo>
                <a:lnTo>
                  <a:pt x="907025" y="250891"/>
                </a:lnTo>
                <a:lnTo>
                  <a:pt x="907108" y="250711"/>
                </a:lnTo>
                <a:lnTo>
                  <a:pt x="907230" y="250553"/>
                </a:lnTo>
                <a:lnTo>
                  <a:pt x="907352" y="250373"/>
                </a:lnTo>
                <a:lnTo>
                  <a:pt x="907444" y="250215"/>
                </a:lnTo>
                <a:lnTo>
                  <a:pt x="907567" y="250035"/>
                </a:lnTo>
                <a:lnTo>
                  <a:pt x="907689" y="249877"/>
                </a:lnTo>
                <a:lnTo>
                  <a:pt x="907811" y="249697"/>
                </a:lnTo>
                <a:lnTo>
                  <a:pt x="907894" y="249539"/>
                </a:lnTo>
                <a:lnTo>
                  <a:pt x="908016" y="249359"/>
                </a:lnTo>
                <a:lnTo>
                  <a:pt x="908138" y="249201"/>
                </a:lnTo>
                <a:lnTo>
                  <a:pt x="908222" y="249021"/>
                </a:lnTo>
                <a:lnTo>
                  <a:pt x="908344" y="248863"/>
                </a:lnTo>
                <a:lnTo>
                  <a:pt x="908466" y="248683"/>
                </a:lnTo>
                <a:lnTo>
                  <a:pt x="908549" y="248503"/>
                </a:lnTo>
                <a:lnTo>
                  <a:pt x="908671" y="248322"/>
                </a:lnTo>
                <a:lnTo>
                  <a:pt x="908793" y="248142"/>
                </a:lnTo>
                <a:lnTo>
                  <a:pt x="908885" y="247984"/>
                </a:lnTo>
                <a:lnTo>
                  <a:pt x="909007" y="247804"/>
                </a:lnTo>
                <a:lnTo>
                  <a:pt x="909130" y="247601"/>
                </a:lnTo>
                <a:lnTo>
                  <a:pt x="909213" y="247421"/>
                </a:lnTo>
                <a:lnTo>
                  <a:pt x="909335" y="247241"/>
                </a:lnTo>
                <a:lnTo>
                  <a:pt x="909457" y="247060"/>
                </a:lnTo>
                <a:lnTo>
                  <a:pt x="909537" y="246880"/>
                </a:lnTo>
                <a:lnTo>
                  <a:pt x="909662" y="246700"/>
                </a:lnTo>
                <a:lnTo>
                  <a:pt x="909785" y="246497"/>
                </a:lnTo>
                <a:lnTo>
                  <a:pt x="909865" y="246317"/>
                </a:lnTo>
                <a:lnTo>
                  <a:pt x="909987" y="246114"/>
                </a:lnTo>
                <a:lnTo>
                  <a:pt x="910112" y="245934"/>
                </a:lnTo>
                <a:lnTo>
                  <a:pt x="910234" y="245731"/>
                </a:lnTo>
                <a:lnTo>
                  <a:pt x="910314" y="245550"/>
                </a:lnTo>
                <a:lnTo>
                  <a:pt x="910437" y="245348"/>
                </a:lnTo>
                <a:lnTo>
                  <a:pt x="910570" y="245167"/>
                </a:lnTo>
                <a:lnTo>
                  <a:pt x="910651" y="244965"/>
                </a:lnTo>
                <a:lnTo>
                  <a:pt x="910776" y="244762"/>
                </a:lnTo>
                <a:lnTo>
                  <a:pt x="910898" y="244559"/>
                </a:lnTo>
                <a:lnTo>
                  <a:pt x="910978" y="244379"/>
                </a:lnTo>
                <a:lnTo>
                  <a:pt x="911100" y="244176"/>
                </a:lnTo>
                <a:lnTo>
                  <a:pt x="911225" y="243973"/>
                </a:lnTo>
                <a:lnTo>
                  <a:pt x="911306" y="243770"/>
                </a:lnTo>
                <a:lnTo>
                  <a:pt x="911428" y="243567"/>
                </a:lnTo>
                <a:lnTo>
                  <a:pt x="911550" y="243364"/>
                </a:lnTo>
                <a:lnTo>
                  <a:pt x="911633" y="243184"/>
                </a:lnTo>
                <a:lnTo>
                  <a:pt x="911755" y="242981"/>
                </a:lnTo>
                <a:lnTo>
                  <a:pt x="911877" y="242779"/>
                </a:lnTo>
                <a:lnTo>
                  <a:pt x="911970" y="242553"/>
                </a:lnTo>
                <a:lnTo>
                  <a:pt x="912092" y="242373"/>
                </a:lnTo>
                <a:lnTo>
                  <a:pt x="912214" y="242170"/>
                </a:lnTo>
                <a:lnTo>
                  <a:pt x="912297" y="241967"/>
                </a:lnTo>
                <a:lnTo>
                  <a:pt x="912419" y="241764"/>
                </a:lnTo>
                <a:lnTo>
                  <a:pt x="912541" y="241539"/>
                </a:lnTo>
                <a:lnTo>
                  <a:pt x="912663" y="241336"/>
                </a:lnTo>
                <a:lnTo>
                  <a:pt x="912747" y="241133"/>
                </a:lnTo>
                <a:lnTo>
                  <a:pt x="912869" y="240908"/>
                </a:lnTo>
                <a:lnTo>
                  <a:pt x="912991" y="240705"/>
                </a:lnTo>
                <a:lnTo>
                  <a:pt x="913074" y="240502"/>
                </a:lnTo>
                <a:lnTo>
                  <a:pt x="913205" y="240277"/>
                </a:lnTo>
                <a:lnTo>
                  <a:pt x="913327" y="240074"/>
                </a:lnTo>
                <a:lnTo>
                  <a:pt x="913402" y="239849"/>
                </a:lnTo>
                <a:lnTo>
                  <a:pt x="913533" y="239646"/>
                </a:lnTo>
                <a:lnTo>
                  <a:pt x="913655" y="239421"/>
                </a:lnTo>
                <a:lnTo>
                  <a:pt x="913738" y="239195"/>
                </a:lnTo>
                <a:lnTo>
                  <a:pt x="913860" y="238993"/>
                </a:lnTo>
                <a:lnTo>
                  <a:pt x="913982" y="238767"/>
                </a:lnTo>
                <a:lnTo>
                  <a:pt x="914066" y="238542"/>
                </a:lnTo>
                <a:lnTo>
                  <a:pt x="914188" y="238294"/>
                </a:lnTo>
                <a:lnTo>
                  <a:pt x="914310" y="238069"/>
                </a:lnTo>
                <a:lnTo>
                  <a:pt x="914390" y="237866"/>
                </a:lnTo>
                <a:lnTo>
                  <a:pt x="914515" y="237618"/>
                </a:lnTo>
                <a:lnTo>
                  <a:pt x="914637" y="237393"/>
                </a:lnTo>
                <a:lnTo>
                  <a:pt x="914730" y="237145"/>
                </a:lnTo>
                <a:lnTo>
                  <a:pt x="914852" y="236897"/>
                </a:lnTo>
                <a:lnTo>
                  <a:pt x="914974" y="236649"/>
                </a:lnTo>
                <a:lnTo>
                  <a:pt x="915096" y="236423"/>
                </a:lnTo>
                <a:lnTo>
                  <a:pt x="915179" y="236153"/>
                </a:lnTo>
                <a:lnTo>
                  <a:pt x="915301" y="235905"/>
                </a:lnTo>
                <a:lnTo>
                  <a:pt x="915423" y="235657"/>
                </a:lnTo>
                <a:lnTo>
                  <a:pt x="915504" y="235387"/>
                </a:lnTo>
                <a:lnTo>
                  <a:pt x="915629" y="235116"/>
                </a:lnTo>
                <a:lnTo>
                  <a:pt x="915751" y="234846"/>
                </a:lnTo>
                <a:lnTo>
                  <a:pt x="915831" y="234576"/>
                </a:lnTo>
                <a:lnTo>
                  <a:pt x="915953" y="234283"/>
                </a:lnTo>
                <a:lnTo>
                  <a:pt x="916078" y="234012"/>
                </a:lnTo>
                <a:lnTo>
                  <a:pt x="916159" y="233719"/>
                </a:lnTo>
                <a:lnTo>
                  <a:pt x="916293" y="233404"/>
                </a:lnTo>
                <a:lnTo>
                  <a:pt x="916415" y="233111"/>
                </a:lnTo>
                <a:lnTo>
                  <a:pt x="916495" y="232818"/>
                </a:lnTo>
                <a:lnTo>
                  <a:pt x="916617" y="232480"/>
                </a:lnTo>
                <a:lnTo>
                  <a:pt x="916742" y="232164"/>
                </a:lnTo>
                <a:lnTo>
                  <a:pt x="916823" y="231826"/>
                </a:lnTo>
                <a:lnTo>
                  <a:pt x="916945" y="231488"/>
                </a:lnTo>
                <a:lnTo>
                  <a:pt x="917067" y="231150"/>
                </a:lnTo>
                <a:lnTo>
                  <a:pt x="917150" y="230789"/>
                </a:lnTo>
                <a:lnTo>
                  <a:pt x="917272" y="230429"/>
                </a:lnTo>
                <a:lnTo>
                  <a:pt x="917394" y="230068"/>
                </a:lnTo>
                <a:lnTo>
                  <a:pt x="917516" y="229685"/>
                </a:lnTo>
                <a:lnTo>
                  <a:pt x="917600" y="229302"/>
                </a:lnTo>
                <a:lnTo>
                  <a:pt x="917722" y="228896"/>
                </a:lnTo>
                <a:lnTo>
                  <a:pt x="917856" y="228491"/>
                </a:lnTo>
                <a:lnTo>
                  <a:pt x="917936" y="228085"/>
                </a:lnTo>
                <a:lnTo>
                  <a:pt x="918058" y="227680"/>
                </a:lnTo>
                <a:lnTo>
                  <a:pt x="918180" y="227229"/>
                </a:lnTo>
                <a:lnTo>
                  <a:pt x="918263" y="226801"/>
                </a:lnTo>
                <a:lnTo>
                  <a:pt x="918386" y="226350"/>
                </a:lnTo>
                <a:lnTo>
                  <a:pt x="918508" y="225922"/>
                </a:lnTo>
                <a:lnTo>
                  <a:pt x="918591" y="225449"/>
                </a:lnTo>
                <a:lnTo>
                  <a:pt x="918713" y="224998"/>
                </a:lnTo>
                <a:lnTo>
                  <a:pt x="918835" y="224525"/>
                </a:lnTo>
                <a:lnTo>
                  <a:pt x="918918" y="224029"/>
                </a:lnTo>
                <a:lnTo>
                  <a:pt x="919041" y="223555"/>
                </a:lnTo>
                <a:lnTo>
                  <a:pt x="919163" y="223060"/>
                </a:lnTo>
                <a:lnTo>
                  <a:pt x="919243" y="222541"/>
                </a:lnTo>
                <a:lnTo>
                  <a:pt x="919377" y="222046"/>
                </a:lnTo>
                <a:lnTo>
                  <a:pt x="919499" y="221527"/>
                </a:lnTo>
                <a:lnTo>
                  <a:pt x="919582" y="221009"/>
                </a:lnTo>
                <a:lnTo>
                  <a:pt x="919704" y="220491"/>
                </a:lnTo>
                <a:lnTo>
                  <a:pt x="919826" y="219972"/>
                </a:lnTo>
                <a:lnTo>
                  <a:pt x="919949" y="219431"/>
                </a:lnTo>
                <a:lnTo>
                  <a:pt x="920032" y="218891"/>
                </a:lnTo>
                <a:lnTo>
                  <a:pt x="920154" y="218350"/>
                </a:lnTo>
                <a:lnTo>
                  <a:pt x="920276" y="217809"/>
                </a:lnTo>
                <a:lnTo>
                  <a:pt x="920356" y="217245"/>
                </a:lnTo>
                <a:lnTo>
                  <a:pt x="920481" y="216705"/>
                </a:lnTo>
                <a:lnTo>
                  <a:pt x="920612" y="216141"/>
                </a:lnTo>
                <a:lnTo>
                  <a:pt x="920684" y="215578"/>
                </a:lnTo>
                <a:lnTo>
                  <a:pt x="920806" y="215014"/>
                </a:lnTo>
                <a:lnTo>
                  <a:pt x="920940" y="214428"/>
                </a:lnTo>
                <a:lnTo>
                  <a:pt x="921020" y="213888"/>
                </a:lnTo>
                <a:lnTo>
                  <a:pt x="921145" y="213302"/>
                </a:lnTo>
                <a:lnTo>
                  <a:pt x="921267" y="212738"/>
                </a:lnTo>
                <a:lnTo>
                  <a:pt x="921348" y="212152"/>
                </a:lnTo>
                <a:lnTo>
                  <a:pt x="921470" y="211589"/>
                </a:lnTo>
                <a:lnTo>
                  <a:pt x="921595" y="211003"/>
                </a:lnTo>
                <a:lnTo>
                  <a:pt x="921675" y="210417"/>
                </a:lnTo>
                <a:lnTo>
                  <a:pt x="921797" y="209831"/>
                </a:lnTo>
                <a:lnTo>
                  <a:pt x="921919" y="209268"/>
                </a:lnTo>
                <a:lnTo>
                  <a:pt x="922003" y="208682"/>
                </a:lnTo>
                <a:lnTo>
                  <a:pt x="922134" y="208096"/>
                </a:lnTo>
                <a:lnTo>
                  <a:pt x="922259" y="207510"/>
                </a:lnTo>
                <a:lnTo>
                  <a:pt x="922381" y="206924"/>
                </a:lnTo>
                <a:lnTo>
                  <a:pt x="922461" y="206361"/>
                </a:lnTo>
                <a:lnTo>
                  <a:pt x="922583" y="205775"/>
                </a:lnTo>
                <a:lnTo>
                  <a:pt x="922708" y="205189"/>
                </a:lnTo>
                <a:lnTo>
                  <a:pt x="922789" y="204603"/>
                </a:lnTo>
                <a:lnTo>
                  <a:pt x="922911" y="204039"/>
                </a:lnTo>
                <a:lnTo>
                  <a:pt x="923033" y="203454"/>
                </a:lnTo>
                <a:lnTo>
                  <a:pt x="923116" y="202868"/>
                </a:lnTo>
                <a:lnTo>
                  <a:pt x="923238" y="202282"/>
                </a:lnTo>
                <a:lnTo>
                  <a:pt x="923360" y="201718"/>
                </a:lnTo>
                <a:lnTo>
                  <a:pt x="923444" y="201132"/>
                </a:lnTo>
                <a:lnTo>
                  <a:pt x="923566" y="200569"/>
                </a:lnTo>
                <a:lnTo>
                  <a:pt x="923700" y="199983"/>
                </a:lnTo>
                <a:lnTo>
                  <a:pt x="923780" y="199420"/>
                </a:lnTo>
                <a:lnTo>
                  <a:pt x="923902" y="198834"/>
                </a:lnTo>
                <a:lnTo>
                  <a:pt x="924024" y="198270"/>
                </a:lnTo>
                <a:lnTo>
                  <a:pt x="924108" y="197684"/>
                </a:lnTo>
                <a:lnTo>
                  <a:pt x="924230" y="197121"/>
                </a:lnTo>
                <a:lnTo>
                  <a:pt x="924352" y="196558"/>
                </a:lnTo>
                <a:lnTo>
                  <a:pt x="924435" y="195994"/>
                </a:lnTo>
                <a:lnTo>
                  <a:pt x="924557" y="195431"/>
                </a:lnTo>
                <a:lnTo>
                  <a:pt x="924679" y="194845"/>
                </a:lnTo>
                <a:lnTo>
                  <a:pt x="924760" y="194281"/>
                </a:lnTo>
                <a:lnTo>
                  <a:pt x="924885" y="193741"/>
                </a:lnTo>
                <a:lnTo>
                  <a:pt x="925007" y="193177"/>
                </a:lnTo>
                <a:lnTo>
                  <a:pt x="925129" y="192614"/>
                </a:lnTo>
                <a:lnTo>
                  <a:pt x="925221" y="192050"/>
                </a:lnTo>
                <a:lnTo>
                  <a:pt x="925343" y="191487"/>
                </a:lnTo>
                <a:lnTo>
                  <a:pt x="925465" y="190946"/>
                </a:lnTo>
                <a:lnTo>
                  <a:pt x="925549" y="190383"/>
                </a:lnTo>
                <a:lnTo>
                  <a:pt x="925671" y="189842"/>
                </a:lnTo>
                <a:lnTo>
                  <a:pt x="925793" y="189278"/>
                </a:lnTo>
                <a:lnTo>
                  <a:pt x="925873" y="188738"/>
                </a:lnTo>
                <a:lnTo>
                  <a:pt x="925998" y="188197"/>
                </a:lnTo>
                <a:lnTo>
                  <a:pt x="926120" y="187656"/>
                </a:lnTo>
                <a:lnTo>
                  <a:pt x="926201" y="187115"/>
                </a:lnTo>
                <a:lnTo>
                  <a:pt x="926323" y="186574"/>
                </a:lnTo>
                <a:lnTo>
                  <a:pt x="926448" y="186056"/>
                </a:lnTo>
                <a:lnTo>
                  <a:pt x="926528" y="185515"/>
                </a:lnTo>
                <a:lnTo>
                  <a:pt x="926650" y="184974"/>
                </a:lnTo>
                <a:lnTo>
                  <a:pt x="926784" y="184456"/>
                </a:lnTo>
                <a:lnTo>
                  <a:pt x="926864" y="183937"/>
                </a:lnTo>
                <a:lnTo>
                  <a:pt x="926987" y="183419"/>
                </a:lnTo>
                <a:lnTo>
                  <a:pt x="927112" y="182901"/>
                </a:lnTo>
                <a:lnTo>
                  <a:pt x="927192" y="182405"/>
                </a:lnTo>
                <a:lnTo>
                  <a:pt x="927314" y="181887"/>
                </a:lnTo>
                <a:lnTo>
                  <a:pt x="927436" y="181391"/>
                </a:lnTo>
                <a:lnTo>
                  <a:pt x="927561" y="180895"/>
                </a:lnTo>
                <a:lnTo>
                  <a:pt x="927642" y="180399"/>
                </a:lnTo>
                <a:lnTo>
                  <a:pt x="927764" y="179904"/>
                </a:lnTo>
                <a:lnTo>
                  <a:pt x="927886" y="179430"/>
                </a:lnTo>
                <a:lnTo>
                  <a:pt x="927969" y="178957"/>
                </a:lnTo>
                <a:lnTo>
                  <a:pt x="928091" y="178461"/>
                </a:lnTo>
                <a:lnTo>
                  <a:pt x="928213" y="177988"/>
                </a:lnTo>
                <a:lnTo>
                  <a:pt x="928305" y="177537"/>
                </a:lnTo>
                <a:lnTo>
                  <a:pt x="928427" y="177064"/>
                </a:lnTo>
                <a:lnTo>
                  <a:pt x="928553" y="176613"/>
                </a:lnTo>
                <a:lnTo>
                  <a:pt x="928633" y="176163"/>
                </a:lnTo>
                <a:lnTo>
                  <a:pt x="928755" y="175712"/>
                </a:lnTo>
                <a:lnTo>
                  <a:pt x="928877" y="175261"/>
                </a:lnTo>
                <a:lnTo>
                  <a:pt x="928960" y="174810"/>
                </a:lnTo>
                <a:lnTo>
                  <a:pt x="929082" y="174382"/>
                </a:lnTo>
                <a:lnTo>
                  <a:pt x="929205" y="173954"/>
                </a:lnTo>
                <a:lnTo>
                  <a:pt x="929288" y="173526"/>
                </a:lnTo>
                <a:lnTo>
                  <a:pt x="929410" y="173120"/>
                </a:lnTo>
                <a:lnTo>
                  <a:pt x="929532" y="172715"/>
                </a:lnTo>
                <a:lnTo>
                  <a:pt x="929612" y="172286"/>
                </a:lnTo>
                <a:lnTo>
                  <a:pt x="929737" y="171881"/>
                </a:lnTo>
                <a:lnTo>
                  <a:pt x="929868" y="171498"/>
                </a:lnTo>
                <a:lnTo>
                  <a:pt x="929991" y="171092"/>
                </a:lnTo>
                <a:lnTo>
                  <a:pt x="930074" y="170709"/>
                </a:lnTo>
                <a:lnTo>
                  <a:pt x="930196" y="170326"/>
                </a:lnTo>
                <a:lnTo>
                  <a:pt x="930318" y="169943"/>
                </a:lnTo>
                <a:lnTo>
                  <a:pt x="930401" y="169582"/>
                </a:lnTo>
                <a:lnTo>
                  <a:pt x="930523" y="169222"/>
                </a:lnTo>
                <a:lnTo>
                  <a:pt x="930645" y="168861"/>
                </a:lnTo>
                <a:lnTo>
                  <a:pt x="930726" y="168500"/>
                </a:lnTo>
                <a:lnTo>
                  <a:pt x="930851" y="168140"/>
                </a:lnTo>
                <a:lnTo>
                  <a:pt x="930982" y="167802"/>
                </a:lnTo>
                <a:lnTo>
                  <a:pt x="931053" y="167441"/>
                </a:lnTo>
                <a:lnTo>
                  <a:pt x="931187" y="167103"/>
                </a:lnTo>
                <a:lnTo>
                  <a:pt x="931309" y="166765"/>
                </a:lnTo>
                <a:lnTo>
                  <a:pt x="931393" y="166450"/>
                </a:lnTo>
                <a:lnTo>
                  <a:pt x="931515" y="166112"/>
                </a:lnTo>
                <a:lnTo>
                  <a:pt x="931637" y="165796"/>
                </a:lnTo>
                <a:lnTo>
                  <a:pt x="931717" y="165481"/>
                </a:lnTo>
                <a:lnTo>
                  <a:pt x="931842" y="165165"/>
                </a:lnTo>
                <a:lnTo>
                  <a:pt x="931964" y="164827"/>
                </a:lnTo>
                <a:lnTo>
                  <a:pt x="932045" y="164534"/>
                </a:lnTo>
                <a:lnTo>
                  <a:pt x="932167" y="164241"/>
                </a:lnTo>
                <a:lnTo>
                  <a:pt x="932289" y="163948"/>
                </a:lnTo>
                <a:lnTo>
                  <a:pt x="932414" y="163633"/>
                </a:lnTo>
                <a:lnTo>
                  <a:pt x="932494" y="163340"/>
                </a:lnTo>
                <a:lnTo>
                  <a:pt x="932628" y="163069"/>
                </a:lnTo>
                <a:lnTo>
                  <a:pt x="932750" y="162776"/>
                </a:lnTo>
                <a:lnTo>
                  <a:pt x="932831" y="162483"/>
                </a:lnTo>
                <a:lnTo>
                  <a:pt x="932956" y="162213"/>
                </a:lnTo>
                <a:lnTo>
                  <a:pt x="933078" y="161942"/>
                </a:lnTo>
                <a:lnTo>
                  <a:pt x="933158" y="161650"/>
                </a:lnTo>
                <a:lnTo>
                  <a:pt x="933280" y="161379"/>
                </a:lnTo>
                <a:lnTo>
                  <a:pt x="933405" y="161109"/>
                </a:lnTo>
                <a:lnTo>
                  <a:pt x="933486" y="160861"/>
                </a:lnTo>
                <a:lnTo>
                  <a:pt x="933608" y="160590"/>
                </a:lnTo>
                <a:lnTo>
                  <a:pt x="933730" y="160320"/>
                </a:lnTo>
                <a:lnTo>
                  <a:pt x="933813" y="160049"/>
                </a:lnTo>
                <a:lnTo>
                  <a:pt x="933935" y="159802"/>
                </a:lnTo>
                <a:lnTo>
                  <a:pt x="934069" y="159554"/>
                </a:lnTo>
                <a:lnTo>
                  <a:pt x="934150" y="159283"/>
                </a:lnTo>
                <a:lnTo>
                  <a:pt x="934272" y="159035"/>
                </a:lnTo>
                <a:lnTo>
                  <a:pt x="934394" y="158787"/>
                </a:lnTo>
                <a:lnTo>
                  <a:pt x="934477" y="158540"/>
                </a:lnTo>
                <a:lnTo>
                  <a:pt x="934599" y="158292"/>
                </a:lnTo>
                <a:lnTo>
                  <a:pt x="934721" y="158044"/>
                </a:lnTo>
                <a:lnTo>
                  <a:pt x="934843" y="157796"/>
                </a:lnTo>
                <a:lnTo>
                  <a:pt x="934927" y="157548"/>
                </a:lnTo>
                <a:lnTo>
                  <a:pt x="935049" y="157323"/>
                </a:lnTo>
                <a:lnTo>
                  <a:pt x="935171" y="157075"/>
                </a:lnTo>
                <a:lnTo>
                  <a:pt x="935254" y="156849"/>
                </a:lnTo>
                <a:lnTo>
                  <a:pt x="935376" y="156624"/>
                </a:lnTo>
                <a:lnTo>
                  <a:pt x="935498" y="156376"/>
                </a:lnTo>
                <a:lnTo>
                  <a:pt x="935591" y="156151"/>
                </a:lnTo>
                <a:lnTo>
                  <a:pt x="935713" y="155925"/>
                </a:lnTo>
                <a:lnTo>
                  <a:pt x="935835" y="155700"/>
                </a:lnTo>
                <a:lnTo>
                  <a:pt x="935918" y="155475"/>
                </a:lnTo>
                <a:lnTo>
                  <a:pt x="936040" y="155272"/>
                </a:lnTo>
                <a:lnTo>
                  <a:pt x="936162" y="155047"/>
                </a:lnTo>
                <a:lnTo>
                  <a:pt x="936246" y="154821"/>
                </a:lnTo>
                <a:lnTo>
                  <a:pt x="936368" y="154618"/>
                </a:lnTo>
                <a:lnTo>
                  <a:pt x="936490" y="154416"/>
                </a:lnTo>
                <a:lnTo>
                  <a:pt x="936570" y="154213"/>
                </a:lnTo>
                <a:lnTo>
                  <a:pt x="936692" y="154010"/>
                </a:lnTo>
                <a:lnTo>
                  <a:pt x="936817" y="153807"/>
                </a:lnTo>
                <a:lnTo>
                  <a:pt x="936898" y="153627"/>
                </a:lnTo>
                <a:lnTo>
                  <a:pt x="937020" y="153446"/>
                </a:lnTo>
                <a:lnTo>
                  <a:pt x="937154" y="153244"/>
                </a:lnTo>
                <a:lnTo>
                  <a:pt x="937276" y="153063"/>
                </a:lnTo>
                <a:lnTo>
                  <a:pt x="937359" y="152883"/>
                </a:lnTo>
                <a:lnTo>
                  <a:pt x="937481" y="152703"/>
                </a:lnTo>
                <a:lnTo>
                  <a:pt x="937603" y="152545"/>
                </a:lnTo>
                <a:lnTo>
                  <a:pt x="937683" y="152365"/>
                </a:lnTo>
                <a:lnTo>
                  <a:pt x="937809" y="152207"/>
                </a:lnTo>
                <a:lnTo>
                  <a:pt x="937931" y="152049"/>
                </a:lnTo>
                <a:lnTo>
                  <a:pt x="938011" y="151914"/>
                </a:lnTo>
                <a:lnTo>
                  <a:pt x="938133" y="151756"/>
                </a:lnTo>
                <a:lnTo>
                  <a:pt x="938255" y="151599"/>
                </a:lnTo>
                <a:lnTo>
                  <a:pt x="938338" y="151463"/>
                </a:lnTo>
                <a:lnTo>
                  <a:pt x="938461" y="151328"/>
                </a:lnTo>
                <a:lnTo>
                  <a:pt x="938595" y="151193"/>
                </a:lnTo>
                <a:lnTo>
                  <a:pt x="938675" y="151058"/>
                </a:lnTo>
                <a:lnTo>
                  <a:pt x="938797" y="150922"/>
                </a:lnTo>
                <a:lnTo>
                  <a:pt x="938922" y="150810"/>
                </a:lnTo>
                <a:lnTo>
                  <a:pt x="939002" y="150697"/>
                </a:lnTo>
                <a:lnTo>
                  <a:pt x="939124" y="150584"/>
                </a:lnTo>
                <a:lnTo>
                  <a:pt x="939247" y="150472"/>
                </a:lnTo>
                <a:lnTo>
                  <a:pt x="939330" y="150359"/>
                </a:lnTo>
                <a:lnTo>
                  <a:pt x="939452" y="150269"/>
                </a:lnTo>
                <a:lnTo>
                  <a:pt x="939574" y="150156"/>
                </a:lnTo>
                <a:lnTo>
                  <a:pt x="939696" y="150066"/>
                </a:lnTo>
                <a:lnTo>
                  <a:pt x="939779" y="149976"/>
                </a:lnTo>
                <a:lnTo>
                  <a:pt x="939910" y="149886"/>
                </a:lnTo>
                <a:lnTo>
                  <a:pt x="940035" y="149796"/>
                </a:lnTo>
                <a:lnTo>
                  <a:pt x="940116" y="149706"/>
                </a:lnTo>
                <a:lnTo>
                  <a:pt x="940238" y="149615"/>
                </a:lnTo>
                <a:lnTo>
                  <a:pt x="940360" y="149548"/>
                </a:lnTo>
                <a:lnTo>
                  <a:pt x="940443" y="149480"/>
                </a:lnTo>
                <a:lnTo>
                  <a:pt x="940565" y="149413"/>
                </a:lnTo>
                <a:lnTo>
                  <a:pt x="940687" y="149345"/>
                </a:lnTo>
                <a:lnTo>
                  <a:pt x="940771" y="149277"/>
                </a:lnTo>
                <a:lnTo>
                  <a:pt x="940893" y="149210"/>
                </a:lnTo>
                <a:lnTo>
                  <a:pt x="941015" y="149165"/>
                </a:lnTo>
                <a:lnTo>
                  <a:pt x="941095" y="149097"/>
                </a:lnTo>
                <a:lnTo>
                  <a:pt x="941220" y="149052"/>
                </a:lnTo>
                <a:lnTo>
                  <a:pt x="941342" y="149007"/>
                </a:lnTo>
                <a:lnTo>
                  <a:pt x="941435" y="148962"/>
                </a:lnTo>
                <a:lnTo>
                  <a:pt x="941557" y="148917"/>
                </a:lnTo>
                <a:lnTo>
                  <a:pt x="941679" y="148872"/>
                </a:lnTo>
                <a:lnTo>
                  <a:pt x="941762" y="148849"/>
                </a:lnTo>
                <a:lnTo>
                  <a:pt x="941884" y="148804"/>
                </a:lnTo>
                <a:lnTo>
                  <a:pt x="942006" y="148782"/>
                </a:lnTo>
                <a:lnTo>
                  <a:pt x="942087" y="148759"/>
                </a:lnTo>
                <a:lnTo>
                  <a:pt x="942212" y="148736"/>
                </a:lnTo>
                <a:lnTo>
                  <a:pt x="942334" y="148714"/>
                </a:lnTo>
                <a:lnTo>
                  <a:pt x="942456" y="148714"/>
                </a:lnTo>
                <a:lnTo>
                  <a:pt x="942536" y="148714"/>
                </a:lnTo>
                <a:lnTo>
                  <a:pt x="942658" y="148714"/>
                </a:lnTo>
                <a:lnTo>
                  <a:pt x="942783" y="148714"/>
                </a:lnTo>
                <a:lnTo>
                  <a:pt x="942876" y="148714"/>
                </a:lnTo>
                <a:lnTo>
                  <a:pt x="942998" y="148714"/>
                </a:lnTo>
                <a:lnTo>
                  <a:pt x="943120" y="148736"/>
                </a:lnTo>
                <a:lnTo>
                  <a:pt x="943200" y="148759"/>
                </a:lnTo>
                <a:lnTo>
                  <a:pt x="943325" y="148782"/>
                </a:lnTo>
                <a:lnTo>
                  <a:pt x="943447" y="148804"/>
                </a:lnTo>
                <a:lnTo>
                  <a:pt x="943528" y="148849"/>
                </a:lnTo>
                <a:lnTo>
                  <a:pt x="943650" y="148894"/>
                </a:lnTo>
                <a:lnTo>
                  <a:pt x="943775" y="148939"/>
                </a:lnTo>
                <a:lnTo>
                  <a:pt x="943855" y="148984"/>
                </a:lnTo>
                <a:lnTo>
                  <a:pt x="943977" y="149029"/>
                </a:lnTo>
                <a:lnTo>
                  <a:pt x="944099" y="149075"/>
                </a:lnTo>
                <a:lnTo>
                  <a:pt x="944183" y="149142"/>
                </a:lnTo>
                <a:lnTo>
                  <a:pt x="944305" y="149210"/>
                </a:lnTo>
                <a:lnTo>
                  <a:pt x="944427" y="149300"/>
                </a:lnTo>
                <a:lnTo>
                  <a:pt x="944519" y="149367"/>
                </a:lnTo>
                <a:lnTo>
                  <a:pt x="944641" y="149435"/>
                </a:lnTo>
                <a:lnTo>
                  <a:pt x="944763" y="149525"/>
                </a:lnTo>
                <a:lnTo>
                  <a:pt x="944888" y="149615"/>
                </a:lnTo>
                <a:lnTo>
                  <a:pt x="944969" y="149706"/>
                </a:lnTo>
                <a:lnTo>
                  <a:pt x="945091" y="149796"/>
                </a:lnTo>
                <a:lnTo>
                  <a:pt x="945213" y="149908"/>
                </a:lnTo>
                <a:lnTo>
                  <a:pt x="945296" y="149998"/>
                </a:lnTo>
                <a:lnTo>
                  <a:pt x="945418" y="150111"/>
                </a:lnTo>
                <a:lnTo>
                  <a:pt x="945540" y="150224"/>
                </a:lnTo>
                <a:lnTo>
                  <a:pt x="945624" y="150337"/>
                </a:lnTo>
                <a:lnTo>
                  <a:pt x="945746" y="150449"/>
                </a:lnTo>
                <a:lnTo>
                  <a:pt x="945868" y="150562"/>
                </a:lnTo>
                <a:lnTo>
                  <a:pt x="945960" y="150675"/>
                </a:lnTo>
                <a:lnTo>
                  <a:pt x="946082" y="150810"/>
                </a:lnTo>
                <a:lnTo>
                  <a:pt x="946204" y="150922"/>
                </a:lnTo>
                <a:lnTo>
                  <a:pt x="946288" y="151058"/>
                </a:lnTo>
                <a:lnTo>
                  <a:pt x="946410" y="151193"/>
                </a:lnTo>
                <a:lnTo>
                  <a:pt x="946532" y="151328"/>
                </a:lnTo>
                <a:lnTo>
                  <a:pt x="946612" y="151441"/>
                </a:lnTo>
                <a:lnTo>
                  <a:pt x="946737" y="151599"/>
                </a:lnTo>
                <a:lnTo>
                  <a:pt x="946859" y="151711"/>
                </a:lnTo>
                <a:lnTo>
                  <a:pt x="946940" y="151846"/>
                </a:lnTo>
                <a:lnTo>
                  <a:pt x="947062" y="151982"/>
                </a:lnTo>
                <a:lnTo>
                  <a:pt x="947187" y="152139"/>
                </a:lnTo>
                <a:lnTo>
                  <a:pt x="947318" y="152252"/>
                </a:lnTo>
                <a:lnTo>
                  <a:pt x="947389" y="152410"/>
                </a:lnTo>
                <a:lnTo>
                  <a:pt x="947511" y="152545"/>
                </a:lnTo>
                <a:lnTo>
                  <a:pt x="947645" y="152680"/>
                </a:lnTo>
                <a:lnTo>
                  <a:pt x="947728" y="152815"/>
                </a:lnTo>
                <a:lnTo>
                  <a:pt x="947851" y="152973"/>
                </a:lnTo>
                <a:lnTo>
                  <a:pt x="947973" y="153108"/>
                </a:lnTo>
                <a:lnTo>
                  <a:pt x="948053" y="153244"/>
                </a:lnTo>
                <a:lnTo>
                  <a:pt x="948178" y="153379"/>
                </a:lnTo>
                <a:lnTo>
                  <a:pt x="948300" y="153514"/>
                </a:lnTo>
                <a:lnTo>
                  <a:pt x="948380" y="153672"/>
                </a:lnTo>
                <a:lnTo>
                  <a:pt x="948503" y="153785"/>
                </a:lnTo>
                <a:lnTo>
                  <a:pt x="948628" y="153942"/>
                </a:lnTo>
                <a:lnTo>
                  <a:pt x="948708" y="154077"/>
                </a:lnTo>
                <a:lnTo>
                  <a:pt x="948842" y="154213"/>
                </a:lnTo>
                <a:lnTo>
                  <a:pt x="948964" y="154348"/>
                </a:lnTo>
                <a:lnTo>
                  <a:pt x="949044" y="154483"/>
                </a:lnTo>
                <a:lnTo>
                  <a:pt x="949166" y="154618"/>
                </a:lnTo>
                <a:lnTo>
                  <a:pt x="949291" y="154754"/>
                </a:lnTo>
                <a:lnTo>
                  <a:pt x="949372" y="154866"/>
                </a:lnTo>
                <a:lnTo>
                  <a:pt x="949494" y="155001"/>
                </a:lnTo>
                <a:lnTo>
                  <a:pt x="949616" y="155137"/>
                </a:lnTo>
                <a:lnTo>
                  <a:pt x="949741" y="155272"/>
                </a:lnTo>
                <a:lnTo>
                  <a:pt x="949821" y="155407"/>
                </a:lnTo>
                <a:lnTo>
                  <a:pt x="949943" y="155520"/>
                </a:lnTo>
                <a:lnTo>
                  <a:pt x="950066" y="155655"/>
                </a:lnTo>
                <a:lnTo>
                  <a:pt x="950149" y="155790"/>
                </a:lnTo>
                <a:lnTo>
                  <a:pt x="950271" y="155903"/>
                </a:lnTo>
                <a:lnTo>
                  <a:pt x="950405" y="156038"/>
                </a:lnTo>
                <a:lnTo>
                  <a:pt x="950485" y="156151"/>
                </a:lnTo>
                <a:lnTo>
                  <a:pt x="950607" y="156286"/>
                </a:lnTo>
                <a:lnTo>
                  <a:pt x="950729" y="156399"/>
                </a:lnTo>
                <a:lnTo>
                  <a:pt x="950813" y="156511"/>
                </a:lnTo>
                <a:lnTo>
                  <a:pt x="950935" y="156624"/>
                </a:lnTo>
                <a:lnTo>
                  <a:pt x="951057" y="156737"/>
                </a:lnTo>
                <a:lnTo>
                  <a:pt x="951140" y="156849"/>
                </a:lnTo>
                <a:lnTo>
                  <a:pt x="951262" y="156962"/>
                </a:lnTo>
                <a:lnTo>
                  <a:pt x="951384" y="157097"/>
                </a:lnTo>
                <a:lnTo>
                  <a:pt x="951465" y="157210"/>
                </a:lnTo>
                <a:lnTo>
                  <a:pt x="951590" y="157300"/>
                </a:lnTo>
                <a:lnTo>
                  <a:pt x="951712" y="157413"/>
                </a:lnTo>
                <a:lnTo>
                  <a:pt x="951804" y="157525"/>
                </a:lnTo>
                <a:lnTo>
                  <a:pt x="951926" y="157638"/>
                </a:lnTo>
                <a:lnTo>
                  <a:pt x="952048" y="157751"/>
                </a:lnTo>
                <a:lnTo>
                  <a:pt x="952170" y="157864"/>
                </a:lnTo>
                <a:lnTo>
                  <a:pt x="952254" y="157954"/>
                </a:lnTo>
                <a:lnTo>
                  <a:pt x="952376" y="158066"/>
                </a:lnTo>
                <a:lnTo>
                  <a:pt x="952498" y="158179"/>
                </a:lnTo>
                <a:lnTo>
                  <a:pt x="952581" y="158269"/>
                </a:lnTo>
                <a:lnTo>
                  <a:pt x="952703" y="158382"/>
                </a:lnTo>
                <a:lnTo>
                  <a:pt x="952825" y="158495"/>
                </a:lnTo>
                <a:lnTo>
                  <a:pt x="952906" y="158585"/>
                </a:lnTo>
                <a:lnTo>
                  <a:pt x="953031" y="158697"/>
                </a:lnTo>
                <a:lnTo>
                  <a:pt x="953153" y="158787"/>
                </a:lnTo>
                <a:lnTo>
                  <a:pt x="953233" y="158878"/>
                </a:lnTo>
                <a:lnTo>
                  <a:pt x="953355" y="158968"/>
                </a:lnTo>
                <a:lnTo>
                  <a:pt x="953489" y="159080"/>
                </a:lnTo>
                <a:lnTo>
                  <a:pt x="953570" y="159171"/>
                </a:lnTo>
                <a:lnTo>
                  <a:pt x="953695" y="159261"/>
                </a:lnTo>
                <a:lnTo>
                  <a:pt x="953817" y="159351"/>
                </a:lnTo>
                <a:lnTo>
                  <a:pt x="953897" y="159441"/>
                </a:lnTo>
                <a:lnTo>
                  <a:pt x="954019" y="159509"/>
                </a:lnTo>
                <a:lnTo>
                  <a:pt x="954144" y="159599"/>
                </a:lnTo>
                <a:lnTo>
                  <a:pt x="954225" y="159689"/>
                </a:lnTo>
                <a:lnTo>
                  <a:pt x="954347" y="159757"/>
                </a:lnTo>
                <a:lnTo>
                  <a:pt x="954469" y="159847"/>
                </a:lnTo>
                <a:lnTo>
                  <a:pt x="954594" y="159914"/>
                </a:lnTo>
                <a:lnTo>
                  <a:pt x="954674" y="159982"/>
                </a:lnTo>
                <a:lnTo>
                  <a:pt x="954796" y="160049"/>
                </a:lnTo>
                <a:lnTo>
                  <a:pt x="954918" y="160117"/>
                </a:lnTo>
                <a:lnTo>
                  <a:pt x="955011" y="160185"/>
                </a:lnTo>
                <a:lnTo>
                  <a:pt x="955133" y="160230"/>
                </a:lnTo>
                <a:lnTo>
                  <a:pt x="955258" y="160297"/>
                </a:lnTo>
                <a:lnTo>
                  <a:pt x="955338" y="160365"/>
                </a:lnTo>
                <a:lnTo>
                  <a:pt x="955460" y="160410"/>
                </a:lnTo>
                <a:lnTo>
                  <a:pt x="955582" y="160455"/>
                </a:lnTo>
                <a:lnTo>
                  <a:pt x="955666" y="160500"/>
                </a:lnTo>
                <a:lnTo>
                  <a:pt x="955788" y="160568"/>
                </a:lnTo>
                <a:lnTo>
                  <a:pt x="955910" y="160590"/>
                </a:lnTo>
                <a:lnTo>
                  <a:pt x="955993" y="160635"/>
                </a:lnTo>
                <a:lnTo>
                  <a:pt x="956115" y="160680"/>
                </a:lnTo>
                <a:lnTo>
                  <a:pt x="956246" y="160703"/>
                </a:lnTo>
                <a:lnTo>
                  <a:pt x="956318" y="160726"/>
                </a:lnTo>
                <a:lnTo>
                  <a:pt x="956452" y="160771"/>
                </a:lnTo>
                <a:lnTo>
                  <a:pt x="956574" y="160793"/>
                </a:lnTo>
                <a:lnTo>
                  <a:pt x="956657" y="160816"/>
                </a:lnTo>
                <a:lnTo>
                  <a:pt x="956779" y="160838"/>
                </a:lnTo>
                <a:lnTo>
                  <a:pt x="956901" y="160861"/>
                </a:lnTo>
                <a:lnTo>
                  <a:pt x="957023" y="160883"/>
                </a:lnTo>
                <a:lnTo>
                  <a:pt x="957107" y="160906"/>
                </a:lnTo>
                <a:lnTo>
                  <a:pt x="957229" y="160906"/>
                </a:lnTo>
                <a:lnTo>
                  <a:pt x="957351" y="160928"/>
                </a:lnTo>
                <a:lnTo>
                  <a:pt x="957434" y="160951"/>
                </a:lnTo>
                <a:lnTo>
                  <a:pt x="957556" y="160973"/>
                </a:lnTo>
                <a:lnTo>
                  <a:pt x="957687" y="160973"/>
                </a:lnTo>
                <a:lnTo>
                  <a:pt x="957770" y="160996"/>
                </a:lnTo>
                <a:lnTo>
                  <a:pt x="957893" y="160996"/>
                </a:lnTo>
                <a:lnTo>
                  <a:pt x="958015" y="161019"/>
                </a:lnTo>
                <a:lnTo>
                  <a:pt x="958098" y="161019"/>
                </a:lnTo>
                <a:lnTo>
                  <a:pt x="958220" y="161041"/>
                </a:lnTo>
                <a:lnTo>
                  <a:pt x="958342" y="161041"/>
                </a:lnTo>
                <a:lnTo>
                  <a:pt x="958422" y="161064"/>
                </a:lnTo>
                <a:lnTo>
                  <a:pt x="958548" y="161086"/>
                </a:lnTo>
                <a:lnTo>
                  <a:pt x="958670" y="161086"/>
                </a:lnTo>
                <a:lnTo>
                  <a:pt x="958750" y="161109"/>
                </a:lnTo>
                <a:lnTo>
                  <a:pt x="958872" y="161109"/>
                </a:lnTo>
                <a:lnTo>
                  <a:pt x="958997" y="161109"/>
                </a:lnTo>
                <a:lnTo>
                  <a:pt x="959086" y="161131"/>
                </a:lnTo>
                <a:lnTo>
                  <a:pt x="959211" y="161154"/>
                </a:lnTo>
                <a:lnTo>
                  <a:pt x="959333" y="161176"/>
                </a:lnTo>
                <a:lnTo>
                  <a:pt x="959414" y="161199"/>
                </a:lnTo>
                <a:lnTo>
                  <a:pt x="959536" y="161221"/>
                </a:lnTo>
                <a:lnTo>
                  <a:pt x="959661" y="161221"/>
                </a:lnTo>
                <a:lnTo>
                  <a:pt x="959783" y="161244"/>
                </a:lnTo>
                <a:lnTo>
                  <a:pt x="959863" y="161289"/>
                </a:lnTo>
                <a:lnTo>
                  <a:pt x="959985" y="161311"/>
                </a:lnTo>
                <a:lnTo>
                  <a:pt x="960111" y="161334"/>
                </a:lnTo>
                <a:lnTo>
                  <a:pt x="960191" y="161357"/>
                </a:lnTo>
                <a:lnTo>
                  <a:pt x="960313" y="161402"/>
                </a:lnTo>
                <a:lnTo>
                  <a:pt x="960435" y="161424"/>
                </a:lnTo>
                <a:lnTo>
                  <a:pt x="960518" y="161469"/>
                </a:lnTo>
                <a:lnTo>
                  <a:pt x="960640" y="161514"/>
                </a:lnTo>
                <a:lnTo>
                  <a:pt x="960774" y="161559"/>
                </a:lnTo>
                <a:lnTo>
                  <a:pt x="960855" y="161582"/>
                </a:lnTo>
                <a:lnTo>
                  <a:pt x="960977" y="161627"/>
                </a:lnTo>
                <a:lnTo>
                  <a:pt x="961099" y="161672"/>
                </a:lnTo>
                <a:lnTo>
                  <a:pt x="961182" y="161740"/>
                </a:lnTo>
                <a:lnTo>
                  <a:pt x="961304" y="161785"/>
                </a:lnTo>
                <a:lnTo>
                  <a:pt x="961426" y="161830"/>
                </a:lnTo>
                <a:lnTo>
                  <a:pt x="961510" y="161875"/>
                </a:lnTo>
                <a:lnTo>
                  <a:pt x="961632" y="161943"/>
                </a:lnTo>
                <a:lnTo>
                  <a:pt x="961754" y="162010"/>
                </a:lnTo>
                <a:lnTo>
                  <a:pt x="961837" y="162078"/>
                </a:lnTo>
                <a:lnTo>
                  <a:pt x="961959" y="162123"/>
                </a:lnTo>
                <a:lnTo>
                  <a:pt x="962081" y="162190"/>
                </a:lnTo>
                <a:lnTo>
                  <a:pt x="962203" y="162258"/>
                </a:lnTo>
                <a:lnTo>
                  <a:pt x="962296" y="162326"/>
                </a:lnTo>
                <a:lnTo>
                  <a:pt x="962418" y="162393"/>
                </a:lnTo>
                <a:lnTo>
                  <a:pt x="962540" y="162438"/>
                </a:lnTo>
                <a:lnTo>
                  <a:pt x="962623" y="162528"/>
                </a:lnTo>
                <a:lnTo>
                  <a:pt x="962745" y="162596"/>
                </a:lnTo>
                <a:lnTo>
                  <a:pt x="962867" y="162664"/>
                </a:lnTo>
                <a:lnTo>
                  <a:pt x="962951" y="162731"/>
                </a:lnTo>
                <a:lnTo>
                  <a:pt x="963073" y="162799"/>
                </a:lnTo>
                <a:lnTo>
                  <a:pt x="963195" y="162866"/>
                </a:lnTo>
                <a:lnTo>
                  <a:pt x="963275" y="162957"/>
                </a:lnTo>
                <a:lnTo>
                  <a:pt x="963400" y="163024"/>
                </a:lnTo>
                <a:lnTo>
                  <a:pt x="963522" y="163092"/>
                </a:lnTo>
                <a:lnTo>
                  <a:pt x="963603" y="163159"/>
                </a:lnTo>
                <a:lnTo>
                  <a:pt x="963725" y="163227"/>
                </a:lnTo>
                <a:lnTo>
                  <a:pt x="963859" y="163317"/>
                </a:lnTo>
                <a:lnTo>
                  <a:pt x="963939" y="163385"/>
                </a:lnTo>
                <a:lnTo>
                  <a:pt x="964064" y="163475"/>
                </a:lnTo>
                <a:lnTo>
                  <a:pt x="964186" y="163543"/>
                </a:lnTo>
                <a:lnTo>
                  <a:pt x="964267" y="163610"/>
                </a:lnTo>
                <a:lnTo>
                  <a:pt x="964389" y="163700"/>
                </a:lnTo>
                <a:lnTo>
                  <a:pt x="964514" y="163768"/>
                </a:lnTo>
                <a:lnTo>
                  <a:pt x="964636" y="163858"/>
                </a:lnTo>
                <a:lnTo>
                  <a:pt x="964716" y="163926"/>
                </a:lnTo>
                <a:lnTo>
                  <a:pt x="964838" y="164016"/>
                </a:lnTo>
                <a:lnTo>
                  <a:pt x="964963" y="164083"/>
                </a:lnTo>
                <a:lnTo>
                  <a:pt x="965044" y="164174"/>
                </a:lnTo>
                <a:lnTo>
                  <a:pt x="965166" y="164264"/>
                </a:lnTo>
                <a:lnTo>
                  <a:pt x="965300" y="164331"/>
                </a:lnTo>
                <a:lnTo>
                  <a:pt x="965380" y="164421"/>
                </a:lnTo>
                <a:lnTo>
                  <a:pt x="965502" y="164512"/>
                </a:lnTo>
                <a:lnTo>
                  <a:pt x="965627" y="164602"/>
                </a:lnTo>
                <a:lnTo>
                  <a:pt x="965708" y="164692"/>
                </a:lnTo>
                <a:lnTo>
                  <a:pt x="965830" y="164782"/>
                </a:lnTo>
                <a:lnTo>
                  <a:pt x="965952" y="164850"/>
                </a:lnTo>
                <a:lnTo>
                  <a:pt x="966035" y="164940"/>
                </a:lnTo>
                <a:lnTo>
                  <a:pt x="966157" y="165052"/>
                </a:lnTo>
                <a:lnTo>
                  <a:pt x="966279" y="165143"/>
                </a:lnTo>
                <a:lnTo>
                  <a:pt x="966363" y="165233"/>
                </a:lnTo>
                <a:lnTo>
                  <a:pt x="966494" y="165345"/>
                </a:lnTo>
                <a:lnTo>
                  <a:pt x="966616" y="165436"/>
                </a:lnTo>
                <a:lnTo>
                  <a:pt x="966690" y="165548"/>
                </a:lnTo>
                <a:lnTo>
                  <a:pt x="966821" y="165638"/>
                </a:lnTo>
                <a:lnTo>
                  <a:pt x="966943" y="165751"/>
                </a:lnTo>
                <a:lnTo>
                  <a:pt x="967065" y="165864"/>
                </a:lnTo>
                <a:lnTo>
                  <a:pt x="967149" y="165954"/>
                </a:lnTo>
                <a:lnTo>
                  <a:pt x="967271" y="166067"/>
                </a:lnTo>
                <a:lnTo>
                  <a:pt x="967393" y="166179"/>
                </a:lnTo>
                <a:lnTo>
                  <a:pt x="967476" y="166292"/>
                </a:lnTo>
                <a:lnTo>
                  <a:pt x="967598" y="166427"/>
                </a:lnTo>
                <a:lnTo>
                  <a:pt x="967720" y="166540"/>
                </a:lnTo>
                <a:lnTo>
                  <a:pt x="967804" y="166652"/>
                </a:lnTo>
                <a:lnTo>
                  <a:pt x="967926" y="166765"/>
                </a:lnTo>
                <a:lnTo>
                  <a:pt x="968057" y="166900"/>
                </a:lnTo>
                <a:lnTo>
                  <a:pt x="968140" y="167013"/>
                </a:lnTo>
                <a:lnTo>
                  <a:pt x="968262" y="167126"/>
                </a:lnTo>
                <a:lnTo>
                  <a:pt x="968384" y="167261"/>
                </a:lnTo>
                <a:lnTo>
                  <a:pt x="968467" y="167374"/>
                </a:lnTo>
                <a:lnTo>
                  <a:pt x="968590" y="167509"/>
                </a:lnTo>
                <a:lnTo>
                  <a:pt x="968712" y="167644"/>
                </a:lnTo>
                <a:lnTo>
                  <a:pt x="968792" y="167757"/>
                </a:lnTo>
                <a:lnTo>
                  <a:pt x="968917" y="167892"/>
                </a:lnTo>
                <a:lnTo>
                  <a:pt x="969039" y="168005"/>
                </a:lnTo>
                <a:lnTo>
                  <a:pt x="969119" y="168140"/>
                </a:lnTo>
                <a:lnTo>
                  <a:pt x="969242" y="168253"/>
                </a:lnTo>
                <a:lnTo>
                  <a:pt x="969367" y="168388"/>
                </a:lnTo>
                <a:lnTo>
                  <a:pt x="969489" y="168523"/>
                </a:lnTo>
                <a:lnTo>
                  <a:pt x="969581" y="168658"/>
                </a:lnTo>
                <a:lnTo>
                  <a:pt x="969703" y="168771"/>
                </a:lnTo>
                <a:lnTo>
                  <a:pt x="969825" y="168906"/>
                </a:lnTo>
                <a:lnTo>
                  <a:pt x="969905" y="169019"/>
                </a:lnTo>
                <a:lnTo>
                  <a:pt x="970030" y="169154"/>
                </a:lnTo>
                <a:lnTo>
                  <a:pt x="970153" y="169289"/>
                </a:lnTo>
                <a:lnTo>
                  <a:pt x="970233" y="169424"/>
                </a:lnTo>
                <a:lnTo>
                  <a:pt x="970355" y="169537"/>
                </a:lnTo>
                <a:lnTo>
                  <a:pt x="970480" y="169672"/>
                </a:lnTo>
                <a:lnTo>
                  <a:pt x="970560" y="169785"/>
                </a:lnTo>
                <a:lnTo>
                  <a:pt x="970682" y="169920"/>
                </a:lnTo>
                <a:lnTo>
                  <a:pt x="970805" y="170055"/>
                </a:lnTo>
                <a:lnTo>
                  <a:pt x="970888" y="170191"/>
                </a:lnTo>
                <a:lnTo>
                  <a:pt x="971010" y="170303"/>
                </a:lnTo>
                <a:lnTo>
                  <a:pt x="971132" y="170416"/>
                </a:lnTo>
                <a:lnTo>
                  <a:pt x="971224" y="170551"/>
                </a:lnTo>
                <a:lnTo>
                  <a:pt x="971346" y="170686"/>
                </a:lnTo>
                <a:lnTo>
                  <a:pt x="971468" y="170822"/>
                </a:lnTo>
                <a:lnTo>
                  <a:pt x="971552" y="170934"/>
                </a:lnTo>
                <a:lnTo>
                  <a:pt x="971674" y="171070"/>
                </a:lnTo>
                <a:lnTo>
                  <a:pt x="971796" y="171182"/>
                </a:lnTo>
                <a:lnTo>
                  <a:pt x="971918" y="171317"/>
                </a:lnTo>
                <a:lnTo>
                  <a:pt x="972001" y="171430"/>
                </a:lnTo>
                <a:lnTo>
                  <a:pt x="972123" y="171565"/>
                </a:lnTo>
                <a:lnTo>
                  <a:pt x="972245" y="171701"/>
                </a:lnTo>
                <a:lnTo>
                  <a:pt x="972329" y="171813"/>
                </a:lnTo>
                <a:lnTo>
                  <a:pt x="972451" y="171948"/>
                </a:lnTo>
                <a:lnTo>
                  <a:pt x="972573" y="172061"/>
                </a:lnTo>
                <a:lnTo>
                  <a:pt x="972665" y="172196"/>
                </a:lnTo>
                <a:lnTo>
                  <a:pt x="972787" y="172309"/>
                </a:lnTo>
                <a:lnTo>
                  <a:pt x="972909" y="172444"/>
                </a:lnTo>
                <a:lnTo>
                  <a:pt x="972993" y="172557"/>
                </a:lnTo>
                <a:lnTo>
                  <a:pt x="973115" y="172692"/>
                </a:lnTo>
                <a:lnTo>
                  <a:pt x="973237" y="172827"/>
                </a:lnTo>
                <a:lnTo>
                  <a:pt x="973320" y="172940"/>
                </a:lnTo>
                <a:lnTo>
                  <a:pt x="973442" y="173053"/>
                </a:lnTo>
                <a:lnTo>
                  <a:pt x="973564" y="173188"/>
                </a:lnTo>
                <a:lnTo>
                  <a:pt x="973645" y="173323"/>
                </a:lnTo>
                <a:lnTo>
                  <a:pt x="973770" y="173436"/>
                </a:lnTo>
                <a:lnTo>
                  <a:pt x="973901" y="173571"/>
                </a:lnTo>
                <a:lnTo>
                  <a:pt x="973972" y="173706"/>
                </a:lnTo>
                <a:lnTo>
                  <a:pt x="974094" y="173819"/>
                </a:lnTo>
                <a:lnTo>
                  <a:pt x="974228" y="173954"/>
                </a:lnTo>
                <a:lnTo>
                  <a:pt x="974350" y="174067"/>
                </a:lnTo>
                <a:lnTo>
                  <a:pt x="974434" y="174202"/>
                </a:lnTo>
                <a:lnTo>
                  <a:pt x="974556" y="174337"/>
                </a:lnTo>
                <a:lnTo>
                  <a:pt x="974678" y="174472"/>
                </a:lnTo>
                <a:lnTo>
                  <a:pt x="974758" y="174585"/>
                </a:lnTo>
                <a:lnTo>
                  <a:pt x="974883" y="174720"/>
                </a:lnTo>
                <a:lnTo>
                  <a:pt x="975005" y="174833"/>
                </a:lnTo>
                <a:lnTo>
                  <a:pt x="975086" y="174968"/>
                </a:lnTo>
                <a:lnTo>
                  <a:pt x="975208" y="175103"/>
                </a:lnTo>
                <a:lnTo>
                  <a:pt x="975333" y="175239"/>
                </a:lnTo>
                <a:lnTo>
                  <a:pt x="975422" y="175351"/>
                </a:lnTo>
                <a:lnTo>
                  <a:pt x="975547" y="175464"/>
                </a:lnTo>
                <a:lnTo>
                  <a:pt x="975669" y="175599"/>
                </a:lnTo>
                <a:lnTo>
                  <a:pt x="975750" y="175712"/>
                </a:lnTo>
                <a:lnTo>
                  <a:pt x="975872" y="175825"/>
                </a:lnTo>
                <a:lnTo>
                  <a:pt x="975997" y="175960"/>
                </a:lnTo>
                <a:lnTo>
                  <a:pt x="976077" y="176072"/>
                </a:lnTo>
                <a:lnTo>
                  <a:pt x="976199" y="176185"/>
                </a:lnTo>
                <a:lnTo>
                  <a:pt x="976321" y="176298"/>
                </a:lnTo>
                <a:lnTo>
                  <a:pt x="976405" y="176411"/>
                </a:lnTo>
                <a:lnTo>
                  <a:pt x="976527" y="176523"/>
                </a:lnTo>
                <a:lnTo>
                  <a:pt x="976649" y="176613"/>
                </a:lnTo>
                <a:lnTo>
                  <a:pt x="976732" y="176726"/>
                </a:lnTo>
                <a:lnTo>
                  <a:pt x="976863" y="176839"/>
                </a:lnTo>
                <a:lnTo>
                  <a:pt x="976988" y="176929"/>
                </a:lnTo>
                <a:lnTo>
                  <a:pt x="977110" y="177019"/>
                </a:lnTo>
                <a:lnTo>
                  <a:pt x="977191" y="177132"/>
                </a:lnTo>
                <a:lnTo>
                  <a:pt x="977313" y="177222"/>
                </a:lnTo>
                <a:lnTo>
                  <a:pt x="977438" y="177312"/>
                </a:lnTo>
                <a:lnTo>
                  <a:pt x="977518" y="177402"/>
                </a:lnTo>
                <a:lnTo>
                  <a:pt x="977640" y="177492"/>
                </a:lnTo>
                <a:lnTo>
                  <a:pt x="977762" y="177560"/>
                </a:lnTo>
                <a:lnTo>
                  <a:pt x="977846" y="177650"/>
                </a:lnTo>
                <a:lnTo>
                  <a:pt x="977968" y="177740"/>
                </a:lnTo>
                <a:lnTo>
                  <a:pt x="978090" y="177808"/>
                </a:lnTo>
                <a:lnTo>
                  <a:pt x="978173" y="177875"/>
                </a:lnTo>
                <a:lnTo>
                  <a:pt x="978295" y="177966"/>
                </a:lnTo>
                <a:lnTo>
                  <a:pt x="978417" y="178011"/>
                </a:lnTo>
                <a:lnTo>
                  <a:pt x="978509" y="178078"/>
                </a:lnTo>
                <a:lnTo>
                  <a:pt x="978632" y="178146"/>
                </a:lnTo>
                <a:lnTo>
                  <a:pt x="978754" y="178213"/>
                </a:lnTo>
                <a:lnTo>
                  <a:pt x="978837" y="178281"/>
                </a:lnTo>
                <a:lnTo>
                  <a:pt x="978959" y="178326"/>
                </a:lnTo>
                <a:lnTo>
                  <a:pt x="979081" y="178394"/>
                </a:lnTo>
                <a:lnTo>
                  <a:pt x="979161" y="178439"/>
                </a:lnTo>
                <a:lnTo>
                  <a:pt x="979286" y="178506"/>
                </a:lnTo>
                <a:lnTo>
                  <a:pt x="979409" y="178551"/>
                </a:lnTo>
                <a:lnTo>
                  <a:pt x="979531" y="178597"/>
                </a:lnTo>
                <a:lnTo>
                  <a:pt x="979611" y="178642"/>
                </a:lnTo>
                <a:lnTo>
                  <a:pt x="979736" y="178687"/>
                </a:lnTo>
                <a:lnTo>
                  <a:pt x="979858" y="178732"/>
                </a:lnTo>
                <a:lnTo>
                  <a:pt x="979938" y="178754"/>
                </a:lnTo>
                <a:lnTo>
                  <a:pt x="980072" y="178799"/>
                </a:lnTo>
                <a:lnTo>
                  <a:pt x="980195" y="178844"/>
                </a:lnTo>
                <a:lnTo>
                  <a:pt x="980275" y="178889"/>
                </a:lnTo>
                <a:lnTo>
                  <a:pt x="980400" y="178912"/>
                </a:lnTo>
                <a:lnTo>
                  <a:pt x="980522" y="178957"/>
                </a:lnTo>
                <a:lnTo>
                  <a:pt x="980602" y="178980"/>
                </a:lnTo>
                <a:lnTo>
                  <a:pt x="980724" y="179025"/>
                </a:lnTo>
                <a:lnTo>
                  <a:pt x="980850" y="179047"/>
                </a:lnTo>
                <a:lnTo>
                  <a:pt x="980930" y="179070"/>
                </a:lnTo>
                <a:lnTo>
                  <a:pt x="981052" y="179115"/>
                </a:lnTo>
                <a:lnTo>
                  <a:pt x="981174" y="179137"/>
                </a:lnTo>
                <a:lnTo>
                  <a:pt x="981257" y="179160"/>
                </a:lnTo>
                <a:lnTo>
                  <a:pt x="981379" y="179182"/>
                </a:lnTo>
                <a:lnTo>
                  <a:pt x="981502" y="179205"/>
                </a:lnTo>
                <a:lnTo>
                  <a:pt x="981594" y="179250"/>
                </a:lnTo>
                <a:lnTo>
                  <a:pt x="981716" y="179273"/>
                </a:lnTo>
                <a:lnTo>
                  <a:pt x="981841" y="179295"/>
                </a:lnTo>
                <a:lnTo>
                  <a:pt x="981963" y="179295"/>
                </a:lnTo>
                <a:lnTo>
                  <a:pt x="982043" y="179318"/>
                </a:lnTo>
                <a:lnTo>
                  <a:pt x="982165" y="179340"/>
                </a:lnTo>
                <a:lnTo>
                  <a:pt x="982290" y="179340"/>
                </a:lnTo>
                <a:lnTo>
                  <a:pt x="982371" y="179363"/>
                </a:lnTo>
                <a:lnTo>
                  <a:pt x="982493" y="179385"/>
                </a:lnTo>
                <a:lnTo>
                  <a:pt x="982615" y="179385"/>
                </a:lnTo>
                <a:lnTo>
                  <a:pt x="982698" y="179385"/>
                </a:lnTo>
                <a:lnTo>
                  <a:pt x="982820" y="179408"/>
                </a:lnTo>
                <a:lnTo>
                  <a:pt x="982954" y="179408"/>
                </a:lnTo>
                <a:lnTo>
                  <a:pt x="983035" y="179408"/>
                </a:lnTo>
                <a:lnTo>
                  <a:pt x="983157" y="179408"/>
                </a:lnTo>
                <a:lnTo>
                  <a:pt x="983279" y="179408"/>
                </a:lnTo>
                <a:lnTo>
                  <a:pt x="983362" y="179408"/>
                </a:lnTo>
                <a:lnTo>
                  <a:pt x="983484" y="179408"/>
                </a:lnTo>
                <a:lnTo>
                  <a:pt x="983606" y="179408"/>
                </a:lnTo>
                <a:lnTo>
                  <a:pt x="983690" y="179408"/>
                </a:lnTo>
                <a:lnTo>
                  <a:pt x="983812" y="179408"/>
                </a:lnTo>
                <a:lnTo>
                  <a:pt x="983934" y="179408"/>
                </a:lnTo>
                <a:lnTo>
                  <a:pt x="984014" y="179408"/>
                </a:lnTo>
                <a:lnTo>
                  <a:pt x="984139" y="179408"/>
                </a:lnTo>
                <a:lnTo>
                  <a:pt x="984261" y="179408"/>
                </a:lnTo>
                <a:lnTo>
                  <a:pt x="984392" y="179408"/>
                </a:lnTo>
                <a:lnTo>
                  <a:pt x="984476" y="179385"/>
                </a:lnTo>
                <a:lnTo>
                  <a:pt x="984598" y="179385"/>
                </a:lnTo>
                <a:lnTo>
                  <a:pt x="984720" y="179385"/>
                </a:lnTo>
                <a:lnTo>
                  <a:pt x="984803" y="179363"/>
                </a:lnTo>
                <a:lnTo>
                  <a:pt x="984925" y="179363"/>
                </a:lnTo>
                <a:lnTo>
                  <a:pt x="985047" y="179363"/>
                </a:lnTo>
                <a:lnTo>
                  <a:pt x="985128" y="179340"/>
                </a:lnTo>
                <a:lnTo>
                  <a:pt x="985253" y="179340"/>
                </a:lnTo>
                <a:lnTo>
                  <a:pt x="985375" y="179318"/>
                </a:lnTo>
                <a:lnTo>
                  <a:pt x="985455" y="179318"/>
                </a:lnTo>
                <a:lnTo>
                  <a:pt x="985577" y="179295"/>
                </a:lnTo>
                <a:lnTo>
                  <a:pt x="985702" y="179295"/>
                </a:lnTo>
                <a:lnTo>
                  <a:pt x="985795" y="179295"/>
                </a:lnTo>
                <a:lnTo>
                  <a:pt x="985917" y="179295"/>
                </a:lnTo>
                <a:lnTo>
                  <a:pt x="986039" y="179273"/>
                </a:lnTo>
                <a:lnTo>
                  <a:pt x="986119" y="179273"/>
                </a:lnTo>
                <a:lnTo>
                  <a:pt x="986244" y="179250"/>
                </a:lnTo>
                <a:lnTo>
                  <a:pt x="986366" y="179250"/>
                </a:lnTo>
                <a:lnTo>
                  <a:pt x="986447" y="179250"/>
                </a:lnTo>
                <a:lnTo>
                  <a:pt x="986569" y="179250"/>
                </a:lnTo>
                <a:lnTo>
                  <a:pt x="986691" y="179228"/>
                </a:lnTo>
                <a:lnTo>
                  <a:pt x="986816" y="179228"/>
                </a:lnTo>
                <a:lnTo>
                  <a:pt x="986896" y="179228"/>
                </a:lnTo>
                <a:lnTo>
                  <a:pt x="987018" y="179228"/>
                </a:lnTo>
                <a:lnTo>
                  <a:pt x="987140" y="179228"/>
                </a:lnTo>
                <a:lnTo>
                  <a:pt x="987224" y="179228"/>
                </a:lnTo>
                <a:lnTo>
                  <a:pt x="987346" y="179228"/>
                </a:lnTo>
                <a:lnTo>
                  <a:pt x="987480" y="179228"/>
                </a:lnTo>
                <a:lnTo>
                  <a:pt x="987560" y="179228"/>
                </a:lnTo>
                <a:lnTo>
                  <a:pt x="987682" y="179228"/>
                </a:lnTo>
                <a:lnTo>
                  <a:pt x="987807" y="179228"/>
                </a:lnTo>
                <a:lnTo>
                  <a:pt x="987888" y="179250"/>
                </a:lnTo>
                <a:lnTo>
                  <a:pt x="988010" y="179250"/>
                </a:lnTo>
                <a:lnTo>
                  <a:pt x="988132" y="179250"/>
                </a:lnTo>
                <a:lnTo>
                  <a:pt x="988215" y="179250"/>
                </a:lnTo>
                <a:lnTo>
                  <a:pt x="988337" y="179273"/>
                </a:lnTo>
                <a:lnTo>
                  <a:pt x="988459" y="179273"/>
                </a:lnTo>
                <a:lnTo>
                  <a:pt x="988543" y="179295"/>
                </a:lnTo>
                <a:lnTo>
                  <a:pt x="988665" y="179295"/>
                </a:lnTo>
                <a:lnTo>
                  <a:pt x="988787" y="179318"/>
                </a:lnTo>
                <a:lnTo>
                  <a:pt x="988879" y="179340"/>
                </a:lnTo>
                <a:lnTo>
                  <a:pt x="989001" y="179363"/>
                </a:lnTo>
                <a:lnTo>
                  <a:pt x="989123" y="179385"/>
                </a:lnTo>
                <a:lnTo>
                  <a:pt x="989245" y="179408"/>
                </a:lnTo>
                <a:lnTo>
                  <a:pt x="989328" y="179408"/>
                </a:lnTo>
                <a:lnTo>
                  <a:pt x="989451" y="179430"/>
                </a:lnTo>
                <a:lnTo>
                  <a:pt x="989573" y="179475"/>
                </a:lnTo>
                <a:lnTo>
                  <a:pt x="989656" y="179498"/>
                </a:lnTo>
                <a:lnTo>
                  <a:pt x="989778" y="179520"/>
                </a:lnTo>
                <a:lnTo>
                  <a:pt x="989900" y="179543"/>
                </a:lnTo>
                <a:lnTo>
                  <a:pt x="989980" y="179588"/>
                </a:lnTo>
                <a:lnTo>
                  <a:pt x="990106" y="179611"/>
                </a:lnTo>
                <a:lnTo>
                  <a:pt x="990228" y="179656"/>
                </a:lnTo>
                <a:lnTo>
                  <a:pt x="990308" y="179701"/>
                </a:lnTo>
                <a:lnTo>
                  <a:pt x="990442" y="179723"/>
                </a:lnTo>
                <a:lnTo>
                  <a:pt x="990564" y="179768"/>
                </a:lnTo>
                <a:lnTo>
                  <a:pt x="990647" y="179813"/>
                </a:lnTo>
                <a:lnTo>
                  <a:pt x="990769" y="179859"/>
                </a:lnTo>
                <a:lnTo>
                  <a:pt x="990892" y="179904"/>
                </a:lnTo>
                <a:lnTo>
                  <a:pt x="990972" y="179949"/>
                </a:lnTo>
                <a:lnTo>
                  <a:pt x="991094" y="179994"/>
                </a:lnTo>
                <a:lnTo>
                  <a:pt x="991219" y="180039"/>
                </a:lnTo>
                <a:lnTo>
                  <a:pt x="991299" y="180084"/>
                </a:lnTo>
                <a:lnTo>
                  <a:pt x="991421" y="180129"/>
                </a:lnTo>
                <a:lnTo>
                  <a:pt x="991544" y="180174"/>
                </a:lnTo>
                <a:lnTo>
                  <a:pt x="991677" y="180242"/>
                </a:lnTo>
                <a:lnTo>
                  <a:pt x="991749" y="180287"/>
                </a:lnTo>
                <a:lnTo>
                  <a:pt x="991883" y="180354"/>
                </a:lnTo>
                <a:lnTo>
                  <a:pt x="992005" y="180399"/>
                </a:lnTo>
                <a:lnTo>
                  <a:pt x="992085" y="180467"/>
                </a:lnTo>
                <a:lnTo>
                  <a:pt x="992210" y="180535"/>
                </a:lnTo>
                <a:lnTo>
                  <a:pt x="992332" y="180602"/>
                </a:lnTo>
                <a:lnTo>
                  <a:pt x="992413" y="180670"/>
                </a:lnTo>
                <a:lnTo>
                  <a:pt x="992535" y="180737"/>
                </a:lnTo>
                <a:lnTo>
                  <a:pt x="992657" y="180805"/>
                </a:lnTo>
                <a:lnTo>
                  <a:pt x="992740" y="180873"/>
                </a:lnTo>
                <a:lnTo>
                  <a:pt x="992862" y="180940"/>
                </a:lnTo>
                <a:lnTo>
                  <a:pt x="992984" y="181030"/>
                </a:lnTo>
                <a:lnTo>
                  <a:pt x="993068" y="181098"/>
                </a:lnTo>
                <a:lnTo>
                  <a:pt x="993199" y="181188"/>
                </a:lnTo>
                <a:lnTo>
                  <a:pt x="993324" y="181256"/>
                </a:lnTo>
                <a:lnTo>
                  <a:pt x="993404" y="181346"/>
                </a:lnTo>
                <a:lnTo>
                  <a:pt x="993526" y="181436"/>
                </a:lnTo>
                <a:lnTo>
                  <a:pt x="993648" y="181504"/>
                </a:lnTo>
                <a:lnTo>
                  <a:pt x="993732" y="181594"/>
                </a:lnTo>
                <a:lnTo>
                  <a:pt x="993854" y="181706"/>
                </a:lnTo>
                <a:lnTo>
                  <a:pt x="993976" y="181797"/>
                </a:lnTo>
                <a:lnTo>
                  <a:pt x="994098" y="181887"/>
                </a:lnTo>
                <a:lnTo>
                  <a:pt x="994181" y="181999"/>
                </a:lnTo>
                <a:lnTo>
                  <a:pt x="994303" y="182090"/>
                </a:lnTo>
                <a:lnTo>
                  <a:pt x="994425" y="182202"/>
                </a:lnTo>
                <a:lnTo>
                  <a:pt x="994509" y="182292"/>
                </a:lnTo>
                <a:lnTo>
                  <a:pt x="994631" y="182405"/>
                </a:lnTo>
                <a:lnTo>
                  <a:pt x="994762" y="182518"/>
                </a:lnTo>
                <a:lnTo>
                  <a:pt x="994845" y="182630"/>
                </a:lnTo>
                <a:lnTo>
                  <a:pt x="994967" y="182743"/>
                </a:lnTo>
                <a:lnTo>
                  <a:pt x="995089" y="182856"/>
                </a:lnTo>
                <a:lnTo>
                  <a:pt x="995173" y="182968"/>
                </a:lnTo>
                <a:lnTo>
                  <a:pt x="995295" y="183081"/>
                </a:lnTo>
                <a:lnTo>
                  <a:pt x="995417" y="183216"/>
                </a:lnTo>
                <a:lnTo>
                  <a:pt x="995497" y="183329"/>
                </a:lnTo>
                <a:lnTo>
                  <a:pt x="995622" y="183464"/>
                </a:lnTo>
                <a:lnTo>
                  <a:pt x="995744" y="183599"/>
                </a:lnTo>
                <a:lnTo>
                  <a:pt x="995825" y="183735"/>
                </a:lnTo>
                <a:lnTo>
                  <a:pt x="995947" y="183870"/>
                </a:lnTo>
                <a:lnTo>
                  <a:pt x="996072" y="184005"/>
                </a:lnTo>
                <a:lnTo>
                  <a:pt x="996164" y="184140"/>
                </a:lnTo>
                <a:lnTo>
                  <a:pt x="996286" y="184298"/>
                </a:lnTo>
                <a:lnTo>
                  <a:pt x="996408" y="184433"/>
                </a:lnTo>
                <a:lnTo>
                  <a:pt x="996489" y="184591"/>
                </a:lnTo>
                <a:lnTo>
                  <a:pt x="996614" y="184749"/>
                </a:lnTo>
                <a:lnTo>
                  <a:pt x="996736" y="184884"/>
                </a:lnTo>
                <a:lnTo>
                  <a:pt x="996858" y="185064"/>
                </a:lnTo>
                <a:lnTo>
                  <a:pt x="996938" y="185200"/>
                </a:lnTo>
                <a:lnTo>
                  <a:pt x="997060" y="185380"/>
                </a:lnTo>
                <a:lnTo>
                  <a:pt x="997185" y="185538"/>
                </a:lnTo>
                <a:lnTo>
                  <a:pt x="997266" y="185718"/>
                </a:lnTo>
                <a:lnTo>
                  <a:pt x="997388" y="185898"/>
                </a:lnTo>
                <a:lnTo>
                  <a:pt x="997510" y="186078"/>
                </a:lnTo>
                <a:lnTo>
                  <a:pt x="997593" y="186259"/>
                </a:lnTo>
                <a:lnTo>
                  <a:pt x="997715" y="186439"/>
                </a:lnTo>
                <a:lnTo>
                  <a:pt x="997849" y="186619"/>
                </a:lnTo>
                <a:lnTo>
                  <a:pt x="997930" y="186822"/>
                </a:lnTo>
                <a:lnTo>
                  <a:pt x="998052" y="187002"/>
                </a:lnTo>
                <a:lnTo>
                  <a:pt x="998177" y="187205"/>
                </a:lnTo>
                <a:lnTo>
                  <a:pt x="998257" y="187408"/>
                </a:lnTo>
                <a:lnTo>
                  <a:pt x="998379" y="187611"/>
                </a:lnTo>
                <a:lnTo>
                  <a:pt x="998501" y="187814"/>
                </a:lnTo>
                <a:lnTo>
                  <a:pt x="998585" y="188039"/>
                </a:lnTo>
                <a:lnTo>
                  <a:pt x="998707" y="188242"/>
                </a:lnTo>
                <a:lnTo>
                  <a:pt x="998829" y="188467"/>
                </a:lnTo>
                <a:lnTo>
                  <a:pt x="998912" y="188670"/>
                </a:lnTo>
                <a:lnTo>
                  <a:pt x="999034" y="188895"/>
                </a:lnTo>
                <a:lnTo>
                  <a:pt x="999156" y="189121"/>
                </a:lnTo>
                <a:lnTo>
                  <a:pt x="999290" y="189346"/>
                </a:lnTo>
                <a:lnTo>
                  <a:pt x="999370" y="189571"/>
                </a:lnTo>
                <a:lnTo>
                  <a:pt x="999493" y="189819"/>
                </a:lnTo>
                <a:lnTo>
                  <a:pt x="999615" y="190067"/>
                </a:lnTo>
                <a:lnTo>
                  <a:pt x="999698" y="190293"/>
                </a:lnTo>
                <a:lnTo>
                  <a:pt x="999820" y="190541"/>
                </a:lnTo>
                <a:lnTo>
                  <a:pt x="999942" y="190788"/>
                </a:lnTo>
                <a:lnTo>
                  <a:pt x="1000025" y="191036"/>
                </a:lnTo>
                <a:lnTo>
                  <a:pt x="1000148" y="191284"/>
                </a:lnTo>
                <a:lnTo>
                  <a:pt x="1000270" y="191555"/>
                </a:lnTo>
                <a:lnTo>
                  <a:pt x="1000350" y="191803"/>
                </a:lnTo>
                <a:lnTo>
                  <a:pt x="1000484" y="192050"/>
                </a:lnTo>
                <a:lnTo>
                  <a:pt x="1000606" y="192321"/>
                </a:lnTo>
                <a:lnTo>
                  <a:pt x="1000677" y="192569"/>
                </a:lnTo>
                <a:lnTo>
                  <a:pt x="1000800" y="192839"/>
                </a:lnTo>
                <a:lnTo>
                  <a:pt x="1000934" y="193110"/>
                </a:lnTo>
                <a:lnTo>
                  <a:pt x="1001014" y="193380"/>
                </a:lnTo>
                <a:lnTo>
                  <a:pt x="1001139" y="193650"/>
                </a:lnTo>
                <a:lnTo>
                  <a:pt x="1001261" y="193943"/>
                </a:lnTo>
                <a:lnTo>
                  <a:pt x="1001341" y="194214"/>
                </a:lnTo>
                <a:lnTo>
                  <a:pt x="1001463" y="194507"/>
                </a:lnTo>
                <a:lnTo>
                  <a:pt x="1001588" y="194777"/>
                </a:lnTo>
                <a:lnTo>
                  <a:pt x="1001711" y="195048"/>
                </a:lnTo>
                <a:lnTo>
                  <a:pt x="1001791" y="195341"/>
                </a:lnTo>
                <a:lnTo>
                  <a:pt x="1001913" y="195634"/>
                </a:lnTo>
                <a:lnTo>
                  <a:pt x="1002038" y="195927"/>
                </a:lnTo>
                <a:lnTo>
                  <a:pt x="1002130" y="196220"/>
                </a:lnTo>
                <a:lnTo>
                  <a:pt x="1002252" y="196513"/>
                </a:lnTo>
                <a:lnTo>
                  <a:pt x="1002374" y="196805"/>
                </a:lnTo>
                <a:lnTo>
                  <a:pt x="1002455" y="197098"/>
                </a:lnTo>
                <a:lnTo>
                  <a:pt x="1002580" y="197414"/>
                </a:lnTo>
                <a:lnTo>
                  <a:pt x="1002702" y="197707"/>
                </a:lnTo>
                <a:lnTo>
                  <a:pt x="1002782" y="198022"/>
                </a:lnTo>
                <a:lnTo>
                  <a:pt x="1002904" y="198315"/>
                </a:lnTo>
                <a:lnTo>
                  <a:pt x="1003029" y="198631"/>
                </a:lnTo>
                <a:lnTo>
                  <a:pt x="1003110" y="198946"/>
                </a:lnTo>
                <a:lnTo>
                  <a:pt x="1003232" y="199262"/>
                </a:lnTo>
                <a:lnTo>
                  <a:pt x="1003354" y="199555"/>
                </a:lnTo>
                <a:lnTo>
                  <a:pt x="1003437" y="199870"/>
                </a:lnTo>
                <a:lnTo>
                  <a:pt x="1003559" y="200208"/>
                </a:lnTo>
                <a:lnTo>
                  <a:pt x="1003693" y="200524"/>
                </a:lnTo>
                <a:lnTo>
                  <a:pt x="1003774" y="200862"/>
                </a:lnTo>
                <a:lnTo>
                  <a:pt x="1003896" y="201177"/>
                </a:lnTo>
                <a:lnTo>
                  <a:pt x="1004018" y="201515"/>
                </a:lnTo>
                <a:lnTo>
                  <a:pt x="1004143" y="201831"/>
                </a:lnTo>
                <a:lnTo>
                  <a:pt x="1004223" y="202169"/>
                </a:lnTo>
                <a:lnTo>
                  <a:pt x="1004345" y="202507"/>
                </a:lnTo>
                <a:lnTo>
                  <a:pt x="1004467" y="202845"/>
                </a:lnTo>
                <a:lnTo>
                  <a:pt x="1004551" y="203183"/>
                </a:lnTo>
                <a:lnTo>
                  <a:pt x="1004673" y="203521"/>
                </a:lnTo>
                <a:lnTo>
                  <a:pt x="1004795" y="203882"/>
                </a:lnTo>
                <a:lnTo>
                  <a:pt x="1004878" y="204242"/>
                </a:lnTo>
                <a:lnTo>
                  <a:pt x="1005000" y="204580"/>
                </a:lnTo>
                <a:lnTo>
                  <a:pt x="1005131" y="204941"/>
                </a:lnTo>
                <a:lnTo>
                  <a:pt x="1005215" y="205279"/>
                </a:lnTo>
                <a:lnTo>
                  <a:pt x="1005337" y="205662"/>
                </a:lnTo>
                <a:lnTo>
                  <a:pt x="1005459" y="206000"/>
                </a:lnTo>
                <a:lnTo>
                  <a:pt x="1005542" y="206383"/>
                </a:lnTo>
                <a:lnTo>
                  <a:pt x="1005664" y="206744"/>
                </a:lnTo>
                <a:lnTo>
                  <a:pt x="1005786" y="207104"/>
                </a:lnTo>
                <a:lnTo>
                  <a:pt x="1005867" y="207487"/>
                </a:lnTo>
                <a:lnTo>
                  <a:pt x="1005992" y="207848"/>
                </a:lnTo>
                <a:lnTo>
                  <a:pt x="1006114" y="208231"/>
                </a:lnTo>
                <a:lnTo>
                  <a:pt x="1006194" y="208614"/>
                </a:lnTo>
                <a:lnTo>
                  <a:pt x="1006316" y="208997"/>
                </a:lnTo>
                <a:lnTo>
                  <a:pt x="1006441" y="209380"/>
                </a:lnTo>
                <a:lnTo>
                  <a:pt x="1006563" y="209741"/>
                </a:lnTo>
                <a:lnTo>
                  <a:pt x="1006656" y="210147"/>
                </a:lnTo>
                <a:lnTo>
                  <a:pt x="1006778" y="210530"/>
                </a:lnTo>
                <a:lnTo>
                  <a:pt x="1006900" y="210913"/>
                </a:lnTo>
                <a:lnTo>
                  <a:pt x="1006983" y="211296"/>
                </a:lnTo>
                <a:lnTo>
                  <a:pt x="1007105" y="211679"/>
                </a:lnTo>
                <a:lnTo>
                  <a:pt x="1007227" y="212062"/>
                </a:lnTo>
                <a:lnTo>
                  <a:pt x="1007308" y="212445"/>
                </a:lnTo>
                <a:lnTo>
                  <a:pt x="1007433" y="212851"/>
                </a:lnTo>
                <a:lnTo>
                  <a:pt x="1007555" y="213234"/>
                </a:lnTo>
                <a:lnTo>
                  <a:pt x="1007635" y="213640"/>
                </a:lnTo>
                <a:lnTo>
                  <a:pt x="1007757" y="214023"/>
                </a:lnTo>
                <a:lnTo>
                  <a:pt x="1007882" y="214406"/>
                </a:lnTo>
                <a:lnTo>
                  <a:pt x="1007963" y="214812"/>
                </a:lnTo>
                <a:lnTo>
                  <a:pt x="1008085" y="215195"/>
                </a:lnTo>
                <a:lnTo>
                  <a:pt x="1008219" y="215600"/>
                </a:lnTo>
                <a:lnTo>
                  <a:pt x="1008299" y="215983"/>
                </a:lnTo>
                <a:lnTo>
                  <a:pt x="1008421" y="216389"/>
                </a:lnTo>
                <a:lnTo>
                  <a:pt x="1008546" y="216772"/>
                </a:lnTo>
                <a:lnTo>
                  <a:pt x="1008627" y="217178"/>
                </a:lnTo>
                <a:lnTo>
                  <a:pt x="1008749" y="217584"/>
                </a:lnTo>
                <a:lnTo>
                  <a:pt x="1008871" y="217967"/>
                </a:lnTo>
                <a:lnTo>
                  <a:pt x="1008996" y="218372"/>
                </a:lnTo>
                <a:lnTo>
                  <a:pt x="1009076" y="218755"/>
                </a:lnTo>
                <a:lnTo>
                  <a:pt x="1009198" y="219161"/>
                </a:lnTo>
                <a:lnTo>
                  <a:pt x="1009320" y="219567"/>
                </a:lnTo>
                <a:lnTo>
                  <a:pt x="1009404" y="219972"/>
                </a:lnTo>
                <a:lnTo>
                  <a:pt x="1009535" y="220355"/>
                </a:lnTo>
                <a:lnTo>
                  <a:pt x="1009660" y="220761"/>
                </a:lnTo>
                <a:lnTo>
                  <a:pt x="1009740" y="221167"/>
                </a:lnTo>
                <a:lnTo>
                  <a:pt x="1009862" y="221572"/>
                </a:lnTo>
                <a:lnTo>
                  <a:pt x="1009984" y="221978"/>
                </a:lnTo>
                <a:lnTo>
                  <a:pt x="1010067" y="222384"/>
                </a:lnTo>
                <a:lnTo>
                  <a:pt x="1010190" y="222789"/>
                </a:lnTo>
                <a:lnTo>
                  <a:pt x="1010312" y="223195"/>
                </a:lnTo>
                <a:lnTo>
                  <a:pt x="1010395" y="223601"/>
                </a:lnTo>
                <a:lnTo>
                  <a:pt x="1010517" y="224006"/>
                </a:lnTo>
                <a:lnTo>
                  <a:pt x="1010639" y="224412"/>
                </a:lnTo>
                <a:lnTo>
                  <a:pt x="1010719" y="224840"/>
                </a:lnTo>
                <a:lnTo>
                  <a:pt x="1010853" y="225246"/>
                </a:lnTo>
                <a:lnTo>
                  <a:pt x="1010976" y="225674"/>
                </a:lnTo>
                <a:lnTo>
                  <a:pt x="1011059" y="226080"/>
                </a:lnTo>
                <a:lnTo>
                  <a:pt x="1011181" y="226508"/>
                </a:lnTo>
                <a:lnTo>
                  <a:pt x="1011303" y="226913"/>
                </a:lnTo>
                <a:lnTo>
                  <a:pt x="1011425" y="227342"/>
                </a:lnTo>
                <a:lnTo>
                  <a:pt x="1011508" y="227770"/>
                </a:lnTo>
                <a:lnTo>
                  <a:pt x="1011631" y="228198"/>
                </a:lnTo>
                <a:lnTo>
                  <a:pt x="1011753" y="228626"/>
                </a:lnTo>
                <a:lnTo>
                  <a:pt x="1011836" y="229054"/>
                </a:lnTo>
                <a:lnTo>
                  <a:pt x="1011958" y="229505"/>
                </a:lnTo>
                <a:lnTo>
                  <a:pt x="1012080" y="229933"/>
                </a:lnTo>
                <a:lnTo>
                  <a:pt x="1012160" y="230361"/>
                </a:lnTo>
                <a:lnTo>
                  <a:pt x="1012285" y="230812"/>
                </a:lnTo>
                <a:lnTo>
                  <a:pt x="1012408" y="231263"/>
                </a:lnTo>
                <a:lnTo>
                  <a:pt x="1012500" y="231714"/>
                </a:lnTo>
                <a:lnTo>
                  <a:pt x="1012622" y="232142"/>
                </a:lnTo>
                <a:lnTo>
                  <a:pt x="1012744" y="232592"/>
                </a:lnTo>
                <a:lnTo>
                  <a:pt x="1012824" y="233043"/>
                </a:lnTo>
                <a:lnTo>
                  <a:pt x="1012949" y="233494"/>
                </a:lnTo>
                <a:lnTo>
                  <a:pt x="1013071" y="233945"/>
                </a:lnTo>
                <a:lnTo>
                  <a:pt x="1013152" y="234395"/>
                </a:lnTo>
                <a:lnTo>
                  <a:pt x="1013274" y="234869"/>
                </a:lnTo>
                <a:lnTo>
                  <a:pt x="1013399" y="235319"/>
                </a:lnTo>
                <a:lnTo>
                  <a:pt x="1013479" y="235770"/>
                </a:lnTo>
                <a:lnTo>
                  <a:pt x="1013601" y="236221"/>
                </a:lnTo>
                <a:lnTo>
                  <a:pt x="1013723" y="236694"/>
                </a:lnTo>
                <a:lnTo>
                  <a:pt x="1013807" y="237145"/>
                </a:lnTo>
                <a:lnTo>
                  <a:pt x="1013938" y="237618"/>
                </a:lnTo>
                <a:lnTo>
                  <a:pt x="1014063" y="238069"/>
                </a:lnTo>
                <a:lnTo>
                  <a:pt x="1014185" y="238542"/>
                </a:lnTo>
                <a:lnTo>
                  <a:pt x="1014265" y="238993"/>
                </a:lnTo>
                <a:lnTo>
                  <a:pt x="1014387" y="239466"/>
                </a:lnTo>
                <a:lnTo>
                  <a:pt x="1014512" y="239917"/>
                </a:lnTo>
                <a:lnTo>
                  <a:pt x="1014593" y="240367"/>
                </a:lnTo>
                <a:lnTo>
                  <a:pt x="1014715" y="240841"/>
                </a:lnTo>
                <a:lnTo>
                  <a:pt x="1014837" y="241291"/>
                </a:lnTo>
                <a:lnTo>
                  <a:pt x="1014920" y="241742"/>
                </a:lnTo>
                <a:lnTo>
                  <a:pt x="1015042" y="242215"/>
                </a:lnTo>
                <a:lnTo>
                  <a:pt x="1015164" y="242666"/>
                </a:lnTo>
                <a:lnTo>
                  <a:pt x="1015248" y="243117"/>
                </a:lnTo>
                <a:lnTo>
                  <a:pt x="1015370" y="243545"/>
                </a:lnTo>
                <a:lnTo>
                  <a:pt x="1015492" y="243996"/>
                </a:lnTo>
                <a:lnTo>
                  <a:pt x="1015584" y="244446"/>
                </a:lnTo>
                <a:lnTo>
                  <a:pt x="1015706" y="244874"/>
                </a:lnTo>
                <a:lnTo>
                  <a:pt x="1015828" y="245325"/>
                </a:lnTo>
                <a:lnTo>
                  <a:pt x="1015912" y="245753"/>
                </a:lnTo>
                <a:lnTo>
                  <a:pt x="1016034" y="246182"/>
                </a:lnTo>
                <a:lnTo>
                  <a:pt x="1016156" y="246610"/>
                </a:lnTo>
                <a:lnTo>
                  <a:pt x="1016239" y="247038"/>
                </a:lnTo>
                <a:lnTo>
                  <a:pt x="1016361" y="247466"/>
                </a:lnTo>
                <a:lnTo>
                  <a:pt x="1016483" y="247894"/>
                </a:lnTo>
                <a:lnTo>
                  <a:pt x="1016605" y="248300"/>
                </a:lnTo>
                <a:lnTo>
                  <a:pt x="1016689" y="248728"/>
                </a:lnTo>
                <a:lnTo>
                  <a:pt x="1016811" y="249134"/>
                </a:lnTo>
                <a:lnTo>
                  <a:pt x="1016942" y="249539"/>
                </a:lnTo>
                <a:lnTo>
                  <a:pt x="1017013" y="249945"/>
                </a:lnTo>
                <a:lnTo>
                  <a:pt x="1017147" y="250351"/>
                </a:lnTo>
                <a:lnTo>
                  <a:pt x="1017269" y="250756"/>
                </a:lnTo>
                <a:lnTo>
                  <a:pt x="1017353" y="251162"/>
                </a:lnTo>
                <a:lnTo>
                  <a:pt x="1017475" y="251568"/>
                </a:lnTo>
                <a:lnTo>
                  <a:pt x="1017597" y="251973"/>
                </a:lnTo>
                <a:lnTo>
                  <a:pt x="1017677" y="252356"/>
                </a:lnTo>
                <a:lnTo>
                  <a:pt x="1017802" y="252739"/>
                </a:lnTo>
                <a:lnTo>
                  <a:pt x="1017924" y="253145"/>
                </a:lnTo>
                <a:lnTo>
                  <a:pt x="1018005" y="253528"/>
                </a:lnTo>
                <a:lnTo>
                  <a:pt x="1018127" y="253934"/>
                </a:lnTo>
                <a:lnTo>
                  <a:pt x="1018261" y="254317"/>
                </a:lnTo>
                <a:lnTo>
                  <a:pt x="1018332" y="254700"/>
                </a:lnTo>
                <a:lnTo>
                  <a:pt x="1018466" y="255083"/>
                </a:lnTo>
                <a:lnTo>
                  <a:pt x="1018588" y="255466"/>
                </a:lnTo>
                <a:lnTo>
                  <a:pt x="1018669" y="255849"/>
                </a:lnTo>
                <a:lnTo>
                  <a:pt x="1018791" y="256233"/>
                </a:lnTo>
                <a:lnTo>
                  <a:pt x="1018916" y="256616"/>
                </a:lnTo>
                <a:lnTo>
                  <a:pt x="1019038" y="256999"/>
                </a:lnTo>
                <a:lnTo>
                  <a:pt x="1019118" y="257404"/>
                </a:lnTo>
                <a:lnTo>
                  <a:pt x="1019240" y="257787"/>
                </a:lnTo>
                <a:lnTo>
                  <a:pt x="1019365" y="258171"/>
                </a:lnTo>
                <a:lnTo>
                  <a:pt x="1019446" y="258554"/>
                </a:lnTo>
                <a:lnTo>
                  <a:pt x="1019568" y="258937"/>
                </a:lnTo>
                <a:lnTo>
                  <a:pt x="1019690" y="259320"/>
                </a:lnTo>
                <a:lnTo>
                  <a:pt x="1019782" y="259703"/>
                </a:lnTo>
                <a:lnTo>
                  <a:pt x="1019904" y="260086"/>
                </a:lnTo>
                <a:lnTo>
                  <a:pt x="1020029" y="260469"/>
                </a:lnTo>
                <a:lnTo>
                  <a:pt x="1020110" y="260852"/>
                </a:lnTo>
                <a:lnTo>
                  <a:pt x="1020232" y="261235"/>
                </a:lnTo>
                <a:lnTo>
                  <a:pt x="1020354" y="261619"/>
                </a:lnTo>
                <a:lnTo>
                  <a:pt x="1020437" y="262002"/>
                </a:lnTo>
                <a:lnTo>
                  <a:pt x="1020559" y="262385"/>
                </a:lnTo>
                <a:lnTo>
                  <a:pt x="1020681" y="262768"/>
                </a:lnTo>
                <a:lnTo>
                  <a:pt x="1020764" y="263151"/>
                </a:lnTo>
                <a:lnTo>
                  <a:pt x="1020887" y="263534"/>
                </a:lnTo>
                <a:lnTo>
                  <a:pt x="1021009" y="263917"/>
                </a:lnTo>
                <a:lnTo>
                  <a:pt x="1021092" y="264278"/>
                </a:lnTo>
                <a:lnTo>
                  <a:pt x="1021214" y="264661"/>
                </a:lnTo>
                <a:lnTo>
                  <a:pt x="1021336" y="265044"/>
                </a:lnTo>
                <a:lnTo>
                  <a:pt x="1021467" y="265405"/>
                </a:lnTo>
                <a:lnTo>
                  <a:pt x="1021550" y="265765"/>
                </a:lnTo>
                <a:lnTo>
                  <a:pt x="1021673" y="266126"/>
                </a:lnTo>
                <a:lnTo>
                  <a:pt x="1021795" y="266509"/>
                </a:lnTo>
                <a:lnTo>
                  <a:pt x="1021878" y="266869"/>
                </a:lnTo>
                <a:lnTo>
                  <a:pt x="1022000" y="267207"/>
                </a:lnTo>
                <a:lnTo>
                  <a:pt x="1022122" y="267568"/>
                </a:lnTo>
                <a:lnTo>
                  <a:pt x="1022205" y="267906"/>
                </a:lnTo>
                <a:lnTo>
                  <a:pt x="1022328" y="268267"/>
                </a:lnTo>
                <a:lnTo>
                  <a:pt x="1022450" y="268605"/>
                </a:lnTo>
                <a:lnTo>
                  <a:pt x="1022530" y="268920"/>
                </a:lnTo>
                <a:lnTo>
                  <a:pt x="1022655" y="269258"/>
                </a:lnTo>
                <a:lnTo>
                  <a:pt x="1022777" y="269596"/>
                </a:lnTo>
                <a:lnTo>
                  <a:pt x="1022869" y="269912"/>
                </a:lnTo>
                <a:lnTo>
                  <a:pt x="1022991" y="270205"/>
                </a:lnTo>
                <a:lnTo>
                  <a:pt x="1023113" y="270520"/>
                </a:lnTo>
                <a:lnTo>
                  <a:pt x="1023194" y="270836"/>
                </a:lnTo>
                <a:lnTo>
                  <a:pt x="1023319" y="271129"/>
                </a:lnTo>
                <a:lnTo>
                  <a:pt x="1023441" y="271422"/>
                </a:lnTo>
                <a:lnTo>
                  <a:pt x="1023521" y="271715"/>
                </a:lnTo>
                <a:lnTo>
                  <a:pt x="1023643" y="271985"/>
                </a:lnTo>
                <a:lnTo>
                  <a:pt x="1023768" y="272256"/>
                </a:lnTo>
                <a:lnTo>
                  <a:pt x="1023891" y="272548"/>
                </a:lnTo>
                <a:lnTo>
                  <a:pt x="1023971" y="272796"/>
                </a:lnTo>
                <a:lnTo>
                  <a:pt x="1024093" y="273044"/>
                </a:lnTo>
                <a:lnTo>
                  <a:pt x="1024218" y="273315"/>
                </a:lnTo>
                <a:lnTo>
                  <a:pt x="1024298" y="273540"/>
                </a:lnTo>
                <a:lnTo>
                  <a:pt x="1024420" y="273788"/>
                </a:lnTo>
                <a:lnTo>
                  <a:pt x="1024554" y="274013"/>
                </a:lnTo>
                <a:lnTo>
                  <a:pt x="1024635" y="274261"/>
                </a:lnTo>
                <a:lnTo>
                  <a:pt x="1024757" y="274487"/>
                </a:lnTo>
                <a:lnTo>
                  <a:pt x="1024882" y="274689"/>
                </a:lnTo>
                <a:lnTo>
                  <a:pt x="1024962" y="274892"/>
                </a:lnTo>
                <a:lnTo>
                  <a:pt x="1025084" y="275095"/>
                </a:lnTo>
                <a:lnTo>
                  <a:pt x="1025206" y="275298"/>
                </a:lnTo>
                <a:lnTo>
                  <a:pt x="1025290" y="275501"/>
                </a:lnTo>
                <a:lnTo>
                  <a:pt x="1025412" y="275681"/>
                </a:lnTo>
                <a:lnTo>
                  <a:pt x="1025534" y="275861"/>
                </a:lnTo>
                <a:lnTo>
                  <a:pt x="1025617" y="276064"/>
                </a:lnTo>
                <a:lnTo>
                  <a:pt x="1025739" y="276222"/>
                </a:lnTo>
                <a:lnTo>
                  <a:pt x="1025861" y="276380"/>
                </a:lnTo>
                <a:lnTo>
                  <a:pt x="1025954" y="276560"/>
                </a:lnTo>
                <a:lnTo>
                  <a:pt x="1026076" y="276718"/>
                </a:lnTo>
                <a:lnTo>
                  <a:pt x="1026198" y="276875"/>
                </a:lnTo>
                <a:lnTo>
                  <a:pt x="1026320" y="277033"/>
                </a:lnTo>
                <a:lnTo>
                  <a:pt x="1026403" y="277168"/>
                </a:lnTo>
                <a:lnTo>
                  <a:pt x="1026525" y="277304"/>
                </a:lnTo>
                <a:lnTo>
                  <a:pt x="1026647" y="277461"/>
                </a:lnTo>
                <a:lnTo>
                  <a:pt x="1026731" y="277597"/>
                </a:lnTo>
                <a:lnTo>
                  <a:pt x="1026853" y="277709"/>
                </a:lnTo>
                <a:lnTo>
                  <a:pt x="1026975" y="277844"/>
                </a:lnTo>
                <a:lnTo>
                  <a:pt x="1027058" y="277980"/>
                </a:lnTo>
                <a:lnTo>
                  <a:pt x="1027189" y="278092"/>
                </a:lnTo>
                <a:lnTo>
                  <a:pt x="1027311" y="278205"/>
                </a:lnTo>
                <a:lnTo>
                  <a:pt x="1027383" y="278340"/>
                </a:lnTo>
                <a:lnTo>
                  <a:pt x="1027517" y="278430"/>
                </a:lnTo>
                <a:lnTo>
                  <a:pt x="1027639" y="278543"/>
                </a:lnTo>
                <a:lnTo>
                  <a:pt x="1027722" y="278633"/>
                </a:lnTo>
                <a:lnTo>
                  <a:pt x="1027844" y="278723"/>
                </a:lnTo>
                <a:lnTo>
                  <a:pt x="1027966" y="278813"/>
                </a:lnTo>
                <a:lnTo>
                  <a:pt x="1028047" y="278904"/>
                </a:lnTo>
                <a:lnTo>
                  <a:pt x="1028172" y="278994"/>
                </a:lnTo>
                <a:lnTo>
                  <a:pt x="1028294" y="279061"/>
                </a:lnTo>
                <a:lnTo>
                  <a:pt x="1028374" y="279129"/>
                </a:lnTo>
                <a:lnTo>
                  <a:pt x="1028496" y="279197"/>
                </a:lnTo>
                <a:lnTo>
                  <a:pt x="1028621" y="279242"/>
                </a:lnTo>
                <a:lnTo>
                  <a:pt x="1028752" y="279309"/>
                </a:lnTo>
                <a:lnTo>
                  <a:pt x="1028836" y="279354"/>
                </a:lnTo>
                <a:lnTo>
                  <a:pt x="1028958" y="279399"/>
                </a:lnTo>
                <a:lnTo>
                  <a:pt x="1029080" y="279444"/>
                </a:lnTo>
                <a:lnTo>
                  <a:pt x="1029160" y="279467"/>
                </a:lnTo>
                <a:lnTo>
                  <a:pt x="1029285" y="279512"/>
                </a:lnTo>
                <a:lnTo>
                  <a:pt x="1029407" y="279535"/>
                </a:lnTo>
                <a:lnTo>
                  <a:pt x="1029488" y="279557"/>
                </a:lnTo>
                <a:lnTo>
                  <a:pt x="1029610" y="279557"/>
                </a:lnTo>
                <a:lnTo>
                  <a:pt x="1029735" y="279557"/>
                </a:lnTo>
                <a:lnTo>
                  <a:pt x="1029815" y="279557"/>
                </a:lnTo>
                <a:lnTo>
                  <a:pt x="1029937" y="279557"/>
                </a:lnTo>
                <a:lnTo>
                  <a:pt x="1030059" y="279557"/>
                </a:lnTo>
                <a:lnTo>
                  <a:pt x="1030152" y="279557"/>
                </a:lnTo>
                <a:lnTo>
                  <a:pt x="1030274" y="279535"/>
                </a:lnTo>
                <a:lnTo>
                  <a:pt x="1030399" y="279490"/>
                </a:lnTo>
                <a:lnTo>
                  <a:pt x="1030479" y="279467"/>
                </a:lnTo>
                <a:lnTo>
                  <a:pt x="1030601" y="279444"/>
                </a:lnTo>
                <a:lnTo>
                  <a:pt x="1030723" y="279399"/>
                </a:lnTo>
                <a:lnTo>
                  <a:pt x="1030807" y="279354"/>
                </a:lnTo>
                <a:lnTo>
                  <a:pt x="1030929" y="279309"/>
                </a:lnTo>
                <a:lnTo>
                  <a:pt x="1031051" y="279264"/>
                </a:lnTo>
                <a:lnTo>
                  <a:pt x="1031134" y="279197"/>
                </a:lnTo>
                <a:lnTo>
                  <a:pt x="1031256" y="279129"/>
                </a:lnTo>
                <a:lnTo>
                  <a:pt x="1031378" y="279061"/>
                </a:lnTo>
                <a:lnTo>
                  <a:pt x="1031500" y="279016"/>
                </a:lnTo>
                <a:lnTo>
                  <a:pt x="1031584" y="278926"/>
                </a:lnTo>
                <a:lnTo>
                  <a:pt x="1031706" y="278859"/>
                </a:lnTo>
                <a:lnTo>
                  <a:pt x="1031828" y="278768"/>
                </a:lnTo>
                <a:lnTo>
                  <a:pt x="1031920" y="278678"/>
                </a:lnTo>
                <a:lnTo>
                  <a:pt x="1032042" y="278588"/>
                </a:lnTo>
                <a:lnTo>
                  <a:pt x="1032164" y="278498"/>
                </a:lnTo>
                <a:lnTo>
                  <a:pt x="1032247" y="278385"/>
                </a:lnTo>
                <a:lnTo>
                  <a:pt x="1032370" y="278295"/>
                </a:lnTo>
                <a:lnTo>
                  <a:pt x="1032492" y="278182"/>
                </a:lnTo>
                <a:lnTo>
                  <a:pt x="1032575" y="278070"/>
                </a:lnTo>
                <a:lnTo>
                  <a:pt x="1032697" y="277957"/>
                </a:lnTo>
                <a:lnTo>
                  <a:pt x="1032819" y="277844"/>
                </a:lnTo>
                <a:lnTo>
                  <a:pt x="1032899" y="277709"/>
                </a:lnTo>
                <a:lnTo>
                  <a:pt x="1033024" y="277597"/>
                </a:lnTo>
                <a:lnTo>
                  <a:pt x="1033147" y="277461"/>
                </a:lnTo>
                <a:lnTo>
                  <a:pt x="1033239" y="277326"/>
                </a:lnTo>
                <a:lnTo>
                  <a:pt x="1033361" y="277191"/>
                </a:lnTo>
                <a:lnTo>
                  <a:pt x="1033483" y="277056"/>
                </a:lnTo>
                <a:lnTo>
                  <a:pt x="1033563" y="276920"/>
                </a:lnTo>
                <a:lnTo>
                  <a:pt x="1033688" y="276785"/>
                </a:lnTo>
                <a:lnTo>
                  <a:pt x="1033810" y="276627"/>
                </a:lnTo>
                <a:lnTo>
                  <a:pt x="1033933" y="276492"/>
                </a:lnTo>
                <a:lnTo>
                  <a:pt x="1034013" y="276312"/>
                </a:lnTo>
                <a:lnTo>
                  <a:pt x="1034138" y="276154"/>
                </a:lnTo>
                <a:lnTo>
                  <a:pt x="1034260" y="275996"/>
                </a:lnTo>
                <a:lnTo>
                  <a:pt x="1034340" y="275839"/>
                </a:lnTo>
                <a:lnTo>
                  <a:pt x="1034462" y="275658"/>
                </a:lnTo>
                <a:lnTo>
                  <a:pt x="1034596" y="275478"/>
                </a:lnTo>
                <a:lnTo>
                  <a:pt x="1034668" y="275298"/>
                </a:lnTo>
                <a:lnTo>
                  <a:pt x="1034790" y="275118"/>
                </a:lnTo>
                <a:lnTo>
                  <a:pt x="1034924" y="274937"/>
                </a:lnTo>
                <a:lnTo>
                  <a:pt x="1035004" y="274734"/>
                </a:lnTo>
                <a:lnTo>
                  <a:pt x="1035126" y="274532"/>
                </a:lnTo>
                <a:lnTo>
                  <a:pt x="1035251" y="274329"/>
                </a:lnTo>
                <a:lnTo>
                  <a:pt x="1035332" y="274126"/>
                </a:lnTo>
                <a:lnTo>
                  <a:pt x="1035454" y="273923"/>
                </a:lnTo>
                <a:lnTo>
                  <a:pt x="1035576" y="273720"/>
                </a:lnTo>
                <a:lnTo>
                  <a:pt x="1035659" y="273495"/>
                </a:lnTo>
                <a:lnTo>
                  <a:pt x="1035781" y="273270"/>
                </a:lnTo>
                <a:lnTo>
                  <a:pt x="1035903" y="273044"/>
                </a:lnTo>
                <a:lnTo>
                  <a:pt x="1035987" y="272819"/>
                </a:lnTo>
                <a:lnTo>
                  <a:pt x="1036109" y="272571"/>
                </a:lnTo>
                <a:lnTo>
                  <a:pt x="1036240" y="272346"/>
                </a:lnTo>
                <a:lnTo>
                  <a:pt x="1036365" y="272098"/>
                </a:lnTo>
                <a:lnTo>
                  <a:pt x="1036445" y="271850"/>
                </a:lnTo>
                <a:lnTo>
                  <a:pt x="1036567" y="271602"/>
                </a:lnTo>
                <a:lnTo>
                  <a:pt x="1036689" y="271354"/>
                </a:lnTo>
                <a:lnTo>
                  <a:pt x="1036773" y="271106"/>
                </a:lnTo>
                <a:lnTo>
                  <a:pt x="1036895" y="270836"/>
                </a:lnTo>
                <a:lnTo>
                  <a:pt x="1037017" y="270588"/>
                </a:lnTo>
                <a:lnTo>
                  <a:pt x="1037100" y="270317"/>
                </a:lnTo>
                <a:lnTo>
                  <a:pt x="1037222" y="270047"/>
                </a:lnTo>
                <a:lnTo>
                  <a:pt x="1037344" y="269777"/>
                </a:lnTo>
                <a:lnTo>
                  <a:pt x="1037428" y="269506"/>
                </a:lnTo>
                <a:lnTo>
                  <a:pt x="1037559" y="269236"/>
                </a:lnTo>
                <a:lnTo>
                  <a:pt x="1037681" y="268965"/>
                </a:lnTo>
                <a:lnTo>
                  <a:pt x="1037764" y="268672"/>
                </a:lnTo>
                <a:lnTo>
                  <a:pt x="1037886" y="268402"/>
                </a:lnTo>
                <a:lnTo>
                  <a:pt x="1038008" y="268109"/>
                </a:lnTo>
                <a:lnTo>
                  <a:pt x="1038092" y="267838"/>
                </a:lnTo>
                <a:lnTo>
                  <a:pt x="1038214" y="267546"/>
                </a:lnTo>
                <a:lnTo>
                  <a:pt x="1038336" y="267275"/>
                </a:lnTo>
                <a:lnTo>
                  <a:pt x="1038416" y="266982"/>
                </a:lnTo>
                <a:lnTo>
                  <a:pt x="1038541" y="266689"/>
                </a:lnTo>
                <a:lnTo>
                  <a:pt x="1038663" y="266419"/>
                </a:lnTo>
                <a:lnTo>
                  <a:pt x="1038785" y="266126"/>
                </a:lnTo>
                <a:lnTo>
                  <a:pt x="1038866" y="265833"/>
                </a:lnTo>
                <a:lnTo>
                  <a:pt x="1038991" y="265540"/>
                </a:lnTo>
                <a:lnTo>
                  <a:pt x="1039113" y="265269"/>
                </a:lnTo>
                <a:lnTo>
                  <a:pt x="1039205" y="264976"/>
                </a:lnTo>
                <a:lnTo>
                  <a:pt x="1039327" y="264683"/>
                </a:lnTo>
                <a:lnTo>
                  <a:pt x="1039449" y="264413"/>
                </a:lnTo>
                <a:lnTo>
                  <a:pt x="1039530" y="264120"/>
                </a:lnTo>
                <a:lnTo>
                  <a:pt x="1039655" y="263827"/>
                </a:lnTo>
                <a:lnTo>
                  <a:pt x="1039777" y="263557"/>
                </a:lnTo>
                <a:lnTo>
                  <a:pt x="1039857" y="263264"/>
                </a:lnTo>
                <a:lnTo>
                  <a:pt x="1039979" y="262993"/>
                </a:lnTo>
                <a:lnTo>
                  <a:pt x="1040104" y="262723"/>
                </a:lnTo>
                <a:lnTo>
                  <a:pt x="1040185" y="262452"/>
                </a:lnTo>
                <a:lnTo>
                  <a:pt x="1040307" y="262159"/>
                </a:lnTo>
                <a:lnTo>
                  <a:pt x="1040429" y="261889"/>
                </a:lnTo>
                <a:lnTo>
                  <a:pt x="1040512" y="261619"/>
                </a:lnTo>
                <a:lnTo>
                  <a:pt x="1040634" y="261348"/>
                </a:lnTo>
                <a:lnTo>
                  <a:pt x="1040768" y="261078"/>
                </a:lnTo>
                <a:lnTo>
                  <a:pt x="1040848" y="260807"/>
                </a:lnTo>
                <a:lnTo>
                  <a:pt x="1040971" y="260537"/>
                </a:lnTo>
                <a:lnTo>
                  <a:pt x="1041093" y="260289"/>
                </a:lnTo>
                <a:lnTo>
                  <a:pt x="1041218" y="260019"/>
                </a:lnTo>
                <a:lnTo>
                  <a:pt x="1041298" y="259748"/>
                </a:lnTo>
                <a:lnTo>
                  <a:pt x="1041420" y="259500"/>
                </a:lnTo>
                <a:lnTo>
                  <a:pt x="1041542" y="259252"/>
                </a:lnTo>
                <a:lnTo>
                  <a:pt x="1041626" y="258982"/>
                </a:lnTo>
                <a:lnTo>
                  <a:pt x="1041748" y="258734"/>
                </a:lnTo>
                <a:lnTo>
                  <a:pt x="1041870" y="258486"/>
                </a:lnTo>
                <a:lnTo>
                  <a:pt x="1041953" y="258238"/>
                </a:lnTo>
                <a:lnTo>
                  <a:pt x="1042075" y="257990"/>
                </a:lnTo>
                <a:lnTo>
                  <a:pt x="1042197" y="257742"/>
                </a:lnTo>
                <a:lnTo>
                  <a:pt x="1042289" y="257495"/>
                </a:lnTo>
                <a:lnTo>
                  <a:pt x="1042411" y="257247"/>
                </a:lnTo>
                <a:lnTo>
                  <a:pt x="1042534" y="256999"/>
                </a:lnTo>
                <a:lnTo>
                  <a:pt x="1042617" y="256773"/>
                </a:lnTo>
                <a:lnTo>
                  <a:pt x="1042739" y="256525"/>
                </a:lnTo>
                <a:lnTo>
                  <a:pt x="1042861" y="256300"/>
                </a:lnTo>
                <a:lnTo>
                  <a:pt x="1042944" y="256052"/>
                </a:lnTo>
                <a:lnTo>
                  <a:pt x="1043066" y="255804"/>
                </a:lnTo>
                <a:lnTo>
                  <a:pt x="1043189" y="255579"/>
                </a:lnTo>
                <a:lnTo>
                  <a:pt x="1043269" y="255354"/>
                </a:lnTo>
                <a:lnTo>
                  <a:pt x="1043394" y="255128"/>
                </a:lnTo>
                <a:lnTo>
                  <a:pt x="1043516" y="254880"/>
                </a:lnTo>
                <a:lnTo>
                  <a:pt x="1043647" y="254655"/>
                </a:lnTo>
                <a:lnTo>
                  <a:pt x="1043730" y="254430"/>
                </a:lnTo>
                <a:lnTo>
                  <a:pt x="1043852" y="254204"/>
                </a:lnTo>
                <a:lnTo>
                  <a:pt x="1043975" y="253979"/>
                </a:lnTo>
                <a:lnTo>
                  <a:pt x="1044058" y="253754"/>
                </a:lnTo>
                <a:lnTo>
                  <a:pt x="1044180" y="253528"/>
                </a:lnTo>
                <a:lnTo>
                  <a:pt x="1044302" y="253303"/>
                </a:lnTo>
                <a:lnTo>
                  <a:pt x="1044382" y="253078"/>
                </a:lnTo>
                <a:lnTo>
                  <a:pt x="1044507" y="252852"/>
                </a:lnTo>
                <a:lnTo>
                  <a:pt x="1044629" y="252649"/>
                </a:lnTo>
                <a:lnTo>
                  <a:pt x="1044710" y="252424"/>
                </a:lnTo>
                <a:lnTo>
                  <a:pt x="1044832" y="252221"/>
                </a:lnTo>
                <a:lnTo>
                  <a:pt x="1044966" y="251996"/>
                </a:lnTo>
                <a:lnTo>
                  <a:pt x="1045037" y="251793"/>
                </a:lnTo>
                <a:lnTo>
                  <a:pt x="1045171" y="251590"/>
                </a:lnTo>
                <a:lnTo>
                  <a:pt x="1045293" y="251365"/>
                </a:lnTo>
                <a:lnTo>
                  <a:pt x="1045374" y="251162"/>
                </a:lnTo>
                <a:lnTo>
                  <a:pt x="1045496" y="250959"/>
                </a:lnTo>
                <a:lnTo>
                  <a:pt x="1045621" y="250756"/>
                </a:lnTo>
                <a:lnTo>
                  <a:pt x="1045701" y="250553"/>
                </a:lnTo>
                <a:lnTo>
                  <a:pt x="1045823" y="250351"/>
                </a:lnTo>
                <a:lnTo>
                  <a:pt x="1045945" y="250170"/>
                </a:lnTo>
                <a:lnTo>
                  <a:pt x="1046070" y="249968"/>
                </a:lnTo>
                <a:lnTo>
                  <a:pt x="1046151" y="249787"/>
                </a:lnTo>
                <a:lnTo>
                  <a:pt x="1046273" y="249584"/>
                </a:lnTo>
                <a:lnTo>
                  <a:pt x="1046395" y="249404"/>
                </a:lnTo>
                <a:lnTo>
                  <a:pt x="1046487" y="249246"/>
                </a:lnTo>
                <a:lnTo>
                  <a:pt x="1046612" y="249044"/>
                </a:lnTo>
                <a:lnTo>
                  <a:pt x="1046734" y="248886"/>
                </a:lnTo>
                <a:lnTo>
                  <a:pt x="1046815" y="248706"/>
                </a:lnTo>
                <a:lnTo>
                  <a:pt x="1046937" y="248525"/>
                </a:lnTo>
                <a:lnTo>
                  <a:pt x="1047059" y="248368"/>
                </a:lnTo>
                <a:lnTo>
                  <a:pt x="1047142" y="248210"/>
                </a:lnTo>
                <a:lnTo>
                  <a:pt x="1047264" y="248029"/>
                </a:lnTo>
                <a:lnTo>
                  <a:pt x="1047386" y="247894"/>
                </a:lnTo>
                <a:lnTo>
                  <a:pt x="1047470" y="247737"/>
                </a:lnTo>
                <a:lnTo>
                  <a:pt x="1047592" y="247601"/>
                </a:lnTo>
                <a:lnTo>
                  <a:pt x="1047714" y="247444"/>
                </a:lnTo>
                <a:lnTo>
                  <a:pt x="1047797" y="247308"/>
                </a:lnTo>
                <a:lnTo>
                  <a:pt x="1047919" y="247151"/>
                </a:lnTo>
                <a:lnTo>
                  <a:pt x="1048050" y="247038"/>
                </a:lnTo>
                <a:lnTo>
                  <a:pt x="1048134" y="246903"/>
                </a:lnTo>
                <a:lnTo>
                  <a:pt x="1048256" y="246767"/>
                </a:lnTo>
                <a:lnTo>
                  <a:pt x="1048378" y="246632"/>
                </a:lnTo>
                <a:lnTo>
                  <a:pt x="1048461" y="246520"/>
                </a:lnTo>
                <a:lnTo>
                  <a:pt x="1048583" y="246384"/>
                </a:lnTo>
                <a:lnTo>
                  <a:pt x="1048705" y="246272"/>
                </a:lnTo>
                <a:lnTo>
                  <a:pt x="1048827" y="246159"/>
                </a:lnTo>
                <a:lnTo>
                  <a:pt x="1048911" y="246046"/>
                </a:lnTo>
                <a:lnTo>
                  <a:pt x="1049033" y="245934"/>
                </a:lnTo>
                <a:lnTo>
                  <a:pt x="1049155" y="245844"/>
                </a:lnTo>
                <a:lnTo>
                  <a:pt x="1049235" y="245731"/>
                </a:lnTo>
                <a:lnTo>
                  <a:pt x="1049360" y="245618"/>
                </a:lnTo>
                <a:lnTo>
                  <a:pt x="1049482" y="245528"/>
                </a:lnTo>
                <a:lnTo>
                  <a:pt x="1049575" y="245438"/>
                </a:lnTo>
                <a:lnTo>
                  <a:pt x="1049697" y="245325"/>
                </a:lnTo>
                <a:lnTo>
                  <a:pt x="1049819" y="245235"/>
                </a:lnTo>
                <a:lnTo>
                  <a:pt x="1049899" y="245145"/>
                </a:lnTo>
                <a:lnTo>
                  <a:pt x="1050024" y="245055"/>
                </a:lnTo>
                <a:lnTo>
                  <a:pt x="1050146" y="244965"/>
                </a:lnTo>
                <a:lnTo>
                  <a:pt x="1050227" y="244897"/>
                </a:lnTo>
                <a:lnTo>
                  <a:pt x="1050349" y="244807"/>
                </a:lnTo>
                <a:lnTo>
                  <a:pt x="1050474" y="244739"/>
                </a:lnTo>
                <a:lnTo>
                  <a:pt x="1050554" y="244649"/>
                </a:lnTo>
                <a:lnTo>
                  <a:pt x="1050676" y="244559"/>
                </a:lnTo>
                <a:lnTo>
                  <a:pt x="1050798" y="244491"/>
                </a:lnTo>
                <a:lnTo>
                  <a:pt x="1050882" y="244424"/>
                </a:lnTo>
                <a:lnTo>
                  <a:pt x="1051004" y="244334"/>
                </a:lnTo>
                <a:lnTo>
                  <a:pt x="1051138" y="244289"/>
                </a:lnTo>
                <a:lnTo>
                  <a:pt x="1051260" y="244198"/>
                </a:lnTo>
                <a:lnTo>
                  <a:pt x="1051340" y="244131"/>
                </a:lnTo>
                <a:lnTo>
                  <a:pt x="1051462" y="244063"/>
                </a:lnTo>
                <a:lnTo>
                  <a:pt x="1051587" y="243996"/>
                </a:lnTo>
                <a:lnTo>
                  <a:pt x="1051668" y="243950"/>
                </a:lnTo>
                <a:lnTo>
                  <a:pt x="1051790" y="243883"/>
                </a:lnTo>
                <a:lnTo>
                  <a:pt x="1051912" y="243815"/>
                </a:lnTo>
                <a:lnTo>
                  <a:pt x="1051995" y="243770"/>
                </a:lnTo>
                <a:lnTo>
                  <a:pt x="1052117" y="243703"/>
                </a:lnTo>
                <a:lnTo>
                  <a:pt x="1052239" y="243658"/>
                </a:lnTo>
                <a:lnTo>
                  <a:pt x="1052322" y="243590"/>
                </a:lnTo>
                <a:lnTo>
                  <a:pt x="1052445" y="243545"/>
                </a:lnTo>
                <a:lnTo>
                  <a:pt x="1052579" y="243500"/>
                </a:lnTo>
                <a:lnTo>
                  <a:pt x="1052659" y="243432"/>
                </a:lnTo>
                <a:lnTo>
                  <a:pt x="1052781" y="243387"/>
                </a:lnTo>
                <a:lnTo>
                  <a:pt x="1052903" y="243342"/>
                </a:lnTo>
                <a:lnTo>
                  <a:pt x="1052986" y="243319"/>
                </a:lnTo>
                <a:lnTo>
                  <a:pt x="1053108" y="243274"/>
                </a:lnTo>
                <a:lnTo>
                  <a:pt x="1053231" y="243229"/>
                </a:lnTo>
                <a:lnTo>
                  <a:pt x="1053314" y="243207"/>
                </a:lnTo>
                <a:lnTo>
                  <a:pt x="1053436" y="243162"/>
                </a:lnTo>
                <a:lnTo>
                  <a:pt x="1053558" y="243117"/>
                </a:lnTo>
                <a:lnTo>
                  <a:pt x="1053680" y="243094"/>
                </a:lnTo>
                <a:lnTo>
                  <a:pt x="1053763" y="243072"/>
                </a:lnTo>
                <a:lnTo>
                  <a:pt x="1053894" y="243049"/>
                </a:lnTo>
                <a:lnTo>
                  <a:pt x="1054016" y="243027"/>
                </a:lnTo>
                <a:lnTo>
                  <a:pt x="1054100" y="243004"/>
                </a:lnTo>
                <a:lnTo>
                  <a:pt x="1054222" y="242981"/>
                </a:lnTo>
                <a:lnTo>
                  <a:pt x="1054344" y="242959"/>
                </a:lnTo>
                <a:lnTo>
                  <a:pt x="1054427" y="242959"/>
                </a:lnTo>
                <a:lnTo>
                  <a:pt x="1054549" y="242936"/>
                </a:lnTo>
                <a:lnTo>
                  <a:pt x="1054671" y="242936"/>
                </a:lnTo>
                <a:lnTo>
                  <a:pt x="1054752" y="242914"/>
                </a:lnTo>
                <a:lnTo>
                  <a:pt x="1054877" y="242914"/>
                </a:lnTo>
                <a:lnTo>
                  <a:pt x="1054999" y="242914"/>
                </a:lnTo>
                <a:lnTo>
                  <a:pt x="1055079" y="242891"/>
                </a:lnTo>
                <a:lnTo>
                  <a:pt x="1055201" y="242891"/>
                </a:lnTo>
                <a:lnTo>
                  <a:pt x="1055335" y="242891"/>
                </a:lnTo>
                <a:lnTo>
                  <a:pt x="1055419" y="242891"/>
                </a:lnTo>
                <a:lnTo>
                  <a:pt x="1055541" y="242891"/>
                </a:lnTo>
                <a:lnTo>
                  <a:pt x="1055663" y="242891"/>
                </a:lnTo>
                <a:lnTo>
                  <a:pt x="1055743" y="242891"/>
                </a:lnTo>
                <a:lnTo>
                  <a:pt x="1055865" y="242891"/>
                </a:lnTo>
                <a:lnTo>
                  <a:pt x="1055990" y="242891"/>
                </a:lnTo>
                <a:lnTo>
                  <a:pt x="1056112" y="242891"/>
                </a:lnTo>
                <a:lnTo>
                  <a:pt x="1056193" y="242914"/>
                </a:lnTo>
                <a:lnTo>
                  <a:pt x="1056315" y="242914"/>
                </a:lnTo>
                <a:lnTo>
                  <a:pt x="1056440" y="242914"/>
                </a:lnTo>
                <a:lnTo>
                  <a:pt x="1056520" y="242914"/>
                </a:lnTo>
                <a:lnTo>
                  <a:pt x="1056642" y="242914"/>
                </a:lnTo>
                <a:lnTo>
                  <a:pt x="1056764" y="242914"/>
                </a:lnTo>
                <a:lnTo>
                  <a:pt x="1056857" y="242936"/>
                </a:lnTo>
                <a:lnTo>
                  <a:pt x="1056982" y="242936"/>
                </a:lnTo>
                <a:lnTo>
                  <a:pt x="1057104" y="242936"/>
                </a:lnTo>
                <a:lnTo>
                  <a:pt x="1057184" y="242936"/>
                </a:lnTo>
                <a:lnTo>
                  <a:pt x="1057306" y="242936"/>
                </a:lnTo>
                <a:lnTo>
                  <a:pt x="1057431" y="242936"/>
                </a:lnTo>
                <a:lnTo>
                  <a:pt x="1057512" y="242936"/>
                </a:lnTo>
                <a:lnTo>
                  <a:pt x="1057634" y="242936"/>
                </a:lnTo>
                <a:lnTo>
                  <a:pt x="1057756" y="242936"/>
                </a:lnTo>
                <a:lnTo>
                  <a:pt x="1057839" y="242936"/>
                </a:lnTo>
                <a:lnTo>
                  <a:pt x="1057961" y="242936"/>
                </a:lnTo>
                <a:lnTo>
                  <a:pt x="1058083" y="242914"/>
                </a:lnTo>
                <a:lnTo>
                  <a:pt x="1058167" y="242914"/>
                </a:lnTo>
                <a:lnTo>
                  <a:pt x="1058289" y="242914"/>
                </a:lnTo>
                <a:lnTo>
                  <a:pt x="1058411" y="242891"/>
                </a:lnTo>
                <a:lnTo>
                  <a:pt x="1058545" y="242891"/>
                </a:lnTo>
                <a:lnTo>
                  <a:pt x="1058625" y="242891"/>
                </a:lnTo>
                <a:lnTo>
                  <a:pt x="1058747" y="242891"/>
                </a:lnTo>
                <a:lnTo>
                  <a:pt x="1058869" y="242869"/>
                </a:lnTo>
                <a:lnTo>
                  <a:pt x="1058953" y="242869"/>
                </a:lnTo>
                <a:lnTo>
                  <a:pt x="1059075" y="242846"/>
                </a:lnTo>
                <a:lnTo>
                  <a:pt x="1059197" y="242846"/>
                </a:lnTo>
                <a:lnTo>
                  <a:pt x="1059280" y="242824"/>
                </a:lnTo>
                <a:lnTo>
                  <a:pt x="1059402" y="242824"/>
                </a:lnTo>
                <a:lnTo>
                  <a:pt x="1059524" y="242801"/>
                </a:lnTo>
                <a:lnTo>
                  <a:pt x="1059605" y="242779"/>
                </a:lnTo>
                <a:lnTo>
                  <a:pt x="1059730" y="242779"/>
                </a:lnTo>
                <a:lnTo>
                  <a:pt x="1059852" y="242779"/>
                </a:lnTo>
                <a:lnTo>
                  <a:pt x="1059944" y="242756"/>
                </a:lnTo>
                <a:lnTo>
                  <a:pt x="1060066" y="242734"/>
                </a:lnTo>
                <a:lnTo>
                  <a:pt x="1060188" y="242734"/>
                </a:lnTo>
                <a:lnTo>
                  <a:pt x="1060269" y="242711"/>
                </a:lnTo>
                <a:lnTo>
                  <a:pt x="1060394" y="242711"/>
                </a:lnTo>
                <a:lnTo>
                  <a:pt x="1060516" y="242688"/>
                </a:lnTo>
                <a:lnTo>
                  <a:pt x="1060596" y="242688"/>
                </a:lnTo>
                <a:lnTo>
                  <a:pt x="1060718" y="242666"/>
                </a:lnTo>
                <a:lnTo>
                  <a:pt x="1060843" y="242666"/>
                </a:lnTo>
                <a:lnTo>
                  <a:pt x="1060965" y="242666"/>
                </a:lnTo>
                <a:lnTo>
                  <a:pt x="1061046" y="242643"/>
                </a:lnTo>
                <a:lnTo>
                  <a:pt x="1061168" y="242643"/>
                </a:lnTo>
                <a:lnTo>
                  <a:pt x="1061302" y="242643"/>
                </a:lnTo>
                <a:lnTo>
                  <a:pt x="1061373" y="242643"/>
                </a:lnTo>
                <a:lnTo>
                  <a:pt x="1061495" y="242621"/>
                </a:lnTo>
                <a:lnTo>
                  <a:pt x="1061629" y="242621"/>
                </a:lnTo>
                <a:lnTo>
                  <a:pt x="1061710" y="242621"/>
                </a:lnTo>
                <a:lnTo>
                  <a:pt x="1061835" y="242643"/>
                </a:lnTo>
                <a:lnTo>
                  <a:pt x="1061957" y="242643"/>
                </a:lnTo>
                <a:lnTo>
                  <a:pt x="1062037" y="242643"/>
                </a:lnTo>
                <a:lnTo>
                  <a:pt x="1062159" y="242643"/>
                </a:lnTo>
                <a:lnTo>
                  <a:pt x="1062284" y="242643"/>
                </a:lnTo>
                <a:lnTo>
                  <a:pt x="1062364" y="242666"/>
                </a:lnTo>
                <a:lnTo>
                  <a:pt x="1062487" y="242666"/>
                </a:lnTo>
                <a:lnTo>
                  <a:pt x="1062609" y="242666"/>
                </a:lnTo>
                <a:lnTo>
                  <a:pt x="1062692" y="242688"/>
                </a:lnTo>
                <a:lnTo>
                  <a:pt x="1062823" y="242688"/>
                </a:lnTo>
                <a:lnTo>
                  <a:pt x="1062948" y="242711"/>
                </a:lnTo>
                <a:lnTo>
                  <a:pt x="1063028" y="242734"/>
                </a:lnTo>
                <a:lnTo>
                  <a:pt x="1063150" y="242734"/>
                </a:lnTo>
                <a:lnTo>
                  <a:pt x="1063273" y="242756"/>
                </a:lnTo>
                <a:lnTo>
                  <a:pt x="1063398" y="242779"/>
                </a:lnTo>
                <a:lnTo>
                  <a:pt x="1063478" y="242779"/>
                </a:lnTo>
                <a:lnTo>
                  <a:pt x="1063600" y="242801"/>
                </a:lnTo>
                <a:lnTo>
                  <a:pt x="1063722" y="242801"/>
                </a:lnTo>
                <a:lnTo>
                  <a:pt x="1063805" y="242824"/>
                </a:lnTo>
                <a:lnTo>
                  <a:pt x="1063927" y="242846"/>
                </a:lnTo>
                <a:lnTo>
                  <a:pt x="1064050" y="242869"/>
                </a:lnTo>
                <a:lnTo>
                  <a:pt x="1064133" y="242869"/>
                </a:lnTo>
                <a:lnTo>
                  <a:pt x="1064255" y="242891"/>
                </a:lnTo>
                <a:lnTo>
                  <a:pt x="1064386" y="242891"/>
                </a:lnTo>
                <a:lnTo>
                  <a:pt x="1064469" y="242914"/>
                </a:lnTo>
                <a:lnTo>
                  <a:pt x="1064591" y="242914"/>
                </a:lnTo>
                <a:lnTo>
                  <a:pt x="1064713" y="242936"/>
                </a:lnTo>
                <a:lnTo>
                  <a:pt x="1064797" y="242936"/>
                </a:lnTo>
                <a:lnTo>
                  <a:pt x="1064919" y="242959"/>
                </a:lnTo>
                <a:lnTo>
                  <a:pt x="1065041" y="242959"/>
                </a:lnTo>
                <a:lnTo>
                  <a:pt x="1065121" y="242981"/>
                </a:lnTo>
                <a:lnTo>
                  <a:pt x="1065246" y="242981"/>
                </a:lnTo>
                <a:lnTo>
                  <a:pt x="1065368" y="242981"/>
                </a:lnTo>
                <a:lnTo>
                  <a:pt x="1065449" y="242981"/>
                </a:lnTo>
                <a:lnTo>
                  <a:pt x="1065571" y="242981"/>
                </a:lnTo>
                <a:lnTo>
                  <a:pt x="1065696" y="243004"/>
                </a:lnTo>
                <a:lnTo>
                  <a:pt x="1065818" y="243004"/>
                </a:lnTo>
                <a:lnTo>
                  <a:pt x="1065910" y="243004"/>
                </a:lnTo>
                <a:lnTo>
                  <a:pt x="1066032" y="242981"/>
                </a:lnTo>
                <a:lnTo>
                  <a:pt x="1066154" y="242981"/>
                </a:lnTo>
                <a:lnTo>
                  <a:pt x="1066238" y="242981"/>
                </a:lnTo>
                <a:lnTo>
                  <a:pt x="1066360" y="242981"/>
                </a:lnTo>
                <a:lnTo>
                  <a:pt x="1066482" y="242981"/>
                </a:lnTo>
                <a:lnTo>
                  <a:pt x="1066562" y="242959"/>
                </a:lnTo>
                <a:lnTo>
                  <a:pt x="1066687" y="242959"/>
                </a:lnTo>
                <a:lnTo>
                  <a:pt x="1066809" y="242959"/>
                </a:lnTo>
                <a:lnTo>
                  <a:pt x="1066890" y="242936"/>
                </a:lnTo>
                <a:lnTo>
                  <a:pt x="1067012" y="242936"/>
                </a:lnTo>
                <a:lnTo>
                  <a:pt x="1067137" y="242914"/>
                </a:lnTo>
                <a:lnTo>
                  <a:pt x="1067217" y="242914"/>
                </a:lnTo>
                <a:lnTo>
                  <a:pt x="1067351" y="242891"/>
                </a:lnTo>
                <a:lnTo>
                  <a:pt x="1067473" y="242891"/>
                </a:lnTo>
                <a:lnTo>
                  <a:pt x="1067554" y="242891"/>
                </a:lnTo>
                <a:lnTo>
                  <a:pt x="1067676" y="242869"/>
                </a:lnTo>
                <a:lnTo>
                  <a:pt x="1067801" y="242869"/>
                </a:lnTo>
                <a:lnTo>
                  <a:pt x="1067881" y="242846"/>
                </a:lnTo>
                <a:lnTo>
                  <a:pt x="1068003" y="242846"/>
                </a:lnTo>
                <a:lnTo>
                  <a:pt x="1068125" y="242824"/>
                </a:lnTo>
                <a:lnTo>
                  <a:pt x="1068209" y="242824"/>
                </a:lnTo>
                <a:lnTo>
                  <a:pt x="1068331" y="242801"/>
                </a:lnTo>
                <a:lnTo>
                  <a:pt x="1068453" y="242801"/>
                </a:lnTo>
                <a:lnTo>
                  <a:pt x="1068575" y="242801"/>
                </a:lnTo>
                <a:lnTo>
                  <a:pt x="1068658" y="242801"/>
                </a:lnTo>
                <a:lnTo>
                  <a:pt x="1068780" y="242801"/>
                </a:lnTo>
                <a:lnTo>
                  <a:pt x="1068914" y="242779"/>
                </a:lnTo>
                <a:lnTo>
                  <a:pt x="1068995" y="242779"/>
                </a:lnTo>
                <a:lnTo>
                  <a:pt x="1069117" y="242801"/>
                </a:lnTo>
                <a:lnTo>
                  <a:pt x="1069239" y="242801"/>
                </a:lnTo>
                <a:lnTo>
                  <a:pt x="1069322" y="242801"/>
                </a:lnTo>
                <a:lnTo>
                  <a:pt x="1069444" y="242801"/>
                </a:lnTo>
                <a:lnTo>
                  <a:pt x="1069566" y="242824"/>
                </a:lnTo>
                <a:lnTo>
                  <a:pt x="1069650" y="242824"/>
                </a:lnTo>
                <a:lnTo>
                  <a:pt x="1069772" y="242846"/>
                </a:lnTo>
                <a:lnTo>
                  <a:pt x="1069894" y="242869"/>
                </a:lnTo>
                <a:lnTo>
                  <a:pt x="1069974" y="242869"/>
                </a:lnTo>
                <a:lnTo>
                  <a:pt x="1070099" y="242891"/>
                </a:lnTo>
                <a:lnTo>
                  <a:pt x="1070230" y="242914"/>
                </a:lnTo>
                <a:lnTo>
                  <a:pt x="1070302" y="242936"/>
                </a:lnTo>
                <a:lnTo>
                  <a:pt x="1070436" y="242959"/>
                </a:lnTo>
                <a:lnTo>
                  <a:pt x="1070558" y="242981"/>
                </a:lnTo>
                <a:lnTo>
                  <a:pt x="1070641" y="243004"/>
                </a:lnTo>
                <a:lnTo>
                  <a:pt x="1070763" y="243049"/>
                </a:lnTo>
                <a:lnTo>
                  <a:pt x="1070885" y="243094"/>
                </a:lnTo>
                <a:lnTo>
                  <a:pt x="1071007" y="243117"/>
                </a:lnTo>
                <a:lnTo>
                  <a:pt x="1071091" y="243162"/>
                </a:lnTo>
                <a:lnTo>
                  <a:pt x="1071213" y="243207"/>
                </a:lnTo>
                <a:lnTo>
                  <a:pt x="1071335" y="243229"/>
                </a:lnTo>
                <a:lnTo>
                  <a:pt x="1071415" y="243274"/>
                </a:lnTo>
                <a:lnTo>
                  <a:pt x="1071549" y="243320"/>
                </a:lnTo>
                <a:lnTo>
                  <a:pt x="1071671" y="243365"/>
                </a:lnTo>
                <a:lnTo>
                  <a:pt x="1071743" y="243432"/>
                </a:lnTo>
                <a:lnTo>
                  <a:pt x="1071877" y="243455"/>
                </a:lnTo>
                <a:lnTo>
                  <a:pt x="1071999" y="243522"/>
                </a:lnTo>
                <a:lnTo>
                  <a:pt x="1072079" y="243567"/>
                </a:lnTo>
                <a:lnTo>
                  <a:pt x="1072204" y="243612"/>
                </a:lnTo>
                <a:lnTo>
                  <a:pt x="1072326" y="243658"/>
                </a:lnTo>
                <a:lnTo>
                  <a:pt x="1072406" y="243703"/>
                </a:lnTo>
                <a:lnTo>
                  <a:pt x="1072529" y="243748"/>
                </a:lnTo>
                <a:lnTo>
                  <a:pt x="1072654" y="243793"/>
                </a:lnTo>
                <a:lnTo>
                  <a:pt x="1072734" y="243838"/>
                </a:lnTo>
                <a:lnTo>
                  <a:pt x="1072856" y="243883"/>
                </a:lnTo>
                <a:lnTo>
                  <a:pt x="1072978" y="243928"/>
                </a:lnTo>
                <a:lnTo>
                  <a:pt x="1073070" y="243951"/>
                </a:lnTo>
                <a:lnTo>
                  <a:pt x="1073192" y="243996"/>
                </a:lnTo>
                <a:lnTo>
                  <a:pt x="1073317" y="244018"/>
                </a:lnTo>
                <a:lnTo>
                  <a:pt x="1073440" y="244063"/>
                </a:lnTo>
                <a:lnTo>
                  <a:pt x="1073520" y="244086"/>
                </a:lnTo>
                <a:lnTo>
                  <a:pt x="1073642" y="244108"/>
                </a:lnTo>
                <a:lnTo>
                  <a:pt x="1073767" y="244131"/>
                </a:lnTo>
                <a:lnTo>
                  <a:pt x="1073847" y="244153"/>
                </a:lnTo>
                <a:lnTo>
                  <a:pt x="1073969" y="244153"/>
                </a:lnTo>
                <a:lnTo>
                  <a:pt x="1074092" y="244176"/>
                </a:lnTo>
                <a:lnTo>
                  <a:pt x="1074175" y="244176"/>
                </a:lnTo>
                <a:lnTo>
                  <a:pt x="1074297" y="244176"/>
                </a:lnTo>
                <a:lnTo>
                  <a:pt x="1074419" y="244176"/>
                </a:lnTo>
                <a:lnTo>
                  <a:pt x="1074502" y="244176"/>
                </a:lnTo>
                <a:lnTo>
                  <a:pt x="1074633" y="244176"/>
                </a:lnTo>
                <a:lnTo>
                  <a:pt x="1074755" y="244153"/>
                </a:lnTo>
                <a:lnTo>
                  <a:pt x="1074839" y="244131"/>
                </a:lnTo>
                <a:lnTo>
                  <a:pt x="1074961" y="244131"/>
                </a:lnTo>
                <a:lnTo>
                  <a:pt x="1075083" y="244108"/>
                </a:lnTo>
                <a:lnTo>
                  <a:pt x="1075166" y="244086"/>
                </a:lnTo>
                <a:lnTo>
                  <a:pt x="1075288" y="244041"/>
                </a:lnTo>
                <a:lnTo>
                  <a:pt x="1075410" y="244018"/>
                </a:lnTo>
                <a:lnTo>
                  <a:pt x="1075494" y="243973"/>
                </a:lnTo>
                <a:lnTo>
                  <a:pt x="1075616" y="243951"/>
                </a:lnTo>
                <a:lnTo>
                  <a:pt x="1075738" y="243905"/>
                </a:lnTo>
                <a:lnTo>
                  <a:pt x="1075860" y="243883"/>
                </a:lnTo>
                <a:lnTo>
                  <a:pt x="1075943" y="243838"/>
                </a:lnTo>
                <a:lnTo>
                  <a:pt x="1076065" y="243793"/>
                </a:lnTo>
                <a:lnTo>
                  <a:pt x="1076187" y="243748"/>
                </a:lnTo>
                <a:lnTo>
                  <a:pt x="1076280" y="243703"/>
                </a:lnTo>
                <a:lnTo>
                  <a:pt x="1076402" y="243658"/>
                </a:lnTo>
                <a:lnTo>
                  <a:pt x="1076524" y="243590"/>
                </a:lnTo>
                <a:lnTo>
                  <a:pt x="1076607" y="243545"/>
                </a:lnTo>
                <a:lnTo>
                  <a:pt x="1076729" y="243477"/>
                </a:lnTo>
                <a:lnTo>
                  <a:pt x="1076851" y="243432"/>
                </a:lnTo>
                <a:lnTo>
                  <a:pt x="1076932" y="243365"/>
                </a:lnTo>
                <a:lnTo>
                  <a:pt x="1077057" y="243297"/>
                </a:lnTo>
                <a:lnTo>
                  <a:pt x="1077179" y="243229"/>
                </a:lnTo>
                <a:lnTo>
                  <a:pt x="1077259" y="243184"/>
                </a:lnTo>
                <a:lnTo>
                  <a:pt x="1077381" y="243117"/>
                </a:lnTo>
                <a:lnTo>
                  <a:pt x="1077506" y="243049"/>
                </a:lnTo>
                <a:lnTo>
                  <a:pt x="1077596" y="242981"/>
                </a:lnTo>
                <a:lnTo>
                  <a:pt x="1077721" y="242914"/>
                </a:lnTo>
                <a:lnTo>
                  <a:pt x="1077843" y="242846"/>
                </a:lnTo>
                <a:lnTo>
                  <a:pt x="1077923" y="242779"/>
                </a:lnTo>
                <a:lnTo>
                  <a:pt x="1078045" y="242689"/>
                </a:lnTo>
                <a:lnTo>
                  <a:pt x="1078170" y="242621"/>
                </a:lnTo>
                <a:lnTo>
                  <a:pt x="1078292" y="242553"/>
                </a:lnTo>
                <a:lnTo>
                  <a:pt x="1078373" y="242486"/>
                </a:lnTo>
                <a:lnTo>
                  <a:pt x="1078495" y="242418"/>
                </a:lnTo>
                <a:lnTo>
                  <a:pt x="1078620" y="242328"/>
                </a:lnTo>
                <a:lnTo>
                  <a:pt x="1078700" y="242260"/>
                </a:lnTo>
                <a:lnTo>
                  <a:pt x="1078822" y="242193"/>
                </a:lnTo>
                <a:lnTo>
                  <a:pt x="1078956" y="242103"/>
                </a:lnTo>
                <a:lnTo>
                  <a:pt x="1079028" y="242012"/>
                </a:lnTo>
                <a:lnTo>
                  <a:pt x="1079150" y="241945"/>
                </a:lnTo>
                <a:lnTo>
                  <a:pt x="1079284" y="241855"/>
                </a:lnTo>
                <a:lnTo>
                  <a:pt x="1079364" y="241787"/>
                </a:lnTo>
                <a:lnTo>
                  <a:pt x="1079486" y="241697"/>
                </a:lnTo>
                <a:lnTo>
                  <a:pt x="1079608" y="241607"/>
                </a:lnTo>
                <a:lnTo>
                  <a:pt x="1079692" y="241517"/>
                </a:lnTo>
                <a:lnTo>
                  <a:pt x="1079814" y="241426"/>
                </a:lnTo>
                <a:lnTo>
                  <a:pt x="1079936" y="241336"/>
                </a:lnTo>
                <a:lnTo>
                  <a:pt x="1080019" y="241246"/>
                </a:lnTo>
                <a:lnTo>
                  <a:pt x="1080141" y="241134"/>
                </a:lnTo>
                <a:lnTo>
                  <a:pt x="1080263" y="241021"/>
                </a:lnTo>
                <a:lnTo>
                  <a:pt x="1080347" y="240931"/>
                </a:lnTo>
                <a:lnTo>
                  <a:pt x="1080478" y="240841"/>
                </a:lnTo>
                <a:lnTo>
                  <a:pt x="1080600" y="240728"/>
                </a:lnTo>
                <a:lnTo>
                  <a:pt x="1080722" y="240615"/>
                </a:lnTo>
                <a:lnTo>
                  <a:pt x="1080805" y="240503"/>
                </a:lnTo>
                <a:lnTo>
                  <a:pt x="1080927" y="240390"/>
                </a:lnTo>
                <a:lnTo>
                  <a:pt x="1081049" y="240277"/>
                </a:lnTo>
                <a:lnTo>
                  <a:pt x="1081133" y="240164"/>
                </a:lnTo>
                <a:lnTo>
                  <a:pt x="1081255" y="240052"/>
                </a:lnTo>
                <a:lnTo>
                  <a:pt x="1081377" y="239939"/>
                </a:lnTo>
                <a:lnTo>
                  <a:pt x="1081460" y="239804"/>
                </a:lnTo>
                <a:lnTo>
                  <a:pt x="1081582" y="239669"/>
                </a:lnTo>
                <a:lnTo>
                  <a:pt x="1081704" y="239533"/>
                </a:lnTo>
                <a:lnTo>
                  <a:pt x="1081785" y="239398"/>
                </a:lnTo>
                <a:lnTo>
                  <a:pt x="1081910" y="239286"/>
                </a:lnTo>
                <a:lnTo>
                  <a:pt x="1082041" y="239128"/>
                </a:lnTo>
                <a:lnTo>
                  <a:pt x="1082124" y="238993"/>
                </a:lnTo>
                <a:lnTo>
                  <a:pt x="1082246" y="238835"/>
                </a:lnTo>
                <a:lnTo>
                  <a:pt x="1082368" y="238700"/>
                </a:lnTo>
                <a:lnTo>
                  <a:pt x="1082448" y="238542"/>
                </a:lnTo>
                <a:lnTo>
                  <a:pt x="1082574" y="238407"/>
                </a:lnTo>
                <a:lnTo>
                  <a:pt x="1082696" y="238249"/>
                </a:lnTo>
                <a:lnTo>
                  <a:pt x="1082776" y="238091"/>
                </a:lnTo>
                <a:lnTo>
                  <a:pt x="1082898" y="237933"/>
                </a:lnTo>
                <a:lnTo>
                  <a:pt x="1083023" y="237753"/>
                </a:lnTo>
                <a:lnTo>
                  <a:pt x="1083145" y="237595"/>
                </a:lnTo>
                <a:lnTo>
                  <a:pt x="1083226" y="237415"/>
                </a:lnTo>
                <a:lnTo>
                  <a:pt x="1083348" y="237257"/>
                </a:lnTo>
                <a:lnTo>
                  <a:pt x="1083473" y="237077"/>
                </a:lnTo>
                <a:lnTo>
                  <a:pt x="1083562" y="236897"/>
                </a:lnTo>
                <a:lnTo>
                  <a:pt x="1083687" y="236717"/>
                </a:lnTo>
                <a:lnTo>
                  <a:pt x="1083809" y="236536"/>
                </a:lnTo>
                <a:lnTo>
                  <a:pt x="1083889" y="236356"/>
                </a:lnTo>
                <a:lnTo>
                  <a:pt x="1084011" y="236176"/>
                </a:lnTo>
                <a:lnTo>
                  <a:pt x="1084137" y="235973"/>
                </a:lnTo>
                <a:lnTo>
                  <a:pt x="1084217" y="235770"/>
                </a:lnTo>
                <a:lnTo>
                  <a:pt x="1084339" y="235590"/>
                </a:lnTo>
                <a:lnTo>
                  <a:pt x="1084461" y="235387"/>
                </a:lnTo>
                <a:lnTo>
                  <a:pt x="1084544" y="235184"/>
                </a:lnTo>
                <a:lnTo>
                  <a:pt x="1084666" y="234981"/>
                </a:lnTo>
                <a:lnTo>
                  <a:pt x="1084789" y="234778"/>
                </a:lnTo>
                <a:lnTo>
                  <a:pt x="1084872" y="234553"/>
                </a:lnTo>
                <a:lnTo>
                  <a:pt x="1084994" y="234350"/>
                </a:lnTo>
                <a:lnTo>
                  <a:pt x="1085125" y="234125"/>
                </a:lnTo>
                <a:lnTo>
                  <a:pt x="1085208" y="233900"/>
                </a:lnTo>
                <a:lnTo>
                  <a:pt x="1085330" y="233674"/>
                </a:lnTo>
                <a:lnTo>
                  <a:pt x="1085452" y="233449"/>
                </a:lnTo>
                <a:lnTo>
                  <a:pt x="1085536" y="233223"/>
                </a:lnTo>
                <a:lnTo>
                  <a:pt x="1085658" y="232998"/>
                </a:lnTo>
                <a:lnTo>
                  <a:pt x="1085780" y="232750"/>
                </a:lnTo>
                <a:lnTo>
                  <a:pt x="1085902" y="232525"/>
                </a:lnTo>
                <a:lnTo>
                  <a:pt x="1085985" y="232277"/>
                </a:lnTo>
                <a:lnTo>
                  <a:pt x="1086107" y="232052"/>
                </a:lnTo>
                <a:lnTo>
                  <a:pt x="1086229" y="231804"/>
                </a:lnTo>
                <a:lnTo>
                  <a:pt x="1086310" y="231556"/>
                </a:lnTo>
                <a:lnTo>
                  <a:pt x="1086435" y="231285"/>
                </a:lnTo>
                <a:lnTo>
                  <a:pt x="1086557" y="231037"/>
                </a:lnTo>
                <a:lnTo>
                  <a:pt x="1086649" y="230790"/>
                </a:lnTo>
                <a:lnTo>
                  <a:pt x="1086771" y="230519"/>
                </a:lnTo>
                <a:lnTo>
                  <a:pt x="1086893" y="230271"/>
                </a:lnTo>
                <a:lnTo>
                  <a:pt x="1086977" y="230001"/>
                </a:lnTo>
                <a:lnTo>
                  <a:pt x="1087099" y="229753"/>
                </a:lnTo>
                <a:lnTo>
                  <a:pt x="1087221" y="229483"/>
                </a:lnTo>
                <a:lnTo>
                  <a:pt x="1087301" y="229212"/>
                </a:lnTo>
                <a:lnTo>
                  <a:pt x="1087426" y="228942"/>
                </a:lnTo>
                <a:lnTo>
                  <a:pt x="1087548" y="228671"/>
                </a:lnTo>
                <a:lnTo>
                  <a:pt x="1087629" y="228401"/>
                </a:lnTo>
                <a:lnTo>
                  <a:pt x="1087751" y="228130"/>
                </a:lnTo>
                <a:lnTo>
                  <a:pt x="1087885" y="227860"/>
                </a:lnTo>
                <a:lnTo>
                  <a:pt x="1087956" y="227567"/>
                </a:lnTo>
                <a:lnTo>
                  <a:pt x="1088078" y="227297"/>
                </a:lnTo>
                <a:lnTo>
                  <a:pt x="1088212" y="227004"/>
                </a:lnTo>
                <a:lnTo>
                  <a:pt x="1088334" y="226733"/>
                </a:lnTo>
                <a:lnTo>
                  <a:pt x="1088415" y="226463"/>
                </a:lnTo>
                <a:lnTo>
                  <a:pt x="1088540" y="226170"/>
                </a:lnTo>
                <a:lnTo>
                  <a:pt x="1088662" y="225877"/>
                </a:lnTo>
                <a:lnTo>
                  <a:pt x="1088742" y="225584"/>
                </a:lnTo>
                <a:lnTo>
                  <a:pt x="1088864" y="225291"/>
                </a:lnTo>
                <a:lnTo>
                  <a:pt x="1088989" y="224998"/>
                </a:lnTo>
                <a:lnTo>
                  <a:pt x="1089070" y="224705"/>
                </a:lnTo>
                <a:lnTo>
                  <a:pt x="1089192" y="224412"/>
                </a:lnTo>
                <a:lnTo>
                  <a:pt x="1089314" y="224119"/>
                </a:lnTo>
                <a:lnTo>
                  <a:pt x="1089406" y="223803"/>
                </a:lnTo>
                <a:lnTo>
                  <a:pt x="1089528" y="223511"/>
                </a:lnTo>
                <a:lnTo>
                  <a:pt x="1089653" y="223195"/>
                </a:lnTo>
                <a:lnTo>
                  <a:pt x="1089734" y="222879"/>
                </a:lnTo>
                <a:lnTo>
                  <a:pt x="1089856" y="222564"/>
                </a:lnTo>
                <a:lnTo>
                  <a:pt x="1089978" y="222248"/>
                </a:lnTo>
                <a:lnTo>
                  <a:pt x="1090061" y="221933"/>
                </a:lnTo>
                <a:lnTo>
                  <a:pt x="1090183" y="221595"/>
                </a:lnTo>
                <a:lnTo>
                  <a:pt x="1090305" y="221279"/>
                </a:lnTo>
                <a:lnTo>
                  <a:pt x="1090389" y="220941"/>
                </a:lnTo>
                <a:lnTo>
                  <a:pt x="1090511" y="220603"/>
                </a:lnTo>
                <a:lnTo>
                  <a:pt x="1090633" y="220265"/>
                </a:lnTo>
                <a:lnTo>
                  <a:pt x="1090755" y="219927"/>
                </a:lnTo>
                <a:lnTo>
                  <a:pt x="1090847" y="219589"/>
                </a:lnTo>
                <a:lnTo>
                  <a:pt x="1090969" y="219229"/>
                </a:lnTo>
                <a:lnTo>
                  <a:pt x="1091094" y="218891"/>
                </a:lnTo>
                <a:lnTo>
                  <a:pt x="1091175" y="218530"/>
                </a:lnTo>
                <a:lnTo>
                  <a:pt x="1091297" y="218170"/>
                </a:lnTo>
                <a:lnTo>
                  <a:pt x="1091419" y="217809"/>
                </a:lnTo>
                <a:lnTo>
                  <a:pt x="1091502" y="217426"/>
                </a:lnTo>
                <a:lnTo>
                  <a:pt x="1091624" y="217043"/>
                </a:lnTo>
                <a:lnTo>
                  <a:pt x="1091746" y="216682"/>
                </a:lnTo>
                <a:lnTo>
                  <a:pt x="1091830" y="216299"/>
                </a:lnTo>
                <a:lnTo>
                  <a:pt x="1091952" y="215916"/>
                </a:lnTo>
                <a:lnTo>
                  <a:pt x="1092074" y="215533"/>
                </a:lnTo>
                <a:lnTo>
                  <a:pt x="1092154" y="215127"/>
                </a:lnTo>
                <a:lnTo>
                  <a:pt x="1092279" y="214744"/>
                </a:lnTo>
                <a:lnTo>
                  <a:pt x="1092401" y="214338"/>
                </a:lnTo>
                <a:lnTo>
                  <a:pt x="1092493" y="213933"/>
                </a:lnTo>
                <a:lnTo>
                  <a:pt x="1092615" y="213527"/>
                </a:lnTo>
                <a:lnTo>
                  <a:pt x="1092738" y="213121"/>
                </a:lnTo>
                <a:lnTo>
                  <a:pt x="1092818" y="212716"/>
                </a:lnTo>
                <a:lnTo>
                  <a:pt x="1092943" y="212288"/>
                </a:lnTo>
                <a:lnTo>
                  <a:pt x="1093065" y="211882"/>
                </a:lnTo>
                <a:lnTo>
                  <a:pt x="1093187" y="211454"/>
                </a:lnTo>
                <a:lnTo>
                  <a:pt x="1093267" y="211026"/>
                </a:lnTo>
                <a:lnTo>
                  <a:pt x="1093393" y="210597"/>
                </a:lnTo>
                <a:lnTo>
                  <a:pt x="1093515" y="210169"/>
                </a:lnTo>
                <a:lnTo>
                  <a:pt x="1093595" y="209741"/>
                </a:lnTo>
                <a:lnTo>
                  <a:pt x="1093717" y="209313"/>
                </a:lnTo>
                <a:lnTo>
                  <a:pt x="1093842" y="208862"/>
                </a:lnTo>
                <a:lnTo>
                  <a:pt x="1093931" y="208434"/>
                </a:lnTo>
                <a:lnTo>
                  <a:pt x="1094056" y="207983"/>
                </a:lnTo>
                <a:lnTo>
                  <a:pt x="1094178" y="207555"/>
                </a:lnTo>
                <a:lnTo>
                  <a:pt x="1094259" y="207104"/>
                </a:lnTo>
                <a:lnTo>
                  <a:pt x="1094381" y="206654"/>
                </a:lnTo>
                <a:lnTo>
                  <a:pt x="1094506" y="206203"/>
                </a:lnTo>
                <a:lnTo>
                  <a:pt x="1094586" y="205775"/>
                </a:lnTo>
                <a:lnTo>
                  <a:pt x="1094708" y="205324"/>
                </a:lnTo>
                <a:lnTo>
                  <a:pt x="1094830" y="204851"/>
                </a:lnTo>
                <a:lnTo>
                  <a:pt x="1094914" y="204400"/>
                </a:lnTo>
                <a:lnTo>
                  <a:pt x="1095036" y="203949"/>
                </a:lnTo>
                <a:lnTo>
                  <a:pt x="1095158" y="203476"/>
                </a:lnTo>
                <a:lnTo>
                  <a:pt x="1095241" y="203025"/>
                </a:lnTo>
                <a:lnTo>
                  <a:pt x="1095363" y="202552"/>
                </a:lnTo>
                <a:lnTo>
                  <a:pt x="1095485" y="202101"/>
                </a:lnTo>
                <a:lnTo>
                  <a:pt x="1095619" y="201628"/>
                </a:lnTo>
                <a:lnTo>
                  <a:pt x="1095700" y="201155"/>
                </a:lnTo>
                <a:lnTo>
                  <a:pt x="1095822" y="200682"/>
                </a:lnTo>
                <a:lnTo>
                  <a:pt x="1095944" y="200208"/>
                </a:lnTo>
                <a:lnTo>
                  <a:pt x="1096027" y="199758"/>
                </a:lnTo>
                <a:lnTo>
                  <a:pt x="1096149" y="199284"/>
                </a:lnTo>
                <a:lnTo>
                  <a:pt x="1096271" y="198789"/>
                </a:lnTo>
                <a:lnTo>
                  <a:pt x="1096355" y="198315"/>
                </a:lnTo>
                <a:lnTo>
                  <a:pt x="1096477" y="197842"/>
                </a:lnTo>
                <a:lnTo>
                  <a:pt x="1096599" y="197369"/>
                </a:lnTo>
                <a:lnTo>
                  <a:pt x="1096682" y="196873"/>
                </a:lnTo>
                <a:lnTo>
                  <a:pt x="1096804" y="196400"/>
                </a:lnTo>
                <a:lnTo>
                  <a:pt x="1096935" y="195927"/>
                </a:lnTo>
                <a:lnTo>
                  <a:pt x="1097019" y="195431"/>
                </a:lnTo>
                <a:lnTo>
                  <a:pt x="1097141" y="194935"/>
                </a:lnTo>
                <a:lnTo>
                  <a:pt x="1097263" y="194462"/>
                </a:lnTo>
                <a:lnTo>
                  <a:pt x="1097346" y="193966"/>
                </a:lnTo>
                <a:lnTo>
                  <a:pt x="1097468" y="193493"/>
                </a:lnTo>
                <a:lnTo>
                  <a:pt x="1097590" y="192997"/>
                </a:lnTo>
                <a:lnTo>
                  <a:pt x="1097671" y="192501"/>
                </a:lnTo>
                <a:lnTo>
                  <a:pt x="1097796" y="192005"/>
                </a:lnTo>
                <a:lnTo>
                  <a:pt x="1097918" y="191510"/>
                </a:lnTo>
                <a:lnTo>
                  <a:pt x="1098040" y="191014"/>
                </a:lnTo>
                <a:lnTo>
                  <a:pt x="1098120" y="190518"/>
                </a:lnTo>
                <a:lnTo>
                  <a:pt x="1098245" y="190022"/>
                </a:lnTo>
                <a:lnTo>
                  <a:pt x="1098376" y="189526"/>
                </a:lnTo>
                <a:lnTo>
                  <a:pt x="1098460" y="189031"/>
                </a:lnTo>
                <a:lnTo>
                  <a:pt x="1098582" y="188535"/>
                </a:lnTo>
                <a:lnTo>
                  <a:pt x="1098704" y="188039"/>
                </a:lnTo>
                <a:lnTo>
                  <a:pt x="1098784" y="187543"/>
                </a:lnTo>
                <a:lnTo>
                  <a:pt x="1098909" y="187048"/>
                </a:lnTo>
                <a:lnTo>
                  <a:pt x="1099031" y="186529"/>
                </a:lnTo>
                <a:lnTo>
                  <a:pt x="1099112" y="186033"/>
                </a:lnTo>
                <a:lnTo>
                  <a:pt x="1099234" y="185538"/>
                </a:lnTo>
                <a:lnTo>
                  <a:pt x="1099359" y="185019"/>
                </a:lnTo>
                <a:lnTo>
                  <a:pt x="1099439" y="184523"/>
                </a:lnTo>
                <a:lnTo>
                  <a:pt x="1099561" y="184005"/>
                </a:lnTo>
                <a:lnTo>
                  <a:pt x="1099683" y="183509"/>
                </a:lnTo>
                <a:lnTo>
                  <a:pt x="1099776" y="182991"/>
                </a:lnTo>
                <a:lnTo>
                  <a:pt x="1099898" y="182473"/>
                </a:lnTo>
                <a:lnTo>
                  <a:pt x="1100023" y="181977"/>
                </a:lnTo>
                <a:lnTo>
                  <a:pt x="1100103" y="181459"/>
                </a:lnTo>
                <a:lnTo>
                  <a:pt x="1100225" y="180940"/>
                </a:lnTo>
                <a:lnTo>
                  <a:pt x="1100347" y="180422"/>
                </a:lnTo>
                <a:lnTo>
                  <a:pt x="1100472" y="179926"/>
                </a:lnTo>
                <a:lnTo>
                  <a:pt x="1100553" y="179408"/>
                </a:lnTo>
                <a:lnTo>
                  <a:pt x="1100675" y="178890"/>
                </a:lnTo>
                <a:lnTo>
                  <a:pt x="1100797" y="178371"/>
                </a:lnTo>
                <a:lnTo>
                  <a:pt x="1100880" y="177853"/>
                </a:lnTo>
                <a:lnTo>
                  <a:pt x="1101002" y="177312"/>
                </a:lnTo>
                <a:lnTo>
                  <a:pt x="1101124" y="176794"/>
                </a:lnTo>
                <a:lnTo>
                  <a:pt x="1101208" y="176275"/>
                </a:lnTo>
                <a:lnTo>
                  <a:pt x="1101339" y="175757"/>
                </a:lnTo>
                <a:lnTo>
                  <a:pt x="1101464" y="175239"/>
                </a:lnTo>
                <a:lnTo>
                  <a:pt x="1101544" y="174698"/>
                </a:lnTo>
                <a:lnTo>
                  <a:pt x="1101666" y="174180"/>
                </a:lnTo>
                <a:lnTo>
                  <a:pt x="1101788" y="173639"/>
                </a:lnTo>
                <a:lnTo>
                  <a:pt x="1101871" y="173120"/>
                </a:lnTo>
                <a:lnTo>
                  <a:pt x="1101994" y="172602"/>
                </a:lnTo>
                <a:lnTo>
                  <a:pt x="1102116" y="172061"/>
                </a:lnTo>
                <a:lnTo>
                  <a:pt x="1102199" y="171543"/>
                </a:lnTo>
                <a:lnTo>
                  <a:pt x="1102321" y="171002"/>
                </a:lnTo>
                <a:lnTo>
                  <a:pt x="1102443" y="170484"/>
                </a:lnTo>
                <a:lnTo>
                  <a:pt x="1102523" y="169965"/>
                </a:lnTo>
                <a:lnTo>
                  <a:pt x="1102649" y="169424"/>
                </a:lnTo>
                <a:lnTo>
                  <a:pt x="1102771" y="168906"/>
                </a:lnTo>
                <a:lnTo>
                  <a:pt x="1102863" y="168365"/>
                </a:lnTo>
                <a:lnTo>
                  <a:pt x="1102985" y="167847"/>
                </a:lnTo>
                <a:lnTo>
                  <a:pt x="1103107" y="167329"/>
                </a:lnTo>
                <a:lnTo>
                  <a:pt x="1103229" y="166810"/>
                </a:lnTo>
                <a:lnTo>
                  <a:pt x="1103312" y="166269"/>
                </a:lnTo>
                <a:lnTo>
                  <a:pt x="1103434" y="165751"/>
                </a:lnTo>
                <a:lnTo>
                  <a:pt x="1103557" y="165233"/>
                </a:lnTo>
                <a:lnTo>
                  <a:pt x="1103637" y="164714"/>
                </a:lnTo>
                <a:lnTo>
                  <a:pt x="1103762" y="164174"/>
                </a:lnTo>
                <a:lnTo>
                  <a:pt x="1103884" y="163655"/>
                </a:lnTo>
                <a:lnTo>
                  <a:pt x="1103964" y="163137"/>
                </a:lnTo>
                <a:lnTo>
                  <a:pt x="1104086" y="162619"/>
                </a:lnTo>
                <a:lnTo>
                  <a:pt x="1104212" y="162100"/>
                </a:lnTo>
                <a:lnTo>
                  <a:pt x="1104292" y="161582"/>
                </a:lnTo>
                <a:lnTo>
                  <a:pt x="1104426" y="161064"/>
                </a:lnTo>
                <a:lnTo>
                  <a:pt x="1104548" y="160545"/>
                </a:lnTo>
                <a:lnTo>
                  <a:pt x="1104628" y="160027"/>
                </a:lnTo>
                <a:lnTo>
                  <a:pt x="1104750" y="159509"/>
                </a:lnTo>
                <a:lnTo>
                  <a:pt x="1104875" y="159013"/>
                </a:lnTo>
                <a:lnTo>
                  <a:pt x="1104956" y="158495"/>
                </a:lnTo>
                <a:lnTo>
                  <a:pt x="1105078" y="157976"/>
                </a:lnTo>
                <a:lnTo>
                  <a:pt x="1105200" y="157458"/>
                </a:lnTo>
                <a:lnTo>
                  <a:pt x="1105283" y="156962"/>
                </a:lnTo>
                <a:lnTo>
                  <a:pt x="1105405" y="156444"/>
                </a:lnTo>
                <a:lnTo>
                  <a:pt x="1105527" y="155926"/>
                </a:lnTo>
                <a:lnTo>
                  <a:pt x="1105661" y="155430"/>
                </a:lnTo>
                <a:lnTo>
                  <a:pt x="1105733" y="154911"/>
                </a:lnTo>
                <a:lnTo>
                  <a:pt x="1105867" y="154393"/>
                </a:lnTo>
                <a:lnTo>
                  <a:pt x="1105989" y="153897"/>
                </a:lnTo>
                <a:lnTo>
                  <a:pt x="1106069" y="153379"/>
                </a:lnTo>
                <a:lnTo>
                  <a:pt x="1106191" y="152861"/>
                </a:lnTo>
                <a:lnTo>
                  <a:pt x="1106316" y="152365"/>
                </a:lnTo>
                <a:lnTo>
                  <a:pt x="1106397" y="151847"/>
                </a:lnTo>
                <a:lnTo>
                  <a:pt x="1106519" y="151328"/>
                </a:lnTo>
                <a:lnTo>
                  <a:pt x="1106641" y="150832"/>
                </a:lnTo>
                <a:lnTo>
                  <a:pt x="1106724" y="150314"/>
                </a:lnTo>
                <a:lnTo>
                  <a:pt x="1106846" y="149818"/>
                </a:lnTo>
                <a:lnTo>
                  <a:pt x="1106968" y="149300"/>
                </a:lnTo>
                <a:lnTo>
                  <a:pt x="1107052" y="148782"/>
                </a:lnTo>
                <a:lnTo>
                  <a:pt x="1107183" y="148286"/>
                </a:lnTo>
                <a:lnTo>
                  <a:pt x="1107305" y="147768"/>
                </a:lnTo>
                <a:lnTo>
                  <a:pt x="1107388" y="147249"/>
                </a:lnTo>
                <a:lnTo>
                  <a:pt x="1107510" y="146753"/>
                </a:lnTo>
                <a:lnTo>
                  <a:pt x="1107632" y="146235"/>
                </a:lnTo>
                <a:lnTo>
                  <a:pt x="1107716" y="145717"/>
                </a:lnTo>
                <a:lnTo>
                  <a:pt x="1107838" y="145221"/>
                </a:lnTo>
                <a:lnTo>
                  <a:pt x="1107960" y="144703"/>
                </a:lnTo>
                <a:lnTo>
                  <a:pt x="1108082" y="144207"/>
                </a:lnTo>
                <a:lnTo>
                  <a:pt x="1108165" y="143689"/>
                </a:lnTo>
                <a:lnTo>
                  <a:pt x="1108287" y="143170"/>
                </a:lnTo>
                <a:lnTo>
                  <a:pt x="1108409" y="142674"/>
                </a:lnTo>
                <a:lnTo>
                  <a:pt x="1108490" y="142156"/>
                </a:lnTo>
                <a:lnTo>
                  <a:pt x="1108615" y="141638"/>
                </a:lnTo>
                <a:lnTo>
                  <a:pt x="1108746" y="141142"/>
                </a:lnTo>
                <a:lnTo>
                  <a:pt x="1108829" y="140646"/>
                </a:lnTo>
                <a:lnTo>
                  <a:pt x="1108951" y="140105"/>
                </a:lnTo>
                <a:lnTo>
                  <a:pt x="1109073" y="139610"/>
                </a:lnTo>
                <a:lnTo>
                  <a:pt x="1109154" y="139114"/>
                </a:lnTo>
                <a:lnTo>
                  <a:pt x="1109279" y="138595"/>
                </a:lnTo>
                <a:lnTo>
                  <a:pt x="1109401" y="138100"/>
                </a:lnTo>
                <a:lnTo>
                  <a:pt x="1109481" y="137581"/>
                </a:lnTo>
                <a:lnTo>
                  <a:pt x="1109603" y="137086"/>
                </a:lnTo>
                <a:lnTo>
                  <a:pt x="1109728" y="136567"/>
                </a:lnTo>
                <a:lnTo>
                  <a:pt x="1109809" y="136071"/>
                </a:lnTo>
                <a:lnTo>
                  <a:pt x="1109931" y="135576"/>
                </a:lnTo>
                <a:lnTo>
                  <a:pt x="1110053" y="135057"/>
                </a:lnTo>
                <a:lnTo>
                  <a:pt x="1110136" y="134562"/>
                </a:lnTo>
                <a:lnTo>
                  <a:pt x="1110270" y="134066"/>
                </a:lnTo>
                <a:lnTo>
                  <a:pt x="1110392" y="133570"/>
                </a:lnTo>
                <a:lnTo>
                  <a:pt x="1110514" y="133074"/>
                </a:lnTo>
                <a:lnTo>
                  <a:pt x="1110595" y="132578"/>
                </a:lnTo>
                <a:lnTo>
                  <a:pt x="1110720" y="132083"/>
                </a:lnTo>
                <a:lnTo>
                  <a:pt x="1110842" y="131587"/>
                </a:lnTo>
                <a:lnTo>
                  <a:pt x="1110922" y="131114"/>
                </a:lnTo>
                <a:lnTo>
                  <a:pt x="1111044" y="130618"/>
                </a:lnTo>
                <a:lnTo>
                  <a:pt x="1111169" y="130144"/>
                </a:lnTo>
                <a:lnTo>
                  <a:pt x="1111250" y="129671"/>
                </a:lnTo>
                <a:lnTo>
                  <a:pt x="1111372" y="129175"/>
                </a:lnTo>
                <a:lnTo>
                  <a:pt x="1111494" y="128702"/>
                </a:lnTo>
                <a:lnTo>
                  <a:pt x="1111577" y="128229"/>
                </a:lnTo>
                <a:lnTo>
                  <a:pt x="1111699" y="127756"/>
                </a:lnTo>
                <a:lnTo>
                  <a:pt x="1111833" y="127282"/>
                </a:lnTo>
                <a:lnTo>
                  <a:pt x="1111913" y="126832"/>
                </a:lnTo>
                <a:lnTo>
                  <a:pt x="1112035" y="126358"/>
                </a:lnTo>
                <a:lnTo>
                  <a:pt x="1112158" y="125908"/>
                </a:lnTo>
                <a:lnTo>
                  <a:pt x="1112241" y="125457"/>
                </a:lnTo>
                <a:lnTo>
                  <a:pt x="1112363" y="124984"/>
                </a:lnTo>
                <a:lnTo>
                  <a:pt x="1112485" y="124556"/>
                </a:lnTo>
                <a:lnTo>
                  <a:pt x="1112568" y="124105"/>
                </a:lnTo>
                <a:lnTo>
                  <a:pt x="1112690" y="123654"/>
                </a:lnTo>
                <a:lnTo>
                  <a:pt x="1112813" y="123203"/>
                </a:lnTo>
                <a:lnTo>
                  <a:pt x="1112935" y="122753"/>
                </a:lnTo>
                <a:lnTo>
                  <a:pt x="1113018" y="122325"/>
                </a:lnTo>
                <a:lnTo>
                  <a:pt x="1113140" y="121896"/>
                </a:lnTo>
                <a:lnTo>
                  <a:pt x="1113271" y="121468"/>
                </a:lnTo>
                <a:lnTo>
                  <a:pt x="1113354" y="121040"/>
                </a:lnTo>
                <a:lnTo>
                  <a:pt x="1113476" y="120612"/>
                </a:lnTo>
                <a:lnTo>
                  <a:pt x="1113598" y="120184"/>
                </a:lnTo>
                <a:lnTo>
                  <a:pt x="1113682" y="119755"/>
                </a:lnTo>
                <a:lnTo>
                  <a:pt x="1113804" y="119350"/>
                </a:lnTo>
                <a:lnTo>
                  <a:pt x="1113926" y="118922"/>
                </a:lnTo>
                <a:lnTo>
                  <a:pt x="1114009" y="118516"/>
                </a:lnTo>
                <a:lnTo>
                  <a:pt x="1114131" y="118110"/>
                </a:lnTo>
                <a:lnTo>
                  <a:pt x="1114253" y="117705"/>
                </a:lnTo>
                <a:lnTo>
                  <a:pt x="1114334" y="117299"/>
                </a:lnTo>
                <a:lnTo>
                  <a:pt x="1114459" y="116893"/>
                </a:lnTo>
                <a:lnTo>
                  <a:pt x="1114590" y="116510"/>
                </a:lnTo>
                <a:lnTo>
                  <a:pt x="1114661" y="116127"/>
                </a:lnTo>
                <a:lnTo>
                  <a:pt x="1114795" y="115744"/>
                </a:lnTo>
                <a:lnTo>
                  <a:pt x="1114917" y="115361"/>
                </a:lnTo>
                <a:lnTo>
                  <a:pt x="1114998" y="114978"/>
                </a:lnTo>
                <a:lnTo>
                  <a:pt x="1115123" y="114595"/>
                </a:lnTo>
                <a:lnTo>
                  <a:pt x="1115245" y="114234"/>
                </a:lnTo>
                <a:lnTo>
                  <a:pt x="1115367" y="113851"/>
                </a:lnTo>
                <a:lnTo>
                  <a:pt x="1115447" y="113491"/>
                </a:lnTo>
                <a:lnTo>
                  <a:pt x="1115572" y="113130"/>
                </a:lnTo>
                <a:lnTo>
                  <a:pt x="1115694" y="112747"/>
                </a:lnTo>
                <a:lnTo>
                  <a:pt x="1115775" y="112409"/>
                </a:lnTo>
                <a:lnTo>
                  <a:pt x="1115897" y="112048"/>
                </a:lnTo>
                <a:lnTo>
                  <a:pt x="1116022" y="111710"/>
                </a:lnTo>
                <a:lnTo>
                  <a:pt x="1116111" y="111350"/>
                </a:lnTo>
                <a:lnTo>
                  <a:pt x="1116236" y="111012"/>
                </a:lnTo>
                <a:lnTo>
                  <a:pt x="1116358" y="110674"/>
                </a:lnTo>
                <a:lnTo>
                  <a:pt x="1116439" y="110335"/>
                </a:lnTo>
                <a:lnTo>
                  <a:pt x="1116561" y="109997"/>
                </a:lnTo>
                <a:lnTo>
                  <a:pt x="1116686" y="109659"/>
                </a:lnTo>
                <a:lnTo>
                  <a:pt x="1116766" y="109321"/>
                </a:lnTo>
                <a:lnTo>
                  <a:pt x="1116888" y="109006"/>
                </a:lnTo>
                <a:lnTo>
                  <a:pt x="1117010" y="108690"/>
                </a:lnTo>
                <a:lnTo>
                  <a:pt x="1117094" y="108352"/>
                </a:lnTo>
                <a:lnTo>
                  <a:pt x="1117216" y="108037"/>
                </a:lnTo>
                <a:lnTo>
                  <a:pt x="1117338" y="107721"/>
                </a:lnTo>
                <a:lnTo>
                  <a:pt x="1117421" y="107428"/>
                </a:lnTo>
                <a:lnTo>
                  <a:pt x="1117552" y="107113"/>
                </a:lnTo>
                <a:lnTo>
                  <a:pt x="1117674" y="106797"/>
                </a:lnTo>
                <a:lnTo>
                  <a:pt x="1117799" y="106482"/>
                </a:lnTo>
                <a:lnTo>
                  <a:pt x="1117880" y="106189"/>
                </a:lnTo>
                <a:lnTo>
                  <a:pt x="1118002" y="105873"/>
                </a:lnTo>
                <a:lnTo>
                  <a:pt x="1118124" y="105580"/>
                </a:lnTo>
                <a:lnTo>
                  <a:pt x="1118207" y="105287"/>
                </a:lnTo>
                <a:lnTo>
                  <a:pt x="1118329" y="104972"/>
                </a:lnTo>
                <a:lnTo>
                  <a:pt x="1118451" y="104679"/>
                </a:lnTo>
                <a:lnTo>
                  <a:pt x="1118535" y="104386"/>
                </a:lnTo>
                <a:lnTo>
                  <a:pt x="1118657" y="104093"/>
                </a:lnTo>
                <a:lnTo>
                  <a:pt x="1118779" y="103800"/>
                </a:lnTo>
                <a:lnTo>
                  <a:pt x="1118859" y="103507"/>
                </a:lnTo>
                <a:lnTo>
                  <a:pt x="1118984" y="103214"/>
                </a:lnTo>
                <a:lnTo>
                  <a:pt x="1119115" y="102921"/>
                </a:lnTo>
                <a:lnTo>
                  <a:pt x="1119199" y="102628"/>
                </a:lnTo>
                <a:lnTo>
                  <a:pt x="1119321" y="102335"/>
                </a:lnTo>
                <a:lnTo>
                  <a:pt x="1119443" y="102065"/>
                </a:lnTo>
                <a:lnTo>
                  <a:pt x="1119526" y="101772"/>
                </a:lnTo>
                <a:lnTo>
                  <a:pt x="1119648" y="101479"/>
                </a:lnTo>
                <a:lnTo>
                  <a:pt x="1119770" y="101208"/>
                </a:lnTo>
                <a:lnTo>
                  <a:pt x="1119851" y="100916"/>
                </a:lnTo>
                <a:lnTo>
                  <a:pt x="1119976" y="100623"/>
                </a:lnTo>
                <a:lnTo>
                  <a:pt x="1120098" y="100352"/>
                </a:lnTo>
                <a:lnTo>
                  <a:pt x="1120178" y="100059"/>
                </a:lnTo>
                <a:lnTo>
                  <a:pt x="1120300" y="99789"/>
                </a:lnTo>
                <a:lnTo>
                  <a:pt x="1120425" y="99496"/>
                </a:lnTo>
                <a:lnTo>
                  <a:pt x="1120547" y="99225"/>
                </a:lnTo>
                <a:lnTo>
                  <a:pt x="1120639" y="98932"/>
                </a:lnTo>
                <a:lnTo>
                  <a:pt x="1120762" y="98662"/>
                </a:lnTo>
                <a:lnTo>
                  <a:pt x="1120884" y="98391"/>
                </a:lnTo>
                <a:lnTo>
                  <a:pt x="1120964" y="98121"/>
                </a:lnTo>
                <a:lnTo>
                  <a:pt x="1121089" y="97828"/>
                </a:lnTo>
                <a:lnTo>
                  <a:pt x="1121211" y="97558"/>
                </a:lnTo>
                <a:lnTo>
                  <a:pt x="1121291" y="97287"/>
                </a:lnTo>
                <a:lnTo>
                  <a:pt x="1121414" y="97017"/>
                </a:lnTo>
                <a:lnTo>
                  <a:pt x="1121539" y="96746"/>
                </a:lnTo>
                <a:lnTo>
                  <a:pt x="1121619" y="96453"/>
                </a:lnTo>
                <a:lnTo>
                  <a:pt x="1121741" y="96183"/>
                </a:lnTo>
                <a:lnTo>
                  <a:pt x="1121863" y="95913"/>
                </a:lnTo>
                <a:lnTo>
                  <a:pt x="1121946" y="95642"/>
                </a:lnTo>
                <a:lnTo>
                  <a:pt x="1122069" y="95372"/>
                </a:lnTo>
                <a:lnTo>
                  <a:pt x="1122191" y="95101"/>
                </a:lnTo>
                <a:lnTo>
                  <a:pt x="1122283" y="94831"/>
                </a:lnTo>
                <a:lnTo>
                  <a:pt x="1122405" y="94560"/>
                </a:lnTo>
                <a:lnTo>
                  <a:pt x="1122527" y="94290"/>
                </a:lnTo>
                <a:lnTo>
                  <a:pt x="1122610" y="94020"/>
                </a:lnTo>
                <a:lnTo>
                  <a:pt x="1122732" y="93749"/>
                </a:lnTo>
                <a:lnTo>
                  <a:pt x="1122854" y="93479"/>
                </a:lnTo>
                <a:lnTo>
                  <a:pt x="1122977" y="93208"/>
                </a:lnTo>
                <a:lnTo>
                  <a:pt x="1123060" y="92938"/>
                </a:lnTo>
                <a:lnTo>
                  <a:pt x="1123182" y="92690"/>
                </a:lnTo>
                <a:lnTo>
                  <a:pt x="1123304" y="92419"/>
                </a:lnTo>
                <a:lnTo>
                  <a:pt x="1123387" y="92149"/>
                </a:lnTo>
                <a:lnTo>
                  <a:pt x="1123518" y="91879"/>
                </a:lnTo>
                <a:lnTo>
                  <a:pt x="1123640" y="91608"/>
                </a:lnTo>
                <a:lnTo>
                  <a:pt x="1123712" y="91360"/>
                </a:lnTo>
                <a:lnTo>
                  <a:pt x="1123846" y="91090"/>
                </a:lnTo>
                <a:lnTo>
                  <a:pt x="1123968" y="90842"/>
                </a:lnTo>
                <a:lnTo>
                  <a:pt x="1124051" y="90572"/>
                </a:lnTo>
                <a:lnTo>
                  <a:pt x="1124173" y="90301"/>
                </a:lnTo>
                <a:lnTo>
                  <a:pt x="1124295" y="90053"/>
                </a:lnTo>
                <a:lnTo>
                  <a:pt x="1124379" y="89805"/>
                </a:lnTo>
                <a:lnTo>
                  <a:pt x="1124501" y="89535"/>
                </a:lnTo>
                <a:lnTo>
                  <a:pt x="1124623" y="89287"/>
                </a:lnTo>
                <a:lnTo>
                  <a:pt x="1124703" y="89039"/>
                </a:lnTo>
                <a:lnTo>
                  <a:pt x="1124825" y="88769"/>
                </a:lnTo>
                <a:lnTo>
                  <a:pt x="1124959" y="88543"/>
                </a:lnTo>
                <a:lnTo>
                  <a:pt x="1125031" y="88273"/>
                </a:lnTo>
                <a:lnTo>
                  <a:pt x="1125165" y="88025"/>
                </a:lnTo>
                <a:lnTo>
                  <a:pt x="1125287" y="87777"/>
                </a:lnTo>
                <a:lnTo>
                  <a:pt x="1125409" y="87529"/>
                </a:lnTo>
                <a:lnTo>
                  <a:pt x="1125492" y="87281"/>
                </a:lnTo>
                <a:lnTo>
                  <a:pt x="1125614" y="87033"/>
                </a:lnTo>
                <a:lnTo>
                  <a:pt x="1125736" y="86786"/>
                </a:lnTo>
                <a:lnTo>
                  <a:pt x="1125817" y="86538"/>
                </a:lnTo>
                <a:lnTo>
                  <a:pt x="1125942" y="86290"/>
                </a:lnTo>
                <a:lnTo>
                  <a:pt x="1126064" y="86042"/>
                </a:lnTo>
                <a:lnTo>
                  <a:pt x="1126144" y="85794"/>
                </a:lnTo>
                <a:lnTo>
                  <a:pt x="1126266" y="85546"/>
                </a:lnTo>
                <a:lnTo>
                  <a:pt x="1126391" y="85298"/>
                </a:lnTo>
                <a:lnTo>
                  <a:pt x="1126481" y="85050"/>
                </a:lnTo>
                <a:lnTo>
                  <a:pt x="1126606" y="84825"/>
                </a:lnTo>
                <a:lnTo>
                  <a:pt x="1126728" y="84577"/>
                </a:lnTo>
                <a:lnTo>
                  <a:pt x="1126808" y="84329"/>
                </a:lnTo>
                <a:lnTo>
                  <a:pt x="1126930" y="84081"/>
                </a:lnTo>
                <a:lnTo>
                  <a:pt x="1127055" y="83833"/>
                </a:lnTo>
                <a:lnTo>
                  <a:pt x="1127136" y="83608"/>
                </a:lnTo>
                <a:lnTo>
                  <a:pt x="1127258" y="83360"/>
                </a:lnTo>
                <a:lnTo>
                  <a:pt x="1127380" y="83112"/>
                </a:lnTo>
                <a:lnTo>
                  <a:pt x="1127463" y="82864"/>
                </a:lnTo>
                <a:lnTo>
                  <a:pt x="1127585" y="82616"/>
                </a:lnTo>
                <a:lnTo>
                  <a:pt x="1127707" y="82369"/>
                </a:lnTo>
                <a:lnTo>
                  <a:pt x="1127829" y="82121"/>
                </a:lnTo>
                <a:lnTo>
                  <a:pt x="1127922" y="81873"/>
                </a:lnTo>
                <a:lnTo>
                  <a:pt x="1128044" y="81625"/>
                </a:lnTo>
                <a:lnTo>
                  <a:pt x="1128169" y="81354"/>
                </a:lnTo>
                <a:lnTo>
                  <a:pt x="1128249" y="81106"/>
                </a:lnTo>
                <a:lnTo>
                  <a:pt x="1128371" y="80859"/>
                </a:lnTo>
                <a:lnTo>
                  <a:pt x="1128493" y="80611"/>
                </a:lnTo>
                <a:lnTo>
                  <a:pt x="1128577" y="80340"/>
                </a:lnTo>
                <a:lnTo>
                  <a:pt x="1128699" y="80092"/>
                </a:lnTo>
                <a:lnTo>
                  <a:pt x="1128821" y="79844"/>
                </a:lnTo>
                <a:lnTo>
                  <a:pt x="1128904" y="79574"/>
                </a:lnTo>
                <a:lnTo>
                  <a:pt x="1129026" y="79326"/>
                </a:lnTo>
                <a:lnTo>
                  <a:pt x="1129148" y="79056"/>
                </a:lnTo>
                <a:lnTo>
                  <a:pt x="1129229" y="78808"/>
                </a:lnTo>
                <a:lnTo>
                  <a:pt x="1129354" y="78537"/>
                </a:lnTo>
                <a:lnTo>
                  <a:pt x="1129476" y="78267"/>
                </a:lnTo>
                <a:lnTo>
                  <a:pt x="1129568" y="78019"/>
                </a:lnTo>
                <a:lnTo>
                  <a:pt x="1129690" y="77749"/>
                </a:lnTo>
                <a:lnTo>
                  <a:pt x="1129812" y="77478"/>
                </a:lnTo>
                <a:lnTo>
                  <a:pt x="1129895" y="77208"/>
                </a:lnTo>
                <a:lnTo>
                  <a:pt x="1130018" y="76937"/>
                </a:lnTo>
                <a:lnTo>
                  <a:pt x="1130140" y="76667"/>
                </a:lnTo>
                <a:lnTo>
                  <a:pt x="1130262" y="76397"/>
                </a:lnTo>
                <a:lnTo>
                  <a:pt x="1130345" y="76126"/>
                </a:lnTo>
                <a:lnTo>
                  <a:pt x="1130467" y="75856"/>
                </a:lnTo>
                <a:lnTo>
                  <a:pt x="1130589" y="75563"/>
                </a:lnTo>
                <a:lnTo>
                  <a:pt x="1130670" y="75292"/>
                </a:lnTo>
                <a:lnTo>
                  <a:pt x="1130795" y="74999"/>
                </a:lnTo>
                <a:lnTo>
                  <a:pt x="1130917" y="74729"/>
                </a:lnTo>
                <a:lnTo>
                  <a:pt x="1130997" y="74436"/>
                </a:lnTo>
                <a:lnTo>
                  <a:pt x="1131131" y="74165"/>
                </a:lnTo>
                <a:lnTo>
                  <a:pt x="1131253" y="73895"/>
                </a:lnTo>
                <a:lnTo>
                  <a:pt x="1131333" y="73602"/>
                </a:lnTo>
                <a:lnTo>
                  <a:pt x="1131458" y="73287"/>
                </a:lnTo>
                <a:lnTo>
                  <a:pt x="1131581" y="73016"/>
                </a:lnTo>
                <a:lnTo>
                  <a:pt x="1131661" y="72701"/>
                </a:lnTo>
                <a:lnTo>
                  <a:pt x="1131783" y="72430"/>
                </a:lnTo>
                <a:lnTo>
                  <a:pt x="1131908" y="72115"/>
                </a:lnTo>
                <a:lnTo>
                  <a:pt x="1131988" y="71822"/>
                </a:lnTo>
                <a:lnTo>
                  <a:pt x="1132110" y="71529"/>
                </a:lnTo>
                <a:lnTo>
                  <a:pt x="1132233" y="71213"/>
                </a:lnTo>
                <a:lnTo>
                  <a:pt x="1132316" y="70898"/>
                </a:lnTo>
                <a:lnTo>
                  <a:pt x="1132438" y="70582"/>
                </a:lnTo>
                <a:lnTo>
                  <a:pt x="1132572" y="70312"/>
                </a:lnTo>
                <a:lnTo>
                  <a:pt x="1132694" y="69996"/>
                </a:lnTo>
                <a:lnTo>
                  <a:pt x="1132774" y="69681"/>
                </a:lnTo>
                <a:lnTo>
                  <a:pt x="1132896" y="69365"/>
                </a:lnTo>
                <a:lnTo>
                  <a:pt x="1133022" y="69050"/>
                </a:lnTo>
                <a:lnTo>
                  <a:pt x="1133102" y="68712"/>
                </a:lnTo>
                <a:lnTo>
                  <a:pt x="1133224" y="68396"/>
                </a:lnTo>
                <a:lnTo>
                  <a:pt x="1133346" y="68081"/>
                </a:lnTo>
                <a:lnTo>
                  <a:pt x="1133429" y="67788"/>
                </a:lnTo>
                <a:lnTo>
                  <a:pt x="1133551" y="67472"/>
                </a:lnTo>
                <a:lnTo>
                  <a:pt x="1133674" y="67134"/>
                </a:lnTo>
                <a:lnTo>
                  <a:pt x="1133766" y="66819"/>
                </a:lnTo>
                <a:lnTo>
                  <a:pt x="1133888" y="66503"/>
                </a:lnTo>
                <a:lnTo>
                  <a:pt x="1134013" y="66165"/>
                </a:lnTo>
                <a:lnTo>
                  <a:pt x="1134093" y="65850"/>
                </a:lnTo>
                <a:lnTo>
                  <a:pt x="1134215" y="65512"/>
                </a:lnTo>
                <a:lnTo>
                  <a:pt x="1134337" y="65196"/>
                </a:lnTo>
                <a:lnTo>
                  <a:pt x="1134421" y="64881"/>
                </a:lnTo>
                <a:lnTo>
                  <a:pt x="1134543" y="64543"/>
                </a:lnTo>
                <a:lnTo>
                  <a:pt x="1134665" y="64205"/>
                </a:lnTo>
                <a:lnTo>
                  <a:pt x="1134748" y="63889"/>
                </a:lnTo>
                <a:lnTo>
                  <a:pt x="1134870" y="63551"/>
                </a:lnTo>
                <a:lnTo>
                  <a:pt x="1134992" y="63236"/>
                </a:lnTo>
                <a:lnTo>
                  <a:pt x="1135114" y="62898"/>
                </a:lnTo>
                <a:lnTo>
                  <a:pt x="1135198" y="62559"/>
                </a:lnTo>
                <a:lnTo>
                  <a:pt x="1135320" y="62244"/>
                </a:lnTo>
                <a:lnTo>
                  <a:pt x="1135451" y="61906"/>
                </a:lnTo>
                <a:lnTo>
                  <a:pt x="1135534" y="61545"/>
                </a:lnTo>
                <a:lnTo>
                  <a:pt x="1135656" y="61207"/>
                </a:lnTo>
                <a:lnTo>
                  <a:pt x="1135778" y="60892"/>
                </a:lnTo>
                <a:lnTo>
                  <a:pt x="1135862" y="60554"/>
                </a:lnTo>
                <a:lnTo>
                  <a:pt x="1135984" y="60216"/>
                </a:lnTo>
                <a:lnTo>
                  <a:pt x="1136106" y="59855"/>
                </a:lnTo>
                <a:lnTo>
                  <a:pt x="1136186" y="59517"/>
                </a:lnTo>
                <a:lnTo>
                  <a:pt x="1136311" y="59202"/>
                </a:lnTo>
                <a:lnTo>
                  <a:pt x="1136433" y="58864"/>
                </a:lnTo>
                <a:lnTo>
                  <a:pt x="1136514" y="58526"/>
                </a:lnTo>
                <a:lnTo>
                  <a:pt x="1136636" y="58188"/>
                </a:lnTo>
                <a:lnTo>
                  <a:pt x="1136761" y="57872"/>
                </a:lnTo>
                <a:lnTo>
                  <a:pt x="1136850" y="57534"/>
                </a:lnTo>
                <a:lnTo>
                  <a:pt x="1136975" y="57196"/>
                </a:lnTo>
                <a:lnTo>
                  <a:pt x="1137097" y="56858"/>
                </a:lnTo>
                <a:lnTo>
                  <a:pt x="1137178" y="56497"/>
                </a:lnTo>
                <a:lnTo>
                  <a:pt x="1137300" y="56204"/>
                </a:lnTo>
                <a:lnTo>
                  <a:pt x="1137425" y="55844"/>
                </a:lnTo>
                <a:lnTo>
                  <a:pt x="1137505" y="55506"/>
                </a:lnTo>
                <a:lnTo>
                  <a:pt x="1137627" y="55168"/>
                </a:lnTo>
                <a:lnTo>
                  <a:pt x="1137749" y="54852"/>
                </a:lnTo>
                <a:lnTo>
                  <a:pt x="1137874" y="54514"/>
                </a:lnTo>
                <a:lnTo>
                  <a:pt x="1137955" y="54199"/>
                </a:lnTo>
                <a:lnTo>
                  <a:pt x="1138077" y="53861"/>
                </a:lnTo>
                <a:lnTo>
                  <a:pt x="1138199" y="53523"/>
                </a:lnTo>
                <a:lnTo>
                  <a:pt x="1138282" y="53207"/>
                </a:lnTo>
                <a:lnTo>
                  <a:pt x="1138413" y="52869"/>
                </a:lnTo>
                <a:lnTo>
                  <a:pt x="1138538" y="52554"/>
                </a:lnTo>
                <a:lnTo>
                  <a:pt x="1138619" y="52216"/>
                </a:lnTo>
                <a:lnTo>
                  <a:pt x="1138741" y="51900"/>
                </a:lnTo>
                <a:lnTo>
                  <a:pt x="1138863" y="51585"/>
                </a:lnTo>
                <a:lnTo>
                  <a:pt x="1138946" y="51247"/>
                </a:lnTo>
                <a:lnTo>
                  <a:pt x="1139068" y="50931"/>
                </a:lnTo>
                <a:lnTo>
                  <a:pt x="1139190" y="50616"/>
                </a:lnTo>
                <a:lnTo>
                  <a:pt x="1139274" y="50300"/>
                </a:lnTo>
                <a:lnTo>
                  <a:pt x="1139396" y="50007"/>
                </a:lnTo>
                <a:lnTo>
                  <a:pt x="1139518" y="49646"/>
                </a:lnTo>
                <a:lnTo>
                  <a:pt x="1139601" y="49353"/>
                </a:lnTo>
                <a:lnTo>
                  <a:pt x="1139723" y="49015"/>
                </a:lnTo>
                <a:lnTo>
                  <a:pt x="1139845" y="48722"/>
                </a:lnTo>
                <a:lnTo>
                  <a:pt x="1139937" y="48407"/>
                </a:lnTo>
                <a:lnTo>
                  <a:pt x="1140060" y="48091"/>
                </a:lnTo>
                <a:lnTo>
                  <a:pt x="1140182" y="47799"/>
                </a:lnTo>
                <a:lnTo>
                  <a:pt x="1140304" y="47483"/>
                </a:lnTo>
                <a:lnTo>
                  <a:pt x="1140387" y="47190"/>
                </a:lnTo>
                <a:lnTo>
                  <a:pt x="1140509" y="46875"/>
                </a:lnTo>
                <a:lnTo>
                  <a:pt x="1140631" y="46582"/>
                </a:lnTo>
                <a:lnTo>
                  <a:pt x="1140714" y="46266"/>
                </a:lnTo>
                <a:lnTo>
                  <a:pt x="1140837" y="45951"/>
                </a:lnTo>
                <a:lnTo>
                  <a:pt x="1140959" y="45635"/>
                </a:lnTo>
                <a:lnTo>
                  <a:pt x="1141039" y="45320"/>
                </a:lnTo>
                <a:lnTo>
                  <a:pt x="1141164" y="45049"/>
                </a:lnTo>
                <a:lnTo>
                  <a:pt x="1141295" y="44734"/>
                </a:lnTo>
                <a:lnTo>
                  <a:pt x="1141366" y="44418"/>
                </a:lnTo>
                <a:lnTo>
                  <a:pt x="1141500" y="44103"/>
                </a:lnTo>
                <a:lnTo>
                  <a:pt x="1141623" y="43787"/>
                </a:lnTo>
                <a:lnTo>
                  <a:pt x="1141703" y="43517"/>
                </a:lnTo>
                <a:lnTo>
                  <a:pt x="1141828" y="43201"/>
                </a:lnTo>
                <a:lnTo>
                  <a:pt x="1141950" y="42886"/>
                </a:lnTo>
                <a:lnTo>
                  <a:pt x="1142030" y="42570"/>
                </a:lnTo>
                <a:lnTo>
                  <a:pt x="1142152" y="42300"/>
                </a:lnTo>
                <a:lnTo>
                  <a:pt x="1142278" y="41984"/>
                </a:lnTo>
                <a:lnTo>
                  <a:pt x="1142358" y="41691"/>
                </a:lnTo>
                <a:lnTo>
                  <a:pt x="1142480" y="41353"/>
                </a:lnTo>
                <a:lnTo>
                  <a:pt x="1142602" y="41060"/>
                </a:lnTo>
                <a:lnTo>
                  <a:pt x="1142736" y="40790"/>
                </a:lnTo>
                <a:lnTo>
                  <a:pt x="1142816" y="40474"/>
                </a:lnTo>
                <a:lnTo>
                  <a:pt x="1142941" y="40159"/>
                </a:lnTo>
                <a:lnTo>
                  <a:pt x="1143063" y="39843"/>
                </a:lnTo>
                <a:lnTo>
                  <a:pt x="1143144" y="39528"/>
                </a:lnTo>
                <a:lnTo>
                  <a:pt x="1143266" y="39257"/>
                </a:lnTo>
                <a:lnTo>
                  <a:pt x="1143391" y="38942"/>
                </a:lnTo>
                <a:lnTo>
                  <a:pt x="1143471" y="38626"/>
                </a:lnTo>
                <a:lnTo>
                  <a:pt x="1143593" y="38311"/>
                </a:lnTo>
                <a:lnTo>
                  <a:pt x="1143715" y="37995"/>
                </a:lnTo>
                <a:lnTo>
                  <a:pt x="1143799" y="37702"/>
                </a:lnTo>
                <a:lnTo>
                  <a:pt x="1143921" y="37409"/>
                </a:lnTo>
                <a:lnTo>
                  <a:pt x="1144043" y="37094"/>
                </a:lnTo>
                <a:lnTo>
                  <a:pt x="1144126" y="36778"/>
                </a:lnTo>
                <a:lnTo>
                  <a:pt x="1144257" y="36486"/>
                </a:lnTo>
                <a:lnTo>
                  <a:pt x="1144379" y="36170"/>
                </a:lnTo>
                <a:lnTo>
                  <a:pt x="1144463" y="35855"/>
                </a:lnTo>
                <a:lnTo>
                  <a:pt x="1144585" y="35539"/>
                </a:lnTo>
                <a:lnTo>
                  <a:pt x="1144707" y="35224"/>
                </a:lnTo>
                <a:lnTo>
                  <a:pt x="1144790" y="34953"/>
                </a:lnTo>
                <a:lnTo>
                  <a:pt x="1144912" y="34638"/>
                </a:lnTo>
                <a:lnTo>
                  <a:pt x="1145034" y="34345"/>
                </a:lnTo>
                <a:lnTo>
                  <a:pt x="1145156" y="34029"/>
                </a:lnTo>
                <a:lnTo>
                  <a:pt x="1145240" y="33691"/>
                </a:lnTo>
                <a:lnTo>
                  <a:pt x="1145362" y="33398"/>
                </a:lnTo>
                <a:lnTo>
                  <a:pt x="1145484" y="33083"/>
                </a:lnTo>
                <a:lnTo>
                  <a:pt x="1145567" y="32812"/>
                </a:lnTo>
                <a:lnTo>
                  <a:pt x="1145689" y="32497"/>
                </a:lnTo>
                <a:lnTo>
                  <a:pt x="1145820" y="32181"/>
                </a:lnTo>
                <a:lnTo>
                  <a:pt x="1145904" y="31866"/>
                </a:lnTo>
                <a:lnTo>
                  <a:pt x="1146026" y="31595"/>
                </a:lnTo>
                <a:lnTo>
                  <a:pt x="1146148" y="31280"/>
                </a:lnTo>
                <a:lnTo>
                  <a:pt x="1146231" y="30964"/>
                </a:lnTo>
                <a:lnTo>
                  <a:pt x="1146353" y="30694"/>
                </a:lnTo>
                <a:lnTo>
                  <a:pt x="1146475" y="30378"/>
                </a:lnTo>
                <a:lnTo>
                  <a:pt x="1146556" y="30063"/>
                </a:lnTo>
                <a:lnTo>
                  <a:pt x="1146681" y="29770"/>
                </a:lnTo>
                <a:lnTo>
                  <a:pt x="1146803" y="29477"/>
                </a:lnTo>
                <a:lnTo>
                  <a:pt x="1146883" y="29184"/>
                </a:lnTo>
                <a:lnTo>
                  <a:pt x="1147005" y="28868"/>
                </a:lnTo>
                <a:lnTo>
                  <a:pt x="1147130" y="28598"/>
                </a:lnTo>
                <a:lnTo>
                  <a:pt x="1147220" y="28328"/>
                </a:lnTo>
                <a:lnTo>
                  <a:pt x="1147345" y="28012"/>
                </a:lnTo>
                <a:lnTo>
                  <a:pt x="1147467" y="27719"/>
                </a:lnTo>
                <a:lnTo>
                  <a:pt x="1147589" y="27449"/>
                </a:lnTo>
                <a:lnTo>
                  <a:pt x="1147669" y="27133"/>
                </a:lnTo>
                <a:lnTo>
                  <a:pt x="1147794" y="26863"/>
                </a:lnTo>
                <a:lnTo>
                  <a:pt x="1147916" y="26570"/>
                </a:lnTo>
                <a:lnTo>
                  <a:pt x="1147997" y="26299"/>
                </a:lnTo>
                <a:lnTo>
                  <a:pt x="1148119" y="26006"/>
                </a:lnTo>
                <a:lnTo>
                  <a:pt x="1148244" y="25736"/>
                </a:lnTo>
                <a:lnTo>
                  <a:pt x="1148324" y="25443"/>
                </a:lnTo>
                <a:lnTo>
                  <a:pt x="1148446" y="25173"/>
                </a:lnTo>
                <a:lnTo>
                  <a:pt x="1148568" y="24902"/>
                </a:lnTo>
                <a:lnTo>
                  <a:pt x="1148652" y="24609"/>
                </a:lnTo>
                <a:lnTo>
                  <a:pt x="1148774" y="24361"/>
                </a:lnTo>
                <a:lnTo>
                  <a:pt x="1148908" y="24068"/>
                </a:lnTo>
                <a:lnTo>
                  <a:pt x="1148988" y="23798"/>
                </a:lnTo>
                <a:lnTo>
                  <a:pt x="1149110" y="23550"/>
                </a:lnTo>
                <a:lnTo>
                  <a:pt x="1149235" y="23280"/>
                </a:lnTo>
                <a:lnTo>
                  <a:pt x="1149316" y="22987"/>
                </a:lnTo>
                <a:lnTo>
                  <a:pt x="1149438" y="22739"/>
                </a:lnTo>
                <a:lnTo>
                  <a:pt x="1149560" y="22491"/>
                </a:lnTo>
                <a:lnTo>
                  <a:pt x="1149643" y="22198"/>
                </a:lnTo>
                <a:lnTo>
                  <a:pt x="1149765" y="21972"/>
                </a:lnTo>
                <a:lnTo>
                  <a:pt x="1149887" y="21725"/>
                </a:lnTo>
                <a:lnTo>
                  <a:pt x="1150009" y="21432"/>
                </a:lnTo>
                <a:lnTo>
                  <a:pt x="1150093" y="21184"/>
                </a:lnTo>
                <a:lnTo>
                  <a:pt x="1150224" y="20936"/>
                </a:lnTo>
                <a:lnTo>
                  <a:pt x="1150349" y="20688"/>
                </a:lnTo>
                <a:lnTo>
                  <a:pt x="1150429" y="20440"/>
                </a:lnTo>
                <a:lnTo>
                  <a:pt x="1150551" y="20192"/>
                </a:lnTo>
                <a:lnTo>
                  <a:pt x="1150673" y="19944"/>
                </a:lnTo>
                <a:lnTo>
                  <a:pt x="1150756" y="19674"/>
                </a:lnTo>
                <a:lnTo>
                  <a:pt x="1150879" y="19448"/>
                </a:lnTo>
                <a:lnTo>
                  <a:pt x="1151001" y="19201"/>
                </a:lnTo>
                <a:lnTo>
                  <a:pt x="1151084" y="18975"/>
                </a:lnTo>
                <a:lnTo>
                  <a:pt x="1151206" y="18727"/>
                </a:lnTo>
                <a:lnTo>
                  <a:pt x="1151328" y="18479"/>
                </a:lnTo>
                <a:lnTo>
                  <a:pt x="1151408" y="18254"/>
                </a:lnTo>
                <a:lnTo>
                  <a:pt x="1151542" y="18006"/>
                </a:lnTo>
                <a:lnTo>
                  <a:pt x="1151665" y="17803"/>
                </a:lnTo>
                <a:lnTo>
                  <a:pt x="1151748" y="17533"/>
                </a:lnTo>
                <a:lnTo>
                  <a:pt x="1151870" y="17330"/>
                </a:lnTo>
                <a:lnTo>
                  <a:pt x="1151992" y="17105"/>
                </a:lnTo>
                <a:lnTo>
                  <a:pt x="1152072" y="16879"/>
                </a:lnTo>
                <a:lnTo>
                  <a:pt x="1152197" y="16631"/>
                </a:lnTo>
                <a:lnTo>
                  <a:pt x="1152319" y="16406"/>
                </a:lnTo>
                <a:lnTo>
                  <a:pt x="1152442" y="16203"/>
                </a:lnTo>
                <a:lnTo>
                  <a:pt x="1152522" y="15978"/>
                </a:lnTo>
                <a:lnTo>
                  <a:pt x="1152647" y="15753"/>
                </a:lnTo>
                <a:lnTo>
                  <a:pt x="1152769" y="15550"/>
                </a:lnTo>
                <a:lnTo>
                  <a:pt x="1152849" y="15324"/>
                </a:lnTo>
                <a:lnTo>
                  <a:pt x="1152971" y="15099"/>
                </a:lnTo>
                <a:lnTo>
                  <a:pt x="1153097" y="14896"/>
                </a:lnTo>
                <a:lnTo>
                  <a:pt x="1153189" y="14671"/>
                </a:lnTo>
                <a:lnTo>
                  <a:pt x="1153311" y="14445"/>
                </a:lnTo>
                <a:lnTo>
                  <a:pt x="1153433" y="14243"/>
                </a:lnTo>
                <a:lnTo>
                  <a:pt x="1153513" y="14017"/>
                </a:lnTo>
                <a:lnTo>
                  <a:pt x="1153638" y="13837"/>
                </a:lnTo>
                <a:lnTo>
                  <a:pt x="1153760" y="13612"/>
                </a:lnTo>
                <a:lnTo>
                  <a:pt x="1153841" y="13386"/>
                </a:lnTo>
                <a:lnTo>
                  <a:pt x="1153963" y="13206"/>
                </a:lnTo>
                <a:lnTo>
                  <a:pt x="1154088" y="13003"/>
                </a:lnTo>
                <a:lnTo>
                  <a:pt x="1154168" y="12800"/>
                </a:lnTo>
                <a:lnTo>
                  <a:pt x="1154290" y="12575"/>
                </a:lnTo>
                <a:lnTo>
                  <a:pt x="1154412" y="12395"/>
                </a:lnTo>
                <a:lnTo>
                  <a:pt x="1154496" y="12192"/>
                </a:lnTo>
                <a:lnTo>
                  <a:pt x="1154627" y="11989"/>
                </a:lnTo>
                <a:lnTo>
                  <a:pt x="1154752" y="11809"/>
                </a:lnTo>
                <a:lnTo>
                  <a:pt x="1154874" y="11628"/>
                </a:lnTo>
                <a:lnTo>
                  <a:pt x="1154954" y="11426"/>
                </a:lnTo>
                <a:lnTo>
                  <a:pt x="1155076" y="11223"/>
                </a:lnTo>
                <a:lnTo>
                  <a:pt x="1155201" y="11020"/>
                </a:lnTo>
                <a:lnTo>
                  <a:pt x="1155282" y="10840"/>
                </a:lnTo>
                <a:lnTo>
                  <a:pt x="1155404" y="10659"/>
                </a:lnTo>
                <a:lnTo>
                  <a:pt x="1155526" y="10502"/>
                </a:lnTo>
                <a:lnTo>
                  <a:pt x="1155609" y="10321"/>
                </a:lnTo>
                <a:lnTo>
                  <a:pt x="1155731" y="10119"/>
                </a:lnTo>
                <a:lnTo>
                  <a:pt x="1155853" y="9938"/>
                </a:lnTo>
                <a:lnTo>
                  <a:pt x="1155937" y="9758"/>
                </a:lnTo>
                <a:lnTo>
                  <a:pt x="1156059" y="9600"/>
                </a:lnTo>
                <a:lnTo>
                  <a:pt x="1156181" y="9397"/>
                </a:lnTo>
                <a:lnTo>
                  <a:pt x="1156273" y="9262"/>
                </a:lnTo>
                <a:lnTo>
                  <a:pt x="1156395" y="9059"/>
                </a:lnTo>
                <a:lnTo>
                  <a:pt x="1156517" y="8879"/>
                </a:lnTo>
                <a:lnTo>
                  <a:pt x="1156601" y="8721"/>
                </a:lnTo>
                <a:lnTo>
                  <a:pt x="1156723" y="8564"/>
                </a:lnTo>
                <a:lnTo>
                  <a:pt x="1156845" y="8383"/>
                </a:lnTo>
                <a:lnTo>
                  <a:pt x="1156925" y="8226"/>
                </a:lnTo>
                <a:lnTo>
                  <a:pt x="1157050" y="8068"/>
                </a:lnTo>
                <a:lnTo>
                  <a:pt x="1157172" y="7888"/>
                </a:lnTo>
                <a:lnTo>
                  <a:pt x="1157253" y="7730"/>
                </a:lnTo>
                <a:lnTo>
                  <a:pt x="1157375" y="7572"/>
                </a:lnTo>
                <a:lnTo>
                  <a:pt x="1157500" y="7414"/>
                </a:lnTo>
                <a:lnTo>
                  <a:pt x="1157631" y="7257"/>
                </a:lnTo>
                <a:lnTo>
                  <a:pt x="1157702" y="7099"/>
                </a:lnTo>
                <a:lnTo>
                  <a:pt x="1157836" y="6986"/>
                </a:lnTo>
                <a:lnTo>
                  <a:pt x="1157958" y="6828"/>
                </a:lnTo>
                <a:lnTo>
                  <a:pt x="1158042" y="6671"/>
                </a:lnTo>
                <a:lnTo>
                  <a:pt x="1158164" y="6535"/>
                </a:lnTo>
                <a:lnTo>
                  <a:pt x="1158286" y="6400"/>
                </a:lnTo>
                <a:lnTo>
                  <a:pt x="1158366" y="6220"/>
                </a:lnTo>
                <a:lnTo>
                  <a:pt x="1158491" y="6107"/>
                </a:lnTo>
                <a:lnTo>
                  <a:pt x="1158613" y="5995"/>
                </a:lnTo>
                <a:lnTo>
                  <a:pt x="1158694" y="5837"/>
                </a:lnTo>
                <a:lnTo>
                  <a:pt x="1158816" y="5702"/>
                </a:lnTo>
                <a:lnTo>
                  <a:pt x="1158941" y="5566"/>
                </a:lnTo>
                <a:lnTo>
                  <a:pt x="1159021" y="5454"/>
                </a:lnTo>
                <a:lnTo>
                  <a:pt x="1159143" y="5341"/>
                </a:lnTo>
                <a:lnTo>
                  <a:pt x="1159277" y="5206"/>
                </a:lnTo>
                <a:lnTo>
                  <a:pt x="1159357" y="5071"/>
                </a:lnTo>
                <a:lnTo>
                  <a:pt x="1159480" y="4958"/>
                </a:lnTo>
                <a:lnTo>
                  <a:pt x="1159605" y="4823"/>
                </a:lnTo>
                <a:lnTo>
                  <a:pt x="1159685" y="4710"/>
                </a:lnTo>
                <a:lnTo>
                  <a:pt x="1159807" y="4620"/>
                </a:lnTo>
                <a:lnTo>
                  <a:pt x="1159929" y="4485"/>
                </a:lnTo>
                <a:lnTo>
                  <a:pt x="1160054" y="4372"/>
                </a:lnTo>
                <a:lnTo>
                  <a:pt x="1160135" y="4259"/>
                </a:lnTo>
                <a:lnTo>
                  <a:pt x="1160257" y="4147"/>
                </a:lnTo>
                <a:lnTo>
                  <a:pt x="1160379" y="4056"/>
                </a:lnTo>
                <a:lnTo>
                  <a:pt x="1160471" y="3966"/>
                </a:lnTo>
                <a:lnTo>
                  <a:pt x="1160593" y="3876"/>
                </a:lnTo>
                <a:lnTo>
                  <a:pt x="1160718" y="3741"/>
                </a:lnTo>
                <a:lnTo>
                  <a:pt x="1160798" y="3651"/>
                </a:lnTo>
                <a:lnTo>
                  <a:pt x="1160921" y="3561"/>
                </a:lnTo>
                <a:lnTo>
                  <a:pt x="1161043" y="3471"/>
                </a:lnTo>
                <a:lnTo>
                  <a:pt x="1161126" y="3358"/>
                </a:lnTo>
                <a:lnTo>
                  <a:pt x="1161248" y="3268"/>
                </a:lnTo>
                <a:lnTo>
                  <a:pt x="1161370" y="3178"/>
                </a:lnTo>
                <a:lnTo>
                  <a:pt x="1161453" y="3087"/>
                </a:lnTo>
                <a:lnTo>
                  <a:pt x="1161575" y="2997"/>
                </a:lnTo>
                <a:lnTo>
                  <a:pt x="1161698" y="2930"/>
                </a:lnTo>
                <a:lnTo>
                  <a:pt x="1161778" y="2840"/>
                </a:lnTo>
                <a:lnTo>
                  <a:pt x="1161903" y="2749"/>
                </a:lnTo>
                <a:lnTo>
                  <a:pt x="1162034" y="2659"/>
                </a:lnTo>
                <a:lnTo>
                  <a:pt x="1162117" y="2592"/>
                </a:lnTo>
                <a:lnTo>
                  <a:pt x="1162239" y="2501"/>
                </a:lnTo>
                <a:lnTo>
                  <a:pt x="1162361" y="2434"/>
                </a:lnTo>
                <a:lnTo>
                  <a:pt x="1162484" y="2344"/>
                </a:lnTo>
                <a:lnTo>
                  <a:pt x="1162567" y="2276"/>
                </a:lnTo>
                <a:lnTo>
                  <a:pt x="1162689" y="2209"/>
                </a:lnTo>
                <a:lnTo>
                  <a:pt x="1162811" y="2118"/>
                </a:lnTo>
                <a:lnTo>
                  <a:pt x="1162894" y="2051"/>
                </a:lnTo>
                <a:lnTo>
                  <a:pt x="1163016" y="2006"/>
                </a:lnTo>
                <a:lnTo>
                  <a:pt x="1163139" y="1938"/>
                </a:lnTo>
                <a:lnTo>
                  <a:pt x="1163219" y="1825"/>
                </a:lnTo>
                <a:lnTo>
                  <a:pt x="1163341" y="1780"/>
                </a:lnTo>
                <a:lnTo>
                  <a:pt x="1163466" y="1713"/>
                </a:lnTo>
                <a:lnTo>
                  <a:pt x="1163558" y="1645"/>
                </a:lnTo>
                <a:lnTo>
                  <a:pt x="1163680" y="1600"/>
                </a:lnTo>
                <a:lnTo>
                  <a:pt x="1163802" y="1532"/>
                </a:lnTo>
                <a:lnTo>
                  <a:pt x="1163883" y="1465"/>
                </a:lnTo>
                <a:lnTo>
                  <a:pt x="1164008" y="1397"/>
                </a:lnTo>
                <a:lnTo>
                  <a:pt x="1164130" y="1352"/>
                </a:lnTo>
                <a:lnTo>
                  <a:pt x="1164210" y="1285"/>
                </a:lnTo>
                <a:lnTo>
                  <a:pt x="1164332" y="1217"/>
                </a:lnTo>
                <a:lnTo>
                  <a:pt x="1164457" y="1149"/>
                </a:lnTo>
                <a:lnTo>
                  <a:pt x="1164538" y="1127"/>
                </a:lnTo>
                <a:lnTo>
                  <a:pt x="1164660" y="1059"/>
                </a:lnTo>
                <a:lnTo>
                  <a:pt x="1164782" y="992"/>
                </a:lnTo>
                <a:lnTo>
                  <a:pt x="1164904" y="969"/>
                </a:lnTo>
                <a:lnTo>
                  <a:pt x="1164987" y="901"/>
                </a:lnTo>
                <a:lnTo>
                  <a:pt x="1165121" y="856"/>
                </a:lnTo>
                <a:lnTo>
                  <a:pt x="1165243" y="811"/>
                </a:lnTo>
                <a:lnTo>
                  <a:pt x="1165324" y="744"/>
                </a:lnTo>
                <a:lnTo>
                  <a:pt x="1165446" y="721"/>
                </a:lnTo>
                <a:lnTo>
                  <a:pt x="1165571" y="654"/>
                </a:lnTo>
                <a:lnTo>
                  <a:pt x="1165651" y="631"/>
                </a:lnTo>
                <a:lnTo>
                  <a:pt x="1165773" y="586"/>
                </a:lnTo>
                <a:lnTo>
                  <a:pt x="1165895" y="518"/>
                </a:lnTo>
                <a:lnTo>
                  <a:pt x="1165979" y="496"/>
                </a:lnTo>
                <a:lnTo>
                  <a:pt x="1166101" y="473"/>
                </a:lnTo>
                <a:lnTo>
                  <a:pt x="1166223" y="428"/>
                </a:lnTo>
                <a:lnTo>
                  <a:pt x="1166306" y="406"/>
                </a:lnTo>
                <a:lnTo>
                  <a:pt x="1166428" y="383"/>
                </a:lnTo>
                <a:lnTo>
                  <a:pt x="1166550" y="338"/>
                </a:lnTo>
                <a:lnTo>
                  <a:pt x="1166643" y="316"/>
                </a:lnTo>
                <a:lnTo>
                  <a:pt x="1166765" y="293"/>
                </a:lnTo>
                <a:lnTo>
                  <a:pt x="1166887" y="248"/>
                </a:lnTo>
                <a:lnTo>
                  <a:pt x="1166970" y="225"/>
                </a:lnTo>
                <a:lnTo>
                  <a:pt x="1167092" y="203"/>
                </a:lnTo>
                <a:lnTo>
                  <a:pt x="1167214" y="203"/>
                </a:lnTo>
                <a:lnTo>
                  <a:pt x="1167336" y="158"/>
                </a:lnTo>
                <a:lnTo>
                  <a:pt x="1167420" y="135"/>
                </a:lnTo>
                <a:lnTo>
                  <a:pt x="1167542" y="135"/>
                </a:lnTo>
                <a:lnTo>
                  <a:pt x="1167664" y="90"/>
                </a:lnTo>
                <a:lnTo>
                  <a:pt x="1167744" y="90"/>
                </a:lnTo>
                <a:lnTo>
                  <a:pt x="1167878" y="68"/>
                </a:lnTo>
                <a:lnTo>
                  <a:pt x="1168000" y="68"/>
                </a:lnTo>
                <a:lnTo>
                  <a:pt x="1168084" y="45"/>
                </a:lnTo>
                <a:lnTo>
                  <a:pt x="1168206" y="45"/>
                </a:lnTo>
                <a:lnTo>
                  <a:pt x="1168328" y="45"/>
                </a:lnTo>
                <a:lnTo>
                  <a:pt x="1168411" y="0"/>
                </a:lnTo>
                <a:lnTo>
                  <a:pt x="1168533" y="0"/>
                </a:lnTo>
                <a:lnTo>
                  <a:pt x="1168655" y="0"/>
                </a:lnTo>
                <a:lnTo>
                  <a:pt x="1168736" y="0"/>
                </a:lnTo>
                <a:lnTo>
                  <a:pt x="1168861" y="0"/>
                </a:lnTo>
                <a:lnTo>
                  <a:pt x="1168983" y="0"/>
                </a:lnTo>
                <a:lnTo>
                  <a:pt x="1169063" y="0"/>
                </a:lnTo>
                <a:lnTo>
                  <a:pt x="1169185" y="0"/>
                </a:lnTo>
                <a:lnTo>
                  <a:pt x="1169307" y="0"/>
                </a:lnTo>
                <a:lnTo>
                  <a:pt x="1169399" y="45"/>
                </a:lnTo>
                <a:lnTo>
                  <a:pt x="1169525" y="45"/>
                </a:lnTo>
                <a:lnTo>
                  <a:pt x="1169647" y="45"/>
                </a:lnTo>
                <a:lnTo>
                  <a:pt x="1169769" y="68"/>
                </a:lnTo>
                <a:lnTo>
                  <a:pt x="1169849" y="68"/>
                </a:lnTo>
                <a:lnTo>
                  <a:pt x="1169974" y="90"/>
                </a:lnTo>
                <a:lnTo>
                  <a:pt x="1170096" y="90"/>
                </a:lnTo>
                <a:lnTo>
                  <a:pt x="1170177" y="135"/>
                </a:lnTo>
                <a:lnTo>
                  <a:pt x="1170299" y="135"/>
                </a:lnTo>
                <a:lnTo>
                  <a:pt x="1170424" y="158"/>
                </a:lnTo>
                <a:lnTo>
                  <a:pt x="1170504" y="203"/>
                </a:lnTo>
                <a:lnTo>
                  <a:pt x="1170626" y="203"/>
                </a:lnTo>
                <a:lnTo>
                  <a:pt x="1170748" y="225"/>
                </a:lnTo>
                <a:lnTo>
                  <a:pt x="1170840" y="248"/>
                </a:lnTo>
                <a:lnTo>
                  <a:pt x="1170963" y="293"/>
                </a:lnTo>
                <a:lnTo>
                  <a:pt x="1171088" y="316"/>
                </a:lnTo>
                <a:lnTo>
                  <a:pt x="1171168" y="338"/>
                </a:lnTo>
                <a:lnTo>
                  <a:pt x="1171290" y="383"/>
                </a:lnTo>
                <a:lnTo>
                  <a:pt x="1171412" y="406"/>
                </a:lnTo>
                <a:lnTo>
                  <a:pt x="1171495" y="428"/>
                </a:lnTo>
                <a:lnTo>
                  <a:pt x="1171617" y="473"/>
                </a:lnTo>
                <a:lnTo>
                  <a:pt x="1171740" y="496"/>
                </a:lnTo>
                <a:lnTo>
                  <a:pt x="1171823" y="518"/>
                </a:lnTo>
                <a:lnTo>
                  <a:pt x="1171945" y="563"/>
                </a:lnTo>
                <a:lnTo>
                  <a:pt x="1172067" y="586"/>
                </a:lnTo>
                <a:lnTo>
                  <a:pt x="1172189" y="631"/>
                </a:lnTo>
                <a:lnTo>
                  <a:pt x="1172272" y="699"/>
                </a:lnTo>
                <a:lnTo>
                  <a:pt x="1172395" y="721"/>
                </a:lnTo>
                <a:lnTo>
                  <a:pt x="1172517" y="744"/>
                </a:lnTo>
                <a:lnTo>
                  <a:pt x="1172609" y="789"/>
                </a:lnTo>
                <a:lnTo>
                  <a:pt x="1172731" y="856"/>
                </a:lnTo>
                <a:lnTo>
                  <a:pt x="1172853" y="879"/>
                </a:lnTo>
                <a:lnTo>
                  <a:pt x="1172936" y="901"/>
                </a:lnTo>
                <a:lnTo>
                  <a:pt x="1173058" y="947"/>
                </a:lnTo>
                <a:lnTo>
                  <a:pt x="1173180" y="992"/>
                </a:lnTo>
                <a:lnTo>
                  <a:pt x="1173264" y="1037"/>
                </a:lnTo>
                <a:lnTo>
                  <a:pt x="1173386" y="1059"/>
                </a:lnTo>
                <a:lnTo>
                  <a:pt x="1173508" y="1127"/>
                </a:lnTo>
                <a:lnTo>
                  <a:pt x="1173588" y="1149"/>
                </a:lnTo>
                <a:lnTo>
                  <a:pt x="1173710" y="1172"/>
                </a:lnTo>
                <a:lnTo>
                  <a:pt x="1173835" y="1239"/>
                </a:lnTo>
                <a:lnTo>
                  <a:pt x="1173928" y="1285"/>
                </a:lnTo>
                <a:lnTo>
                  <a:pt x="1174050" y="1307"/>
                </a:lnTo>
                <a:lnTo>
                  <a:pt x="1174172" y="1375"/>
                </a:lnTo>
                <a:lnTo>
                  <a:pt x="1174252" y="1397"/>
                </a:lnTo>
                <a:lnTo>
                  <a:pt x="1174377" y="1442"/>
                </a:lnTo>
                <a:lnTo>
                  <a:pt x="1174499" y="1510"/>
                </a:lnTo>
                <a:lnTo>
                  <a:pt x="1174580" y="1532"/>
                </a:lnTo>
                <a:lnTo>
                  <a:pt x="1174702" y="1600"/>
                </a:lnTo>
                <a:lnTo>
                  <a:pt x="1174827" y="1623"/>
                </a:lnTo>
                <a:lnTo>
                  <a:pt x="1174949" y="1690"/>
                </a:lnTo>
                <a:lnTo>
                  <a:pt x="1175029" y="1713"/>
                </a:lnTo>
                <a:lnTo>
                  <a:pt x="1175151" y="1780"/>
                </a:lnTo>
                <a:lnTo>
                  <a:pt x="1175285" y="1825"/>
                </a:lnTo>
                <a:lnTo>
                  <a:pt x="1175357" y="1870"/>
                </a:lnTo>
                <a:lnTo>
                  <a:pt x="1175491" y="1938"/>
                </a:lnTo>
                <a:lnTo>
                  <a:pt x="1175613" y="1961"/>
                </a:lnTo>
                <a:lnTo>
                  <a:pt x="1175693" y="2028"/>
                </a:lnTo>
                <a:lnTo>
                  <a:pt x="1175815" y="2096"/>
                </a:lnTo>
                <a:lnTo>
                  <a:pt x="1175940" y="2163"/>
                </a:lnTo>
                <a:lnTo>
                  <a:pt x="1176021" y="2186"/>
                </a:lnTo>
                <a:lnTo>
                  <a:pt x="1176143" y="2254"/>
                </a:lnTo>
                <a:lnTo>
                  <a:pt x="1176265" y="2299"/>
                </a:lnTo>
                <a:lnTo>
                  <a:pt x="1176348" y="2366"/>
                </a:lnTo>
                <a:lnTo>
                  <a:pt x="1176470" y="2434"/>
                </a:lnTo>
                <a:lnTo>
                  <a:pt x="1176592" y="2501"/>
                </a:lnTo>
                <a:lnTo>
                  <a:pt x="1176676" y="2569"/>
                </a:lnTo>
                <a:lnTo>
                  <a:pt x="1176807" y="2614"/>
                </a:lnTo>
                <a:lnTo>
                  <a:pt x="1176929" y="2682"/>
                </a:lnTo>
                <a:lnTo>
                  <a:pt x="1177012" y="2749"/>
                </a:lnTo>
                <a:lnTo>
                  <a:pt x="1177134" y="2817"/>
                </a:lnTo>
                <a:lnTo>
                  <a:pt x="1177256" y="2907"/>
                </a:lnTo>
                <a:lnTo>
                  <a:pt x="1177378" y="2952"/>
                </a:lnTo>
                <a:lnTo>
                  <a:pt x="1177462" y="3020"/>
                </a:lnTo>
                <a:lnTo>
                  <a:pt x="1177584" y="3110"/>
                </a:lnTo>
                <a:lnTo>
                  <a:pt x="1177706" y="3178"/>
                </a:lnTo>
                <a:lnTo>
                  <a:pt x="1177789" y="3245"/>
                </a:lnTo>
                <a:lnTo>
                  <a:pt x="1177911" y="3335"/>
                </a:lnTo>
                <a:lnTo>
                  <a:pt x="1178033" y="3425"/>
                </a:lnTo>
                <a:lnTo>
                  <a:pt x="1178114" y="3493"/>
                </a:lnTo>
                <a:lnTo>
                  <a:pt x="1178248" y="3583"/>
                </a:lnTo>
                <a:lnTo>
                  <a:pt x="1178370" y="3651"/>
                </a:lnTo>
                <a:lnTo>
                  <a:pt x="1178453" y="3741"/>
                </a:lnTo>
                <a:lnTo>
                  <a:pt x="1178575" y="3831"/>
                </a:lnTo>
                <a:lnTo>
                  <a:pt x="1178697" y="3921"/>
                </a:lnTo>
                <a:lnTo>
                  <a:pt x="1178781" y="3989"/>
                </a:lnTo>
                <a:lnTo>
                  <a:pt x="1178903" y="4079"/>
                </a:lnTo>
                <a:lnTo>
                  <a:pt x="1179025" y="4169"/>
                </a:lnTo>
                <a:lnTo>
                  <a:pt x="1179105" y="4259"/>
                </a:lnTo>
                <a:lnTo>
                  <a:pt x="1179230" y="4372"/>
                </a:lnTo>
                <a:lnTo>
                  <a:pt x="1179352" y="4462"/>
                </a:lnTo>
                <a:lnTo>
                  <a:pt x="1179433" y="4552"/>
                </a:lnTo>
                <a:lnTo>
                  <a:pt x="1179555" y="4642"/>
                </a:lnTo>
                <a:lnTo>
                  <a:pt x="1179680" y="4733"/>
                </a:lnTo>
                <a:lnTo>
                  <a:pt x="1179811" y="4823"/>
                </a:lnTo>
                <a:lnTo>
                  <a:pt x="1179894" y="4913"/>
                </a:lnTo>
                <a:lnTo>
                  <a:pt x="1180016" y="5048"/>
                </a:lnTo>
                <a:lnTo>
                  <a:pt x="1180138" y="5138"/>
                </a:lnTo>
                <a:lnTo>
                  <a:pt x="1180219" y="5228"/>
                </a:lnTo>
                <a:lnTo>
                  <a:pt x="1180344" y="5341"/>
                </a:lnTo>
                <a:lnTo>
                  <a:pt x="1180466" y="5431"/>
                </a:lnTo>
                <a:lnTo>
                  <a:pt x="1180546" y="5544"/>
                </a:lnTo>
                <a:lnTo>
                  <a:pt x="1180668" y="5634"/>
                </a:lnTo>
                <a:lnTo>
                  <a:pt x="1180793" y="5724"/>
                </a:lnTo>
                <a:lnTo>
                  <a:pt x="1180874" y="5859"/>
                </a:lnTo>
                <a:lnTo>
                  <a:pt x="1180996" y="5949"/>
                </a:lnTo>
                <a:lnTo>
                  <a:pt x="1181118" y="6040"/>
                </a:lnTo>
                <a:lnTo>
                  <a:pt x="1181201" y="6175"/>
                </a:lnTo>
                <a:lnTo>
                  <a:pt x="1181332" y="6265"/>
                </a:lnTo>
                <a:lnTo>
                  <a:pt x="1181457" y="6400"/>
                </a:lnTo>
                <a:lnTo>
                  <a:pt x="1181537" y="6490"/>
                </a:lnTo>
                <a:lnTo>
                  <a:pt x="1181659" y="6603"/>
                </a:lnTo>
                <a:lnTo>
                  <a:pt x="1181782" y="6693"/>
                </a:lnTo>
                <a:lnTo>
                  <a:pt x="1181865" y="6828"/>
                </a:lnTo>
                <a:lnTo>
                  <a:pt x="1181987" y="6919"/>
                </a:lnTo>
                <a:lnTo>
                  <a:pt x="1182109" y="7054"/>
                </a:lnTo>
                <a:lnTo>
                  <a:pt x="1182231" y="7144"/>
                </a:lnTo>
                <a:lnTo>
                  <a:pt x="1182314" y="7257"/>
                </a:lnTo>
                <a:lnTo>
                  <a:pt x="1182437" y="7392"/>
                </a:lnTo>
                <a:lnTo>
                  <a:pt x="1182559" y="7482"/>
                </a:lnTo>
                <a:lnTo>
                  <a:pt x="1182642" y="7595"/>
                </a:lnTo>
                <a:lnTo>
                  <a:pt x="1182764" y="7707"/>
                </a:lnTo>
                <a:lnTo>
                  <a:pt x="1182895" y="7820"/>
                </a:lnTo>
                <a:lnTo>
                  <a:pt x="1182978" y="7955"/>
                </a:lnTo>
                <a:lnTo>
                  <a:pt x="1183100" y="8068"/>
                </a:lnTo>
                <a:lnTo>
                  <a:pt x="1183222" y="8158"/>
                </a:lnTo>
                <a:lnTo>
                  <a:pt x="1183306" y="8293"/>
                </a:lnTo>
                <a:lnTo>
                  <a:pt x="1183428" y="8406"/>
                </a:lnTo>
                <a:lnTo>
                  <a:pt x="1183550" y="8541"/>
                </a:lnTo>
                <a:lnTo>
                  <a:pt x="1183633" y="8654"/>
                </a:lnTo>
                <a:lnTo>
                  <a:pt x="1183755" y="8744"/>
                </a:lnTo>
                <a:lnTo>
                  <a:pt x="1183877" y="8879"/>
                </a:lnTo>
                <a:lnTo>
                  <a:pt x="1183958" y="9014"/>
                </a:lnTo>
                <a:lnTo>
                  <a:pt x="1184083" y="9127"/>
                </a:lnTo>
                <a:lnTo>
                  <a:pt x="1184214" y="9262"/>
                </a:lnTo>
                <a:lnTo>
                  <a:pt x="1184297" y="9375"/>
                </a:lnTo>
                <a:lnTo>
                  <a:pt x="1184407" y="9510"/>
                </a:lnTo>
                <a:lnTo>
                  <a:pt x="1184541" y="9623"/>
                </a:lnTo>
                <a:lnTo>
                  <a:pt x="1184663" y="9758"/>
                </a:lnTo>
                <a:lnTo>
                  <a:pt x="1184747" y="9871"/>
                </a:lnTo>
                <a:lnTo>
                  <a:pt x="1184869" y="10006"/>
                </a:lnTo>
                <a:lnTo>
                  <a:pt x="1184991" y="10119"/>
                </a:lnTo>
                <a:lnTo>
                  <a:pt x="1185071" y="10254"/>
                </a:lnTo>
                <a:lnTo>
                  <a:pt x="1185196" y="10366"/>
                </a:lnTo>
                <a:lnTo>
                  <a:pt x="1185318" y="10502"/>
                </a:lnTo>
                <a:lnTo>
                  <a:pt x="1185399" y="10659"/>
                </a:lnTo>
                <a:lnTo>
                  <a:pt x="1185521" y="10772"/>
                </a:lnTo>
                <a:lnTo>
                  <a:pt x="1185655" y="10907"/>
                </a:lnTo>
                <a:lnTo>
                  <a:pt x="1185726" y="11020"/>
                </a:lnTo>
                <a:lnTo>
                  <a:pt x="1185860" y="11178"/>
                </a:lnTo>
                <a:lnTo>
                  <a:pt x="1185982" y="11313"/>
                </a:lnTo>
                <a:lnTo>
                  <a:pt x="1186063" y="11426"/>
                </a:lnTo>
                <a:lnTo>
                  <a:pt x="1186185" y="11583"/>
                </a:lnTo>
                <a:lnTo>
                  <a:pt x="1186310" y="11719"/>
                </a:lnTo>
                <a:lnTo>
                  <a:pt x="1186390" y="11876"/>
                </a:lnTo>
                <a:lnTo>
                  <a:pt x="1186512" y="11989"/>
                </a:lnTo>
                <a:lnTo>
                  <a:pt x="1186634" y="12147"/>
                </a:lnTo>
                <a:lnTo>
                  <a:pt x="1186718" y="12282"/>
                </a:lnTo>
                <a:lnTo>
                  <a:pt x="1186840" y="12440"/>
                </a:lnTo>
                <a:lnTo>
                  <a:pt x="1186962" y="12575"/>
                </a:lnTo>
                <a:lnTo>
                  <a:pt x="1187084" y="12710"/>
                </a:lnTo>
                <a:lnTo>
                  <a:pt x="1187176" y="12868"/>
                </a:lnTo>
                <a:lnTo>
                  <a:pt x="1187298" y="13026"/>
                </a:lnTo>
                <a:lnTo>
                  <a:pt x="1187423" y="13183"/>
                </a:lnTo>
                <a:lnTo>
                  <a:pt x="1187504" y="13341"/>
                </a:lnTo>
                <a:lnTo>
                  <a:pt x="1187626" y="13499"/>
                </a:lnTo>
                <a:lnTo>
                  <a:pt x="1187748" y="13657"/>
                </a:lnTo>
                <a:lnTo>
                  <a:pt x="1187831" y="13792"/>
                </a:lnTo>
                <a:lnTo>
                  <a:pt x="1187953" y="13972"/>
                </a:lnTo>
                <a:lnTo>
                  <a:pt x="1188075" y="14107"/>
                </a:lnTo>
                <a:lnTo>
                  <a:pt x="1188159" y="14265"/>
                </a:lnTo>
                <a:lnTo>
                  <a:pt x="1188281" y="14423"/>
                </a:lnTo>
                <a:lnTo>
                  <a:pt x="1188403" y="14626"/>
                </a:lnTo>
                <a:lnTo>
                  <a:pt x="1188486" y="14761"/>
                </a:lnTo>
                <a:lnTo>
                  <a:pt x="1188617" y="14919"/>
                </a:lnTo>
                <a:lnTo>
                  <a:pt x="1188739" y="15099"/>
                </a:lnTo>
                <a:lnTo>
                  <a:pt x="1188823" y="15279"/>
                </a:lnTo>
                <a:lnTo>
                  <a:pt x="1188945" y="15460"/>
                </a:lnTo>
                <a:lnTo>
                  <a:pt x="1189067" y="15617"/>
                </a:lnTo>
                <a:lnTo>
                  <a:pt x="1189150" y="15798"/>
                </a:lnTo>
                <a:lnTo>
                  <a:pt x="1189272" y="15978"/>
                </a:lnTo>
                <a:lnTo>
                  <a:pt x="1189394" y="16136"/>
                </a:lnTo>
                <a:lnTo>
                  <a:pt x="1189516" y="16316"/>
                </a:lnTo>
                <a:lnTo>
                  <a:pt x="1189600" y="16496"/>
                </a:lnTo>
                <a:lnTo>
                  <a:pt x="1189722" y="16699"/>
                </a:lnTo>
                <a:lnTo>
                  <a:pt x="1189844" y="16879"/>
                </a:lnTo>
                <a:lnTo>
                  <a:pt x="1189924" y="17037"/>
                </a:lnTo>
                <a:lnTo>
                  <a:pt x="1190049" y="17240"/>
                </a:lnTo>
                <a:lnTo>
                  <a:pt x="1190171" y="17420"/>
                </a:lnTo>
                <a:lnTo>
                  <a:pt x="1190264" y="17623"/>
                </a:lnTo>
                <a:lnTo>
                  <a:pt x="1190386" y="17826"/>
                </a:lnTo>
                <a:lnTo>
                  <a:pt x="1190508" y="18006"/>
                </a:lnTo>
                <a:lnTo>
                  <a:pt x="1190588" y="18186"/>
                </a:lnTo>
                <a:lnTo>
                  <a:pt x="1190713" y="18367"/>
                </a:lnTo>
                <a:lnTo>
                  <a:pt x="1190835" y="18570"/>
                </a:lnTo>
                <a:lnTo>
                  <a:pt x="1190916" y="18795"/>
                </a:lnTo>
                <a:lnTo>
                  <a:pt x="1191038" y="18975"/>
                </a:lnTo>
                <a:lnTo>
                  <a:pt x="1191163" y="19201"/>
                </a:lnTo>
                <a:lnTo>
                  <a:pt x="1191243" y="19381"/>
                </a:lnTo>
                <a:lnTo>
                  <a:pt x="1191365" y="19584"/>
                </a:lnTo>
                <a:lnTo>
                  <a:pt x="1191487" y="19786"/>
                </a:lnTo>
                <a:lnTo>
                  <a:pt x="1191570" y="20012"/>
                </a:lnTo>
                <a:lnTo>
                  <a:pt x="1191701" y="20192"/>
                </a:lnTo>
                <a:lnTo>
                  <a:pt x="1191827" y="20417"/>
                </a:lnTo>
                <a:lnTo>
                  <a:pt x="1191907" y="20620"/>
                </a:lnTo>
                <a:lnTo>
                  <a:pt x="1192029" y="20801"/>
                </a:lnTo>
                <a:lnTo>
                  <a:pt x="1192151" y="21026"/>
                </a:lnTo>
                <a:lnTo>
                  <a:pt x="1192276" y="21251"/>
                </a:lnTo>
                <a:lnTo>
                  <a:pt x="1192356" y="21454"/>
                </a:lnTo>
                <a:lnTo>
                  <a:pt x="1192479" y="21679"/>
                </a:lnTo>
                <a:lnTo>
                  <a:pt x="1192601" y="21905"/>
                </a:lnTo>
                <a:lnTo>
                  <a:pt x="1192684" y="22108"/>
                </a:lnTo>
                <a:lnTo>
                  <a:pt x="1192806" y="22333"/>
                </a:lnTo>
                <a:lnTo>
                  <a:pt x="1192928" y="22558"/>
                </a:lnTo>
                <a:lnTo>
                  <a:pt x="1193011" y="22761"/>
                </a:lnTo>
                <a:lnTo>
                  <a:pt x="1193134" y="22987"/>
                </a:lnTo>
                <a:lnTo>
                  <a:pt x="1193265" y="23212"/>
                </a:lnTo>
                <a:lnTo>
                  <a:pt x="1193348" y="23415"/>
                </a:lnTo>
                <a:lnTo>
                  <a:pt x="1193470" y="23640"/>
                </a:lnTo>
                <a:lnTo>
                  <a:pt x="1193592" y="23865"/>
                </a:lnTo>
                <a:lnTo>
                  <a:pt x="1193675" y="24113"/>
                </a:lnTo>
                <a:lnTo>
                  <a:pt x="1193797" y="24339"/>
                </a:lnTo>
                <a:lnTo>
                  <a:pt x="1193919" y="24542"/>
                </a:lnTo>
                <a:lnTo>
                  <a:pt x="1194003" y="24789"/>
                </a:lnTo>
                <a:lnTo>
                  <a:pt x="1194125" y="25015"/>
                </a:lnTo>
                <a:lnTo>
                  <a:pt x="1194247" y="25263"/>
                </a:lnTo>
                <a:lnTo>
                  <a:pt x="1194327" y="25488"/>
                </a:lnTo>
                <a:lnTo>
                  <a:pt x="1194461" y="25736"/>
                </a:lnTo>
                <a:lnTo>
                  <a:pt x="1194583" y="25939"/>
                </a:lnTo>
                <a:lnTo>
                  <a:pt x="1194705" y="26209"/>
                </a:lnTo>
                <a:lnTo>
                  <a:pt x="1194789" y="26457"/>
                </a:lnTo>
                <a:lnTo>
                  <a:pt x="1194911" y="26660"/>
                </a:lnTo>
                <a:lnTo>
                  <a:pt x="1195033" y="26908"/>
                </a:lnTo>
                <a:lnTo>
                  <a:pt x="1195116" y="27156"/>
                </a:lnTo>
                <a:lnTo>
                  <a:pt x="1195238" y="27426"/>
                </a:lnTo>
                <a:lnTo>
                  <a:pt x="1195360" y="27674"/>
                </a:lnTo>
                <a:lnTo>
                  <a:pt x="1195441" y="27899"/>
                </a:lnTo>
                <a:lnTo>
                  <a:pt x="1195566" y="28170"/>
                </a:lnTo>
                <a:lnTo>
                  <a:pt x="1195688" y="28418"/>
                </a:lnTo>
                <a:lnTo>
                  <a:pt x="1195768" y="28643"/>
                </a:lnTo>
                <a:lnTo>
                  <a:pt x="1195890" y="28914"/>
                </a:lnTo>
                <a:lnTo>
                  <a:pt x="1196015" y="29161"/>
                </a:lnTo>
                <a:lnTo>
                  <a:pt x="1196105" y="29409"/>
                </a:lnTo>
                <a:lnTo>
                  <a:pt x="1196230" y="29657"/>
                </a:lnTo>
                <a:lnTo>
                  <a:pt x="1196352" y="29928"/>
                </a:lnTo>
                <a:lnTo>
                  <a:pt x="1196432" y="30198"/>
                </a:lnTo>
                <a:lnTo>
                  <a:pt x="1196554" y="30423"/>
                </a:lnTo>
                <a:lnTo>
                  <a:pt x="1196679" y="30716"/>
                </a:lnTo>
                <a:lnTo>
                  <a:pt x="1196760" y="30964"/>
                </a:lnTo>
                <a:lnTo>
                  <a:pt x="1196882" y="31257"/>
                </a:lnTo>
                <a:lnTo>
                  <a:pt x="1197004" y="31505"/>
                </a:lnTo>
                <a:lnTo>
                  <a:pt x="1197129" y="31776"/>
                </a:lnTo>
                <a:lnTo>
                  <a:pt x="1197209" y="32023"/>
                </a:lnTo>
                <a:lnTo>
                  <a:pt x="1197331" y="32294"/>
                </a:lnTo>
                <a:lnTo>
                  <a:pt x="1197453" y="32587"/>
                </a:lnTo>
                <a:lnTo>
                  <a:pt x="1197546" y="32835"/>
                </a:lnTo>
                <a:lnTo>
                  <a:pt x="1197668" y="33105"/>
                </a:lnTo>
                <a:lnTo>
                  <a:pt x="1197793" y="33398"/>
                </a:lnTo>
                <a:lnTo>
                  <a:pt x="1197873" y="33669"/>
                </a:lnTo>
                <a:lnTo>
                  <a:pt x="1197995" y="33962"/>
                </a:lnTo>
                <a:lnTo>
                  <a:pt x="1198117" y="34232"/>
                </a:lnTo>
                <a:lnTo>
                  <a:pt x="1198201" y="34525"/>
                </a:lnTo>
                <a:lnTo>
                  <a:pt x="1198323" y="34795"/>
                </a:lnTo>
                <a:lnTo>
                  <a:pt x="1198445" y="35066"/>
                </a:lnTo>
                <a:lnTo>
                  <a:pt x="1198528" y="35359"/>
                </a:lnTo>
                <a:lnTo>
                  <a:pt x="1198650" y="35652"/>
                </a:lnTo>
                <a:lnTo>
                  <a:pt x="1198772" y="35922"/>
                </a:lnTo>
                <a:lnTo>
                  <a:pt x="1198856" y="36193"/>
                </a:lnTo>
                <a:lnTo>
                  <a:pt x="1198978" y="36508"/>
                </a:lnTo>
                <a:lnTo>
                  <a:pt x="1199109" y="36779"/>
                </a:lnTo>
                <a:lnTo>
                  <a:pt x="1199192" y="37071"/>
                </a:lnTo>
                <a:lnTo>
                  <a:pt x="1199314" y="37387"/>
                </a:lnTo>
                <a:lnTo>
                  <a:pt x="1199436" y="37657"/>
                </a:lnTo>
                <a:lnTo>
                  <a:pt x="1199558" y="37973"/>
                </a:lnTo>
                <a:lnTo>
                  <a:pt x="1199642" y="38266"/>
                </a:lnTo>
                <a:lnTo>
                  <a:pt x="1199764" y="38559"/>
                </a:lnTo>
                <a:lnTo>
                  <a:pt x="1199886" y="38852"/>
                </a:lnTo>
                <a:lnTo>
                  <a:pt x="1199969" y="39167"/>
                </a:lnTo>
                <a:lnTo>
                  <a:pt x="1200091" y="39483"/>
                </a:lnTo>
                <a:lnTo>
                  <a:pt x="1200213" y="39753"/>
                </a:lnTo>
                <a:lnTo>
                  <a:pt x="1200294" y="40046"/>
                </a:lnTo>
                <a:lnTo>
                  <a:pt x="1200419" y="40362"/>
                </a:lnTo>
                <a:lnTo>
                  <a:pt x="1200541" y="40677"/>
                </a:lnTo>
                <a:lnTo>
                  <a:pt x="1200633" y="40970"/>
                </a:lnTo>
                <a:lnTo>
                  <a:pt x="1200755" y="41263"/>
                </a:lnTo>
                <a:lnTo>
                  <a:pt x="1200877" y="41579"/>
                </a:lnTo>
                <a:lnTo>
                  <a:pt x="1200958" y="41894"/>
                </a:lnTo>
                <a:lnTo>
                  <a:pt x="1201083" y="42210"/>
                </a:lnTo>
                <a:lnTo>
                  <a:pt x="1201205" y="42525"/>
                </a:lnTo>
                <a:lnTo>
                  <a:pt x="1201285" y="42841"/>
                </a:lnTo>
                <a:lnTo>
                  <a:pt x="1201407" y="43134"/>
                </a:lnTo>
                <a:lnTo>
                  <a:pt x="1201532" y="43449"/>
                </a:lnTo>
                <a:lnTo>
                  <a:pt x="1201613" y="43765"/>
                </a:lnTo>
                <a:lnTo>
                  <a:pt x="1201735" y="44080"/>
                </a:lnTo>
                <a:lnTo>
                  <a:pt x="1201857" y="44396"/>
                </a:lnTo>
                <a:lnTo>
                  <a:pt x="1201991" y="44711"/>
                </a:lnTo>
                <a:lnTo>
                  <a:pt x="1202062" y="45004"/>
                </a:lnTo>
                <a:lnTo>
                  <a:pt x="1202196" y="45320"/>
                </a:lnTo>
                <a:lnTo>
                  <a:pt x="1202318" y="45635"/>
                </a:lnTo>
                <a:lnTo>
                  <a:pt x="1202398" y="45951"/>
                </a:lnTo>
                <a:lnTo>
                  <a:pt x="1202521" y="46266"/>
                </a:lnTo>
                <a:lnTo>
                  <a:pt x="1202646" y="46604"/>
                </a:lnTo>
                <a:lnTo>
                  <a:pt x="1202726" y="46920"/>
                </a:lnTo>
                <a:lnTo>
                  <a:pt x="1202848" y="47235"/>
                </a:lnTo>
                <a:lnTo>
                  <a:pt x="1202970" y="47528"/>
                </a:lnTo>
                <a:lnTo>
                  <a:pt x="1203053" y="47844"/>
                </a:lnTo>
                <a:lnTo>
                  <a:pt x="1203176" y="48159"/>
                </a:lnTo>
                <a:lnTo>
                  <a:pt x="1203298" y="48475"/>
                </a:lnTo>
                <a:lnTo>
                  <a:pt x="1203381" y="48790"/>
                </a:lnTo>
                <a:lnTo>
                  <a:pt x="1203512" y="49128"/>
                </a:lnTo>
                <a:lnTo>
                  <a:pt x="1203637" y="49444"/>
                </a:lnTo>
                <a:lnTo>
                  <a:pt x="1203717" y="49759"/>
                </a:lnTo>
                <a:lnTo>
                  <a:pt x="1203839" y="50052"/>
                </a:lnTo>
                <a:lnTo>
                  <a:pt x="1203961" y="50368"/>
                </a:lnTo>
                <a:lnTo>
                  <a:pt x="1204045" y="50683"/>
                </a:lnTo>
                <a:lnTo>
                  <a:pt x="1204167" y="50999"/>
                </a:lnTo>
                <a:lnTo>
                  <a:pt x="1204289" y="51337"/>
                </a:lnTo>
                <a:lnTo>
                  <a:pt x="1204411" y="51652"/>
                </a:lnTo>
                <a:lnTo>
                  <a:pt x="1204494" y="51968"/>
                </a:lnTo>
                <a:lnTo>
                  <a:pt x="1204616" y="52283"/>
                </a:lnTo>
                <a:lnTo>
                  <a:pt x="1204739" y="52576"/>
                </a:lnTo>
                <a:lnTo>
                  <a:pt x="1204822" y="52892"/>
                </a:lnTo>
                <a:lnTo>
                  <a:pt x="1204953" y="53207"/>
                </a:lnTo>
                <a:lnTo>
                  <a:pt x="1205075" y="53523"/>
                </a:lnTo>
                <a:lnTo>
                  <a:pt x="1205158" y="53838"/>
                </a:lnTo>
                <a:lnTo>
                  <a:pt x="1205280" y="54176"/>
                </a:lnTo>
                <a:lnTo>
                  <a:pt x="1205402" y="54492"/>
                </a:lnTo>
                <a:lnTo>
                  <a:pt x="1205486" y="54785"/>
                </a:lnTo>
                <a:lnTo>
                  <a:pt x="1205608" y="55100"/>
                </a:lnTo>
                <a:lnTo>
                  <a:pt x="1205730" y="55416"/>
                </a:lnTo>
                <a:lnTo>
                  <a:pt x="1205810" y="55731"/>
                </a:lnTo>
                <a:lnTo>
                  <a:pt x="1205935" y="56047"/>
                </a:lnTo>
                <a:lnTo>
                  <a:pt x="1206057" y="56385"/>
                </a:lnTo>
                <a:lnTo>
                  <a:pt x="1206138" y="56700"/>
                </a:lnTo>
                <a:lnTo>
                  <a:pt x="1206260" y="57016"/>
                </a:lnTo>
                <a:lnTo>
                  <a:pt x="1206385" y="57309"/>
                </a:lnTo>
                <a:lnTo>
                  <a:pt x="1206474" y="57624"/>
                </a:lnTo>
                <a:lnTo>
                  <a:pt x="1206599" y="57940"/>
                </a:lnTo>
                <a:lnTo>
                  <a:pt x="1206721" y="58278"/>
                </a:lnTo>
                <a:lnTo>
                  <a:pt x="1206843" y="58593"/>
                </a:lnTo>
                <a:lnTo>
                  <a:pt x="1206924" y="58909"/>
                </a:lnTo>
                <a:lnTo>
                  <a:pt x="1207049" y="59202"/>
                </a:lnTo>
                <a:lnTo>
                  <a:pt x="1207171" y="59517"/>
                </a:lnTo>
                <a:lnTo>
                  <a:pt x="1207251" y="59855"/>
                </a:lnTo>
                <a:lnTo>
                  <a:pt x="1207373" y="60171"/>
                </a:lnTo>
                <a:lnTo>
                  <a:pt x="1207498" y="60509"/>
                </a:lnTo>
                <a:lnTo>
                  <a:pt x="1207579" y="60802"/>
                </a:lnTo>
                <a:lnTo>
                  <a:pt x="1207701" y="61117"/>
                </a:lnTo>
                <a:lnTo>
                  <a:pt x="1207823" y="61433"/>
                </a:lnTo>
                <a:lnTo>
                  <a:pt x="1207915" y="61771"/>
                </a:lnTo>
                <a:lnTo>
                  <a:pt x="1208040" y="62086"/>
                </a:lnTo>
                <a:lnTo>
                  <a:pt x="1208162" y="62379"/>
                </a:lnTo>
                <a:lnTo>
                  <a:pt x="1208243" y="62695"/>
                </a:lnTo>
                <a:lnTo>
                  <a:pt x="1208365" y="63010"/>
                </a:lnTo>
                <a:lnTo>
                  <a:pt x="1208490" y="63326"/>
                </a:lnTo>
                <a:lnTo>
                  <a:pt x="1208570" y="63686"/>
                </a:lnTo>
                <a:lnTo>
                  <a:pt x="1208692" y="63979"/>
                </a:lnTo>
                <a:lnTo>
                  <a:pt x="1208814" y="64295"/>
                </a:lnTo>
                <a:lnTo>
                  <a:pt x="1208898" y="64610"/>
                </a:lnTo>
                <a:lnTo>
                  <a:pt x="1209020" y="64948"/>
                </a:lnTo>
                <a:lnTo>
                  <a:pt x="1209142" y="65264"/>
                </a:lnTo>
                <a:lnTo>
                  <a:pt x="1209225" y="65557"/>
                </a:lnTo>
                <a:lnTo>
                  <a:pt x="1209347" y="65872"/>
                </a:lnTo>
                <a:lnTo>
                  <a:pt x="1209469" y="66188"/>
                </a:lnTo>
                <a:lnTo>
                  <a:pt x="1209591" y="66526"/>
                </a:lnTo>
                <a:lnTo>
                  <a:pt x="1209684" y="66841"/>
                </a:lnTo>
                <a:lnTo>
                  <a:pt x="1209806" y="67157"/>
                </a:lnTo>
                <a:lnTo>
                  <a:pt x="1209928" y="67472"/>
                </a:lnTo>
                <a:lnTo>
                  <a:pt x="1210011" y="67810"/>
                </a:lnTo>
                <a:lnTo>
                  <a:pt x="1210133" y="68126"/>
                </a:lnTo>
                <a:lnTo>
                  <a:pt x="1210255" y="68441"/>
                </a:lnTo>
                <a:lnTo>
                  <a:pt x="1210339" y="68779"/>
                </a:lnTo>
                <a:lnTo>
                  <a:pt x="1210461" y="69095"/>
                </a:lnTo>
                <a:lnTo>
                  <a:pt x="1210583" y="69388"/>
                </a:lnTo>
                <a:lnTo>
                  <a:pt x="1210663" y="69703"/>
                </a:lnTo>
                <a:lnTo>
                  <a:pt x="1210788" y="70041"/>
                </a:lnTo>
                <a:lnTo>
                  <a:pt x="1210919" y="70357"/>
                </a:lnTo>
                <a:lnTo>
                  <a:pt x="1211003" y="70672"/>
                </a:lnTo>
                <a:lnTo>
                  <a:pt x="1211125" y="71010"/>
                </a:lnTo>
                <a:lnTo>
                  <a:pt x="1211247" y="71326"/>
                </a:lnTo>
                <a:lnTo>
                  <a:pt x="1211327" y="71641"/>
                </a:lnTo>
                <a:lnTo>
                  <a:pt x="1211452" y="71980"/>
                </a:lnTo>
                <a:lnTo>
                  <a:pt x="1211574" y="72295"/>
                </a:lnTo>
                <a:lnTo>
                  <a:pt x="1211655" y="72611"/>
                </a:lnTo>
                <a:lnTo>
                  <a:pt x="1211777" y="72949"/>
                </a:lnTo>
                <a:lnTo>
                  <a:pt x="1211902" y="73264"/>
                </a:lnTo>
                <a:lnTo>
                  <a:pt x="1212024" y="73602"/>
                </a:lnTo>
                <a:lnTo>
                  <a:pt x="1212104" y="73918"/>
                </a:lnTo>
                <a:lnTo>
                  <a:pt x="1212238" y="74233"/>
                </a:lnTo>
                <a:lnTo>
                  <a:pt x="1212360" y="74571"/>
                </a:lnTo>
                <a:lnTo>
                  <a:pt x="1212443" y="74887"/>
                </a:lnTo>
                <a:lnTo>
                  <a:pt x="1212566" y="75202"/>
                </a:lnTo>
                <a:lnTo>
                  <a:pt x="1212688" y="75540"/>
                </a:lnTo>
                <a:lnTo>
                  <a:pt x="1212768" y="75856"/>
                </a:lnTo>
                <a:lnTo>
                  <a:pt x="1212893" y="76194"/>
                </a:lnTo>
                <a:lnTo>
                  <a:pt x="1213015" y="76509"/>
                </a:lnTo>
                <a:lnTo>
                  <a:pt x="1213095" y="76825"/>
                </a:lnTo>
                <a:lnTo>
                  <a:pt x="1213218" y="77140"/>
                </a:lnTo>
                <a:lnTo>
                  <a:pt x="1213343" y="77478"/>
                </a:lnTo>
                <a:lnTo>
                  <a:pt x="1213423" y="77794"/>
                </a:lnTo>
                <a:lnTo>
                  <a:pt x="1213545" y="78132"/>
                </a:lnTo>
                <a:lnTo>
                  <a:pt x="1213667" y="78447"/>
                </a:lnTo>
                <a:lnTo>
                  <a:pt x="1213759" y="78785"/>
                </a:lnTo>
                <a:lnTo>
                  <a:pt x="1213881" y="79101"/>
                </a:lnTo>
                <a:lnTo>
                  <a:pt x="1214006" y="79416"/>
                </a:lnTo>
                <a:lnTo>
                  <a:pt x="1214087" y="79754"/>
                </a:lnTo>
                <a:lnTo>
                  <a:pt x="1214209" y="80070"/>
                </a:lnTo>
                <a:lnTo>
                  <a:pt x="1214331" y="80385"/>
                </a:lnTo>
                <a:lnTo>
                  <a:pt x="1214456" y="80723"/>
                </a:lnTo>
                <a:lnTo>
                  <a:pt x="1214536" y="81039"/>
                </a:lnTo>
                <a:lnTo>
                  <a:pt x="1214658" y="81354"/>
                </a:lnTo>
                <a:lnTo>
                  <a:pt x="1214781" y="81692"/>
                </a:lnTo>
                <a:lnTo>
                  <a:pt x="1214864" y="82008"/>
                </a:lnTo>
                <a:lnTo>
                  <a:pt x="1214986" y="82323"/>
                </a:lnTo>
                <a:lnTo>
                  <a:pt x="1215108" y="82662"/>
                </a:lnTo>
                <a:lnTo>
                  <a:pt x="1215191" y="82977"/>
                </a:lnTo>
                <a:lnTo>
                  <a:pt x="1215322" y="83293"/>
                </a:lnTo>
                <a:lnTo>
                  <a:pt x="1215444" y="83608"/>
                </a:lnTo>
                <a:lnTo>
                  <a:pt x="1215528" y="83946"/>
                </a:lnTo>
                <a:lnTo>
                  <a:pt x="1215650" y="84262"/>
                </a:lnTo>
                <a:lnTo>
                  <a:pt x="1215772" y="84600"/>
                </a:lnTo>
                <a:lnTo>
                  <a:pt x="1215855" y="84915"/>
                </a:lnTo>
                <a:lnTo>
                  <a:pt x="1215977" y="85231"/>
                </a:lnTo>
                <a:lnTo>
                  <a:pt x="1216099" y="85546"/>
                </a:lnTo>
                <a:lnTo>
                  <a:pt x="1216180" y="85862"/>
                </a:lnTo>
                <a:lnTo>
                  <a:pt x="1216305" y="86177"/>
                </a:lnTo>
                <a:lnTo>
                  <a:pt x="1216427" y="86515"/>
                </a:lnTo>
                <a:lnTo>
                  <a:pt x="1216507" y="86831"/>
                </a:lnTo>
                <a:lnTo>
                  <a:pt x="1216629" y="87146"/>
                </a:lnTo>
                <a:lnTo>
                  <a:pt x="1216754" y="87462"/>
                </a:lnTo>
                <a:lnTo>
                  <a:pt x="1216885" y="87777"/>
                </a:lnTo>
                <a:lnTo>
                  <a:pt x="1216969" y="88093"/>
                </a:lnTo>
                <a:lnTo>
                  <a:pt x="1217091" y="88408"/>
                </a:lnTo>
                <a:lnTo>
                  <a:pt x="1217213" y="88724"/>
                </a:lnTo>
                <a:lnTo>
                  <a:pt x="1217296" y="89039"/>
                </a:lnTo>
                <a:lnTo>
                  <a:pt x="1217418" y="89355"/>
                </a:lnTo>
                <a:lnTo>
                  <a:pt x="1217540" y="89670"/>
                </a:lnTo>
                <a:lnTo>
                  <a:pt x="1217621" y="89986"/>
                </a:lnTo>
                <a:lnTo>
                  <a:pt x="1217743" y="90301"/>
                </a:lnTo>
                <a:lnTo>
                  <a:pt x="1217868" y="90617"/>
                </a:lnTo>
                <a:lnTo>
                  <a:pt x="1217948" y="90932"/>
                </a:lnTo>
                <a:lnTo>
                  <a:pt x="1218070" y="91248"/>
                </a:lnTo>
                <a:lnTo>
                  <a:pt x="1218192" y="91541"/>
                </a:lnTo>
                <a:lnTo>
                  <a:pt x="1218276" y="91856"/>
                </a:lnTo>
                <a:lnTo>
                  <a:pt x="1218410" y="92172"/>
                </a:lnTo>
                <a:lnTo>
                  <a:pt x="1218532" y="92465"/>
                </a:lnTo>
                <a:lnTo>
                  <a:pt x="1218612" y="92803"/>
                </a:lnTo>
                <a:lnTo>
                  <a:pt x="1218734" y="93096"/>
                </a:lnTo>
                <a:lnTo>
                  <a:pt x="1218859" y="93411"/>
                </a:lnTo>
                <a:lnTo>
                  <a:pt x="1218940" y="93704"/>
                </a:lnTo>
                <a:lnTo>
                  <a:pt x="1219062" y="94020"/>
                </a:lnTo>
                <a:lnTo>
                  <a:pt x="1219184" y="94335"/>
                </a:lnTo>
                <a:lnTo>
                  <a:pt x="1219309" y="94628"/>
                </a:lnTo>
                <a:lnTo>
                  <a:pt x="1219389" y="94944"/>
                </a:lnTo>
                <a:lnTo>
                  <a:pt x="1219511" y="95237"/>
                </a:lnTo>
                <a:lnTo>
                  <a:pt x="1219645" y="95552"/>
                </a:lnTo>
                <a:lnTo>
                  <a:pt x="1219717" y="95868"/>
                </a:lnTo>
                <a:lnTo>
                  <a:pt x="1219839" y="96160"/>
                </a:lnTo>
                <a:lnTo>
                  <a:pt x="1219973" y="96476"/>
                </a:lnTo>
                <a:lnTo>
                  <a:pt x="1220053" y="96769"/>
                </a:lnTo>
                <a:lnTo>
                  <a:pt x="1220175" y="97062"/>
                </a:lnTo>
                <a:lnTo>
                  <a:pt x="1220297" y="97377"/>
                </a:lnTo>
                <a:lnTo>
                  <a:pt x="1220381" y="97693"/>
                </a:lnTo>
                <a:lnTo>
                  <a:pt x="1220503" y="97986"/>
                </a:lnTo>
                <a:lnTo>
                  <a:pt x="1220625" y="98279"/>
                </a:lnTo>
                <a:lnTo>
                  <a:pt x="1220708" y="98594"/>
                </a:lnTo>
                <a:lnTo>
                  <a:pt x="1220830" y="98910"/>
                </a:lnTo>
                <a:lnTo>
                  <a:pt x="1220952" y="99203"/>
                </a:lnTo>
                <a:lnTo>
                  <a:pt x="1221033" y="99496"/>
                </a:lnTo>
                <a:lnTo>
                  <a:pt x="1221167" y="99811"/>
                </a:lnTo>
                <a:lnTo>
                  <a:pt x="1221289" y="100104"/>
                </a:lnTo>
                <a:lnTo>
                  <a:pt x="1221372" y="100420"/>
                </a:lnTo>
                <a:lnTo>
                  <a:pt x="1221494" y="100713"/>
                </a:lnTo>
                <a:lnTo>
                  <a:pt x="1221616" y="101006"/>
                </a:lnTo>
                <a:lnTo>
                  <a:pt x="1221738" y="101321"/>
                </a:lnTo>
                <a:lnTo>
                  <a:pt x="1221822" y="101614"/>
                </a:lnTo>
                <a:lnTo>
                  <a:pt x="1221944" y="101930"/>
                </a:lnTo>
                <a:lnTo>
                  <a:pt x="1222066" y="102223"/>
                </a:lnTo>
                <a:lnTo>
                  <a:pt x="1222146" y="102538"/>
                </a:lnTo>
                <a:lnTo>
                  <a:pt x="1222271" y="102831"/>
                </a:lnTo>
                <a:lnTo>
                  <a:pt x="1222393" y="103124"/>
                </a:lnTo>
                <a:lnTo>
                  <a:pt x="1222485" y="103440"/>
                </a:lnTo>
                <a:lnTo>
                  <a:pt x="1222596" y="103755"/>
                </a:lnTo>
                <a:lnTo>
                  <a:pt x="1222730" y="104048"/>
                </a:lnTo>
                <a:lnTo>
                  <a:pt x="1222813" y="104341"/>
                </a:lnTo>
                <a:lnTo>
                  <a:pt x="1222935" y="104634"/>
                </a:lnTo>
                <a:lnTo>
                  <a:pt x="1223057" y="104949"/>
                </a:lnTo>
                <a:lnTo>
                  <a:pt x="1223138" y="105242"/>
                </a:lnTo>
                <a:lnTo>
                  <a:pt x="1223263" y="105558"/>
                </a:lnTo>
                <a:lnTo>
                  <a:pt x="1223385" y="105851"/>
                </a:lnTo>
                <a:lnTo>
                  <a:pt x="1223465" y="106166"/>
                </a:lnTo>
                <a:lnTo>
                  <a:pt x="1223587" y="106459"/>
                </a:lnTo>
                <a:lnTo>
                  <a:pt x="1223709" y="106752"/>
                </a:lnTo>
                <a:lnTo>
                  <a:pt x="1223792" y="107045"/>
                </a:lnTo>
                <a:lnTo>
                  <a:pt x="1223915" y="107361"/>
                </a:lnTo>
                <a:lnTo>
                  <a:pt x="1224037" y="107654"/>
                </a:lnTo>
                <a:lnTo>
                  <a:pt x="1224159" y="107947"/>
                </a:lnTo>
                <a:lnTo>
                  <a:pt x="1224251" y="108262"/>
                </a:lnTo>
                <a:lnTo>
                  <a:pt x="1224376" y="108555"/>
                </a:lnTo>
                <a:lnTo>
                  <a:pt x="1224498" y="108848"/>
                </a:lnTo>
                <a:lnTo>
                  <a:pt x="1224578" y="109141"/>
                </a:lnTo>
                <a:lnTo>
                  <a:pt x="1224701" y="109457"/>
                </a:lnTo>
                <a:lnTo>
                  <a:pt x="1224826" y="109750"/>
                </a:lnTo>
                <a:lnTo>
                  <a:pt x="1224906" y="110043"/>
                </a:lnTo>
                <a:lnTo>
                  <a:pt x="1225028" y="110336"/>
                </a:lnTo>
                <a:lnTo>
                  <a:pt x="1225150" y="110651"/>
                </a:lnTo>
                <a:lnTo>
                  <a:pt x="1225233" y="110944"/>
                </a:lnTo>
                <a:lnTo>
                  <a:pt x="1225355" y="111237"/>
                </a:lnTo>
                <a:lnTo>
                  <a:pt x="1225478" y="111530"/>
                </a:lnTo>
                <a:lnTo>
                  <a:pt x="1225561" y="111845"/>
                </a:lnTo>
                <a:lnTo>
                  <a:pt x="1225692" y="112116"/>
                </a:lnTo>
                <a:lnTo>
                  <a:pt x="1225814" y="112409"/>
                </a:lnTo>
                <a:lnTo>
                  <a:pt x="1225897" y="112724"/>
                </a:lnTo>
                <a:lnTo>
                  <a:pt x="1226019" y="113017"/>
                </a:lnTo>
                <a:lnTo>
                  <a:pt x="1226141" y="113310"/>
                </a:lnTo>
                <a:lnTo>
                  <a:pt x="1226225" y="113603"/>
                </a:lnTo>
                <a:lnTo>
                  <a:pt x="1226347" y="113896"/>
                </a:lnTo>
                <a:lnTo>
                  <a:pt x="1226469" y="114189"/>
                </a:lnTo>
                <a:lnTo>
                  <a:pt x="1226591" y="114482"/>
                </a:lnTo>
                <a:lnTo>
                  <a:pt x="1226674" y="114775"/>
                </a:lnTo>
                <a:lnTo>
                  <a:pt x="1226796" y="115068"/>
                </a:lnTo>
                <a:lnTo>
                  <a:pt x="1226919" y="115361"/>
                </a:lnTo>
                <a:lnTo>
                  <a:pt x="1226999" y="115654"/>
                </a:lnTo>
                <a:lnTo>
                  <a:pt x="1227124" y="115924"/>
                </a:lnTo>
                <a:lnTo>
                  <a:pt x="1227246" y="116217"/>
                </a:lnTo>
                <a:lnTo>
                  <a:pt x="1227338" y="116510"/>
                </a:lnTo>
                <a:lnTo>
                  <a:pt x="1227460" y="116781"/>
                </a:lnTo>
                <a:lnTo>
                  <a:pt x="1227582" y="117074"/>
                </a:lnTo>
                <a:lnTo>
                  <a:pt x="1227666" y="117367"/>
                </a:lnTo>
                <a:lnTo>
                  <a:pt x="1227788" y="117660"/>
                </a:lnTo>
                <a:lnTo>
                  <a:pt x="1227910" y="117930"/>
                </a:lnTo>
                <a:lnTo>
                  <a:pt x="1227990" y="118223"/>
                </a:lnTo>
                <a:lnTo>
                  <a:pt x="1228112" y="118494"/>
                </a:lnTo>
                <a:lnTo>
                  <a:pt x="1228237" y="118786"/>
                </a:lnTo>
                <a:lnTo>
                  <a:pt x="1228318" y="119057"/>
                </a:lnTo>
                <a:lnTo>
                  <a:pt x="1228440" y="119327"/>
                </a:lnTo>
                <a:lnTo>
                  <a:pt x="1228574" y="119620"/>
                </a:lnTo>
                <a:lnTo>
                  <a:pt x="1228645" y="119891"/>
                </a:lnTo>
                <a:lnTo>
                  <a:pt x="1228779" y="120161"/>
                </a:lnTo>
                <a:lnTo>
                  <a:pt x="1228901" y="120454"/>
                </a:lnTo>
                <a:lnTo>
                  <a:pt x="1228982" y="120725"/>
                </a:lnTo>
                <a:lnTo>
                  <a:pt x="1229104" y="120995"/>
                </a:lnTo>
                <a:lnTo>
                  <a:pt x="1229229" y="121265"/>
                </a:lnTo>
                <a:lnTo>
                  <a:pt x="1229351" y="121536"/>
                </a:lnTo>
                <a:lnTo>
                  <a:pt x="1229431" y="121806"/>
                </a:lnTo>
                <a:lnTo>
                  <a:pt x="1229553" y="122077"/>
                </a:lnTo>
                <a:lnTo>
                  <a:pt x="1229675" y="122347"/>
                </a:lnTo>
                <a:lnTo>
                  <a:pt x="1229759" y="122618"/>
                </a:lnTo>
                <a:lnTo>
                  <a:pt x="1229881" y="122888"/>
                </a:lnTo>
                <a:lnTo>
                  <a:pt x="1230003" y="123158"/>
                </a:lnTo>
                <a:lnTo>
                  <a:pt x="1230095" y="123429"/>
                </a:lnTo>
                <a:lnTo>
                  <a:pt x="1230217" y="123699"/>
                </a:lnTo>
                <a:lnTo>
                  <a:pt x="1230342" y="123970"/>
                </a:lnTo>
                <a:lnTo>
                  <a:pt x="1230423" y="124218"/>
                </a:lnTo>
                <a:lnTo>
                  <a:pt x="1230545" y="124488"/>
                </a:lnTo>
                <a:lnTo>
                  <a:pt x="1230667" y="124758"/>
                </a:lnTo>
                <a:lnTo>
                  <a:pt x="1230750" y="125006"/>
                </a:lnTo>
                <a:lnTo>
                  <a:pt x="1230872" y="125277"/>
                </a:lnTo>
                <a:lnTo>
                  <a:pt x="1230994" y="125525"/>
                </a:lnTo>
                <a:lnTo>
                  <a:pt x="1231078" y="125795"/>
                </a:lnTo>
                <a:lnTo>
                  <a:pt x="1231200" y="126043"/>
                </a:lnTo>
                <a:lnTo>
                  <a:pt x="1231322" y="126313"/>
                </a:lnTo>
                <a:lnTo>
                  <a:pt x="1231402" y="126561"/>
                </a:lnTo>
                <a:lnTo>
                  <a:pt x="1231536" y="126809"/>
                </a:lnTo>
                <a:lnTo>
                  <a:pt x="1231658" y="127080"/>
                </a:lnTo>
                <a:lnTo>
                  <a:pt x="1231780" y="127328"/>
                </a:lnTo>
                <a:lnTo>
                  <a:pt x="1231864" y="127575"/>
                </a:lnTo>
                <a:lnTo>
                  <a:pt x="1231986" y="127823"/>
                </a:lnTo>
                <a:lnTo>
                  <a:pt x="1232108" y="128071"/>
                </a:lnTo>
                <a:lnTo>
                  <a:pt x="1232191" y="128319"/>
                </a:lnTo>
                <a:lnTo>
                  <a:pt x="1232313" y="128590"/>
                </a:lnTo>
                <a:lnTo>
                  <a:pt x="1232435" y="128815"/>
                </a:lnTo>
                <a:lnTo>
                  <a:pt x="1232516" y="129063"/>
                </a:lnTo>
                <a:lnTo>
                  <a:pt x="1232641" y="129333"/>
                </a:lnTo>
                <a:lnTo>
                  <a:pt x="1232763" y="129581"/>
                </a:lnTo>
                <a:lnTo>
                  <a:pt x="1232843" y="129807"/>
                </a:lnTo>
                <a:lnTo>
                  <a:pt x="1232965" y="130054"/>
                </a:lnTo>
                <a:lnTo>
                  <a:pt x="1233099" y="130302"/>
                </a:lnTo>
                <a:lnTo>
                  <a:pt x="1233182" y="130550"/>
                </a:lnTo>
                <a:lnTo>
                  <a:pt x="1233305" y="130798"/>
                </a:lnTo>
                <a:lnTo>
                  <a:pt x="1233427" y="131046"/>
                </a:lnTo>
                <a:lnTo>
                  <a:pt x="1233507" y="131294"/>
                </a:lnTo>
                <a:lnTo>
                  <a:pt x="1233632" y="131542"/>
                </a:lnTo>
                <a:lnTo>
                  <a:pt x="1233754" y="131767"/>
                </a:lnTo>
                <a:lnTo>
                  <a:pt x="1233834" y="132015"/>
                </a:lnTo>
                <a:lnTo>
                  <a:pt x="1233957" y="132263"/>
                </a:lnTo>
                <a:lnTo>
                  <a:pt x="1234079" y="132511"/>
                </a:lnTo>
                <a:lnTo>
                  <a:pt x="1234204" y="132759"/>
                </a:lnTo>
                <a:lnTo>
                  <a:pt x="1234284" y="132984"/>
                </a:lnTo>
                <a:lnTo>
                  <a:pt x="1234406" y="133232"/>
                </a:lnTo>
                <a:lnTo>
                  <a:pt x="1234528" y="133480"/>
                </a:lnTo>
                <a:lnTo>
                  <a:pt x="1234620" y="133728"/>
                </a:lnTo>
                <a:lnTo>
                  <a:pt x="1234746" y="133976"/>
                </a:lnTo>
                <a:lnTo>
                  <a:pt x="1234868" y="134201"/>
                </a:lnTo>
                <a:lnTo>
                  <a:pt x="1234948" y="134449"/>
                </a:lnTo>
                <a:lnTo>
                  <a:pt x="1235070" y="134674"/>
                </a:lnTo>
                <a:lnTo>
                  <a:pt x="1235195" y="134922"/>
                </a:lnTo>
                <a:lnTo>
                  <a:pt x="1235275" y="135170"/>
                </a:lnTo>
                <a:lnTo>
                  <a:pt x="1235398" y="135395"/>
                </a:lnTo>
                <a:lnTo>
                  <a:pt x="1235520" y="135643"/>
                </a:lnTo>
                <a:lnTo>
                  <a:pt x="1235603" y="135869"/>
                </a:lnTo>
                <a:lnTo>
                  <a:pt x="1235725" y="136117"/>
                </a:lnTo>
                <a:lnTo>
                  <a:pt x="1235847" y="136342"/>
                </a:lnTo>
                <a:lnTo>
                  <a:pt x="1235930" y="136590"/>
                </a:lnTo>
                <a:lnTo>
                  <a:pt x="1236052" y="136815"/>
                </a:lnTo>
                <a:lnTo>
                  <a:pt x="1236183" y="137063"/>
                </a:lnTo>
                <a:lnTo>
                  <a:pt x="1236267" y="137288"/>
                </a:lnTo>
                <a:lnTo>
                  <a:pt x="1236389" y="137514"/>
                </a:lnTo>
                <a:lnTo>
                  <a:pt x="1236511" y="137762"/>
                </a:lnTo>
                <a:lnTo>
                  <a:pt x="1236633" y="137987"/>
                </a:lnTo>
                <a:lnTo>
                  <a:pt x="1236716" y="138235"/>
                </a:lnTo>
                <a:lnTo>
                  <a:pt x="1236838" y="138460"/>
                </a:lnTo>
                <a:lnTo>
                  <a:pt x="1236961" y="138686"/>
                </a:lnTo>
                <a:lnTo>
                  <a:pt x="1237044" y="138911"/>
                </a:lnTo>
                <a:lnTo>
                  <a:pt x="1237166" y="139136"/>
                </a:lnTo>
                <a:lnTo>
                  <a:pt x="1237297" y="139384"/>
                </a:lnTo>
                <a:lnTo>
                  <a:pt x="1237368" y="139610"/>
                </a:lnTo>
                <a:lnTo>
                  <a:pt x="1237502" y="139835"/>
                </a:lnTo>
                <a:lnTo>
                  <a:pt x="1237624" y="140060"/>
                </a:lnTo>
                <a:lnTo>
                  <a:pt x="1237708" y="140286"/>
                </a:lnTo>
                <a:lnTo>
                  <a:pt x="1237830" y="140534"/>
                </a:lnTo>
                <a:lnTo>
                  <a:pt x="1237952" y="140759"/>
                </a:lnTo>
                <a:lnTo>
                  <a:pt x="1238032" y="140962"/>
                </a:lnTo>
                <a:lnTo>
                  <a:pt x="1238157" y="141187"/>
                </a:lnTo>
                <a:lnTo>
                  <a:pt x="1238279" y="141412"/>
                </a:lnTo>
                <a:lnTo>
                  <a:pt x="1238360" y="141638"/>
                </a:lnTo>
                <a:lnTo>
                  <a:pt x="1238482" y="141863"/>
                </a:lnTo>
                <a:lnTo>
                  <a:pt x="1238607" y="142089"/>
                </a:lnTo>
                <a:lnTo>
                  <a:pt x="1238687" y="142314"/>
                </a:lnTo>
                <a:lnTo>
                  <a:pt x="1238809" y="142517"/>
                </a:lnTo>
                <a:lnTo>
                  <a:pt x="1238943" y="142742"/>
                </a:lnTo>
                <a:lnTo>
                  <a:pt x="1239065" y="142967"/>
                </a:lnTo>
                <a:lnTo>
                  <a:pt x="1239149" y="143193"/>
                </a:lnTo>
                <a:lnTo>
                  <a:pt x="1239271" y="143418"/>
                </a:lnTo>
                <a:lnTo>
                  <a:pt x="1239393" y="143644"/>
                </a:lnTo>
                <a:lnTo>
                  <a:pt x="1239473" y="143869"/>
                </a:lnTo>
                <a:lnTo>
                  <a:pt x="1239598" y="144072"/>
                </a:lnTo>
                <a:lnTo>
                  <a:pt x="1239720" y="144297"/>
                </a:lnTo>
                <a:lnTo>
                  <a:pt x="1239801" y="144500"/>
                </a:lnTo>
                <a:lnTo>
                  <a:pt x="1239923" y="144725"/>
                </a:lnTo>
                <a:lnTo>
                  <a:pt x="1240048" y="144951"/>
                </a:lnTo>
                <a:lnTo>
                  <a:pt x="1240128" y="145153"/>
                </a:lnTo>
                <a:lnTo>
                  <a:pt x="1240250" y="145356"/>
                </a:lnTo>
                <a:lnTo>
                  <a:pt x="1240372" y="145582"/>
                </a:lnTo>
                <a:lnTo>
                  <a:pt x="1240465" y="145784"/>
                </a:lnTo>
                <a:lnTo>
                  <a:pt x="1240587" y="146010"/>
                </a:lnTo>
                <a:lnTo>
                  <a:pt x="1240712" y="146213"/>
                </a:lnTo>
                <a:lnTo>
                  <a:pt x="1240792" y="146415"/>
                </a:lnTo>
                <a:lnTo>
                  <a:pt x="1240914" y="146618"/>
                </a:lnTo>
                <a:lnTo>
                  <a:pt x="1241036" y="146844"/>
                </a:lnTo>
                <a:lnTo>
                  <a:pt x="1241120" y="147046"/>
                </a:lnTo>
                <a:lnTo>
                  <a:pt x="1241242" y="147249"/>
                </a:lnTo>
                <a:lnTo>
                  <a:pt x="1241364" y="147452"/>
                </a:lnTo>
                <a:lnTo>
                  <a:pt x="1241486" y="147655"/>
                </a:lnTo>
                <a:lnTo>
                  <a:pt x="1241569" y="147858"/>
                </a:lnTo>
                <a:lnTo>
                  <a:pt x="1241691" y="148061"/>
                </a:lnTo>
                <a:lnTo>
                  <a:pt x="1241813" y="148263"/>
                </a:lnTo>
                <a:lnTo>
                  <a:pt x="1241906" y="148466"/>
                </a:lnTo>
                <a:lnTo>
                  <a:pt x="1242028" y="148669"/>
                </a:lnTo>
                <a:lnTo>
                  <a:pt x="1242150" y="148872"/>
                </a:lnTo>
                <a:lnTo>
                  <a:pt x="1242233" y="149075"/>
                </a:lnTo>
                <a:lnTo>
                  <a:pt x="1242355" y="149255"/>
                </a:lnTo>
                <a:lnTo>
                  <a:pt x="1242477" y="149458"/>
                </a:lnTo>
                <a:lnTo>
                  <a:pt x="1242561" y="149661"/>
                </a:lnTo>
                <a:lnTo>
                  <a:pt x="1242683" y="149841"/>
                </a:lnTo>
                <a:lnTo>
                  <a:pt x="1242805" y="150044"/>
                </a:lnTo>
                <a:lnTo>
                  <a:pt x="1242885" y="150247"/>
                </a:lnTo>
                <a:lnTo>
                  <a:pt x="1243010" y="150449"/>
                </a:lnTo>
                <a:lnTo>
                  <a:pt x="1243132" y="150630"/>
                </a:lnTo>
                <a:lnTo>
                  <a:pt x="1243213" y="150832"/>
                </a:lnTo>
                <a:lnTo>
                  <a:pt x="1243335" y="151035"/>
                </a:lnTo>
                <a:lnTo>
                  <a:pt x="1243460" y="151216"/>
                </a:lnTo>
                <a:lnTo>
                  <a:pt x="1243552" y="151396"/>
                </a:lnTo>
                <a:lnTo>
                  <a:pt x="1243674" y="151599"/>
                </a:lnTo>
                <a:lnTo>
                  <a:pt x="1243796" y="151779"/>
                </a:lnTo>
                <a:lnTo>
                  <a:pt x="1243877" y="151982"/>
                </a:lnTo>
                <a:lnTo>
                  <a:pt x="1244002" y="152162"/>
                </a:lnTo>
                <a:lnTo>
                  <a:pt x="1244124" y="152365"/>
                </a:lnTo>
                <a:lnTo>
                  <a:pt x="1244246" y="152545"/>
                </a:lnTo>
                <a:lnTo>
                  <a:pt x="1244326" y="152725"/>
                </a:lnTo>
                <a:lnTo>
                  <a:pt x="1244451" y="152906"/>
                </a:lnTo>
                <a:lnTo>
                  <a:pt x="1244573" y="153109"/>
                </a:lnTo>
                <a:lnTo>
                  <a:pt x="1244654" y="153289"/>
                </a:lnTo>
                <a:lnTo>
                  <a:pt x="1244776" y="153469"/>
                </a:lnTo>
                <a:lnTo>
                  <a:pt x="1244901" y="153672"/>
                </a:lnTo>
                <a:lnTo>
                  <a:pt x="1244990" y="153852"/>
                </a:lnTo>
                <a:lnTo>
                  <a:pt x="1245115" y="154033"/>
                </a:lnTo>
                <a:lnTo>
                  <a:pt x="1245237" y="154213"/>
                </a:lnTo>
                <a:lnTo>
                  <a:pt x="1245317" y="154416"/>
                </a:lnTo>
                <a:lnTo>
                  <a:pt x="1245440" y="154596"/>
                </a:lnTo>
                <a:lnTo>
                  <a:pt x="1245565" y="154776"/>
                </a:lnTo>
                <a:lnTo>
                  <a:pt x="1245645" y="154957"/>
                </a:lnTo>
                <a:lnTo>
                  <a:pt x="1245767" y="155137"/>
                </a:lnTo>
                <a:lnTo>
                  <a:pt x="1245889" y="155317"/>
                </a:lnTo>
                <a:lnTo>
                  <a:pt x="1245972" y="155520"/>
                </a:lnTo>
                <a:lnTo>
                  <a:pt x="1246095" y="155700"/>
                </a:lnTo>
                <a:lnTo>
                  <a:pt x="1246217" y="155858"/>
                </a:lnTo>
                <a:lnTo>
                  <a:pt x="1246300" y="156061"/>
                </a:lnTo>
                <a:lnTo>
                  <a:pt x="1246422" y="156241"/>
                </a:lnTo>
                <a:lnTo>
                  <a:pt x="1246553" y="156421"/>
                </a:lnTo>
                <a:lnTo>
                  <a:pt x="1246678" y="156602"/>
                </a:lnTo>
                <a:lnTo>
                  <a:pt x="1246758" y="156782"/>
                </a:lnTo>
                <a:lnTo>
                  <a:pt x="1246880" y="156962"/>
                </a:lnTo>
                <a:lnTo>
                  <a:pt x="1247003" y="157143"/>
                </a:lnTo>
                <a:lnTo>
                  <a:pt x="1247086" y="157323"/>
                </a:lnTo>
                <a:lnTo>
                  <a:pt x="1247208" y="157503"/>
                </a:lnTo>
                <a:lnTo>
                  <a:pt x="1247330" y="157683"/>
                </a:lnTo>
                <a:lnTo>
                  <a:pt x="1247413" y="157864"/>
                </a:lnTo>
                <a:lnTo>
                  <a:pt x="1247535" y="158044"/>
                </a:lnTo>
                <a:lnTo>
                  <a:pt x="1247658" y="158224"/>
                </a:lnTo>
                <a:lnTo>
                  <a:pt x="1247750" y="158382"/>
                </a:lnTo>
                <a:lnTo>
                  <a:pt x="1247872" y="158562"/>
                </a:lnTo>
                <a:lnTo>
                  <a:pt x="1247994" y="158743"/>
                </a:lnTo>
                <a:lnTo>
                  <a:pt x="1248077" y="158923"/>
                </a:lnTo>
                <a:lnTo>
                  <a:pt x="1248199" y="159103"/>
                </a:lnTo>
                <a:lnTo>
                  <a:pt x="1248321" y="159261"/>
                </a:lnTo>
                <a:lnTo>
                  <a:pt x="1248405" y="159441"/>
                </a:lnTo>
                <a:lnTo>
                  <a:pt x="1248527" y="159621"/>
                </a:lnTo>
                <a:lnTo>
                  <a:pt x="1248649" y="159802"/>
                </a:lnTo>
                <a:lnTo>
                  <a:pt x="1248729" y="159959"/>
                </a:lnTo>
                <a:lnTo>
                  <a:pt x="1248854" y="160140"/>
                </a:lnTo>
                <a:lnTo>
                  <a:pt x="1248976" y="160320"/>
                </a:lnTo>
                <a:lnTo>
                  <a:pt x="1249098" y="160478"/>
                </a:lnTo>
                <a:lnTo>
                  <a:pt x="1249179" y="160681"/>
                </a:lnTo>
                <a:lnTo>
                  <a:pt x="1249313" y="160838"/>
                </a:lnTo>
                <a:lnTo>
                  <a:pt x="1249435" y="160996"/>
                </a:lnTo>
                <a:lnTo>
                  <a:pt x="1249518" y="161199"/>
                </a:lnTo>
                <a:lnTo>
                  <a:pt x="1249640" y="161357"/>
                </a:lnTo>
                <a:lnTo>
                  <a:pt x="1249762" y="161537"/>
                </a:lnTo>
                <a:lnTo>
                  <a:pt x="1249843" y="161695"/>
                </a:lnTo>
                <a:lnTo>
                  <a:pt x="1249968" y="161875"/>
                </a:lnTo>
                <a:lnTo>
                  <a:pt x="1250090" y="162055"/>
                </a:lnTo>
                <a:lnTo>
                  <a:pt x="1250170" y="162213"/>
                </a:lnTo>
                <a:lnTo>
                  <a:pt x="1250292" y="162393"/>
                </a:lnTo>
                <a:lnTo>
                  <a:pt x="1250417" y="162574"/>
                </a:lnTo>
                <a:lnTo>
                  <a:pt x="1250498" y="162754"/>
                </a:lnTo>
                <a:lnTo>
                  <a:pt x="1250620" y="162912"/>
                </a:lnTo>
                <a:lnTo>
                  <a:pt x="1250742" y="163092"/>
                </a:lnTo>
                <a:lnTo>
                  <a:pt x="1250834" y="163250"/>
                </a:lnTo>
                <a:lnTo>
                  <a:pt x="1250956" y="163430"/>
                </a:lnTo>
                <a:lnTo>
                  <a:pt x="1251081" y="163610"/>
                </a:lnTo>
                <a:lnTo>
                  <a:pt x="1251162" y="163768"/>
                </a:lnTo>
                <a:lnTo>
                  <a:pt x="1251284" y="163948"/>
                </a:lnTo>
                <a:lnTo>
                  <a:pt x="1251406" y="164106"/>
                </a:lnTo>
                <a:lnTo>
                  <a:pt x="1251531" y="164286"/>
                </a:lnTo>
                <a:lnTo>
                  <a:pt x="1251611" y="164444"/>
                </a:lnTo>
                <a:lnTo>
                  <a:pt x="1251733" y="164624"/>
                </a:lnTo>
                <a:lnTo>
                  <a:pt x="1251855" y="164782"/>
                </a:lnTo>
                <a:lnTo>
                  <a:pt x="1251939" y="164940"/>
                </a:lnTo>
                <a:lnTo>
                  <a:pt x="1252061" y="165120"/>
                </a:lnTo>
                <a:lnTo>
                  <a:pt x="1252183" y="165278"/>
                </a:lnTo>
                <a:lnTo>
                  <a:pt x="1252266" y="165458"/>
                </a:lnTo>
                <a:lnTo>
                  <a:pt x="1252397" y="165616"/>
                </a:lnTo>
                <a:lnTo>
                  <a:pt x="1252519" y="165796"/>
                </a:lnTo>
                <a:lnTo>
                  <a:pt x="1252603" y="165954"/>
                </a:lnTo>
                <a:lnTo>
                  <a:pt x="1252725" y="166134"/>
                </a:lnTo>
                <a:lnTo>
                  <a:pt x="1252847" y="166292"/>
                </a:lnTo>
                <a:lnTo>
                  <a:pt x="1252930" y="166472"/>
                </a:lnTo>
                <a:lnTo>
                  <a:pt x="1253052" y="166630"/>
                </a:lnTo>
                <a:lnTo>
                  <a:pt x="1253174" y="166788"/>
                </a:lnTo>
                <a:lnTo>
                  <a:pt x="1253258" y="166968"/>
                </a:lnTo>
                <a:lnTo>
                  <a:pt x="1253380" y="167126"/>
                </a:lnTo>
                <a:lnTo>
                  <a:pt x="1253502" y="167284"/>
                </a:lnTo>
                <a:lnTo>
                  <a:pt x="1253582" y="167464"/>
                </a:lnTo>
                <a:lnTo>
                  <a:pt x="1253707" y="167622"/>
                </a:lnTo>
                <a:lnTo>
                  <a:pt x="1253829" y="167802"/>
                </a:lnTo>
                <a:lnTo>
                  <a:pt x="1253960" y="167960"/>
                </a:lnTo>
                <a:lnTo>
                  <a:pt x="1254044" y="168117"/>
                </a:lnTo>
                <a:lnTo>
                  <a:pt x="1254166" y="168275"/>
                </a:lnTo>
                <a:lnTo>
                  <a:pt x="1254288" y="168456"/>
                </a:lnTo>
                <a:lnTo>
                  <a:pt x="1254371" y="168591"/>
                </a:lnTo>
                <a:lnTo>
                  <a:pt x="1254493" y="168771"/>
                </a:lnTo>
                <a:lnTo>
                  <a:pt x="1254615" y="168929"/>
                </a:lnTo>
                <a:lnTo>
                  <a:pt x="1254696" y="169087"/>
                </a:lnTo>
                <a:lnTo>
                  <a:pt x="1254821" y="169244"/>
                </a:lnTo>
                <a:lnTo>
                  <a:pt x="1254943" y="169402"/>
                </a:lnTo>
                <a:lnTo>
                  <a:pt x="1255023" y="169560"/>
                </a:lnTo>
                <a:lnTo>
                  <a:pt x="1255145" y="169718"/>
                </a:lnTo>
                <a:lnTo>
                  <a:pt x="1255279" y="169875"/>
                </a:lnTo>
                <a:lnTo>
                  <a:pt x="1255359" y="170033"/>
                </a:lnTo>
                <a:lnTo>
                  <a:pt x="1255485" y="170191"/>
                </a:lnTo>
                <a:lnTo>
                  <a:pt x="1255607" y="170349"/>
                </a:lnTo>
                <a:lnTo>
                  <a:pt x="1255687" y="170529"/>
                </a:lnTo>
                <a:lnTo>
                  <a:pt x="1255809" y="170664"/>
                </a:lnTo>
                <a:lnTo>
                  <a:pt x="1255934" y="170822"/>
                </a:lnTo>
                <a:lnTo>
                  <a:pt x="1256014" y="170980"/>
                </a:lnTo>
                <a:lnTo>
                  <a:pt x="1256137" y="171137"/>
                </a:lnTo>
                <a:lnTo>
                  <a:pt x="1256259" y="171295"/>
                </a:lnTo>
                <a:lnTo>
                  <a:pt x="1256384" y="171453"/>
                </a:lnTo>
                <a:lnTo>
                  <a:pt x="1256464" y="171611"/>
                </a:lnTo>
                <a:lnTo>
                  <a:pt x="1256598" y="171768"/>
                </a:lnTo>
                <a:lnTo>
                  <a:pt x="1256720" y="171926"/>
                </a:lnTo>
                <a:lnTo>
                  <a:pt x="1256800" y="172061"/>
                </a:lnTo>
                <a:lnTo>
                  <a:pt x="1256922" y="172219"/>
                </a:lnTo>
                <a:lnTo>
                  <a:pt x="1257048" y="172377"/>
                </a:lnTo>
                <a:lnTo>
                  <a:pt x="1257128" y="172534"/>
                </a:lnTo>
                <a:lnTo>
                  <a:pt x="1257250" y="172692"/>
                </a:lnTo>
                <a:lnTo>
                  <a:pt x="1257372" y="172827"/>
                </a:lnTo>
                <a:lnTo>
                  <a:pt x="1257455" y="172985"/>
                </a:lnTo>
                <a:lnTo>
                  <a:pt x="1257577" y="173143"/>
                </a:lnTo>
                <a:lnTo>
                  <a:pt x="1257700" y="173278"/>
                </a:lnTo>
                <a:lnTo>
                  <a:pt x="1257783" y="173436"/>
                </a:lnTo>
                <a:lnTo>
                  <a:pt x="1257905" y="173594"/>
                </a:lnTo>
                <a:lnTo>
                  <a:pt x="1258027" y="173729"/>
                </a:lnTo>
                <a:lnTo>
                  <a:pt x="1258119" y="173887"/>
                </a:lnTo>
                <a:lnTo>
                  <a:pt x="1258241" y="174022"/>
                </a:lnTo>
                <a:lnTo>
                  <a:pt x="1258363" y="174180"/>
                </a:lnTo>
                <a:lnTo>
                  <a:pt x="1258447" y="174315"/>
                </a:lnTo>
                <a:lnTo>
                  <a:pt x="1258569" y="174473"/>
                </a:lnTo>
                <a:lnTo>
                  <a:pt x="1258691" y="174608"/>
                </a:lnTo>
                <a:lnTo>
                  <a:pt x="1258813" y="174766"/>
                </a:lnTo>
                <a:lnTo>
                  <a:pt x="1258896" y="174901"/>
                </a:lnTo>
                <a:lnTo>
                  <a:pt x="1259018" y="175036"/>
                </a:lnTo>
                <a:lnTo>
                  <a:pt x="1259140" y="175194"/>
                </a:lnTo>
                <a:lnTo>
                  <a:pt x="1259224" y="175329"/>
                </a:lnTo>
                <a:lnTo>
                  <a:pt x="1259346" y="175464"/>
                </a:lnTo>
                <a:lnTo>
                  <a:pt x="1259468" y="175599"/>
                </a:lnTo>
                <a:lnTo>
                  <a:pt x="1259560" y="175757"/>
                </a:lnTo>
                <a:lnTo>
                  <a:pt x="1259682" y="175892"/>
                </a:lnTo>
                <a:lnTo>
                  <a:pt x="1259804" y="176028"/>
                </a:lnTo>
                <a:lnTo>
                  <a:pt x="1259888" y="176163"/>
                </a:lnTo>
                <a:lnTo>
                  <a:pt x="1260010" y="176298"/>
                </a:lnTo>
                <a:lnTo>
                  <a:pt x="1260132" y="176433"/>
                </a:lnTo>
                <a:lnTo>
                  <a:pt x="1260212" y="176568"/>
                </a:lnTo>
                <a:lnTo>
                  <a:pt x="1260337" y="176704"/>
                </a:lnTo>
                <a:lnTo>
                  <a:pt x="1260459" y="176839"/>
                </a:lnTo>
                <a:lnTo>
                  <a:pt x="1260540" y="176974"/>
                </a:lnTo>
                <a:lnTo>
                  <a:pt x="1260662" y="177109"/>
                </a:lnTo>
                <a:lnTo>
                  <a:pt x="1260787" y="177244"/>
                </a:lnTo>
                <a:lnTo>
                  <a:pt x="1260867" y="177380"/>
                </a:lnTo>
                <a:lnTo>
                  <a:pt x="1260989" y="177515"/>
                </a:lnTo>
                <a:lnTo>
                  <a:pt x="1261111" y="177650"/>
                </a:lnTo>
                <a:lnTo>
                  <a:pt x="1261236" y="177763"/>
                </a:lnTo>
                <a:lnTo>
                  <a:pt x="1261326" y="177898"/>
                </a:lnTo>
                <a:lnTo>
                  <a:pt x="1261451" y="178033"/>
                </a:lnTo>
                <a:lnTo>
                  <a:pt x="1261573" y="178168"/>
                </a:lnTo>
                <a:lnTo>
                  <a:pt x="1261653" y="178304"/>
                </a:lnTo>
                <a:lnTo>
                  <a:pt x="1261775" y="178416"/>
                </a:lnTo>
                <a:lnTo>
                  <a:pt x="1261900" y="178552"/>
                </a:lnTo>
                <a:lnTo>
                  <a:pt x="1261981" y="178664"/>
                </a:lnTo>
                <a:lnTo>
                  <a:pt x="1262103" y="178799"/>
                </a:lnTo>
                <a:lnTo>
                  <a:pt x="1262225" y="178935"/>
                </a:lnTo>
                <a:lnTo>
                  <a:pt x="1262308" y="179070"/>
                </a:lnTo>
                <a:lnTo>
                  <a:pt x="1262430" y="179183"/>
                </a:lnTo>
                <a:lnTo>
                  <a:pt x="1262552" y="179295"/>
                </a:lnTo>
                <a:lnTo>
                  <a:pt x="1262636" y="179430"/>
                </a:lnTo>
                <a:lnTo>
                  <a:pt x="1262767" y="179566"/>
                </a:lnTo>
                <a:lnTo>
                  <a:pt x="1262889" y="179678"/>
                </a:lnTo>
                <a:lnTo>
                  <a:pt x="1262972" y="179814"/>
                </a:lnTo>
                <a:lnTo>
                  <a:pt x="1263094" y="179949"/>
                </a:lnTo>
                <a:lnTo>
                  <a:pt x="1263216" y="180061"/>
                </a:lnTo>
                <a:lnTo>
                  <a:pt x="1263300" y="180174"/>
                </a:lnTo>
                <a:lnTo>
                  <a:pt x="1263422" y="180309"/>
                </a:lnTo>
                <a:lnTo>
                  <a:pt x="1263544" y="180422"/>
                </a:lnTo>
                <a:lnTo>
                  <a:pt x="1263627" y="180557"/>
                </a:lnTo>
                <a:lnTo>
                  <a:pt x="1263749" y="180670"/>
                </a:lnTo>
                <a:lnTo>
                  <a:pt x="1263871" y="180805"/>
                </a:lnTo>
                <a:lnTo>
                  <a:pt x="1264005" y="180918"/>
                </a:lnTo>
                <a:lnTo>
                  <a:pt x="1264077" y="181031"/>
                </a:lnTo>
                <a:lnTo>
                  <a:pt x="1264208" y="181166"/>
                </a:lnTo>
                <a:lnTo>
                  <a:pt x="1264330" y="181278"/>
                </a:lnTo>
                <a:lnTo>
                  <a:pt x="1264413" y="181414"/>
                </a:lnTo>
                <a:lnTo>
                  <a:pt x="1264535" y="181526"/>
                </a:lnTo>
                <a:lnTo>
                  <a:pt x="1264657" y="181639"/>
                </a:lnTo>
                <a:lnTo>
                  <a:pt x="1264741" y="181774"/>
                </a:lnTo>
                <a:lnTo>
                  <a:pt x="1264863" y="181887"/>
                </a:lnTo>
                <a:lnTo>
                  <a:pt x="1264985" y="182000"/>
                </a:lnTo>
                <a:lnTo>
                  <a:pt x="1265065" y="182135"/>
                </a:lnTo>
                <a:lnTo>
                  <a:pt x="1265190" y="182247"/>
                </a:lnTo>
                <a:lnTo>
                  <a:pt x="1265312" y="182360"/>
                </a:lnTo>
                <a:lnTo>
                  <a:pt x="1265393" y="182473"/>
                </a:lnTo>
                <a:lnTo>
                  <a:pt x="1265527" y="182585"/>
                </a:lnTo>
                <a:lnTo>
                  <a:pt x="1265649" y="182721"/>
                </a:lnTo>
                <a:lnTo>
                  <a:pt x="1265729" y="182833"/>
                </a:lnTo>
                <a:lnTo>
                  <a:pt x="1265854" y="182946"/>
                </a:lnTo>
                <a:lnTo>
                  <a:pt x="1265976" y="183059"/>
                </a:lnTo>
                <a:lnTo>
                  <a:pt x="1266056" y="183171"/>
                </a:lnTo>
                <a:lnTo>
                  <a:pt x="1266179" y="183284"/>
                </a:lnTo>
                <a:lnTo>
                  <a:pt x="1266304" y="183419"/>
                </a:lnTo>
                <a:lnTo>
                  <a:pt x="1266426" y="183532"/>
                </a:lnTo>
                <a:lnTo>
                  <a:pt x="1266506" y="183645"/>
                </a:lnTo>
                <a:lnTo>
                  <a:pt x="1266628" y="183757"/>
                </a:lnTo>
                <a:lnTo>
                  <a:pt x="1266753" y="183870"/>
                </a:lnTo>
                <a:lnTo>
                  <a:pt x="1266833" y="183983"/>
                </a:lnTo>
                <a:lnTo>
                  <a:pt x="1266956" y="184095"/>
                </a:lnTo>
                <a:lnTo>
                  <a:pt x="1267090" y="184208"/>
                </a:lnTo>
                <a:lnTo>
                  <a:pt x="1267170" y="184321"/>
                </a:lnTo>
                <a:lnTo>
                  <a:pt x="1267292" y="184433"/>
                </a:lnTo>
                <a:lnTo>
                  <a:pt x="1267417" y="184546"/>
                </a:lnTo>
                <a:lnTo>
                  <a:pt x="1267497" y="184659"/>
                </a:lnTo>
                <a:lnTo>
                  <a:pt x="1267619" y="184771"/>
                </a:lnTo>
                <a:lnTo>
                  <a:pt x="1267742" y="184884"/>
                </a:lnTo>
                <a:lnTo>
                  <a:pt x="1267825" y="185019"/>
                </a:lnTo>
                <a:lnTo>
                  <a:pt x="1267947" y="185132"/>
                </a:lnTo>
                <a:lnTo>
                  <a:pt x="1268069" y="185245"/>
                </a:lnTo>
                <a:lnTo>
                  <a:pt x="1268152" y="185357"/>
                </a:lnTo>
                <a:lnTo>
                  <a:pt x="1268274" y="185470"/>
                </a:lnTo>
                <a:lnTo>
                  <a:pt x="1268397" y="185583"/>
                </a:lnTo>
                <a:lnTo>
                  <a:pt x="1268480" y="185695"/>
                </a:lnTo>
                <a:lnTo>
                  <a:pt x="1268611" y="185808"/>
                </a:lnTo>
                <a:lnTo>
                  <a:pt x="1268733" y="185921"/>
                </a:lnTo>
                <a:lnTo>
                  <a:pt x="1268858" y="186033"/>
                </a:lnTo>
                <a:lnTo>
                  <a:pt x="1268938" y="186146"/>
                </a:lnTo>
                <a:lnTo>
                  <a:pt x="1269060" y="186259"/>
                </a:lnTo>
                <a:lnTo>
                  <a:pt x="1269182" y="186372"/>
                </a:lnTo>
                <a:lnTo>
                  <a:pt x="1269266" y="186484"/>
                </a:lnTo>
                <a:lnTo>
                  <a:pt x="1269388" y="186597"/>
                </a:lnTo>
                <a:lnTo>
                  <a:pt x="1269510" y="186710"/>
                </a:lnTo>
                <a:lnTo>
                  <a:pt x="1269593" y="186822"/>
                </a:lnTo>
                <a:lnTo>
                  <a:pt x="1269715" y="186935"/>
                </a:lnTo>
                <a:lnTo>
                  <a:pt x="1269837" y="187048"/>
                </a:lnTo>
                <a:lnTo>
                  <a:pt x="1269918" y="187160"/>
                </a:lnTo>
                <a:lnTo>
                  <a:pt x="1270043" y="187273"/>
                </a:lnTo>
                <a:lnTo>
                  <a:pt x="1270174" y="187386"/>
                </a:lnTo>
                <a:lnTo>
                  <a:pt x="1270257" y="187476"/>
                </a:lnTo>
                <a:lnTo>
                  <a:pt x="1270379" y="187588"/>
                </a:lnTo>
                <a:lnTo>
                  <a:pt x="1270501" y="187701"/>
                </a:lnTo>
                <a:lnTo>
                  <a:pt x="1270582" y="187814"/>
                </a:lnTo>
                <a:lnTo>
                  <a:pt x="1270707" y="187926"/>
                </a:lnTo>
                <a:lnTo>
                  <a:pt x="1270829" y="188039"/>
                </a:lnTo>
                <a:lnTo>
                  <a:pt x="1270909" y="188129"/>
                </a:lnTo>
                <a:lnTo>
                  <a:pt x="1271031" y="188242"/>
                </a:lnTo>
                <a:lnTo>
                  <a:pt x="1271156" y="188355"/>
                </a:lnTo>
                <a:lnTo>
                  <a:pt x="1271278" y="188467"/>
                </a:lnTo>
                <a:lnTo>
                  <a:pt x="1271359" y="188557"/>
                </a:lnTo>
                <a:lnTo>
                  <a:pt x="1271481" y="188670"/>
                </a:lnTo>
                <a:lnTo>
                  <a:pt x="1271615" y="188783"/>
                </a:lnTo>
                <a:lnTo>
                  <a:pt x="1271695" y="188873"/>
                </a:lnTo>
                <a:lnTo>
                  <a:pt x="1271820" y="188986"/>
                </a:lnTo>
                <a:lnTo>
                  <a:pt x="1271942" y="189098"/>
                </a:lnTo>
                <a:lnTo>
                  <a:pt x="1272023" y="189188"/>
                </a:lnTo>
                <a:lnTo>
                  <a:pt x="1272145" y="189301"/>
                </a:lnTo>
                <a:lnTo>
                  <a:pt x="1272270" y="189414"/>
                </a:lnTo>
                <a:lnTo>
                  <a:pt x="1272350" y="189504"/>
                </a:lnTo>
                <a:lnTo>
                  <a:pt x="1272472" y="189617"/>
                </a:lnTo>
                <a:lnTo>
                  <a:pt x="1272594" y="189707"/>
                </a:lnTo>
                <a:lnTo>
                  <a:pt x="1272678" y="189819"/>
                </a:lnTo>
                <a:lnTo>
                  <a:pt x="1272800" y="189932"/>
                </a:lnTo>
                <a:lnTo>
                  <a:pt x="1272934" y="190022"/>
                </a:lnTo>
                <a:lnTo>
                  <a:pt x="1273005" y="190135"/>
                </a:lnTo>
                <a:lnTo>
                  <a:pt x="1273136" y="190248"/>
                </a:lnTo>
                <a:lnTo>
                  <a:pt x="1273261" y="190338"/>
                </a:lnTo>
                <a:lnTo>
                  <a:pt x="1273342" y="190451"/>
                </a:lnTo>
                <a:lnTo>
                  <a:pt x="1273464" y="190563"/>
                </a:lnTo>
                <a:lnTo>
                  <a:pt x="1273586" y="190653"/>
                </a:lnTo>
                <a:lnTo>
                  <a:pt x="1273711" y="190766"/>
                </a:lnTo>
                <a:lnTo>
                  <a:pt x="1273791" y="190879"/>
                </a:lnTo>
                <a:lnTo>
                  <a:pt x="1273913" y="190969"/>
                </a:lnTo>
                <a:lnTo>
                  <a:pt x="1274035" y="191082"/>
                </a:lnTo>
                <a:lnTo>
                  <a:pt x="1274119" y="191172"/>
                </a:lnTo>
                <a:lnTo>
                  <a:pt x="1274241" y="191284"/>
                </a:lnTo>
                <a:lnTo>
                  <a:pt x="1274375" y="191374"/>
                </a:lnTo>
                <a:lnTo>
                  <a:pt x="1274455" y="191487"/>
                </a:lnTo>
                <a:lnTo>
                  <a:pt x="1274577" y="191577"/>
                </a:lnTo>
                <a:lnTo>
                  <a:pt x="1274699" y="191690"/>
                </a:lnTo>
                <a:lnTo>
                  <a:pt x="1274783" y="191780"/>
                </a:lnTo>
                <a:lnTo>
                  <a:pt x="1274905" y="191893"/>
                </a:lnTo>
                <a:lnTo>
                  <a:pt x="1275027" y="191983"/>
                </a:lnTo>
                <a:lnTo>
                  <a:pt x="1275110" y="192096"/>
                </a:lnTo>
                <a:lnTo>
                  <a:pt x="1275232" y="192208"/>
                </a:lnTo>
                <a:lnTo>
                  <a:pt x="1275354" y="192298"/>
                </a:lnTo>
                <a:lnTo>
                  <a:pt x="1275435" y="192411"/>
                </a:lnTo>
                <a:lnTo>
                  <a:pt x="1275560" y="192524"/>
                </a:lnTo>
                <a:lnTo>
                  <a:pt x="1275682" y="192636"/>
                </a:lnTo>
                <a:lnTo>
                  <a:pt x="1275762" y="192727"/>
                </a:lnTo>
                <a:lnTo>
                  <a:pt x="1275896" y="192839"/>
                </a:lnTo>
                <a:lnTo>
                  <a:pt x="1276018" y="192952"/>
                </a:lnTo>
                <a:lnTo>
                  <a:pt x="1276140" y="193042"/>
                </a:lnTo>
                <a:lnTo>
                  <a:pt x="1276223" y="193155"/>
                </a:lnTo>
                <a:lnTo>
                  <a:pt x="1276346" y="193267"/>
                </a:lnTo>
                <a:lnTo>
                  <a:pt x="1276468" y="193380"/>
                </a:lnTo>
                <a:lnTo>
                  <a:pt x="1276548" y="193470"/>
                </a:lnTo>
                <a:lnTo>
                  <a:pt x="1276673" y="193583"/>
                </a:lnTo>
                <a:lnTo>
                  <a:pt x="1276795" y="193696"/>
                </a:lnTo>
                <a:lnTo>
                  <a:pt x="1276875" y="193808"/>
                </a:lnTo>
                <a:lnTo>
                  <a:pt x="1276998" y="193898"/>
                </a:lnTo>
                <a:lnTo>
                  <a:pt x="1277123" y="194011"/>
                </a:lnTo>
                <a:lnTo>
                  <a:pt x="1277203" y="194124"/>
                </a:lnTo>
                <a:lnTo>
                  <a:pt x="1277325" y="194237"/>
                </a:lnTo>
                <a:lnTo>
                  <a:pt x="1277447" y="194349"/>
                </a:lnTo>
                <a:lnTo>
                  <a:pt x="1277539" y="194462"/>
                </a:lnTo>
                <a:lnTo>
                  <a:pt x="1277664" y="194575"/>
                </a:lnTo>
                <a:lnTo>
                  <a:pt x="1277787" y="194687"/>
                </a:lnTo>
                <a:lnTo>
                  <a:pt x="1277867" y="194800"/>
                </a:lnTo>
                <a:lnTo>
                  <a:pt x="1277989" y="194913"/>
                </a:lnTo>
                <a:lnTo>
                  <a:pt x="1278111" y="195025"/>
                </a:lnTo>
                <a:lnTo>
                  <a:pt x="1278194" y="195138"/>
                </a:lnTo>
                <a:lnTo>
                  <a:pt x="1278316" y="195251"/>
                </a:lnTo>
                <a:lnTo>
                  <a:pt x="1278439" y="195363"/>
                </a:lnTo>
                <a:lnTo>
                  <a:pt x="1278561" y="195476"/>
                </a:lnTo>
                <a:lnTo>
                  <a:pt x="1278644" y="195589"/>
                </a:lnTo>
                <a:lnTo>
                  <a:pt x="1278766" y="195724"/>
                </a:lnTo>
                <a:lnTo>
                  <a:pt x="1278888" y="195837"/>
                </a:lnTo>
                <a:lnTo>
                  <a:pt x="1278980" y="195949"/>
                </a:lnTo>
                <a:lnTo>
                  <a:pt x="1279102" y="196062"/>
                </a:lnTo>
                <a:lnTo>
                  <a:pt x="1279227" y="196197"/>
                </a:lnTo>
                <a:lnTo>
                  <a:pt x="1279308" y="196310"/>
                </a:lnTo>
                <a:lnTo>
                  <a:pt x="1279430" y="196445"/>
                </a:lnTo>
                <a:lnTo>
                  <a:pt x="1279552" y="196558"/>
                </a:lnTo>
                <a:lnTo>
                  <a:pt x="1279635" y="196670"/>
                </a:lnTo>
                <a:lnTo>
                  <a:pt x="1279757" y="196806"/>
                </a:lnTo>
                <a:lnTo>
                  <a:pt x="1279879" y="196918"/>
                </a:lnTo>
                <a:lnTo>
                  <a:pt x="1279963" y="197031"/>
                </a:lnTo>
                <a:lnTo>
                  <a:pt x="1280085" y="197144"/>
                </a:lnTo>
                <a:lnTo>
                  <a:pt x="1280207" y="197279"/>
                </a:lnTo>
                <a:lnTo>
                  <a:pt x="1280287" y="197392"/>
                </a:lnTo>
                <a:lnTo>
                  <a:pt x="1280412" y="197527"/>
                </a:lnTo>
                <a:lnTo>
                  <a:pt x="1280534" y="197639"/>
                </a:lnTo>
                <a:lnTo>
                  <a:pt x="1280627" y="197775"/>
                </a:lnTo>
                <a:lnTo>
                  <a:pt x="1280749" y="197887"/>
                </a:lnTo>
                <a:lnTo>
                  <a:pt x="1280871" y="198000"/>
                </a:lnTo>
                <a:lnTo>
                  <a:pt x="1280993" y="198135"/>
                </a:lnTo>
                <a:lnTo>
                  <a:pt x="1281076" y="198248"/>
                </a:lnTo>
                <a:lnTo>
                  <a:pt x="1281198" y="198383"/>
                </a:lnTo>
                <a:lnTo>
                  <a:pt x="1281320" y="198496"/>
                </a:lnTo>
                <a:lnTo>
                  <a:pt x="1281401" y="198631"/>
                </a:lnTo>
                <a:lnTo>
                  <a:pt x="1281526" y="198744"/>
                </a:lnTo>
                <a:lnTo>
                  <a:pt x="1281648" y="198856"/>
                </a:lnTo>
                <a:lnTo>
                  <a:pt x="1281728" y="198992"/>
                </a:lnTo>
                <a:lnTo>
                  <a:pt x="1281862" y="199104"/>
                </a:lnTo>
                <a:lnTo>
                  <a:pt x="1281984" y="199217"/>
                </a:lnTo>
                <a:lnTo>
                  <a:pt x="1282068" y="199352"/>
                </a:lnTo>
                <a:lnTo>
                  <a:pt x="1282190" y="199465"/>
                </a:lnTo>
                <a:lnTo>
                  <a:pt x="1282312" y="199600"/>
                </a:lnTo>
                <a:lnTo>
                  <a:pt x="1282392" y="199713"/>
                </a:lnTo>
                <a:lnTo>
                  <a:pt x="1282514" y="199848"/>
                </a:lnTo>
                <a:lnTo>
                  <a:pt x="1282639" y="199983"/>
                </a:lnTo>
                <a:lnTo>
                  <a:pt x="1282720" y="200096"/>
                </a:lnTo>
                <a:lnTo>
                  <a:pt x="1282842" y="200209"/>
                </a:lnTo>
                <a:lnTo>
                  <a:pt x="1282964" y="200344"/>
                </a:lnTo>
                <a:lnTo>
                  <a:pt x="1283047" y="200456"/>
                </a:lnTo>
                <a:lnTo>
                  <a:pt x="1283169" y="200592"/>
                </a:lnTo>
                <a:lnTo>
                  <a:pt x="1283303" y="200704"/>
                </a:lnTo>
                <a:lnTo>
                  <a:pt x="1283375" y="200840"/>
                </a:lnTo>
                <a:lnTo>
                  <a:pt x="1283506" y="200952"/>
                </a:lnTo>
                <a:lnTo>
                  <a:pt x="1283631" y="201065"/>
                </a:lnTo>
                <a:lnTo>
                  <a:pt x="1283753" y="201200"/>
                </a:lnTo>
                <a:lnTo>
                  <a:pt x="1283833" y="201313"/>
                </a:lnTo>
                <a:lnTo>
                  <a:pt x="1283955" y="201448"/>
                </a:lnTo>
                <a:lnTo>
                  <a:pt x="1284077" y="201561"/>
                </a:lnTo>
                <a:lnTo>
                  <a:pt x="1284161" y="201696"/>
                </a:lnTo>
                <a:lnTo>
                  <a:pt x="1284283" y="201809"/>
                </a:lnTo>
                <a:lnTo>
                  <a:pt x="1284405" y="201944"/>
                </a:lnTo>
                <a:lnTo>
                  <a:pt x="1284488" y="202056"/>
                </a:lnTo>
                <a:lnTo>
                  <a:pt x="1284610" y="202169"/>
                </a:lnTo>
                <a:lnTo>
                  <a:pt x="1284732" y="202304"/>
                </a:lnTo>
                <a:lnTo>
                  <a:pt x="1284825" y="202417"/>
                </a:lnTo>
                <a:lnTo>
                  <a:pt x="1284947" y="202552"/>
                </a:lnTo>
                <a:lnTo>
                  <a:pt x="1285069" y="202665"/>
                </a:lnTo>
                <a:lnTo>
                  <a:pt x="1285152" y="202800"/>
                </a:lnTo>
                <a:lnTo>
                  <a:pt x="1285274" y="202935"/>
                </a:lnTo>
                <a:lnTo>
                  <a:pt x="1285396" y="203048"/>
                </a:lnTo>
                <a:lnTo>
                  <a:pt x="1285480" y="203161"/>
                </a:lnTo>
                <a:lnTo>
                  <a:pt x="1285602" y="203296"/>
                </a:lnTo>
                <a:lnTo>
                  <a:pt x="1285724" y="203409"/>
                </a:lnTo>
                <a:lnTo>
                  <a:pt x="1285804" y="203544"/>
                </a:lnTo>
                <a:lnTo>
                  <a:pt x="1285929" y="203657"/>
                </a:lnTo>
                <a:lnTo>
                  <a:pt x="1286051" y="203792"/>
                </a:lnTo>
                <a:lnTo>
                  <a:pt x="1286173" y="203904"/>
                </a:lnTo>
                <a:lnTo>
                  <a:pt x="1286254" y="204040"/>
                </a:lnTo>
                <a:lnTo>
                  <a:pt x="1286388" y="204152"/>
                </a:lnTo>
                <a:lnTo>
                  <a:pt x="1286510" y="204288"/>
                </a:lnTo>
                <a:lnTo>
                  <a:pt x="1286593" y="204400"/>
                </a:lnTo>
                <a:lnTo>
                  <a:pt x="1286715" y="204535"/>
                </a:lnTo>
                <a:lnTo>
                  <a:pt x="1286837" y="204671"/>
                </a:lnTo>
                <a:lnTo>
                  <a:pt x="1286918" y="204783"/>
                </a:lnTo>
                <a:lnTo>
                  <a:pt x="1287043" y="204896"/>
                </a:lnTo>
                <a:lnTo>
                  <a:pt x="1287165" y="205031"/>
                </a:lnTo>
                <a:lnTo>
                  <a:pt x="1287245" y="205166"/>
                </a:lnTo>
                <a:lnTo>
                  <a:pt x="1287367" y="205279"/>
                </a:lnTo>
                <a:lnTo>
                  <a:pt x="1287492" y="205414"/>
                </a:lnTo>
                <a:lnTo>
                  <a:pt x="1287572" y="205550"/>
                </a:lnTo>
                <a:lnTo>
                  <a:pt x="1287695" y="205662"/>
                </a:lnTo>
                <a:lnTo>
                  <a:pt x="1287817" y="205775"/>
                </a:lnTo>
                <a:lnTo>
                  <a:pt x="1287909" y="205910"/>
                </a:lnTo>
                <a:lnTo>
                  <a:pt x="1288034" y="206045"/>
                </a:lnTo>
                <a:lnTo>
                  <a:pt x="1288156" y="206181"/>
                </a:lnTo>
                <a:lnTo>
                  <a:pt x="1288236" y="206293"/>
                </a:lnTo>
                <a:lnTo>
                  <a:pt x="1288358" y="206428"/>
                </a:lnTo>
                <a:lnTo>
                  <a:pt x="1288481" y="206564"/>
                </a:lnTo>
                <a:lnTo>
                  <a:pt x="1288606" y="206676"/>
                </a:lnTo>
                <a:lnTo>
                  <a:pt x="1288686" y="206812"/>
                </a:lnTo>
                <a:lnTo>
                  <a:pt x="1288808" y="206947"/>
                </a:lnTo>
                <a:lnTo>
                  <a:pt x="1288930" y="207082"/>
                </a:lnTo>
                <a:lnTo>
                  <a:pt x="1289013" y="207195"/>
                </a:lnTo>
                <a:lnTo>
                  <a:pt x="1289135" y="207330"/>
                </a:lnTo>
                <a:lnTo>
                  <a:pt x="1289269" y="207443"/>
                </a:lnTo>
                <a:lnTo>
                  <a:pt x="1289341" y="207578"/>
                </a:lnTo>
                <a:lnTo>
                  <a:pt x="1289472" y="207713"/>
                </a:lnTo>
                <a:lnTo>
                  <a:pt x="1289597" y="207848"/>
                </a:lnTo>
                <a:lnTo>
                  <a:pt x="1289677" y="207961"/>
                </a:lnTo>
                <a:lnTo>
                  <a:pt x="1289799" y="208096"/>
                </a:lnTo>
                <a:lnTo>
                  <a:pt x="1289921" y="208231"/>
                </a:lnTo>
                <a:lnTo>
                  <a:pt x="1290005" y="208367"/>
                </a:lnTo>
                <a:lnTo>
                  <a:pt x="1290127" y="208479"/>
                </a:lnTo>
                <a:lnTo>
                  <a:pt x="1290249" y="208614"/>
                </a:lnTo>
                <a:lnTo>
                  <a:pt x="1290332" y="208727"/>
                </a:lnTo>
                <a:lnTo>
                  <a:pt x="1290454" y="208862"/>
                </a:lnTo>
                <a:lnTo>
                  <a:pt x="1290576" y="208998"/>
                </a:lnTo>
                <a:lnTo>
                  <a:pt x="1290657" y="209133"/>
                </a:lnTo>
                <a:lnTo>
                  <a:pt x="1290782" y="209245"/>
                </a:lnTo>
                <a:lnTo>
                  <a:pt x="1290913" y="209381"/>
                </a:lnTo>
                <a:lnTo>
                  <a:pt x="1291035" y="209493"/>
                </a:lnTo>
                <a:lnTo>
                  <a:pt x="1291118" y="209629"/>
                </a:lnTo>
                <a:lnTo>
                  <a:pt x="1291240" y="209764"/>
                </a:lnTo>
                <a:lnTo>
                  <a:pt x="1291362" y="209899"/>
                </a:lnTo>
                <a:lnTo>
                  <a:pt x="1291446" y="210034"/>
                </a:lnTo>
                <a:lnTo>
                  <a:pt x="1291568" y="210147"/>
                </a:lnTo>
                <a:lnTo>
                  <a:pt x="1291690" y="210282"/>
                </a:lnTo>
                <a:lnTo>
                  <a:pt x="1291770" y="210417"/>
                </a:lnTo>
                <a:lnTo>
                  <a:pt x="1291895" y="210552"/>
                </a:lnTo>
                <a:lnTo>
                  <a:pt x="1292017" y="210688"/>
                </a:lnTo>
                <a:lnTo>
                  <a:pt x="1292098" y="210800"/>
                </a:lnTo>
                <a:lnTo>
                  <a:pt x="1292232" y="210936"/>
                </a:lnTo>
                <a:lnTo>
                  <a:pt x="1292354" y="211071"/>
                </a:lnTo>
                <a:lnTo>
                  <a:pt x="1292434" y="211206"/>
                </a:lnTo>
                <a:lnTo>
                  <a:pt x="1292559" y="211341"/>
                </a:lnTo>
                <a:lnTo>
                  <a:pt x="1292681" y="211476"/>
                </a:lnTo>
                <a:lnTo>
                  <a:pt x="1292762" y="211589"/>
                </a:lnTo>
                <a:lnTo>
                  <a:pt x="1292884" y="211724"/>
                </a:lnTo>
                <a:lnTo>
                  <a:pt x="1293009" y="211860"/>
                </a:lnTo>
                <a:lnTo>
                  <a:pt x="1293089" y="211995"/>
                </a:lnTo>
                <a:lnTo>
                  <a:pt x="1293211" y="212130"/>
                </a:lnTo>
                <a:lnTo>
                  <a:pt x="1293333" y="212265"/>
                </a:lnTo>
                <a:lnTo>
                  <a:pt x="1293458" y="212400"/>
                </a:lnTo>
                <a:lnTo>
                  <a:pt x="1293539" y="212536"/>
                </a:lnTo>
                <a:lnTo>
                  <a:pt x="1293661" y="212671"/>
                </a:lnTo>
                <a:lnTo>
                  <a:pt x="1293795" y="212784"/>
                </a:lnTo>
                <a:lnTo>
                  <a:pt x="1293875" y="212941"/>
                </a:lnTo>
                <a:lnTo>
                  <a:pt x="1294000" y="213077"/>
                </a:lnTo>
                <a:lnTo>
                  <a:pt x="1294122" y="213212"/>
                </a:lnTo>
                <a:lnTo>
                  <a:pt x="1294203" y="213324"/>
                </a:lnTo>
                <a:lnTo>
                  <a:pt x="1294325" y="213460"/>
                </a:lnTo>
                <a:lnTo>
                  <a:pt x="1294450" y="213595"/>
                </a:lnTo>
                <a:lnTo>
                  <a:pt x="1294530" y="213730"/>
                </a:lnTo>
                <a:lnTo>
                  <a:pt x="1294652" y="213865"/>
                </a:lnTo>
                <a:lnTo>
                  <a:pt x="1294774" y="214000"/>
                </a:lnTo>
                <a:lnTo>
                  <a:pt x="1294858" y="214136"/>
                </a:lnTo>
                <a:lnTo>
                  <a:pt x="1294980" y="214271"/>
                </a:lnTo>
                <a:lnTo>
                  <a:pt x="1295102" y="214406"/>
                </a:lnTo>
                <a:lnTo>
                  <a:pt x="1295194" y="214541"/>
                </a:lnTo>
                <a:lnTo>
                  <a:pt x="1295316" y="214654"/>
                </a:lnTo>
                <a:lnTo>
                  <a:pt x="1295438" y="214789"/>
                </a:lnTo>
                <a:lnTo>
                  <a:pt x="1295522" y="214924"/>
                </a:lnTo>
                <a:lnTo>
                  <a:pt x="1295644" y="215060"/>
                </a:lnTo>
                <a:lnTo>
                  <a:pt x="1295766" y="215195"/>
                </a:lnTo>
                <a:lnTo>
                  <a:pt x="1295888" y="215308"/>
                </a:lnTo>
                <a:lnTo>
                  <a:pt x="1295971" y="215443"/>
                </a:lnTo>
                <a:lnTo>
                  <a:pt x="1296093" y="215578"/>
                </a:lnTo>
                <a:lnTo>
                  <a:pt x="1296215" y="215713"/>
                </a:lnTo>
                <a:lnTo>
                  <a:pt x="1296299" y="215826"/>
                </a:lnTo>
                <a:lnTo>
                  <a:pt x="1296421" y="215961"/>
                </a:lnTo>
                <a:lnTo>
                  <a:pt x="1296543" y="216096"/>
                </a:lnTo>
                <a:lnTo>
                  <a:pt x="1296623" y="216209"/>
                </a:lnTo>
                <a:lnTo>
                  <a:pt x="1296757" y="216344"/>
                </a:lnTo>
                <a:lnTo>
                  <a:pt x="1296879" y="216479"/>
                </a:lnTo>
                <a:lnTo>
                  <a:pt x="1296962" y="216615"/>
                </a:lnTo>
                <a:lnTo>
                  <a:pt x="1297085" y="216727"/>
                </a:lnTo>
                <a:lnTo>
                  <a:pt x="1297207" y="216863"/>
                </a:lnTo>
                <a:lnTo>
                  <a:pt x="1297287" y="216975"/>
                </a:lnTo>
                <a:lnTo>
                  <a:pt x="1297412" y="217110"/>
                </a:lnTo>
                <a:lnTo>
                  <a:pt x="1297534" y="217246"/>
                </a:lnTo>
                <a:lnTo>
                  <a:pt x="1297614" y="217358"/>
                </a:lnTo>
                <a:lnTo>
                  <a:pt x="1297737" y="217494"/>
                </a:lnTo>
                <a:lnTo>
                  <a:pt x="1297862" y="217629"/>
                </a:lnTo>
                <a:lnTo>
                  <a:pt x="1297942" y="217741"/>
                </a:lnTo>
                <a:lnTo>
                  <a:pt x="1298064" y="217877"/>
                </a:lnTo>
                <a:lnTo>
                  <a:pt x="1298186" y="218012"/>
                </a:lnTo>
                <a:lnTo>
                  <a:pt x="1298278" y="218125"/>
                </a:lnTo>
                <a:lnTo>
                  <a:pt x="1298403" y="218260"/>
                </a:lnTo>
                <a:lnTo>
                  <a:pt x="1298525" y="218372"/>
                </a:lnTo>
                <a:lnTo>
                  <a:pt x="1298648" y="218508"/>
                </a:lnTo>
                <a:lnTo>
                  <a:pt x="1298728" y="218620"/>
                </a:lnTo>
                <a:lnTo>
                  <a:pt x="1298853" y="218756"/>
                </a:lnTo>
                <a:lnTo>
                  <a:pt x="1298975" y="218868"/>
                </a:lnTo>
                <a:lnTo>
                  <a:pt x="1299055" y="219003"/>
                </a:lnTo>
                <a:lnTo>
                  <a:pt x="1299178" y="219139"/>
                </a:lnTo>
                <a:lnTo>
                  <a:pt x="1299303" y="219251"/>
                </a:lnTo>
                <a:lnTo>
                  <a:pt x="1299383" y="219387"/>
                </a:lnTo>
                <a:lnTo>
                  <a:pt x="1299517" y="219499"/>
                </a:lnTo>
                <a:lnTo>
                  <a:pt x="1299639" y="219634"/>
                </a:lnTo>
                <a:lnTo>
                  <a:pt x="1299710" y="219747"/>
                </a:lnTo>
                <a:lnTo>
                  <a:pt x="1299841" y="219882"/>
                </a:lnTo>
                <a:lnTo>
                  <a:pt x="1299966" y="220018"/>
                </a:lnTo>
                <a:lnTo>
                  <a:pt x="1300047" y="220130"/>
                </a:lnTo>
                <a:lnTo>
                  <a:pt x="1300169" y="220243"/>
                </a:lnTo>
                <a:lnTo>
                  <a:pt x="1300291" y="220378"/>
                </a:lnTo>
                <a:lnTo>
                  <a:pt x="1300374" y="220513"/>
                </a:lnTo>
                <a:lnTo>
                  <a:pt x="1300496" y="220626"/>
                </a:lnTo>
                <a:lnTo>
                  <a:pt x="1300618" y="220761"/>
                </a:lnTo>
                <a:lnTo>
                  <a:pt x="1300702" y="220874"/>
                </a:lnTo>
                <a:lnTo>
                  <a:pt x="1300824" y="221009"/>
                </a:lnTo>
                <a:lnTo>
                  <a:pt x="1300946" y="221122"/>
                </a:lnTo>
                <a:lnTo>
                  <a:pt x="1301080" y="221257"/>
                </a:lnTo>
                <a:lnTo>
                  <a:pt x="1301160" y="221370"/>
                </a:lnTo>
                <a:lnTo>
                  <a:pt x="1301282" y="221505"/>
                </a:lnTo>
                <a:lnTo>
                  <a:pt x="1301404" y="221618"/>
                </a:lnTo>
                <a:lnTo>
                  <a:pt x="1301488" y="221753"/>
                </a:lnTo>
                <a:lnTo>
                  <a:pt x="1301610" y="221865"/>
                </a:lnTo>
                <a:lnTo>
                  <a:pt x="1301732" y="222001"/>
                </a:lnTo>
                <a:lnTo>
                  <a:pt x="1301815" y="222113"/>
                </a:lnTo>
                <a:lnTo>
                  <a:pt x="1301937" y="222249"/>
                </a:lnTo>
                <a:lnTo>
                  <a:pt x="1302059" y="222384"/>
                </a:lnTo>
                <a:lnTo>
                  <a:pt x="1302140" y="222496"/>
                </a:lnTo>
                <a:lnTo>
                  <a:pt x="1302265" y="222632"/>
                </a:lnTo>
                <a:lnTo>
                  <a:pt x="1302387" y="222744"/>
                </a:lnTo>
                <a:lnTo>
                  <a:pt x="1302467" y="222857"/>
                </a:lnTo>
                <a:lnTo>
                  <a:pt x="1302601" y="222992"/>
                </a:lnTo>
                <a:lnTo>
                  <a:pt x="1302723" y="223105"/>
                </a:lnTo>
                <a:lnTo>
                  <a:pt x="1302807" y="223240"/>
                </a:lnTo>
                <a:lnTo>
                  <a:pt x="1302929" y="223353"/>
                </a:lnTo>
                <a:lnTo>
                  <a:pt x="1303051" y="223488"/>
                </a:lnTo>
                <a:lnTo>
                  <a:pt x="1303131" y="223601"/>
                </a:lnTo>
                <a:lnTo>
                  <a:pt x="1303256" y="223736"/>
                </a:lnTo>
                <a:lnTo>
                  <a:pt x="1303378" y="223849"/>
                </a:lnTo>
                <a:lnTo>
                  <a:pt x="1303500" y="223961"/>
                </a:lnTo>
                <a:lnTo>
                  <a:pt x="1303581" y="224097"/>
                </a:lnTo>
                <a:lnTo>
                  <a:pt x="1303706" y="224209"/>
                </a:lnTo>
                <a:lnTo>
                  <a:pt x="1303828" y="224344"/>
                </a:lnTo>
                <a:lnTo>
                  <a:pt x="1303908" y="224457"/>
                </a:lnTo>
                <a:lnTo>
                  <a:pt x="1304042" y="224570"/>
                </a:lnTo>
                <a:lnTo>
                  <a:pt x="1304164" y="224705"/>
                </a:lnTo>
                <a:lnTo>
                  <a:pt x="1304245" y="224818"/>
                </a:lnTo>
                <a:lnTo>
                  <a:pt x="1304370" y="224930"/>
                </a:lnTo>
                <a:lnTo>
                  <a:pt x="1304492" y="225066"/>
                </a:lnTo>
                <a:lnTo>
                  <a:pt x="1304572" y="225178"/>
                </a:lnTo>
                <a:lnTo>
                  <a:pt x="1304694" y="225313"/>
                </a:lnTo>
                <a:lnTo>
                  <a:pt x="1304819" y="225426"/>
                </a:lnTo>
                <a:lnTo>
                  <a:pt x="1304900" y="225561"/>
                </a:lnTo>
                <a:lnTo>
                  <a:pt x="1305022" y="225674"/>
                </a:lnTo>
                <a:lnTo>
                  <a:pt x="1305144" y="225809"/>
                </a:lnTo>
                <a:lnTo>
                  <a:pt x="1305227" y="225922"/>
                </a:lnTo>
                <a:lnTo>
                  <a:pt x="1305349" y="226035"/>
                </a:lnTo>
                <a:lnTo>
                  <a:pt x="1305471" y="226170"/>
                </a:lnTo>
                <a:lnTo>
                  <a:pt x="1305564" y="226283"/>
                </a:lnTo>
                <a:lnTo>
                  <a:pt x="1305686" y="226418"/>
                </a:lnTo>
                <a:lnTo>
                  <a:pt x="1305808" y="226530"/>
                </a:lnTo>
                <a:lnTo>
                  <a:pt x="1305933" y="226643"/>
                </a:lnTo>
                <a:lnTo>
                  <a:pt x="1306013" y="226778"/>
                </a:lnTo>
                <a:lnTo>
                  <a:pt x="1306135" y="226914"/>
                </a:lnTo>
                <a:lnTo>
                  <a:pt x="1306257" y="227026"/>
                </a:lnTo>
                <a:lnTo>
                  <a:pt x="1306341" y="227139"/>
                </a:lnTo>
                <a:lnTo>
                  <a:pt x="1306463" y="227274"/>
                </a:lnTo>
                <a:lnTo>
                  <a:pt x="1306585" y="227387"/>
                </a:lnTo>
                <a:lnTo>
                  <a:pt x="1306668" y="227499"/>
                </a:lnTo>
                <a:lnTo>
                  <a:pt x="1306790" y="227635"/>
                </a:lnTo>
                <a:lnTo>
                  <a:pt x="1306921" y="227770"/>
                </a:lnTo>
                <a:lnTo>
                  <a:pt x="1306993" y="227883"/>
                </a:lnTo>
                <a:lnTo>
                  <a:pt x="1307118" y="227995"/>
                </a:lnTo>
                <a:lnTo>
                  <a:pt x="1307249" y="228130"/>
                </a:lnTo>
                <a:lnTo>
                  <a:pt x="1307332" y="228243"/>
                </a:lnTo>
                <a:lnTo>
                  <a:pt x="1307454" y="228378"/>
                </a:lnTo>
                <a:lnTo>
                  <a:pt x="1307576" y="228491"/>
                </a:lnTo>
                <a:lnTo>
                  <a:pt x="1307659" y="228626"/>
                </a:lnTo>
                <a:lnTo>
                  <a:pt x="1307782" y="228739"/>
                </a:lnTo>
                <a:lnTo>
                  <a:pt x="1307904" y="228874"/>
                </a:lnTo>
                <a:lnTo>
                  <a:pt x="1307984" y="228987"/>
                </a:lnTo>
                <a:lnTo>
                  <a:pt x="1308109" y="229099"/>
                </a:lnTo>
                <a:lnTo>
                  <a:pt x="1308231" y="229235"/>
                </a:lnTo>
                <a:lnTo>
                  <a:pt x="1308362" y="229347"/>
                </a:lnTo>
                <a:lnTo>
                  <a:pt x="1308445" y="229483"/>
                </a:lnTo>
                <a:lnTo>
                  <a:pt x="1308568" y="229595"/>
                </a:lnTo>
                <a:lnTo>
                  <a:pt x="1308690" y="229731"/>
                </a:lnTo>
                <a:lnTo>
                  <a:pt x="1308773" y="229843"/>
                </a:lnTo>
                <a:lnTo>
                  <a:pt x="1308895" y="229978"/>
                </a:lnTo>
                <a:lnTo>
                  <a:pt x="1309017" y="230091"/>
                </a:lnTo>
                <a:lnTo>
                  <a:pt x="1309097" y="230204"/>
                </a:lnTo>
                <a:lnTo>
                  <a:pt x="1309222" y="230316"/>
                </a:lnTo>
                <a:lnTo>
                  <a:pt x="1309345" y="230452"/>
                </a:lnTo>
                <a:lnTo>
                  <a:pt x="1309425" y="230587"/>
                </a:lnTo>
                <a:lnTo>
                  <a:pt x="1309547" y="230700"/>
                </a:lnTo>
                <a:lnTo>
                  <a:pt x="1309672" y="230835"/>
                </a:lnTo>
                <a:lnTo>
                  <a:pt x="1309752" y="230947"/>
                </a:lnTo>
                <a:lnTo>
                  <a:pt x="1309874" y="231083"/>
                </a:lnTo>
                <a:lnTo>
                  <a:pt x="1310008" y="231195"/>
                </a:lnTo>
                <a:lnTo>
                  <a:pt x="1310089" y="231331"/>
                </a:lnTo>
                <a:lnTo>
                  <a:pt x="1310211" y="231443"/>
                </a:lnTo>
                <a:lnTo>
                  <a:pt x="1310336" y="231578"/>
                </a:lnTo>
                <a:lnTo>
                  <a:pt x="1310416" y="231714"/>
                </a:lnTo>
                <a:lnTo>
                  <a:pt x="1310538" y="231826"/>
                </a:lnTo>
                <a:lnTo>
                  <a:pt x="1310660" y="231962"/>
                </a:lnTo>
                <a:lnTo>
                  <a:pt x="1310785" y="232074"/>
                </a:lnTo>
                <a:lnTo>
                  <a:pt x="1310866" y="232209"/>
                </a:lnTo>
                <a:lnTo>
                  <a:pt x="1310988" y="232345"/>
                </a:lnTo>
                <a:lnTo>
                  <a:pt x="1311110" y="232457"/>
                </a:lnTo>
                <a:lnTo>
                  <a:pt x="1311193" y="232593"/>
                </a:lnTo>
                <a:lnTo>
                  <a:pt x="1311315" y="232705"/>
                </a:lnTo>
                <a:lnTo>
                  <a:pt x="1311449" y="232840"/>
                </a:lnTo>
                <a:lnTo>
                  <a:pt x="1311530" y="232976"/>
                </a:lnTo>
                <a:lnTo>
                  <a:pt x="1311652" y="233088"/>
                </a:lnTo>
                <a:lnTo>
                  <a:pt x="1311774" y="233224"/>
                </a:lnTo>
                <a:lnTo>
                  <a:pt x="1311857" y="233359"/>
                </a:lnTo>
                <a:lnTo>
                  <a:pt x="1311979" y="233494"/>
                </a:lnTo>
                <a:lnTo>
                  <a:pt x="1312101" y="233607"/>
                </a:lnTo>
                <a:lnTo>
                  <a:pt x="1312185" y="233742"/>
                </a:lnTo>
                <a:lnTo>
                  <a:pt x="1312307" y="233877"/>
                </a:lnTo>
                <a:lnTo>
                  <a:pt x="1312429" y="234012"/>
                </a:lnTo>
                <a:lnTo>
                  <a:pt x="1312512" y="234148"/>
                </a:lnTo>
                <a:lnTo>
                  <a:pt x="1312634" y="234283"/>
                </a:lnTo>
                <a:lnTo>
                  <a:pt x="1312756" y="234418"/>
                </a:lnTo>
                <a:lnTo>
                  <a:pt x="1312837" y="234531"/>
                </a:lnTo>
                <a:lnTo>
                  <a:pt x="1312971" y="234666"/>
                </a:lnTo>
                <a:lnTo>
                  <a:pt x="1313093" y="234801"/>
                </a:lnTo>
                <a:lnTo>
                  <a:pt x="1313215" y="234936"/>
                </a:lnTo>
                <a:lnTo>
                  <a:pt x="1313298" y="235072"/>
                </a:lnTo>
                <a:lnTo>
                  <a:pt x="1313420" y="235207"/>
                </a:lnTo>
                <a:lnTo>
                  <a:pt x="1313542" y="235342"/>
                </a:lnTo>
                <a:lnTo>
                  <a:pt x="1313626" y="235455"/>
                </a:lnTo>
                <a:lnTo>
                  <a:pt x="1313748" y="235590"/>
                </a:lnTo>
                <a:lnTo>
                  <a:pt x="1313870" y="235725"/>
                </a:lnTo>
                <a:lnTo>
                  <a:pt x="1313950" y="235860"/>
                </a:lnTo>
                <a:lnTo>
                  <a:pt x="1314075" y="235995"/>
                </a:lnTo>
                <a:lnTo>
                  <a:pt x="1314197" y="236131"/>
                </a:lnTo>
                <a:lnTo>
                  <a:pt x="1314278" y="236266"/>
                </a:lnTo>
                <a:lnTo>
                  <a:pt x="1314400" y="236401"/>
                </a:lnTo>
                <a:lnTo>
                  <a:pt x="1314525" y="236536"/>
                </a:lnTo>
                <a:lnTo>
                  <a:pt x="1314614" y="236672"/>
                </a:lnTo>
                <a:lnTo>
                  <a:pt x="1314739" y="236807"/>
                </a:lnTo>
                <a:lnTo>
                  <a:pt x="1314861" y="236942"/>
                </a:lnTo>
                <a:lnTo>
                  <a:pt x="1314942" y="237077"/>
                </a:lnTo>
                <a:lnTo>
                  <a:pt x="1315064" y="237212"/>
                </a:lnTo>
                <a:lnTo>
                  <a:pt x="1315189" y="237348"/>
                </a:lnTo>
                <a:lnTo>
                  <a:pt x="1315269" y="237483"/>
                </a:lnTo>
                <a:lnTo>
                  <a:pt x="1315391" y="237618"/>
                </a:lnTo>
                <a:lnTo>
                  <a:pt x="1315513" y="237731"/>
                </a:lnTo>
                <a:lnTo>
                  <a:pt x="1315638" y="237866"/>
                </a:lnTo>
                <a:lnTo>
                  <a:pt x="1315719" y="238024"/>
                </a:lnTo>
                <a:lnTo>
                  <a:pt x="1315841" y="238159"/>
                </a:lnTo>
                <a:lnTo>
                  <a:pt x="1315975" y="238294"/>
                </a:lnTo>
                <a:lnTo>
                  <a:pt x="1316055" y="238407"/>
                </a:lnTo>
                <a:lnTo>
                  <a:pt x="1316177" y="238542"/>
                </a:lnTo>
                <a:lnTo>
                  <a:pt x="1316302" y="238700"/>
                </a:lnTo>
                <a:lnTo>
                  <a:pt x="1316383" y="238835"/>
                </a:lnTo>
                <a:lnTo>
                  <a:pt x="1316505" y="238948"/>
                </a:lnTo>
                <a:lnTo>
                  <a:pt x="1316627" y="239083"/>
                </a:lnTo>
                <a:lnTo>
                  <a:pt x="1316710" y="239241"/>
                </a:lnTo>
                <a:lnTo>
                  <a:pt x="1316832" y="239376"/>
                </a:lnTo>
                <a:lnTo>
                  <a:pt x="1316954" y="239489"/>
                </a:lnTo>
                <a:lnTo>
                  <a:pt x="1317038" y="239646"/>
                </a:lnTo>
                <a:lnTo>
                  <a:pt x="1317160" y="239781"/>
                </a:lnTo>
                <a:lnTo>
                  <a:pt x="1317282" y="239917"/>
                </a:lnTo>
                <a:lnTo>
                  <a:pt x="1317362" y="240052"/>
                </a:lnTo>
                <a:lnTo>
                  <a:pt x="1317496" y="240187"/>
                </a:lnTo>
                <a:lnTo>
                  <a:pt x="1317618" y="240322"/>
                </a:lnTo>
                <a:lnTo>
                  <a:pt x="1317701" y="240458"/>
                </a:lnTo>
                <a:lnTo>
                  <a:pt x="1317824" y="240593"/>
                </a:lnTo>
                <a:lnTo>
                  <a:pt x="1317946" y="240751"/>
                </a:lnTo>
                <a:lnTo>
                  <a:pt x="1318029" y="240886"/>
                </a:lnTo>
                <a:lnTo>
                  <a:pt x="1318151" y="241021"/>
                </a:lnTo>
                <a:lnTo>
                  <a:pt x="1318273" y="241179"/>
                </a:lnTo>
                <a:lnTo>
                  <a:pt x="1318395" y="241314"/>
                </a:lnTo>
                <a:lnTo>
                  <a:pt x="1318479" y="241449"/>
                </a:lnTo>
                <a:lnTo>
                  <a:pt x="1318601" y="241607"/>
                </a:lnTo>
                <a:lnTo>
                  <a:pt x="1318723" y="241742"/>
                </a:lnTo>
                <a:lnTo>
                  <a:pt x="1318815" y="241900"/>
                </a:lnTo>
                <a:lnTo>
                  <a:pt x="1318937" y="242035"/>
                </a:lnTo>
                <a:lnTo>
                  <a:pt x="1319059" y="242193"/>
                </a:lnTo>
                <a:lnTo>
                  <a:pt x="1319142" y="242328"/>
                </a:lnTo>
                <a:lnTo>
                  <a:pt x="1319264" y="242486"/>
                </a:lnTo>
                <a:lnTo>
                  <a:pt x="1319387" y="242644"/>
                </a:lnTo>
                <a:lnTo>
                  <a:pt x="1319467" y="242779"/>
                </a:lnTo>
                <a:lnTo>
                  <a:pt x="1319592" y="242959"/>
                </a:lnTo>
                <a:lnTo>
                  <a:pt x="1319714" y="243117"/>
                </a:lnTo>
                <a:lnTo>
                  <a:pt x="1319794" y="243252"/>
                </a:lnTo>
                <a:lnTo>
                  <a:pt x="1319916" y="243410"/>
                </a:lnTo>
                <a:lnTo>
                  <a:pt x="1320042" y="243568"/>
                </a:lnTo>
                <a:lnTo>
                  <a:pt x="1320122" y="243725"/>
                </a:lnTo>
                <a:lnTo>
                  <a:pt x="1320244" y="243883"/>
                </a:lnTo>
                <a:lnTo>
                  <a:pt x="1320378" y="244041"/>
                </a:lnTo>
                <a:lnTo>
                  <a:pt x="1320458" y="244199"/>
                </a:lnTo>
                <a:lnTo>
                  <a:pt x="1320580" y="244356"/>
                </a:lnTo>
                <a:lnTo>
                  <a:pt x="1320705" y="244537"/>
                </a:lnTo>
                <a:lnTo>
                  <a:pt x="1320828" y="244694"/>
                </a:lnTo>
                <a:lnTo>
                  <a:pt x="1320908" y="244852"/>
                </a:lnTo>
                <a:lnTo>
                  <a:pt x="1321030" y="245010"/>
                </a:lnTo>
                <a:lnTo>
                  <a:pt x="1321155" y="245190"/>
                </a:lnTo>
                <a:lnTo>
                  <a:pt x="1321235" y="245348"/>
                </a:lnTo>
                <a:lnTo>
                  <a:pt x="1321357" y="245506"/>
                </a:lnTo>
                <a:lnTo>
                  <a:pt x="1321480" y="245686"/>
                </a:lnTo>
                <a:lnTo>
                  <a:pt x="1321563" y="245844"/>
                </a:lnTo>
                <a:lnTo>
                  <a:pt x="1321685" y="246024"/>
                </a:lnTo>
                <a:lnTo>
                  <a:pt x="1321807" y="246204"/>
                </a:lnTo>
                <a:lnTo>
                  <a:pt x="1321899" y="246385"/>
                </a:lnTo>
                <a:lnTo>
                  <a:pt x="1322021" y="246542"/>
                </a:lnTo>
                <a:lnTo>
                  <a:pt x="1322143" y="246723"/>
                </a:lnTo>
                <a:lnTo>
                  <a:pt x="1322227" y="246903"/>
                </a:lnTo>
                <a:lnTo>
                  <a:pt x="1322349" y="247061"/>
                </a:lnTo>
                <a:lnTo>
                  <a:pt x="1322471" y="247241"/>
                </a:lnTo>
                <a:lnTo>
                  <a:pt x="1322554" y="247421"/>
                </a:lnTo>
                <a:lnTo>
                  <a:pt x="1322676" y="247601"/>
                </a:lnTo>
                <a:lnTo>
                  <a:pt x="1322798" y="247782"/>
                </a:lnTo>
                <a:lnTo>
                  <a:pt x="1322882" y="247962"/>
                </a:lnTo>
                <a:lnTo>
                  <a:pt x="1323004" y="248142"/>
                </a:lnTo>
                <a:lnTo>
                  <a:pt x="1323126" y="248323"/>
                </a:lnTo>
                <a:lnTo>
                  <a:pt x="1323248" y="248503"/>
                </a:lnTo>
                <a:lnTo>
                  <a:pt x="1323328" y="248683"/>
                </a:lnTo>
                <a:lnTo>
                  <a:pt x="1323462" y="248863"/>
                </a:lnTo>
                <a:lnTo>
                  <a:pt x="1323584" y="249044"/>
                </a:lnTo>
                <a:lnTo>
                  <a:pt x="1323668" y="249224"/>
                </a:lnTo>
                <a:lnTo>
                  <a:pt x="1323790" y="249427"/>
                </a:lnTo>
                <a:lnTo>
                  <a:pt x="1323912" y="249607"/>
                </a:lnTo>
                <a:lnTo>
                  <a:pt x="1323995" y="249787"/>
                </a:lnTo>
                <a:lnTo>
                  <a:pt x="1324117" y="249968"/>
                </a:lnTo>
                <a:lnTo>
                  <a:pt x="1324239" y="250148"/>
                </a:lnTo>
                <a:lnTo>
                  <a:pt x="1324320" y="250328"/>
                </a:lnTo>
                <a:lnTo>
                  <a:pt x="1324445" y="250531"/>
                </a:lnTo>
                <a:lnTo>
                  <a:pt x="1324567" y="250689"/>
                </a:lnTo>
                <a:lnTo>
                  <a:pt x="1324647" y="250869"/>
                </a:lnTo>
                <a:lnTo>
                  <a:pt x="1324769" y="251072"/>
                </a:lnTo>
                <a:lnTo>
                  <a:pt x="1324903" y="251252"/>
                </a:lnTo>
                <a:lnTo>
                  <a:pt x="1324984" y="251433"/>
                </a:lnTo>
                <a:lnTo>
                  <a:pt x="1325109" y="251613"/>
                </a:lnTo>
                <a:lnTo>
                  <a:pt x="1325231" y="251793"/>
                </a:lnTo>
                <a:lnTo>
                  <a:pt x="1325311" y="251973"/>
                </a:lnTo>
                <a:lnTo>
                  <a:pt x="1325433" y="252176"/>
                </a:lnTo>
                <a:lnTo>
                  <a:pt x="1325558" y="252357"/>
                </a:lnTo>
                <a:lnTo>
                  <a:pt x="1325680" y="252514"/>
                </a:lnTo>
                <a:lnTo>
                  <a:pt x="1325761" y="252717"/>
                </a:lnTo>
                <a:lnTo>
                  <a:pt x="1325883" y="252897"/>
                </a:lnTo>
                <a:lnTo>
                  <a:pt x="1326008" y="253055"/>
                </a:lnTo>
                <a:lnTo>
                  <a:pt x="1326088" y="253258"/>
                </a:lnTo>
                <a:lnTo>
                  <a:pt x="1326222" y="253416"/>
                </a:lnTo>
                <a:lnTo>
                  <a:pt x="1326344" y="253619"/>
                </a:lnTo>
                <a:lnTo>
                  <a:pt x="1326425" y="253776"/>
                </a:lnTo>
                <a:lnTo>
                  <a:pt x="1326547" y="253957"/>
                </a:lnTo>
                <a:lnTo>
                  <a:pt x="1326672" y="254137"/>
                </a:lnTo>
                <a:lnTo>
                  <a:pt x="1326752" y="254295"/>
                </a:lnTo>
                <a:lnTo>
                  <a:pt x="1326874" y="254497"/>
                </a:lnTo>
                <a:lnTo>
                  <a:pt x="1326996" y="254655"/>
                </a:lnTo>
                <a:lnTo>
                  <a:pt x="1327080" y="254813"/>
                </a:lnTo>
                <a:lnTo>
                  <a:pt x="1327202" y="254993"/>
                </a:lnTo>
                <a:lnTo>
                  <a:pt x="1327324" y="255173"/>
                </a:lnTo>
                <a:lnTo>
                  <a:pt x="1327407" y="255331"/>
                </a:lnTo>
                <a:lnTo>
                  <a:pt x="1327529" y="255512"/>
                </a:lnTo>
                <a:lnTo>
                  <a:pt x="1327651" y="255669"/>
                </a:lnTo>
                <a:lnTo>
                  <a:pt x="1327743" y="255850"/>
                </a:lnTo>
                <a:lnTo>
                  <a:pt x="1327866" y="256007"/>
                </a:lnTo>
                <a:lnTo>
                  <a:pt x="1327988" y="256165"/>
                </a:lnTo>
                <a:lnTo>
                  <a:pt x="1328113" y="256345"/>
                </a:lnTo>
                <a:lnTo>
                  <a:pt x="1328193" y="256503"/>
                </a:lnTo>
                <a:lnTo>
                  <a:pt x="1328315" y="256683"/>
                </a:lnTo>
                <a:lnTo>
                  <a:pt x="1328437" y="256841"/>
                </a:lnTo>
                <a:lnTo>
                  <a:pt x="1328521" y="256999"/>
                </a:lnTo>
                <a:lnTo>
                  <a:pt x="1328643" y="257157"/>
                </a:lnTo>
                <a:lnTo>
                  <a:pt x="1328765" y="257337"/>
                </a:lnTo>
                <a:lnTo>
                  <a:pt x="1328848" y="257472"/>
                </a:lnTo>
                <a:lnTo>
                  <a:pt x="1328970" y="257652"/>
                </a:lnTo>
                <a:lnTo>
                  <a:pt x="1329092" y="257810"/>
                </a:lnTo>
                <a:lnTo>
                  <a:pt x="1329184" y="257968"/>
                </a:lnTo>
                <a:lnTo>
                  <a:pt x="1329306" y="258126"/>
                </a:lnTo>
                <a:lnTo>
                  <a:pt x="1329429" y="258283"/>
                </a:lnTo>
                <a:lnTo>
                  <a:pt x="1329512" y="258441"/>
                </a:lnTo>
                <a:lnTo>
                  <a:pt x="1329634" y="258599"/>
                </a:lnTo>
                <a:lnTo>
                  <a:pt x="1329756" y="258757"/>
                </a:lnTo>
                <a:lnTo>
                  <a:pt x="1329836" y="258892"/>
                </a:lnTo>
                <a:lnTo>
                  <a:pt x="1329961" y="259050"/>
                </a:lnTo>
                <a:lnTo>
                  <a:pt x="1330084" y="259207"/>
                </a:lnTo>
                <a:lnTo>
                  <a:pt x="1330164" y="259343"/>
                </a:lnTo>
                <a:lnTo>
                  <a:pt x="1330286" y="259500"/>
                </a:lnTo>
                <a:lnTo>
                  <a:pt x="1330411" y="259658"/>
                </a:lnTo>
                <a:lnTo>
                  <a:pt x="1330533" y="259793"/>
                </a:lnTo>
                <a:lnTo>
                  <a:pt x="1330613" y="259951"/>
                </a:lnTo>
                <a:lnTo>
                  <a:pt x="1330736" y="260086"/>
                </a:lnTo>
                <a:lnTo>
                  <a:pt x="1330870" y="260244"/>
                </a:lnTo>
                <a:lnTo>
                  <a:pt x="1330950" y="260379"/>
                </a:lnTo>
                <a:lnTo>
                  <a:pt x="1331075" y="260514"/>
                </a:lnTo>
                <a:lnTo>
                  <a:pt x="1331197" y="260672"/>
                </a:lnTo>
                <a:lnTo>
                  <a:pt x="1331277" y="260807"/>
                </a:lnTo>
                <a:lnTo>
                  <a:pt x="1331399" y="260943"/>
                </a:lnTo>
                <a:lnTo>
                  <a:pt x="1331524" y="261078"/>
                </a:lnTo>
                <a:lnTo>
                  <a:pt x="1331605" y="261213"/>
                </a:lnTo>
                <a:lnTo>
                  <a:pt x="1331727" y="261348"/>
                </a:lnTo>
                <a:lnTo>
                  <a:pt x="1331849" y="261484"/>
                </a:lnTo>
                <a:lnTo>
                  <a:pt x="1331932" y="261619"/>
                </a:lnTo>
                <a:lnTo>
                  <a:pt x="1332054" y="261754"/>
                </a:lnTo>
                <a:lnTo>
                  <a:pt x="1332176" y="261889"/>
                </a:lnTo>
                <a:lnTo>
                  <a:pt x="1332269" y="262002"/>
                </a:lnTo>
                <a:lnTo>
                  <a:pt x="1332391" y="262137"/>
                </a:lnTo>
                <a:lnTo>
                  <a:pt x="1332516" y="262272"/>
                </a:lnTo>
                <a:lnTo>
                  <a:pt x="1332596" y="262385"/>
                </a:lnTo>
                <a:lnTo>
                  <a:pt x="1332718" y="262520"/>
                </a:lnTo>
                <a:lnTo>
                  <a:pt x="1332840" y="262633"/>
                </a:lnTo>
                <a:lnTo>
                  <a:pt x="1332962" y="262768"/>
                </a:lnTo>
                <a:lnTo>
                  <a:pt x="1333046" y="262881"/>
                </a:lnTo>
                <a:lnTo>
                  <a:pt x="1333168" y="263016"/>
                </a:lnTo>
                <a:lnTo>
                  <a:pt x="1333290" y="263129"/>
                </a:lnTo>
                <a:lnTo>
                  <a:pt x="1333373" y="263241"/>
                </a:lnTo>
                <a:lnTo>
                  <a:pt x="1333495" y="263354"/>
                </a:lnTo>
                <a:lnTo>
                  <a:pt x="1333629" y="263489"/>
                </a:lnTo>
                <a:lnTo>
                  <a:pt x="1333701" y="263602"/>
                </a:lnTo>
                <a:lnTo>
                  <a:pt x="1333832" y="263715"/>
                </a:lnTo>
                <a:lnTo>
                  <a:pt x="1333954" y="263827"/>
                </a:lnTo>
                <a:lnTo>
                  <a:pt x="1334037" y="263940"/>
                </a:lnTo>
                <a:lnTo>
                  <a:pt x="1334159" y="264053"/>
                </a:lnTo>
                <a:lnTo>
                  <a:pt x="1334281" y="264165"/>
                </a:lnTo>
                <a:lnTo>
                  <a:pt x="1334365" y="264278"/>
                </a:lnTo>
                <a:lnTo>
                  <a:pt x="1334487" y="264391"/>
                </a:lnTo>
                <a:lnTo>
                  <a:pt x="1334609" y="264481"/>
                </a:lnTo>
                <a:lnTo>
                  <a:pt x="1334689" y="264593"/>
                </a:lnTo>
                <a:lnTo>
                  <a:pt x="1334814" y="264706"/>
                </a:lnTo>
                <a:lnTo>
                  <a:pt x="1334936" y="264796"/>
                </a:lnTo>
                <a:lnTo>
                  <a:pt x="1335017" y="264909"/>
                </a:lnTo>
                <a:lnTo>
                  <a:pt x="1335151" y="264999"/>
                </a:lnTo>
                <a:lnTo>
                  <a:pt x="1335273" y="265112"/>
                </a:lnTo>
                <a:lnTo>
                  <a:pt x="1335395" y="265202"/>
                </a:lnTo>
                <a:lnTo>
                  <a:pt x="1335478" y="265315"/>
                </a:lnTo>
                <a:lnTo>
                  <a:pt x="1335600" y="265405"/>
                </a:lnTo>
                <a:lnTo>
                  <a:pt x="1335722" y="265495"/>
                </a:lnTo>
                <a:lnTo>
                  <a:pt x="1335803" y="265585"/>
                </a:lnTo>
                <a:lnTo>
                  <a:pt x="1335928" y="265675"/>
                </a:lnTo>
                <a:lnTo>
                  <a:pt x="1336050" y="265765"/>
                </a:lnTo>
                <a:lnTo>
                  <a:pt x="1336130" y="265878"/>
                </a:lnTo>
                <a:lnTo>
                  <a:pt x="1336252" y="265968"/>
                </a:lnTo>
                <a:lnTo>
                  <a:pt x="1336377" y="266058"/>
                </a:lnTo>
                <a:lnTo>
                  <a:pt x="1336470" y="266126"/>
                </a:lnTo>
                <a:lnTo>
                  <a:pt x="1336592" y="266216"/>
                </a:lnTo>
                <a:lnTo>
                  <a:pt x="1336714" y="266306"/>
                </a:lnTo>
                <a:lnTo>
                  <a:pt x="1336794" y="266396"/>
                </a:lnTo>
                <a:lnTo>
                  <a:pt x="1336916" y="266486"/>
                </a:lnTo>
                <a:lnTo>
                  <a:pt x="1337041" y="266554"/>
                </a:lnTo>
                <a:lnTo>
                  <a:pt x="1337122" y="266644"/>
                </a:lnTo>
                <a:lnTo>
                  <a:pt x="1337244" y="266734"/>
                </a:lnTo>
                <a:lnTo>
                  <a:pt x="1337366" y="266802"/>
                </a:lnTo>
                <a:lnTo>
                  <a:pt x="1337449" y="266870"/>
                </a:lnTo>
                <a:lnTo>
                  <a:pt x="1337571" y="266960"/>
                </a:lnTo>
                <a:lnTo>
                  <a:pt x="1337693" y="267027"/>
                </a:lnTo>
                <a:lnTo>
                  <a:pt x="1337777" y="267117"/>
                </a:lnTo>
                <a:lnTo>
                  <a:pt x="1337899" y="267185"/>
                </a:lnTo>
                <a:lnTo>
                  <a:pt x="1338021" y="267253"/>
                </a:lnTo>
                <a:lnTo>
                  <a:pt x="1338155" y="267320"/>
                </a:lnTo>
                <a:lnTo>
                  <a:pt x="1338235" y="267410"/>
                </a:lnTo>
                <a:lnTo>
                  <a:pt x="1338357" y="267478"/>
                </a:lnTo>
                <a:lnTo>
                  <a:pt x="1338479" y="267523"/>
                </a:lnTo>
                <a:lnTo>
                  <a:pt x="1338563" y="267613"/>
                </a:lnTo>
                <a:lnTo>
                  <a:pt x="1338685" y="267658"/>
                </a:lnTo>
                <a:lnTo>
                  <a:pt x="1338807" y="267726"/>
                </a:lnTo>
                <a:lnTo>
                  <a:pt x="1338890" y="267794"/>
                </a:lnTo>
                <a:lnTo>
                  <a:pt x="1339012" y="267839"/>
                </a:lnTo>
                <a:lnTo>
                  <a:pt x="1339134" y="267906"/>
                </a:lnTo>
                <a:lnTo>
                  <a:pt x="1339218" y="267951"/>
                </a:lnTo>
                <a:lnTo>
                  <a:pt x="1339340" y="268019"/>
                </a:lnTo>
                <a:lnTo>
                  <a:pt x="1339462" y="268064"/>
                </a:lnTo>
                <a:lnTo>
                  <a:pt x="1339542" y="268132"/>
                </a:lnTo>
                <a:lnTo>
                  <a:pt x="1339676" y="268177"/>
                </a:lnTo>
                <a:lnTo>
                  <a:pt x="1339798" y="268222"/>
                </a:lnTo>
                <a:lnTo>
                  <a:pt x="1339881" y="268267"/>
                </a:lnTo>
                <a:lnTo>
                  <a:pt x="1340003" y="268312"/>
                </a:lnTo>
                <a:lnTo>
                  <a:pt x="1340126" y="268379"/>
                </a:lnTo>
                <a:lnTo>
                  <a:pt x="1340206" y="268402"/>
                </a:lnTo>
                <a:lnTo>
                  <a:pt x="1340331" y="268470"/>
                </a:lnTo>
                <a:lnTo>
                  <a:pt x="1340453" y="268515"/>
                </a:lnTo>
                <a:lnTo>
                  <a:pt x="1340575" y="268537"/>
                </a:lnTo>
                <a:lnTo>
                  <a:pt x="1340655" y="268582"/>
                </a:lnTo>
                <a:lnTo>
                  <a:pt x="1340781" y="268627"/>
                </a:lnTo>
                <a:lnTo>
                  <a:pt x="1340903" y="268672"/>
                </a:lnTo>
                <a:lnTo>
                  <a:pt x="1340983" y="268718"/>
                </a:lnTo>
                <a:lnTo>
                  <a:pt x="1341105" y="268740"/>
                </a:lnTo>
                <a:lnTo>
                  <a:pt x="1341230" y="268763"/>
                </a:lnTo>
                <a:lnTo>
                  <a:pt x="1341319" y="268808"/>
                </a:lnTo>
                <a:lnTo>
                  <a:pt x="1341444" y="268830"/>
                </a:lnTo>
                <a:lnTo>
                  <a:pt x="1341566" y="268875"/>
                </a:lnTo>
                <a:lnTo>
                  <a:pt x="1341647" y="268898"/>
                </a:lnTo>
                <a:lnTo>
                  <a:pt x="1341769" y="268943"/>
                </a:lnTo>
                <a:lnTo>
                  <a:pt x="1341894" y="268965"/>
                </a:lnTo>
                <a:lnTo>
                  <a:pt x="1341974" y="268988"/>
                </a:lnTo>
                <a:lnTo>
                  <a:pt x="1342096" y="269011"/>
                </a:lnTo>
                <a:lnTo>
                  <a:pt x="1342218" y="269033"/>
                </a:lnTo>
                <a:lnTo>
                  <a:pt x="1342302" y="269056"/>
                </a:lnTo>
                <a:lnTo>
                  <a:pt x="1342424" y="269078"/>
                </a:lnTo>
                <a:lnTo>
                  <a:pt x="1342558" y="269101"/>
                </a:lnTo>
                <a:lnTo>
                  <a:pt x="1342638" y="269123"/>
                </a:lnTo>
                <a:lnTo>
                  <a:pt x="1342760" y="269146"/>
                </a:lnTo>
                <a:lnTo>
                  <a:pt x="1342882" y="269168"/>
                </a:lnTo>
                <a:lnTo>
                  <a:pt x="1343007" y="269168"/>
                </a:lnTo>
                <a:lnTo>
                  <a:pt x="1343088" y="269191"/>
                </a:lnTo>
                <a:lnTo>
                  <a:pt x="1343210" y="269213"/>
                </a:lnTo>
                <a:lnTo>
                  <a:pt x="1343332" y="269213"/>
                </a:lnTo>
                <a:lnTo>
                  <a:pt x="1343415" y="269236"/>
                </a:lnTo>
                <a:lnTo>
                  <a:pt x="1343537" y="269236"/>
                </a:lnTo>
                <a:lnTo>
                  <a:pt x="1343659" y="269258"/>
                </a:lnTo>
                <a:lnTo>
                  <a:pt x="1343743" y="269258"/>
                </a:lnTo>
                <a:lnTo>
                  <a:pt x="1343874" y="269258"/>
                </a:lnTo>
                <a:lnTo>
                  <a:pt x="1343999" y="269281"/>
                </a:lnTo>
                <a:lnTo>
                  <a:pt x="1344070" y="269281"/>
                </a:lnTo>
                <a:lnTo>
                  <a:pt x="1344201" y="269281"/>
                </a:lnTo>
                <a:lnTo>
                  <a:pt x="1344323" y="269281"/>
                </a:lnTo>
                <a:lnTo>
                  <a:pt x="1344407" y="269281"/>
                </a:lnTo>
                <a:lnTo>
                  <a:pt x="1344529" y="269281"/>
                </a:lnTo>
                <a:lnTo>
                  <a:pt x="1344651" y="269281"/>
                </a:lnTo>
                <a:lnTo>
                  <a:pt x="1344734" y="269281"/>
                </a:lnTo>
                <a:lnTo>
                  <a:pt x="1344856" y="269281"/>
                </a:lnTo>
                <a:lnTo>
                  <a:pt x="1344978" y="269281"/>
                </a:lnTo>
                <a:lnTo>
                  <a:pt x="1345059" y="269258"/>
                </a:lnTo>
                <a:lnTo>
                  <a:pt x="1345184" y="269258"/>
                </a:lnTo>
                <a:lnTo>
                  <a:pt x="1345306" y="269258"/>
                </a:lnTo>
                <a:lnTo>
                  <a:pt x="1345437" y="269258"/>
                </a:lnTo>
                <a:lnTo>
                  <a:pt x="1345520" y="269236"/>
                </a:lnTo>
                <a:lnTo>
                  <a:pt x="1345642" y="269236"/>
                </a:lnTo>
                <a:lnTo>
                  <a:pt x="1345764" y="269236"/>
                </a:lnTo>
                <a:lnTo>
                  <a:pt x="1345848" y="269213"/>
                </a:lnTo>
                <a:lnTo>
                  <a:pt x="1345970" y="269213"/>
                </a:lnTo>
                <a:lnTo>
                  <a:pt x="1346092" y="269213"/>
                </a:lnTo>
                <a:lnTo>
                  <a:pt x="1346172" y="269191"/>
                </a:lnTo>
                <a:lnTo>
                  <a:pt x="1346297" y="269191"/>
                </a:lnTo>
                <a:lnTo>
                  <a:pt x="1346419" y="269168"/>
                </a:lnTo>
                <a:lnTo>
                  <a:pt x="1346500" y="269168"/>
                </a:lnTo>
                <a:lnTo>
                  <a:pt x="1346622" y="269168"/>
                </a:lnTo>
                <a:lnTo>
                  <a:pt x="1346747" y="269146"/>
                </a:lnTo>
                <a:lnTo>
                  <a:pt x="1346827" y="269146"/>
                </a:lnTo>
                <a:lnTo>
                  <a:pt x="1346961" y="269146"/>
                </a:lnTo>
                <a:lnTo>
                  <a:pt x="1347083" y="269123"/>
                </a:lnTo>
                <a:lnTo>
                  <a:pt x="1347164" y="269123"/>
                </a:lnTo>
                <a:lnTo>
                  <a:pt x="1347286" y="269101"/>
                </a:lnTo>
                <a:lnTo>
                  <a:pt x="1347411" y="269078"/>
                </a:lnTo>
                <a:lnTo>
                  <a:pt x="1347491" y="269078"/>
                </a:lnTo>
                <a:lnTo>
                  <a:pt x="1347613" y="269078"/>
                </a:lnTo>
                <a:lnTo>
                  <a:pt x="1347735" y="269056"/>
                </a:lnTo>
                <a:lnTo>
                  <a:pt x="1347860" y="269056"/>
                </a:lnTo>
                <a:lnTo>
                  <a:pt x="1347941" y="269033"/>
                </a:lnTo>
                <a:lnTo>
                  <a:pt x="1348063" y="269033"/>
                </a:lnTo>
                <a:lnTo>
                  <a:pt x="1348185" y="269011"/>
                </a:lnTo>
                <a:lnTo>
                  <a:pt x="1348268" y="268988"/>
                </a:lnTo>
                <a:lnTo>
                  <a:pt x="1348390" y="268988"/>
                </a:lnTo>
                <a:lnTo>
                  <a:pt x="1348512" y="268965"/>
                </a:lnTo>
                <a:lnTo>
                  <a:pt x="1348605" y="268943"/>
                </a:lnTo>
                <a:lnTo>
                  <a:pt x="1348727" y="268943"/>
                </a:lnTo>
                <a:lnTo>
                  <a:pt x="1348852" y="268920"/>
                </a:lnTo>
                <a:lnTo>
                  <a:pt x="1348932" y="268898"/>
                </a:lnTo>
                <a:lnTo>
                  <a:pt x="1349054" y="268898"/>
                </a:lnTo>
                <a:lnTo>
                  <a:pt x="1349176" y="268875"/>
                </a:lnTo>
                <a:lnTo>
                  <a:pt x="1349259" y="268853"/>
                </a:lnTo>
                <a:lnTo>
                  <a:pt x="1349382" y="268830"/>
                </a:lnTo>
                <a:lnTo>
                  <a:pt x="1349504" y="268830"/>
                </a:lnTo>
                <a:lnTo>
                  <a:pt x="1349587" y="268808"/>
                </a:lnTo>
                <a:lnTo>
                  <a:pt x="1349709" y="268785"/>
                </a:lnTo>
                <a:lnTo>
                  <a:pt x="1349831" y="268763"/>
                </a:lnTo>
                <a:lnTo>
                  <a:pt x="1349911" y="268740"/>
                </a:lnTo>
                <a:lnTo>
                  <a:pt x="1350045" y="268718"/>
                </a:lnTo>
                <a:lnTo>
                  <a:pt x="1350168" y="268718"/>
                </a:lnTo>
                <a:lnTo>
                  <a:pt x="1350290" y="268695"/>
                </a:lnTo>
                <a:lnTo>
                  <a:pt x="1350373" y="268672"/>
                </a:lnTo>
                <a:lnTo>
                  <a:pt x="1350495" y="268650"/>
                </a:lnTo>
                <a:lnTo>
                  <a:pt x="1350617" y="268650"/>
                </a:lnTo>
                <a:lnTo>
                  <a:pt x="1350700" y="268627"/>
                </a:lnTo>
                <a:lnTo>
                  <a:pt x="1350823" y="268605"/>
                </a:lnTo>
                <a:lnTo>
                  <a:pt x="1350945" y="268605"/>
                </a:lnTo>
                <a:lnTo>
                  <a:pt x="1351025" y="268582"/>
                </a:lnTo>
                <a:lnTo>
                  <a:pt x="1351150" y="268560"/>
                </a:lnTo>
                <a:lnTo>
                  <a:pt x="1351281" y="268537"/>
                </a:lnTo>
                <a:lnTo>
                  <a:pt x="1351352" y="268515"/>
                </a:lnTo>
                <a:lnTo>
                  <a:pt x="1351475" y="268515"/>
                </a:lnTo>
                <a:lnTo>
                  <a:pt x="1351608" y="268492"/>
                </a:lnTo>
                <a:lnTo>
                  <a:pt x="1351689" y="268470"/>
                </a:lnTo>
                <a:lnTo>
                  <a:pt x="1351814" y="268447"/>
                </a:lnTo>
                <a:lnTo>
                  <a:pt x="1351936" y="268425"/>
                </a:lnTo>
                <a:lnTo>
                  <a:pt x="1352016" y="268402"/>
                </a:lnTo>
                <a:lnTo>
                  <a:pt x="1352138" y="268380"/>
                </a:lnTo>
                <a:lnTo>
                  <a:pt x="1352263" y="268380"/>
                </a:lnTo>
                <a:lnTo>
                  <a:pt x="1352344" y="268357"/>
                </a:lnTo>
                <a:lnTo>
                  <a:pt x="1352466" y="268334"/>
                </a:lnTo>
                <a:lnTo>
                  <a:pt x="1352588" y="268312"/>
                </a:lnTo>
                <a:lnTo>
                  <a:pt x="1352671" y="268289"/>
                </a:lnTo>
                <a:lnTo>
                  <a:pt x="1352805" y="268289"/>
                </a:lnTo>
                <a:lnTo>
                  <a:pt x="1352927" y="268267"/>
                </a:lnTo>
                <a:lnTo>
                  <a:pt x="1353049" y="268244"/>
                </a:lnTo>
                <a:lnTo>
                  <a:pt x="1353130" y="268222"/>
                </a:lnTo>
                <a:lnTo>
                  <a:pt x="1353255" y="268222"/>
                </a:lnTo>
                <a:lnTo>
                  <a:pt x="1353377" y="268177"/>
                </a:lnTo>
                <a:lnTo>
                  <a:pt x="1353457" y="268177"/>
                </a:lnTo>
                <a:lnTo>
                  <a:pt x="1353579" y="268154"/>
                </a:lnTo>
                <a:lnTo>
                  <a:pt x="1353704" y="268132"/>
                </a:lnTo>
                <a:lnTo>
                  <a:pt x="1353785" y="268109"/>
                </a:lnTo>
                <a:lnTo>
                  <a:pt x="1353907" y="268087"/>
                </a:lnTo>
                <a:lnTo>
                  <a:pt x="1354029" y="268064"/>
                </a:lnTo>
                <a:lnTo>
                  <a:pt x="1354112" y="268041"/>
                </a:lnTo>
                <a:lnTo>
                  <a:pt x="1354243" y="268019"/>
                </a:lnTo>
                <a:lnTo>
                  <a:pt x="1354356" y="267996"/>
                </a:lnTo>
                <a:lnTo>
                  <a:pt x="1354449" y="267974"/>
                </a:lnTo>
                <a:lnTo>
                  <a:pt x="1354571" y="267951"/>
                </a:lnTo>
                <a:lnTo>
                  <a:pt x="1354693" y="267951"/>
                </a:lnTo>
                <a:lnTo>
                  <a:pt x="1354776" y="267929"/>
                </a:lnTo>
                <a:lnTo>
                  <a:pt x="1354898" y="267906"/>
                </a:lnTo>
                <a:lnTo>
                  <a:pt x="1355020" y="267884"/>
                </a:lnTo>
                <a:lnTo>
                  <a:pt x="1355104" y="267861"/>
                </a:lnTo>
                <a:lnTo>
                  <a:pt x="1355226" y="267839"/>
                </a:lnTo>
                <a:lnTo>
                  <a:pt x="1355348" y="267816"/>
                </a:lnTo>
                <a:lnTo>
                  <a:pt x="1355470" y="267794"/>
                </a:lnTo>
                <a:lnTo>
                  <a:pt x="1355553" y="267771"/>
                </a:lnTo>
                <a:lnTo>
                  <a:pt x="1355675" y="267749"/>
                </a:lnTo>
                <a:lnTo>
                  <a:pt x="1355797" y="267726"/>
                </a:lnTo>
                <a:lnTo>
                  <a:pt x="1355890" y="267703"/>
                </a:lnTo>
                <a:lnTo>
                  <a:pt x="1356012" y="267681"/>
                </a:lnTo>
                <a:lnTo>
                  <a:pt x="1356134" y="267658"/>
                </a:lnTo>
                <a:lnTo>
                  <a:pt x="1356217" y="267636"/>
                </a:lnTo>
                <a:lnTo>
                  <a:pt x="1356339" y="267613"/>
                </a:lnTo>
                <a:lnTo>
                  <a:pt x="1356461" y="267591"/>
                </a:lnTo>
                <a:lnTo>
                  <a:pt x="1356542" y="267568"/>
                </a:lnTo>
                <a:lnTo>
                  <a:pt x="1356667" y="267546"/>
                </a:lnTo>
                <a:lnTo>
                  <a:pt x="1356789" y="267523"/>
                </a:lnTo>
                <a:lnTo>
                  <a:pt x="1356869" y="267523"/>
                </a:lnTo>
                <a:lnTo>
                  <a:pt x="1356991" y="267501"/>
                </a:lnTo>
                <a:lnTo>
                  <a:pt x="1357116" y="267478"/>
                </a:lnTo>
                <a:lnTo>
                  <a:pt x="1357197" y="267456"/>
                </a:lnTo>
                <a:lnTo>
                  <a:pt x="1357319" y="267410"/>
                </a:lnTo>
                <a:lnTo>
                  <a:pt x="1357453" y="267410"/>
                </a:lnTo>
                <a:lnTo>
                  <a:pt x="1357533" y="267388"/>
                </a:lnTo>
                <a:lnTo>
                  <a:pt x="1357658" y="267365"/>
                </a:lnTo>
                <a:lnTo>
                  <a:pt x="1357780" y="267343"/>
                </a:lnTo>
                <a:lnTo>
                  <a:pt x="1357902" y="267320"/>
                </a:lnTo>
                <a:lnTo>
                  <a:pt x="1357983" y="267298"/>
                </a:lnTo>
                <a:lnTo>
                  <a:pt x="1358108" y="267275"/>
                </a:lnTo>
                <a:lnTo>
                  <a:pt x="1358230" y="267253"/>
                </a:lnTo>
                <a:lnTo>
                  <a:pt x="1358310" y="267230"/>
                </a:lnTo>
                <a:lnTo>
                  <a:pt x="1358432" y="267185"/>
                </a:lnTo>
                <a:lnTo>
                  <a:pt x="1358557" y="267185"/>
                </a:lnTo>
                <a:lnTo>
                  <a:pt x="1358638" y="267163"/>
                </a:lnTo>
                <a:lnTo>
                  <a:pt x="1358760" y="267140"/>
                </a:lnTo>
                <a:lnTo>
                  <a:pt x="1358894" y="267095"/>
                </a:lnTo>
                <a:lnTo>
                  <a:pt x="1358974" y="267072"/>
                </a:lnTo>
                <a:lnTo>
                  <a:pt x="1359096" y="267072"/>
                </a:lnTo>
                <a:lnTo>
                  <a:pt x="1359221" y="267027"/>
                </a:lnTo>
                <a:lnTo>
                  <a:pt x="1359301" y="267005"/>
                </a:lnTo>
                <a:lnTo>
                  <a:pt x="1359424" y="266982"/>
                </a:lnTo>
                <a:lnTo>
                  <a:pt x="1359546" y="266960"/>
                </a:lnTo>
                <a:lnTo>
                  <a:pt x="1359629" y="266937"/>
                </a:lnTo>
                <a:lnTo>
                  <a:pt x="1359751" y="266915"/>
                </a:lnTo>
                <a:lnTo>
                  <a:pt x="1359873" y="266892"/>
                </a:lnTo>
                <a:lnTo>
                  <a:pt x="1359956" y="266870"/>
                </a:lnTo>
                <a:lnTo>
                  <a:pt x="1360079" y="266825"/>
                </a:lnTo>
                <a:lnTo>
                  <a:pt x="1360201" y="266802"/>
                </a:lnTo>
                <a:lnTo>
                  <a:pt x="1360335" y="266779"/>
                </a:lnTo>
                <a:lnTo>
                  <a:pt x="1360406" y="266757"/>
                </a:lnTo>
                <a:lnTo>
                  <a:pt x="1360537" y="266734"/>
                </a:lnTo>
                <a:lnTo>
                  <a:pt x="1360659" y="266689"/>
                </a:lnTo>
                <a:lnTo>
                  <a:pt x="1360742" y="266667"/>
                </a:lnTo>
                <a:lnTo>
                  <a:pt x="1360865" y="266644"/>
                </a:lnTo>
                <a:lnTo>
                  <a:pt x="1360987" y="266622"/>
                </a:lnTo>
                <a:lnTo>
                  <a:pt x="1361070" y="266577"/>
                </a:lnTo>
                <a:lnTo>
                  <a:pt x="1361192" y="266554"/>
                </a:lnTo>
                <a:lnTo>
                  <a:pt x="1361314" y="266532"/>
                </a:lnTo>
                <a:lnTo>
                  <a:pt x="1361394" y="266486"/>
                </a:lnTo>
                <a:lnTo>
                  <a:pt x="1361519" y="266464"/>
                </a:lnTo>
                <a:lnTo>
                  <a:pt x="1361650" y="266441"/>
                </a:lnTo>
                <a:lnTo>
                  <a:pt x="1361734" y="266419"/>
                </a:lnTo>
                <a:lnTo>
                  <a:pt x="1361856" y="266374"/>
                </a:lnTo>
                <a:lnTo>
                  <a:pt x="1361978" y="266351"/>
                </a:lnTo>
                <a:lnTo>
                  <a:pt x="1362061" y="266306"/>
                </a:lnTo>
                <a:lnTo>
                  <a:pt x="1362183" y="266284"/>
                </a:lnTo>
                <a:lnTo>
                  <a:pt x="1362305" y="266239"/>
                </a:lnTo>
                <a:lnTo>
                  <a:pt x="1362386" y="266216"/>
                </a:lnTo>
                <a:lnTo>
                  <a:pt x="1362511" y="266194"/>
                </a:lnTo>
                <a:lnTo>
                  <a:pt x="1362633" y="266148"/>
                </a:lnTo>
                <a:lnTo>
                  <a:pt x="1362755" y="266126"/>
                </a:lnTo>
                <a:lnTo>
                  <a:pt x="1362835" y="266081"/>
                </a:lnTo>
                <a:lnTo>
                  <a:pt x="1362960" y="266058"/>
                </a:lnTo>
                <a:lnTo>
                  <a:pt x="1363082" y="266013"/>
                </a:lnTo>
                <a:lnTo>
                  <a:pt x="1363163" y="265991"/>
                </a:lnTo>
                <a:lnTo>
                  <a:pt x="1363297" y="265946"/>
                </a:lnTo>
                <a:lnTo>
                  <a:pt x="1363419" y="265923"/>
                </a:lnTo>
                <a:lnTo>
                  <a:pt x="1363499" y="265878"/>
                </a:lnTo>
                <a:lnTo>
                  <a:pt x="1363624" y="265833"/>
                </a:lnTo>
                <a:lnTo>
                  <a:pt x="1363746" y="265810"/>
                </a:lnTo>
                <a:lnTo>
                  <a:pt x="1363827" y="265765"/>
                </a:lnTo>
                <a:lnTo>
                  <a:pt x="1363949" y="265743"/>
                </a:lnTo>
                <a:lnTo>
                  <a:pt x="1364074" y="265698"/>
                </a:lnTo>
                <a:lnTo>
                  <a:pt x="1364154" y="265653"/>
                </a:lnTo>
                <a:lnTo>
                  <a:pt x="1364276" y="265630"/>
                </a:lnTo>
                <a:lnTo>
                  <a:pt x="1364398" y="265585"/>
                </a:lnTo>
                <a:lnTo>
                  <a:pt x="1364482" y="265540"/>
                </a:lnTo>
                <a:lnTo>
                  <a:pt x="1364604" y="265517"/>
                </a:lnTo>
                <a:lnTo>
                  <a:pt x="1364726" y="265472"/>
                </a:lnTo>
                <a:lnTo>
                  <a:pt x="1364818" y="265427"/>
                </a:lnTo>
                <a:lnTo>
                  <a:pt x="1364940" y="265405"/>
                </a:lnTo>
                <a:lnTo>
                  <a:pt x="1365062" y="265360"/>
                </a:lnTo>
                <a:lnTo>
                  <a:pt x="1365187" y="265315"/>
                </a:lnTo>
                <a:lnTo>
                  <a:pt x="1365268" y="265292"/>
                </a:lnTo>
                <a:lnTo>
                  <a:pt x="1365390" y="265247"/>
                </a:lnTo>
                <a:lnTo>
                  <a:pt x="1365512" y="265202"/>
                </a:lnTo>
                <a:lnTo>
                  <a:pt x="1365595" y="265179"/>
                </a:lnTo>
                <a:lnTo>
                  <a:pt x="1365717" y="265134"/>
                </a:lnTo>
                <a:lnTo>
                  <a:pt x="1365839" y="265112"/>
                </a:lnTo>
                <a:lnTo>
                  <a:pt x="1365923" y="265067"/>
                </a:lnTo>
                <a:lnTo>
                  <a:pt x="1366045" y="265022"/>
                </a:lnTo>
                <a:lnTo>
                  <a:pt x="1366167" y="264999"/>
                </a:lnTo>
                <a:lnTo>
                  <a:pt x="1366259" y="264954"/>
                </a:lnTo>
                <a:lnTo>
                  <a:pt x="1366381" y="264909"/>
                </a:lnTo>
                <a:lnTo>
                  <a:pt x="1366503" y="264886"/>
                </a:lnTo>
                <a:lnTo>
                  <a:pt x="1366587" y="264841"/>
                </a:lnTo>
                <a:lnTo>
                  <a:pt x="1366709" y="264796"/>
                </a:lnTo>
                <a:lnTo>
                  <a:pt x="1366831" y="264774"/>
                </a:lnTo>
                <a:lnTo>
                  <a:pt x="1366914" y="264729"/>
                </a:lnTo>
                <a:lnTo>
                  <a:pt x="1367036" y="264684"/>
                </a:lnTo>
                <a:lnTo>
                  <a:pt x="1367158" y="264661"/>
                </a:lnTo>
                <a:lnTo>
                  <a:pt x="1367239" y="264616"/>
                </a:lnTo>
                <a:lnTo>
                  <a:pt x="1367364" y="264571"/>
                </a:lnTo>
                <a:lnTo>
                  <a:pt x="1367486" y="264548"/>
                </a:lnTo>
                <a:lnTo>
                  <a:pt x="1367608" y="264503"/>
                </a:lnTo>
                <a:lnTo>
                  <a:pt x="1367688" y="264458"/>
                </a:lnTo>
                <a:lnTo>
                  <a:pt x="1367822" y="264413"/>
                </a:lnTo>
                <a:lnTo>
                  <a:pt x="1367944" y="264391"/>
                </a:lnTo>
                <a:lnTo>
                  <a:pt x="1368028" y="264346"/>
                </a:lnTo>
                <a:lnTo>
                  <a:pt x="1368150" y="264301"/>
                </a:lnTo>
                <a:lnTo>
                  <a:pt x="1368272" y="264255"/>
                </a:lnTo>
                <a:lnTo>
                  <a:pt x="1368352" y="264233"/>
                </a:lnTo>
                <a:lnTo>
                  <a:pt x="1368477" y="264165"/>
                </a:lnTo>
                <a:lnTo>
                  <a:pt x="1368599" y="264120"/>
                </a:lnTo>
                <a:lnTo>
                  <a:pt x="1368680" y="264098"/>
                </a:lnTo>
                <a:lnTo>
                  <a:pt x="1368802" y="264053"/>
                </a:lnTo>
                <a:lnTo>
                  <a:pt x="1368927" y="264008"/>
                </a:lnTo>
                <a:lnTo>
                  <a:pt x="1369007" y="263962"/>
                </a:lnTo>
                <a:lnTo>
                  <a:pt x="1369129" y="263917"/>
                </a:lnTo>
                <a:lnTo>
                  <a:pt x="1369263" y="263872"/>
                </a:lnTo>
                <a:lnTo>
                  <a:pt x="1369343" y="263827"/>
                </a:lnTo>
                <a:lnTo>
                  <a:pt x="1369466" y="263805"/>
                </a:lnTo>
                <a:lnTo>
                  <a:pt x="1369591" y="263760"/>
                </a:lnTo>
                <a:lnTo>
                  <a:pt x="1369671" y="263692"/>
                </a:lnTo>
                <a:lnTo>
                  <a:pt x="1369793" y="263670"/>
                </a:lnTo>
                <a:lnTo>
                  <a:pt x="1369915" y="263624"/>
                </a:lnTo>
                <a:lnTo>
                  <a:pt x="1370040" y="263579"/>
                </a:lnTo>
                <a:lnTo>
                  <a:pt x="1370121" y="263534"/>
                </a:lnTo>
                <a:lnTo>
                  <a:pt x="1370243" y="263489"/>
                </a:lnTo>
                <a:lnTo>
                  <a:pt x="1370365" y="263444"/>
                </a:lnTo>
                <a:lnTo>
                  <a:pt x="1370457" y="263399"/>
                </a:lnTo>
                <a:lnTo>
                  <a:pt x="1370579" y="263354"/>
                </a:lnTo>
                <a:lnTo>
                  <a:pt x="1370704" y="263309"/>
                </a:lnTo>
                <a:lnTo>
                  <a:pt x="1370784" y="263241"/>
                </a:lnTo>
                <a:lnTo>
                  <a:pt x="1370906" y="263196"/>
                </a:lnTo>
                <a:lnTo>
                  <a:pt x="1371029" y="263151"/>
                </a:lnTo>
                <a:lnTo>
                  <a:pt x="1371112" y="263106"/>
                </a:lnTo>
                <a:lnTo>
                  <a:pt x="1371234" y="263061"/>
                </a:lnTo>
                <a:lnTo>
                  <a:pt x="1371356" y="263016"/>
                </a:lnTo>
                <a:lnTo>
                  <a:pt x="1371439" y="262948"/>
                </a:lnTo>
                <a:lnTo>
                  <a:pt x="1371561" y="262903"/>
                </a:lnTo>
                <a:lnTo>
                  <a:pt x="1371684" y="262858"/>
                </a:lnTo>
                <a:lnTo>
                  <a:pt x="1371767" y="262813"/>
                </a:lnTo>
                <a:lnTo>
                  <a:pt x="1371889" y="262746"/>
                </a:lnTo>
                <a:lnTo>
                  <a:pt x="1372011" y="262700"/>
                </a:lnTo>
                <a:lnTo>
                  <a:pt x="1372103" y="262655"/>
                </a:lnTo>
                <a:lnTo>
                  <a:pt x="1372225" y="262588"/>
                </a:lnTo>
                <a:lnTo>
                  <a:pt x="1372347" y="262543"/>
                </a:lnTo>
                <a:lnTo>
                  <a:pt x="1372431" y="262475"/>
                </a:lnTo>
                <a:lnTo>
                  <a:pt x="1372553" y="262430"/>
                </a:lnTo>
                <a:lnTo>
                  <a:pt x="1372675" y="262385"/>
                </a:lnTo>
                <a:lnTo>
                  <a:pt x="1372797" y="262340"/>
                </a:lnTo>
                <a:lnTo>
                  <a:pt x="1372880" y="262272"/>
                </a:lnTo>
                <a:lnTo>
                  <a:pt x="1373002" y="262227"/>
                </a:lnTo>
                <a:lnTo>
                  <a:pt x="1373124" y="262160"/>
                </a:lnTo>
                <a:lnTo>
                  <a:pt x="1373205" y="262115"/>
                </a:lnTo>
                <a:lnTo>
                  <a:pt x="1373330" y="262047"/>
                </a:lnTo>
                <a:lnTo>
                  <a:pt x="1373452" y="262002"/>
                </a:lnTo>
                <a:lnTo>
                  <a:pt x="1373532" y="261934"/>
                </a:lnTo>
                <a:lnTo>
                  <a:pt x="1373666" y="261889"/>
                </a:lnTo>
                <a:lnTo>
                  <a:pt x="1373788" y="261822"/>
                </a:lnTo>
                <a:lnTo>
                  <a:pt x="1373869" y="261777"/>
                </a:lnTo>
                <a:lnTo>
                  <a:pt x="1373994" y="261731"/>
                </a:lnTo>
                <a:lnTo>
                  <a:pt x="1374116" y="261686"/>
                </a:lnTo>
                <a:lnTo>
                  <a:pt x="1374196" y="261619"/>
                </a:lnTo>
                <a:lnTo>
                  <a:pt x="1374318" y="261574"/>
                </a:lnTo>
                <a:lnTo>
                  <a:pt x="1374443" y="261506"/>
                </a:lnTo>
                <a:lnTo>
                  <a:pt x="1374524" y="261461"/>
                </a:lnTo>
                <a:lnTo>
                  <a:pt x="1374646" y="261393"/>
                </a:lnTo>
                <a:lnTo>
                  <a:pt x="1374768" y="261348"/>
                </a:lnTo>
                <a:lnTo>
                  <a:pt x="1374851" y="261281"/>
                </a:lnTo>
                <a:lnTo>
                  <a:pt x="1374973" y="261236"/>
                </a:lnTo>
                <a:lnTo>
                  <a:pt x="1375095" y="261191"/>
                </a:lnTo>
                <a:lnTo>
                  <a:pt x="1375217" y="261123"/>
                </a:lnTo>
                <a:lnTo>
                  <a:pt x="1375310" y="261078"/>
                </a:lnTo>
                <a:lnTo>
                  <a:pt x="1375432" y="261033"/>
                </a:lnTo>
                <a:lnTo>
                  <a:pt x="1375557" y="260965"/>
                </a:lnTo>
                <a:lnTo>
                  <a:pt x="1375637" y="260920"/>
                </a:lnTo>
                <a:lnTo>
                  <a:pt x="1375759" y="260875"/>
                </a:lnTo>
                <a:lnTo>
                  <a:pt x="1375881" y="260830"/>
                </a:lnTo>
                <a:lnTo>
                  <a:pt x="1375965" y="260762"/>
                </a:lnTo>
                <a:lnTo>
                  <a:pt x="1376087" y="260717"/>
                </a:lnTo>
                <a:lnTo>
                  <a:pt x="1376209" y="260672"/>
                </a:lnTo>
                <a:lnTo>
                  <a:pt x="1376292" y="260627"/>
                </a:lnTo>
                <a:lnTo>
                  <a:pt x="1376414" y="260560"/>
                </a:lnTo>
                <a:lnTo>
                  <a:pt x="1376536" y="260515"/>
                </a:lnTo>
                <a:lnTo>
                  <a:pt x="1376617" y="260469"/>
                </a:lnTo>
                <a:lnTo>
                  <a:pt x="1376751" y="260402"/>
                </a:lnTo>
                <a:lnTo>
                  <a:pt x="1376873" y="260379"/>
                </a:lnTo>
                <a:lnTo>
                  <a:pt x="1376956" y="260312"/>
                </a:lnTo>
                <a:lnTo>
                  <a:pt x="1377078" y="260267"/>
                </a:lnTo>
                <a:lnTo>
                  <a:pt x="1377200" y="260222"/>
                </a:lnTo>
                <a:lnTo>
                  <a:pt x="1377284" y="260176"/>
                </a:lnTo>
                <a:lnTo>
                  <a:pt x="1377406" y="260131"/>
                </a:lnTo>
                <a:lnTo>
                  <a:pt x="1377528" y="260086"/>
                </a:lnTo>
                <a:lnTo>
                  <a:pt x="1377650" y="260041"/>
                </a:lnTo>
                <a:lnTo>
                  <a:pt x="1377730" y="259974"/>
                </a:lnTo>
                <a:lnTo>
                  <a:pt x="1377864" y="259951"/>
                </a:lnTo>
                <a:lnTo>
                  <a:pt x="1377986" y="259906"/>
                </a:lnTo>
                <a:lnTo>
                  <a:pt x="1378058" y="259861"/>
                </a:lnTo>
                <a:lnTo>
                  <a:pt x="1378180" y="259816"/>
                </a:lnTo>
                <a:lnTo>
                  <a:pt x="1378314" y="259771"/>
                </a:lnTo>
                <a:lnTo>
                  <a:pt x="1378397" y="259726"/>
                </a:lnTo>
                <a:lnTo>
                  <a:pt x="1378519" y="259681"/>
                </a:lnTo>
                <a:lnTo>
                  <a:pt x="1378641" y="259636"/>
                </a:lnTo>
                <a:lnTo>
                  <a:pt x="1378722" y="259591"/>
                </a:lnTo>
                <a:lnTo>
                  <a:pt x="1378847" y="259545"/>
                </a:lnTo>
                <a:lnTo>
                  <a:pt x="1378969" y="259500"/>
                </a:lnTo>
                <a:lnTo>
                  <a:pt x="1379049" y="259455"/>
                </a:lnTo>
                <a:lnTo>
                  <a:pt x="1379171" y="259410"/>
                </a:lnTo>
                <a:lnTo>
                  <a:pt x="1379296" y="259388"/>
                </a:lnTo>
                <a:lnTo>
                  <a:pt x="1379377" y="259320"/>
                </a:lnTo>
                <a:lnTo>
                  <a:pt x="1379511" y="259298"/>
                </a:lnTo>
                <a:lnTo>
                  <a:pt x="1379633" y="259252"/>
                </a:lnTo>
                <a:lnTo>
                  <a:pt x="1379713" y="259207"/>
                </a:lnTo>
                <a:lnTo>
                  <a:pt x="1379835" y="259162"/>
                </a:lnTo>
                <a:lnTo>
                  <a:pt x="1379960" y="259117"/>
                </a:lnTo>
                <a:lnTo>
                  <a:pt x="1380082" y="259095"/>
                </a:lnTo>
                <a:lnTo>
                  <a:pt x="1380163" y="259050"/>
                </a:lnTo>
                <a:lnTo>
                  <a:pt x="1380285" y="259005"/>
                </a:lnTo>
                <a:lnTo>
                  <a:pt x="1380410" y="258982"/>
                </a:lnTo>
                <a:lnTo>
                  <a:pt x="1380490" y="258937"/>
                </a:lnTo>
                <a:lnTo>
                  <a:pt x="1380612" y="258892"/>
                </a:lnTo>
                <a:lnTo>
                  <a:pt x="1380734" y="258847"/>
                </a:lnTo>
                <a:lnTo>
                  <a:pt x="1380817" y="258802"/>
                </a:lnTo>
                <a:lnTo>
                  <a:pt x="1380948" y="258757"/>
                </a:lnTo>
                <a:lnTo>
                  <a:pt x="1381074" y="258734"/>
                </a:lnTo>
                <a:lnTo>
                  <a:pt x="1381154" y="258689"/>
                </a:lnTo>
                <a:lnTo>
                  <a:pt x="1381276" y="258644"/>
                </a:lnTo>
                <a:lnTo>
                  <a:pt x="1381398" y="258621"/>
                </a:lnTo>
                <a:lnTo>
                  <a:pt x="1381481" y="258576"/>
                </a:lnTo>
                <a:lnTo>
                  <a:pt x="1381603" y="258531"/>
                </a:lnTo>
                <a:lnTo>
                  <a:pt x="1381726" y="258486"/>
                </a:lnTo>
                <a:lnTo>
                  <a:pt x="1381809" y="258441"/>
                </a:lnTo>
                <a:lnTo>
                  <a:pt x="1381931" y="258419"/>
                </a:lnTo>
                <a:lnTo>
                  <a:pt x="1382053" y="258374"/>
                </a:lnTo>
                <a:lnTo>
                  <a:pt x="1382133" y="258329"/>
                </a:lnTo>
                <a:lnTo>
                  <a:pt x="1382258" y="258283"/>
                </a:lnTo>
                <a:lnTo>
                  <a:pt x="1382381" y="258238"/>
                </a:lnTo>
                <a:lnTo>
                  <a:pt x="1382503" y="258216"/>
                </a:lnTo>
                <a:lnTo>
                  <a:pt x="1382595" y="258171"/>
                </a:lnTo>
                <a:lnTo>
                  <a:pt x="1382717" y="258126"/>
                </a:lnTo>
                <a:lnTo>
                  <a:pt x="1382839" y="258103"/>
                </a:lnTo>
                <a:lnTo>
                  <a:pt x="1382922" y="258058"/>
                </a:lnTo>
                <a:lnTo>
                  <a:pt x="1383044" y="258013"/>
                </a:lnTo>
                <a:lnTo>
                  <a:pt x="1383166" y="257990"/>
                </a:lnTo>
                <a:lnTo>
                  <a:pt x="1383250" y="257945"/>
                </a:lnTo>
                <a:lnTo>
                  <a:pt x="1383372" y="257900"/>
                </a:lnTo>
                <a:lnTo>
                  <a:pt x="1383494" y="257878"/>
                </a:lnTo>
                <a:lnTo>
                  <a:pt x="1383574" y="257833"/>
                </a:lnTo>
                <a:lnTo>
                  <a:pt x="1383699" y="257788"/>
                </a:lnTo>
                <a:lnTo>
                  <a:pt x="1383821" y="257765"/>
                </a:lnTo>
                <a:lnTo>
                  <a:pt x="1383902" y="257720"/>
                </a:lnTo>
                <a:lnTo>
                  <a:pt x="1384024" y="257675"/>
                </a:lnTo>
                <a:lnTo>
                  <a:pt x="1384158" y="257652"/>
                </a:lnTo>
                <a:lnTo>
                  <a:pt x="1384238" y="257607"/>
                </a:lnTo>
                <a:lnTo>
                  <a:pt x="1384363" y="257562"/>
                </a:lnTo>
                <a:lnTo>
                  <a:pt x="1384485" y="257540"/>
                </a:lnTo>
                <a:lnTo>
                  <a:pt x="1384566" y="257495"/>
                </a:lnTo>
                <a:lnTo>
                  <a:pt x="1384688" y="257450"/>
                </a:lnTo>
                <a:lnTo>
                  <a:pt x="1384813" y="257427"/>
                </a:lnTo>
                <a:lnTo>
                  <a:pt x="1384935" y="257382"/>
                </a:lnTo>
                <a:lnTo>
                  <a:pt x="1385015" y="257337"/>
                </a:lnTo>
                <a:lnTo>
                  <a:pt x="1385137" y="257314"/>
                </a:lnTo>
                <a:lnTo>
                  <a:pt x="1385271" y="257269"/>
                </a:lnTo>
                <a:lnTo>
                  <a:pt x="1385343" y="257247"/>
                </a:lnTo>
                <a:lnTo>
                  <a:pt x="1385465" y="257202"/>
                </a:lnTo>
                <a:lnTo>
                  <a:pt x="1385587" y="257179"/>
                </a:lnTo>
                <a:lnTo>
                  <a:pt x="1385679" y="257134"/>
                </a:lnTo>
                <a:lnTo>
                  <a:pt x="1385801" y="257112"/>
                </a:lnTo>
                <a:lnTo>
                  <a:pt x="1385926" y="257067"/>
                </a:lnTo>
                <a:lnTo>
                  <a:pt x="1386007" y="257021"/>
                </a:lnTo>
                <a:lnTo>
                  <a:pt x="1386129" y="256999"/>
                </a:lnTo>
                <a:lnTo>
                  <a:pt x="1386251" y="256976"/>
                </a:lnTo>
                <a:lnTo>
                  <a:pt x="1386334" y="256931"/>
                </a:lnTo>
                <a:lnTo>
                  <a:pt x="1386456" y="256909"/>
                </a:lnTo>
                <a:lnTo>
                  <a:pt x="1386578" y="256886"/>
                </a:lnTo>
                <a:lnTo>
                  <a:pt x="1386662" y="256864"/>
                </a:lnTo>
                <a:lnTo>
                  <a:pt x="1386784" y="256819"/>
                </a:lnTo>
                <a:lnTo>
                  <a:pt x="1386918" y="256796"/>
                </a:lnTo>
                <a:lnTo>
                  <a:pt x="1386989" y="256774"/>
                </a:lnTo>
                <a:lnTo>
                  <a:pt x="1387120" y="256728"/>
                </a:lnTo>
                <a:lnTo>
                  <a:pt x="1387242" y="256706"/>
                </a:lnTo>
                <a:lnTo>
                  <a:pt x="1387364" y="256683"/>
                </a:lnTo>
                <a:lnTo>
                  <a:pt x="1387448" y="256661"/>
                </a:lnTo>
                <a:lnTo>
                  <a:pt x="1387570" y="256638"/>
                </a:lnTo>
                <a:lnTo>
                  <a:pt x="1387692" y="256593"/>
                </a:lnTo>
                <a:lnTo>
                  <a:pt x="1387775" y="256571"/>
                </a:lnTo>
                <a:lnTo>
                  <a:pt x="1387897" y="256548"/>
                </a:lnTo>
                <a:lnTo>
                  <a:pt x="1388019" y="256526"/>
                </a:lnTo>
                <a:lnTo>
                  <a:pt x="1388103" y="256503"/>
                </a:lnTo>
                <a:lnTo>
                  <a:pt x="1388225" y="256481"/>
                </a:lnTo>
                <a:lnTo>
                  <a:pt x="1388356" y="256458"/>
                </a:lnTo>
                <a:lnTo>
                  <a:pt x="1388439" y="256436"/>
                </a:lnTo>
                <a:lnTo>
                  <a:pt x="1388561" y="256413"/>
                </a:lnTo>
                <a:lnTo>
                  <a:pt x="1388683" y="256368"/>
                </a:lnTo>
                <a:lnTo>
                  <a:pt x="1388767" y="256345"/>
                </a:lnTo>
                <a:lnTo>
                  <a:pt x="1388889" y="256345"/>
                </a:lnTo>
                <a:lnTo>
                  <a:pt x="1389011" y="256323"/>
                </a:lnTo>
                <a:lnTo>
                  <a:pt x="1389091" y="256278"/>
                </a:lnTo>
                <a:lnTo>
                  <a:pt x="1389216" y="256255"/>
                </a:lnTo>
                <a:lnTo>
                  <a:pt x="1389338" y="256233"/>
                </a:lnTo>
                <a:lnTo>
                  <a:pt x="1389419" y="256210"/>
                </a:lnTo>
                <a:lnTo>
                  <a:pt x="1389541" y="256188"/>
                </a:lnTo>
                <a:lnTo>
                  <a:pt x="1389666" y="256165"/>
                </a:lnTo>
                <a:lnTo>
                  <a:pt x="1389746" y="256143"/>
                </a:lnTo>
                <a:lnTo>
                  <a:pt x="1389880" y="256120"/>
                </a:lnTo>
                <a:lnTo>
                  <a:pt x="1390002" y="256075"/>
                </a:lnTo>
                <a:lnTo>
                  <a:pt x="1390124" y="256052"/>
                </a:lnTo>
                <a:lnTo>
                  <a:pt x="1390205" y="256030"/>
                </a:lnTo>
                <a:lnTo>
                  <a:pt x="1390330" y="256007"/>
                </a:lnTo>
                <a:lnTo>
                  <a:pt x="1390452" y="255985"/>
                </a:lnTo>
                <a:lnTo>
                  <a:pt x="1390532" y="255962"/>
                </a:lnTo>
                <a:lnTo>
                  <a:pt x="1390654" y="255940"/>
                </a:lnTo>
                <a:lnTo>
                  <a:pt x="1390779" y="255917"/>
                </a:lnTo>
                <a:lnTo>
                  <a:pt x="1390859" y="255895"/>
                </a:lnTo>
                <a:lnTo>
                  <a:pt x="1390982" y="255850"/>
                </a:lnTo>
                <a:lnTo>
                  <a:pt x="1391104" y="255827"/>
                </a:lnTo>
                <a:lnTo>
                  <a:pt x="1391187" y="255805"/>
                </a:lnTo>
                <a:lnTo>
                  <a:pt x="1391318" y="255782"/>
                </a:lnTo>
                <a:lnTo>
                  <a:pt x="1391431" y="255759"/>
                </a:lnTo>
                <a:lnTo>
                  <a:pt x="1391523" y="255714"/>
                </a:lnTo>
                <a:lnTo>
                  <a:pt x="1391645" y="255692"/>
                </a:lnTo>
                <a:lnTo>
                  <a:pt x="1391768" y="255669"/>
                </a:lnTo>
                <a:lnTo>
                  <a:pt x="1391851" y="255647"/>
                </a:lnTo>
                <a:lnTo>
                  <a:pt x="1391973" y="255602"/>
                </a:lnTo>
                <a:lnTo>
                  <a:pt x="1392095" y="255579"/>
                </a:lnTo>
                <a:lnTo>
                  <a:pt x="1392178" y="255557"/>
                </a:lnTo>
                <a:lnTo>
                  <a:pt x="1392300" y="255534"/>
                </a:lnTo>
                <a:lnTo>
                  <a:pt x="1392422" y="255512"/>
                </a:lnTo>
                <a:lnTo>
                  <a:pt x="1392545" y="255466"/>
                </a:lnTo>
                <a:lnTo>
                  <a:pt x="1392628" y="255466"/>
                </a:lnTo>
                <a:lnTo>
                  <a:pt x="1392750" y="255421"/>
                </a:lnTo>
                <a:lnTo>
                  <a:pt x="1392872" y="255399"/>
                </a:lnTo>
                <a:lnTo>
                  <a:pt x="1392964" y="255376"/>
                </a:lnTo>
                <a:lnTo>
                  <a:pt x="1393086" y="255354"/>
                </a:lnTo>
                <a:lnTo>
                  <a:pt x="1393208" y="255331"/>
                </a:lnTo>
                <a:lnTo>
                  <a:pt x="1393292" y="255286"/>
                </a:lnTo>
                <a:lnTo>
                  <a:pt x="1393414" y="255264"/>
                </a:lnTo>
                <a:lnTo>
                  <a:pt x="1393536" y="255241"/>
                </a:lnTo>
                <a:lnTo>
                  <a:pt x="1393619" y="255219"/>
                </a:lnTo>
                <a:lnTo>
                  <a:pt x="1393741" y="255174"/>
                </a:lnTo>
                <a:lnTo>
                  <a:pt x="1393863" y="255151"/>
                </a:lnTo>
                <a:lnTo>
                  <a:pt x="1393944" y="255128"/>
                </a:lnTo>
                <a:lnTo>
                  <a:pt x="1394069" y="255106"/>
                </a:lnTo>
                <a:lnTo>
                  <a:pt x="1394191" y="255083"/>
                </a:lnTo>
                <a:lnTo>
                  <a:pt x="1394271" y="255038"/>
                </a:lnTo>
                <a:lnTo>
                  <a:pt x="1394393" y="255016"/>
                </a:lnTo>
                <a:lnTo>
                  <a:pt x="1394527" y="254993"/>
                </a:lnTo>
                <a:lnTo>
                  <a:pt x="1394608" y="254971"/>
                </a:lnTo>
                <a:lnTo>
                  <a:pt x="1394733" y="254926"/>
                </a:lnTo>
                <a:lnTo>
                  <a:pt x="1394855" y="254926"/>
                </a:lnTo>
                <a:lnTo>
                  <a:pt x="1394977" y="254881"/>
                </a:lnTo>
                <a:lnTo>
                  <a:pt x="1395057" y="254858"/>
                </a:lnTo>
                <a:lnTo>
                  <a:pt x="1395182" y="254813"/>
                </a:lnTo>
                <a:lnTo>
                  <a:pt x="1395304" y="254813"/>
                </a:lnTo>
                <a:lnTo>
                  <a:pt x="1395385" y="254768"/>
                </a:lnTo>
                <a:lnTo>
                  <a:pt x="1395507" y="254745"/>
                </a:lnTo>
                <a:lnTo>
                  <a:pt x="1395632" y="254700"/>
                </a:lnTo>
                <a:lnTo>
                  <a:pt x="1395712" y="254700"/>
                </a:lnTo>
                <a:lnTo>
                  <a:pt x="1395846" y="254655"/>
                </a:lnTo>
                <a:lnTo>
                  <a:pt x="1395968" y="254633"/>
                </a:lnTo>
                <a:lnTo>
                  <a:pt x="1396049" y="254610"/>
                </a:lnTo>
                <a:lnTo>
                  <a:pt x="1396171" y="254588"/>
                </a:lnTo>
                <a:lnTo>
                  <a:pt x="1396296" y="254543"/>
                </a:lnTo>
                <a:lnTo>
                  <a:pt x="1396376" y="254520"/>
                </a:lnTo>
                <a:lnTo>
                  <a:pt x="1396498" y="254497"/>
                </a:lnTo>
                <a:lnTo>
                  <a:pt x="1396620" y="254452"/>
                </a:lnTo>
                <a:lnTo>
                  <a:pt x="1396704" y="254430"/>
                </a:lnTo>
                <a:lnTo>
                  <a:pt x="1396826" y="254407"/>
                </a:lnTo>
                <a:lnTo>
                  <a:pt x="1396948" y="254385"/>
                </a:lnTo>
                <a:lnTo>
                  <a:pt x="1397031" y="254340"/>
                </a:lnTo>
                <a:lnTo>
                  <a:pt x="1397153" y="254317"/>
                </a:lnTo>
                <a:lnTo>
                  <a:pt x="1397284" y="254295"/>
                </a:lnTo>
                <a:lnTo>
                  <a:pt x="1397409" y="254272"/>
                </a:lnTo>
                <a:lnTo>
                  <a:pt x="1397490" y="254227"/>
                </a:lnTo>
                <a:lnTo>
                  <a:pt x="1397612" y="254204"/>
                </a:lnTo>
                <a:lnTo>
                  <a:pt x="1397734" y="254159"/>
                </a:lnTo>
                <a:lnTo>
                  <a:pt x="1397817" y="254159"/>
                </a:lnTo>
                <a:lnTo>
                  <a:pt x="1397939" y="254114"/>
                </a:lnTo>
                <a:lnTo>
                  <a:pt x="1398061" y="254092"/>
                </a:lnTo>
                <a:lnTo>
                  <a:pt x="1398145" y="254047"/>
                </a:lnTo>
                <a:lnTo>
                  <a:pt x="1398267" y="254024"/>
                </a:lnTo>
                <a:lnTo>
                  <a:pt x="1398389" y="254002"/>
                </a:lnTo>
                <a:lnTo>
                  <a:pt x="1398472" y="253979"/>
                </a:lnTo>
                <a:lnTo>
                  <a:pt x="1398594" y="253934"/>
                </a:lnTo>
                <a:lnTo>
                  <a:pt x="1398725" y="253912"/>
                </a:lnTo>
                <a:lnTo>
                  <a:pt x="1398809" y="253889"/>
                </a:lnTo>
                <a:lnTo>
                  <a:pt x="1398931" y="253866"/>
                </a:lnTo>
                <a:lnTo>
                  <a:pt x="1399053" y="253844"/>
                </a:lnTo>
                <a:lnTo>
                  <a:pt x="1399136" y="253799"/>
                </a:lnTo>
                <a:lnTo>
                  <a:pt x="1399258" y="253776"/>
                </a:lnTo>
                <a:lnTo>
                  <a:pt x="1399380" y="253754"/>
                </a:lnTo>
                <a:lnTo>
                  <a:pt x="1399461" y="253731"/>
                </a:lnTo>
                <a:lnTo>
                  <a:pt x="1399586" y="253709"/>
                </a:lnTo>
                <a:lnTo>
                  <a:pt x="1399708" y="253664"/>
                </a:lnTo>
                <a:lnTo>
                  <a:pt x="1399830" y="253641"/>
                </a:lnTo>
                <a:lnTo>
                  <a:pt x="1399910" y="253619"/>
                </a:lnTo>
                <a:lnTo>
                  <a:pt x="1400035" y="253619"/>
                </a:lnTo>
                <a:lnTo>
                  <a:pt x="1400157" y="253596"/>
                </a:lnTo>
                <a:lnTo>
                  <a:pt x="1400238" y="253551"/>
                </a:lnTo>
                <a:lnTo>
                  <a:pt x="1400372" y="253528"/>
                </a:lnTo>
                <a:lnTo>
                  <a:pt x="1400494" y="253506"/>
                </a:lnTo>
                <a:lnTo>
                  <a:pt x="1400574" y="253506"/>
                </a:lnTo>
                <a:lnTo>
                  <a:pt x="1400699" y="253483"/>
                </a:lnTo>
                <a:lnTo>
                  <a:pt x="1400821" y="253461"/>
                </a:lnTo>
                <a:lnTo>
                  <a:pt x="1400901" y="253438"/>
                </a:lnTo>
                <a:lnTo>
                  <a:pt x="1401024" y="253416"/>
                </a:lnTo>
                <a:lnTo>
                  <a:pt x="1401149" y="253393"/>
                </a:lnTo>
                <a:lnTo>
                  <a:pt x="1401229" y="253393"/>
                </a:lnTo>
                <a:lnTo>
                  <a:pt x="1401351" y="253371"/>
                </a:lnTo>
                <a:lnTo>
                  <a:pt x="1401473" y="253348"/>
                </a:lnTo>
                <a:lnTo>
                  <a:pt x="1401556" y="253326"/>
                </a:lnTo>
                <a:lnTo>
                  <a:pt x="1401679" y="253303"/>
                </a:lnTo>
                <a:lnTo>
                  <a:pt x="1401801" y="253303"/>
                </a:lnTo>
                <a:lnTo>
                  <a:pt x="1401893" y="253281"/>
                </a:lnTo>
                <a:lnTo>
                  <a:pt x="1402015" y="253281"/>
                </a:lnTo>
                <a:lnTo>
                  <a:pt x="1402137" y="253258"/>
                </a:lnTo>
                <a:lnTo>
                  <a:pt x="1402262" y="253235"/>
                </a:lnTo>
                <a:lnTo>
                  <a:pt x="1402342" y="253235"/>
                </a:lnTo>
                <a:lnTo>
                  <a:pt x="1402464" y="253213"/>
                </a:lnTo>
                <a:lnTo>
                  <a:pt x="1402587" y="253190"/>
                </a:lnTo>
                <a:lnTo>
                  <a:pt x="1402670" y="253190"/>
                </a:lnTo>
                <a:lnTo>
                  <a:pt x="1402792" y="253168"/>
                </a:lnTo>
                <a:lnTo>
                  <a:pt x="1402914" y="253168"/>
                </a:lnTo>
                <a:lnTo>
                  <a:pt x="1402997" y="253145"/>
                </a:lnTo>
                <a:lnTo>
                  <a:pt x="1403119" y="253145"/>
                </a:lnTo>
                <a:lnTo>
                  <a:pt x="1403253" y="253123"/>
                </a:lnTo>
                <a:lnTo>
                  <a:pt x="1403334" y="253100"/>
                </a:lnTo>
                <a:lnTo>
                  <a:pt x="1403456" y="253100"/>
                </a:lnTo>
                <a:lnTo>
                  <a:pt x="1403578" y="253078"/>
                </a:lnTo>
                <a:lnTo>
                  <a:pt x="1403661" y="253078"/>
                </a:lnTo>
                <a:lnTo>
                  <a:pt x="1403783" y="253055"/>
                </a:lnTo>
                <a:lnTo>
                  <a:pt x="1403905" y="253055"/>
                </a:lnTo>
                <a:lnTo>
                  <a:pt x="1403989" y="253055"/>
                </a:lnTo>
                <a:lnTo>
                  <a:pt x="1404111" y="253033"/>
                </a:lnTo>
                <a:lnTo>
                  <a:pt x="1404233" y="253033"/>
                </a:lnTo>
                <a:lnTo>
                  <a:pt x="1404313" y="253010"/>
                </a:lnTo>
                <a:lnTo>
                  <a:pt x="1404438" y="253010"/>
                </a:lnTo>
                <a:lnTo>
                  <a:pt x="1404560" y="252988"/>
                </a:lnTo>
                <a:lnTo>
                  <a:pt x="1404691" y="252988"/>
                </a:lnTo>
                <a:lnTo>
                  <a:pt x="1404763" y="252965"/>
                </a:lnTo>
                <a:lnTo>
                  <a:pt x="1404897" y="252965"/>
                </a:lnTo>
                <a:lnTo>
                  <a:pt x="1405019" y="252965"/>
                </a:lnTo>
                <a:lnTo>
                  <a:pt x="1405102" y="252942"/>
                </a:lnTo>
                <a:lnTo>
                  <a:pt x="1405224" y="252942"/>
                </a:lnTo>
                <a:lnTo>
                  <a:pt x="1405346" y="252920"/>
                </a:lnTo>
                <a:lnTo>
                  <a:pt x="1405427" y="252920"/>
                </a:lnTo>
                <a:lnTo>
                  <a:pt x="1405552" y="252897"/>
                </a:lnTo>
                <a:lnTo>
                  <a:pt x="1405674" y="252897"/>
                </a:lnTo>
                <a:lnTo>
                  <a:pt x="1405754" y="252875"/>
                </a:lnTo>
                <a:lnTo>
                  <a:pt x="1405876" y="252875"/>
                </a:lnTo>
                <a:lnTo>
                  <a:pt x="1406001" y="252852"/>
                </a:lnTo>
                <a:lnTo>
                  <a:pt x="1406091" y="252852"/>
                </a:lnTo>
                <a:lnTo>
                  <a:pt x="1406216" y="252852"/>
                </a:lnTo>
                <a:lnTo>
                  <a:pt x="1406338" y="252830"/>
                </a:lnTo>
                <a:lnTo>
                  <a:pt x="1406418" y="252830"/>
                </a:lnTo>
                <a:lnTo>
                  <a:pt x="1406540" y="252807"/>
                </a:lnTo>
                <a:lnTo>
                  <a:pt x="1406665" y="252807"/>
                </a:lnTo>
                <a:lnTo>
                  <a:pt x="1406746" y="252785"/>
                </a:lnTo>
                <a:lnTo>
                  <a:pt x="1406868" y="252762"/>
                </a:lnTo>
                <a:lnTo>
                  <a:pt x="1406993" y="252762"/>
                </a:lnTo>
                <a:lnTo>
                  <a:pt x="1407073" y="252740"/>
                </a:lnTo>
                <a:lnTo>
                  <a:pt x="1407195" y="252740"/>
                </a:lnTo>
                <a:lnTo>
                  <a:pt x="1407317" y="252740"/>
                </a:lnTo>
                <a:lnTo>
                  <a:pt x="1407442" y="252717"/>
                </a:lnTo>
                <a:lnTo>
                  <a:pt x="1407523" y="252695"/>
                </a:lnTo>
                <a:lnTo>
                  <a:pt x="1407657" y="252695"/>
                </a:lnTo>
                <a:lnTo>
                  <a:pt x="1407779" y="252672"/>
                </a:lnTo>
                <a:lnTo>
                  <a:pt x="1407859" y="252650"/>
                </a:lnTo>
                <a:lnTo>
                  <a:pt x="1407981" y="252650"/>
                </a:lnTo>
                <a:lnTo>
                  <a:pt x="1408106" y="252627"/>
                </a:lnTo>
                <a:lnTo>
                  <a:pt x="1408187" y="252627"/>
                </a:lnTo>
                <a:lnTo>
                  <a:pt x="1408309" y="252627"/>
                </a:lnTo>
                <a:lnTo>
                  <a:pt x="1408431" y="252604"/>
                </a:lnTo>
                <a:lnTo>
                  <a:pt x="1408514" y="252582"/>
                </a:lnTo>
                <a:lnTo>
                  <a:pt x="1408636" y="252582"/>
                </a:lnTo>
                <a:lnTo>
                  <a:pt x="1408758" y="252559"/>
                </a:lnTo>
                <a:lnTo>
                  <a:pt x="1408842" y="252537"/>
                </a:lnTo>
                <a:lnTo>
                  <a:pt x="1408964" y="252537"/>
                </a:lnTo>
                <a:lnTo>
                  <a:pt x="1409086" y="252514"/>
                </a:lnTo>
                <a:lnTo>
                  <a:pt x="1409178" y="252514"/>
                </a:lnTo>
                <a:lnTo>
                  <a:pt x="1409300" y="252492"/>
                </a:lnTo>
                <a:lnTo>
                  <a:pt x="1409422" y="252492"/>
                </a:lnTo>
                <a:lnTo>
                  <a:pt x="1409505" y="252469"/>
                </a:lnTo>
                <a:lnTo>
                  <a:pt x="1409628" y="252469"/>
                </a:lnTo>
                <a:lnTo>
                  <a:pt x="1409750" y="252447"/>
                </a:lnTo>
                <a:lnTo>
                  <a:pt x="1409872" y="252424"/>
                </a:lnTo>
                <a:lnTo>
                  <a:pt x="1409955" y="252424"/>
                </a:lnTo>
                <a:lnTo>
                  <a:pt x="1410077" y="252402"/>
                </a:lnTo>
                <a:lnTo>
                  <a:pt x="1410199" y="252402"/>
                </a:lnTo>
                <a:lnTo>
                  <a:pt x="1410280" y="252402"/>
                </a:lnTo>
                <a:lnTo>
                  <a:pt x="1410405" y="252379"/>
                </a:lnTo>
                <a:lnTo>
                  <a:pt x="1410527" y="252379"/>
                </a:lnTo>
                <a:lnTo>
                  <a:pt x="1410607" y="252357"/>
                </a:lnTo>
                <a:lnTo>
                  <a:pt x="1410741" y="252357"/>
                </a:lnTo>
                <a:lnTo>
                  <a:pt x="1410863" y="252334"/>
                </a:lnTo>
                <a:lnTo>
                  <a:pt x="1410946" y="252334"/>
                </a:lnTo>
                <a:lnTo>
                  <a:pt x="1411069" y="252311"/>
                </a:lnTo>
                <a:lnTo>
                  <a:pt x="1411191" y="252311"/>
                </a:lnTo>
                <a:lnTo>
                  <a:pt x="1411271" y="252311"/>
                </a:lnTo>
                <a:lnTo>
                  <a:pt x="1411396" y="252289"/>
                </a:lnTo>
                <a:lnTo>
                  <a:pt x="1411518" y="252289"/>
                </a:lnTo>
                <a:lnTo>
                  <a:pt x="1411598" y="252289"/>
                </a:lnTo>
                <a:lnTo>
                  <a:pt x="1411721" y="252266"/>
                </a:lnTo>
                <a:lnTo>
                  <a:pt x="1411846" y="252266"/>
                </a:lnTo>
                <a:lnTo>
                  <a:pt x="1411926" y="252244"/>
                </a:lnTo>
                <a:lnTo>
                  <a:pt x="1412048" y="252244"/>
                </a:lnTo>
                <a:lnTo>
                  <a:pt x="1412170" y="252244"/>
                </a:lnTo>
                <a:lnTo>
                  <a:pt x="1412304" y="252221"/>
                </a:lnTo>
                <a:lnTo>
                  <a:pt x="1412384" y="252221"/>
                </a:lnTo>
                <a:lnTo>
                  <a:pt x="1412509" y="252199"/>
                </a:lnTo>
                <a:lnTo>
                  <a:pt x="1412632" y="252199"/>
                </a:lnTo>
                <a:lnTo>
                  <a:pt x="1412712" y="252199"/>
                </a:lnTo>
                <a:lnTo>
                  <a:pt x="1412834" y="252176"/>
                </a:lnTo>
                <a:lnTo>
                  <a:pt x="1412959" y="252176"/>
                </a:lnTo>
                <a:lnTo>
                  <a:pt x="1413039" y="252154"/>
                </a:lnTo>
                <a:lnTo>
                  <a:pt x="1413161" y="252131"/>
                </a:lnTo>
                <a:lnTo>
                  <a:pt x="1413284" y="252131"/>
                </a:lnTo>
                <a:lnTo>
                  <a:pt x="1413367" y="252109"/>
                </a:lnTo>
                <a:lnTo>
                  <a:pt x="1413498" y="252109"/>
                </a:lnTo>
                <a:lnTo>
                  <a:pt x="1413623" y="252086"/>
                </a:lnTo>
                <a:lnTo>
                  <a:pt x="1413703" y="252086"/>
                </a:lnTo>
                <a:lnTo>
                  <a:pt x="1413825" y="252064"/>
                </a:lnTo>
                <a:lnTo>
                  <a:pt x="1413947" y="252064"/>
                </a:lnTo>
                <a:lnTo>
                  <a:pt x="1414031" y="252041"/>
                </a:lnTo>
                <a:lnTo>
                  <a:pt x="1414153" y="252019"/>
                </a:lnTo>
                <a:lnTo>
                  <a:pt x="1414275" y="252019"/>
                </a:lnTo>
                <a:lnTo>
                  <a:pt x="1414358" y="251996"/>
                </a:lnTo>
                <a:lnTo>
                  <a:pt x="1414480" y="251973"/>
                </a:lnTo>
                <a:lnTo>
                  <a:pt x="1414602" y="251973"/>
                </a:lnTo>
                <a:lnTo>
                  <a:pt x="1414724" y="251973"/>
                </a:lnTo>
                <a:lnTo>
                  <a:pt x="1414808" y="251951"/>
                </a:lnTo>
                <a:lnTo>
                  <a:pt x="1414930" y="251928"/>
                </a:lnTo>
                <a:lnTo>
                  <a:pt x="1415052" y="251906"/>
                </a:lnTo>
                <a:lnTo>
                  <a:pt x="1415144" y="251906"/>
                </a:lnTo>
                <a:lnTo>
                  <a:pt x="1415266" y="251883"/>
                </a:lnTo>
                <a:lnTo>
                  <a:pt x="1415388" y="251861"/>
                </a:lnTo>
                <a:lnTo>
                  <a:pt x="1415472" y="251861"/>
                </a:lnTo>
                <a:lnTo>
                  <a:pt x="1415594" y="251838"/>
                </a:lnTo>
                <a:lnTo>
                  <a:pt x="1415716" y="251816"/>
                </a:lnTo>
                <a:lnTo>
                  <a:pt x="1415799" y="251793"/>
                </a:lnTo>
                <a:lnTo>
                  <a:pt x="1415921" y="251771"/>
                </a:lnTo>
                <a:lnTo>
                  <a:pt x="1416043" y="251771"/>
                </a:lnTo>
                <a:lnTo>
                  <a:pt x="1416124" y="251748"/>
                </a:lnTo>
                <a:lnTo>
                  <a:pt x="1416246" y="251726"/>
                </a:lnTo>
                <a:lnTo>
                  <a:pt x="1416371" y="251703"/>
                </a:lnTo>
                <a:lnTo>
                  <a:pt x="1416463" y="251703"/>
                </a:lnTo>
                <a:lnTo>
                  <a:pt x="1416585" y="251680"/>
                </a:lnTo>
                <a:lnTo>
                  <a:pt x="1416707" y="251658"/>
                </a:lnTo>
                <a:lnTo>
                  <a:pt x="1416788" y="251635"/>
                </a:lnTo>
                <a:lnTo>
                  <a:pt x="1416913" y="251613"/>
                </a:lnTo>
                <a:lnTo>
                  <a:pt x="1417035" y="251590"/>
                </a:lnTo>
                <a:lnTo>
                  <a:pt x="1417157" y="251568"/>
                </a:lnTo>
                <a:lnTo>
                  <a:pt x="1417237" y="251545"/>
                </a:lnTo>
                <a:lnTo>
                  <a:pt x="1417362" y="251523"/>
                </a:lnTo>
                <a:lnTo>
                  <a:pt x="1417484" y="251523"/>
                </a:lnTo>
                <a:lnTo>
                  <a:pt x="1417565" y="251500"/>
                </a:lnTo>
                <a:lnTo>
                  <a:pt x="1417687" y="251478"/>
                </a:lnTo>
                <a:lnTo>
                  <a:pt x="1417812" y="251455"/>
                </a:lnTo>
                <a:lnTo>
                  <a:pt x="1417892" y="251433"/>
                </a:lnTo>
                <a:lnTo>
                  <a:pt x="1418014" y="251410"/>
                </a:lnTo>
                <a:lnTo>
                  <a:pt x="1418148" y="251388"/>
                </a:lnTo>
                <a:lnTo>
                  <a:pt x="1418229" y="251365"/>
                </a:lnTo>
                <a:lnTo>
                  <a:pt x="1418351" y="251342"/>
                </a:lnTo>
                <a:lnTo>
                  <a:pt x="1418476" y="251320"/>
                </a:lnTo>
                <a:lnTo>
                  <a:pt x="1418556" y="251297"/>
                </a:lnTo>
                <a:lnTo>
                  <a:pt x="1418678" y="251275"/>
                </a:lnTo>
                <a:lnTo>
                  <a:pt x="1418800" y="251252"/>
                </a:lnTo>
                <a:lnTo>
                  <a:pt x="1418884" y="251230"/>
                </a:lnTo>
                <a:lnTo>
                  <a:pt x="1419006" y="251207"/>
                </a:lnTo>
                <a:lnTo>
                  <a:pt x="1419128" y="251185"/>
                </a:lnTo>
                <a:lnTo>
                  <a:pt x="1419211" y="251162"/>
                </a:lnTo>
                <a:lnTo>
                  <a:pt x="1419333" y="251140"/>
                </a:lnTo>
                <a:lnTo>
                  <a:pt x="1419455" y="251117"/>
                </a:lnTo>
                <a:lnTo>
                  <a:pt x="1419577" y="251095"/>
                </a:lnTo>
                <a:lnTo>
                  <a:pt x="1419670" y="251072"/>
                </a:lnTo>
                <a:lnTo>
                  <a:pt x="1419792" y="251049"/>
                </a:lnTo>
                <a:lnTo>
                  <a:pt x="1419914" y="251027"/>
                </a:lnTo>
                <a:lnTo>
                  <a:pt x="1419997" y="250982"/>
                </a:lnTo>
                <a:lnTo>
                  <a:pt x="1420119" y="250959"/>
                </a:lnTo>
                <a:lnTo>
                  <a:pt x="1420241" y="250937"/>
                </a:lnTo>
                <a:lnTo>
                  <a:pt x="1420325" y="250914"/>
                </a:lnTo>
                <a:lnTo>
                  <a:pt x="1420447" y="250892"/>
                </a:lnTo>
                <a:lnTo>
                  <a:pt x="1420569" y="250869"/>
                </a:lnTo>
                <a:lnTo>
                  <a:pt x="1420649" y="250847"/>
                </a:lnTo>
                <a:lnTo>
                  <a:pt x="1420774" y="250802"/>
                </a:lnTo>
                <a:lnTo>
                  <a:pt x="1420896" y="250779"/>
                </a:lnTo>
                <a:lnTo>
                  <a:pt x="1420977" y="250757"/>
                </a:lnTo>
                <a:lnTo>
                  <a:pt x="1421099" y="250734"/>
                </a:lnTo>
                <a:lnTo>
                  <a:pt x="1421233" y="250689"/>
                </a:lnTo>
                <a:lnTo>
                  <a:pt x="1421316" y="250666"/>
                </a:lnTo>
                <a:lnTo>
                  <a:pt x="1421438" y="250644"/>
                </a:lnTo>
                <a:lnTo>
                  <a:pt x="1421560" y="250599"/>
                </a:lnTo>
                <a:lnTo>
                  <a:pt x="1421640" y="250576"/>
                </a:lnTo>
                <a:lnTo>
                  <a:pt x="1421765" y="250554"/>
                </a:lnTo>
                <a:lnTo>
                  <a:pt x="1421888" y="250509"/>
                </a:lnTo>
                <a:lnTo>
                  <a:pt x="1422010" y="250486"/>
                </a:lnTo>
                <a:lnTo>
                  <a:pt x="1422090" y="250441"/>
                </a:lnTo>
                <a:lnTo>
                  <a:pt x="1422212" y="250418"/>
                </a:lnTo>
                <a:lnTo>
                  <a:pt x="1422346" y="250373"/>
                </a:lnTo>
                <a:lnTo>
                  <a:pt x="1422417" y="250351"/>
                </a:lnTo>
                <a:lnTo>
                  <a:pt x="1422551" y="250306"/>
                </a:lnTo>
                <a:lnTo>
                  <a:pt x="1422674" y="250283"/>
                </a:lnTo>
                <a:lnTo>
                  <a:pt x="1422754" y="250238"/>
                </a:lnTo>
                <a:lnTo>
                  <a:pt x="1422879" y="250216"/>
                </a:lnTo>
                <a:lnTo>
                  <a:pt x="1423001" y="250171"/>
                </a:lnTo>
                <a:lnTo>
                  <a:pt x="1423081" y="250126"/>
                </a:lnTo>
                <a:lnTo>
                  <a:pt x="1423203" y="250103"/>
                </a:lnTo>
                <a:lnTo>
                  <a:pt x="1423328" y="250058"/>
                </a:lnTo>
                <a:lnTo>
                  <a:pt x="1423409" y="250013"/>
                </a:lnTo>
                <a:lnTo>
                  <a:pt x="1423531" y="249990"/>
                </a:lnTo>
                <a:lnTo>
                  <a:pt x="1423653" y="249945"/>
                </a:lnTo>
                <a:lnTo>
                  <a:pt x="1423745" y="249900"/>
                </a:lnTo>
                <a:lnTo>
                  <a:pt x="1423858" y="249878"/>
                </a:lnTo>
                <a:lnTo>
                  <a:pt x="1423992" y="249833"/>
                </a:lnTo>
                <a:lnTo>
                  <a:pt x="1424073" y="249787"/>
                </a:lnTo>
                <a:lnTo>
                  <a:pt x="1424195" y="249742"/>
                </a:lnTo>
                <a:lnTo>
                  <a:pt x="1424317" y="249697"/>
                </a:lnTo>
                <a:lnTo>
                  <a:pt x="1424442" y="249652"/>
                </a:lnTo>
                <a:lnTo>
                  <a:pt x="1424522" y="249607"/>
                </a:lnTo>
                <a:lnTo>
                  <a:pt x="1424644" y="249562"/>
                </a:lnTo>
                <a:lnTo>
                  <a:pt x="1424766" y="249517"/>
                </a:lnTo>
                <a:lnTo>
                  <a:pt x="1424850" y="249472"/>
                </a:lnTo>
                <a:lnTo>
                  <a:pt x="1424972" y="249427"/>
                </a:lnTo>
                <a:lnTo>
                  <a:pt x="1425094" y="249382"/>
                </a:lnTo>
                <a:lnTo>
                  <a:pt x="1425177" y="249337"/>
                </a:lnTo>
                <a:lnTo>
                  <a:pt x="1425299" y="249292"/>
                </a:lnTo>
                <a:lnTo>
                  <a:pt x="1425421" y="249224"/>
                </a:lnTo>
                <a:lnTo>
                  <a:pt x="1425514" y="249179"/>
                </a:lnTo>
                <a:lnTo>
                  <a:pt x="1425636" y="249134"/>
                </a:lnTo>
                <a:lnTo>
                  <a:pt x="1425758" y="249089"/>
                </a:lnTo>
                <a:lnTo>
                  <a:pt x="1425841" y="249021"/>
                </a:lnTo>
                <a:lnTo>
                  <a:pt x="1425963" y="248976"/>
                </a:lnTo>
                <a:lnTo>
                  <a:pt x="1426085" y="248931"/>
                </a:lnTo>
                <a:lnTo>
                  <a:pt x="1426169" y="248863"/>
                </a:lnTo>
                <a:lnTo>
                  <a:pt x="1426291" y="248818"/>
                </a:lnTo>
                <a:lnTo>
                  <a:pt x="1426413" y="248773"/>
                </a:lnTo>
                <a:lnTo>
                  <a:pt x="1426493" y="248706"/>
                </a:lnTo>
                <a:lnTo>
                  <a:pt x="1426615" y="248661"/>
                </a:lnTo>
                <a:lnTo>
                  <a:pt x="1426740" y="248593"/>
                </a:lnTo>
                <a:lnTo>
                  <a:pt x="1426821" y="248548"/>
                </a:lnTo>
                <a:lnTo>
                  <a:pt x="1426955" y="248480"/>
                </a:lnTo>
                <a:lnTo>
                  <a:pt x="1427077" y="248435"/>
                </a:lnTo>
                <a:lnTo>
                  <a:pt x="1427199" y="248368"/>
                </a:lnTo>
                <a:lnTo>
                  <a:pt x="1427282" y="248323"/>
                </a:lnTo>
                <a:lnTo>
                  <a:pt x="1427404" y="248255"/>
                </a:lnTo>
                <a:lnTo>
                  <a:pt x="1427526" y="248210"/>
                </a:lnTo>
                <a:lnTo>
                  <a:pt x="1427607" y="248142"/>
                </a:lnTo>
                <a:lnTo>
                  <a:pt x="1427732" y="248075"/>
                </a:lnTo>
                <a:lnTo>
                  <a:pt x="1427854" y="248030"/>
                </a:lnTo>
                <a:lnTo>
                  <a:pt x="1427934" y="247962"/>
                </a:lnTo>
                <a:lnTo>
                  <a:pt x="1428056" y="247894"/>
                </a:lnTo>
                <a:lnTo>
                  <a:pt x="1428181" y="247849"/>
                </a:lnTo>
                <a:lnTo>
                  <a:pt x="1428262" y="247782"/>
                </a:lnTo>
                <a:lnTo>
                  <a:pt x="1428384" y="247714"/>
                </a:lnTo>
                <a:lnTo>
                  <a:pt x="1428518" y="247669"/>
                </a:lnTo>
                <a:lnTo>
                  <a:pt x="1428598" y="247601"/>
                </a:lnTo>
                <a:lnTo>
                  <a:pt x="1428720" y="247534"/>
                </a:lnTo>
                <a:lnTo>
                  <a:pt x="1428845" y="247489"/>
                </a:lnTo>
                <a:lnTo>
                  <a:pt x="1428926" y="247421"/>
                </a:lnTo>
                <a:lnTo>
                  <a:pt x="1429048" y="247354"/>
                </a:lnTo>
                <a:lnTo>
                  <a:pt x="1429170" y="247286"/>
                </a:lnTo>
                <a:lnTo>
                  <a:pt x="1429253" y="247241"/>
                </a:lnTo>
                <a:lnTo>
                  <a:pt x="1429375" y="247173"/>
                </a:lnTo>
                <a:lnTo>
                  <a:pt x="1429497" y="247106"/>
                </a:lnTo>
                <a:lnTo>
                  <a:pt x="1429619" y="247038"/>
                </a:lnTo>
                <a:lnTo>
                  <a:pt x="1429703" y="246970"/>
                </a:lnTo>
                <a:lnTo>
                  <a:pt x="1429825" y="246925"/>
                </a:lnTo>
                <a:lnTo>
                  <a:pt x="1429959" y="246858"/>
                </a:lnTo>
                <a:lnTo>
                  <a:pt x="1430039" y="246790"/>
                </a:lnTo>
                <a:lnTo>
                  <a:pt x="1430161" y="246723"/>
                </a:lnTo>
                <a:lnTo>
                  <a:pt x="1430283" y="246655"/>
                </a:lnTo>
                <a:lnTo>
                  <a:pt x="1430367" y="246587"/>
                </a:lnTo>
                <a:lnTo>
                  <a:pt x="1430489" y="246520"/>
                </a:lnTo>
                <a:lnTo>
                  <a:pt x="1430611" y="246452"/>
                </a:lnTo>
                <a:lnTo>
                  <a:pt x="1430694" y="246385"/>
                </a:lnTo>
                <a:lnTo>
                  <a:pt x="1430816" y="246317"/>
                </a:lnTo>
                <a:lnTo>
                  <a:pt x="1430938" y="246249"/>
                </a:lnTo>
                <a:lnTo>
                  <a:pt x="1431019" y="246182"/>
                </a:lnTo>
                <a:lnTo>
                  <a:pt x="1431152" y="246114"/>
                </a:lnTo>
                <a:lnTo>
                  <a:pt x="1431275" y="246047"/>
                </a:lnTo>
                <a:lnTo>
                  <a:pt x="1431346" y="245979"/>
                </a:lnTo>
                <a:lnTo>
                  <a:pt x="1431480" y="245911"/>
                </a:lnTo>
                <a:lnTo>
                  <a:pt x="1431602" y="245844"/>
                </a:lnTo>
                <a:lnTo>
                  <a:pt x="1431685" y="245754"/>
                </a:lnTo>
                <a:lnTo>
                  <a:pt x="1431807" y="245686"/>
                </a:lnTo>
                <a:lnTo>
                  <a:pt x="1431930" y="245618"/>
                </a:lnTo>
                <a:lnTo>
                  <a:pt x="1432052" y="245551"/>
                </a:lnTo>
                <a:lnTo>
                  <a:pt x="1432135" y="245483"/>
                </a:lnTo>
                <a:lnTo>
                  <a:pt x="1432257" y="245416"/>
                </a:lnTo>
                <a:lnTo>
                  <a:pt x="1432379" y="245325"/>
                </a:lnTo>
                <a:lnTo>
                  <a:pt x="1432459" y="245258"/>
                </a:lnTo>
                <a:lnTo>
                  <a:pt x="1432585" y="245190"/>
                </a:lnTo>
                <a:lnTo>
                  <a:pt x="1432716" y="245100"/>
                </a:lnTo>
                <a:lnTo>
                  <a:pt x="1432799" y="245032"/>
                </a:lnTo>
                <a:lnTo>
                  <a:pt x="1432921" y="244965"/>
                </a:lnTo>
                <a:lnTo>
                  <a:pt x="1433043" y="244875"/>
                </a:lnTo>
                <a:lnTo>
                  <a:pt x="1433123" y="244807"/>
                </a:lnTo>
                <a:lnTo>
                  <a:pt x="1433248" y="244739"/>
                </a:lnTo>
                <a:lnTo>
                  <a:pt x="1433370" y="244649"/>
                </a:lnTo>
                <a:lnTo>
                  <a:pt x="1433451" y="244582"/>
                </a:lnTo>
                <a:lnTo>
                  <a:pt x="1433573" y="244492"/>
                </a:lnTo>
                <a:lnTo>
                  <a:pt x="1433698" y="244424"/>
                </a:lnTo>
                <a:lnTo>
                  <a:pt x="1433778" y="244334"/>
                </a:lnTo>
                <a:lnTo>
                  <a:pt x="1433900" y="244266"/>
                </a:lnTo>
                <a:lnTo>
                  <a:pt x="1434022" y="244199"/>
                </a:lnTo>
                <a:lnTo>
                  <a:pt x="1434106" y="244108"/>
                </a:lnTo>
                <a:lnTo>
                  <a:pt x="1434228" y="244041"/>
                </a:lnTo>
                <a:lnTo>
                  <a:pt x="1434362" y="243951"/>
                </a:lnTo>
              </a:path>
            </a:pathLst>
          </a:custGeom>
          <a:noFill xmlns:a="http://schemas.openxmlformats.org/drawingml/2006/main"/>
          <a:ln xmlns:a="http://schemas.openxmlformats.org/drawingml/2006/main" w="17901" cap="flat">
            <a:solidFill>
              <a:srgbClr val="0B72B9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EFF54-574F-4958-A76F-343201E8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856" y="3592487"/>
            <a:ext cx="2745892" cy="412088"/>
          </a:xfrm>
          <a:custGeom xmlns:a="http://schemas.openxmlformats.org/drawingml/2006/main">
            <a:pathLst>
              <a:path w="2745892" h="412088">
                <a:moveTo>
                  <a:pt x="0" y="412088"/>
                </a:moveTo>
                <a:lnTo>
                  <a:pt x="0" y="0"/>
                </a:lnTo>
                <a:lnTo>
                  <a:pt x="2745892" y="0"/>
                </a:lnTo>
                <a:lnTo>
                  <a:pt x="2745892" y="412088"/>
                </a:lnTo>
                <a:lnTo>
                  <a:pt x="0" y="412088"/>
                </a:lnTo>
                <a:close/>
              </a:path>
            </a:pathLst>
          </a:custGeom>
          <a:solidFill xmlns:a="http://schemas.openxmlformats.org/drawingml/2006/main">
            <a:srgbClr val="A9D2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A1DF1-BDA2-43A5-94A3-8CFC9423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856" y="3592487"/>
            <a:ext cx="2745892" cy="412088"/>
          </a:xfrm>
          <a:custGeom xmlns:a="http://schemas.openxmlformats.org/drawingml/2006/main">
            <a:pathLst>
              <a:path w="2745892" h="412088" fill="none">
                <a:moveTo>
                  <a:pt x="0" y="412088"/>
                </a:moveTo>
                <a:lnTo>
                  <a:pt x="2745892" y="412088"/>
                </a:lnTo>
                <a:lnTo>
                  <a:pt x="2745892" y="0"/>
                </a:lnTo>
                <a:lnTo>
                  <a:pt x="0" y="0"/>
                </a:lnTo>
                <a:lnTo>
                  <a:pt x="0" y="4120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54" cap="flat">
            <a:solidFill>
              <a:srgbClr val="54823B"/>
            </a:solidFill>
            <a:custDash>
              <a:ds d="300000" sp="100000"/>
            </a:custDash>
            <a:miter/>
          </a:ln>
        </p:spPr>
      </p:sp>
      <p:sp>
        <p:nvSpPr>
          <p:cNvPr id="147" name="Text HarmonicFrequencyShif">
            <a:extLst xmlns:a="http://schemas.openxmlformats.org/drawingml/2006/main">
              <a:ext uri="{FF2B5EF4-FFF2-40B4-BE49-F238E27FC236}">
                <a16:creationId xmlns:a16="http://schemas.microsoft.com/office/drawing/2014/main" id="{A5EA97EB-AF8E-4004-A0A5-0EBAC23F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618" y="3727979"/>
            <a:ext cx="2326010" cy="202811"/>
          </a:xfrm>
          <a:custGeom xmlns:a="http://schemas.openxmlformats.org/drawingml/2006/main">
            <a:pathLst>
              <a:path w="2326010" h="202811">
                <a:moveTo>
                  <a:pt x="41998" y="75510"/>
                </a:moveTo>
                <a:lnTo>
                  <a:pt x="110545" y="75510"/>
                </a:lnTo>
                <a:lnTo>
                  <a:pt x="110545" y="33365"/>
                </a:lnTo>
                <a:cubicBezTo>
                  <a:pt x="110545" y="25835"/>
                  <a:pt x="110073" y="20875"/>
                  <a:pt x="109130" y="18483"/>
                </a:cubicBezTo>
                <a:cubicBezTo>
                  <a:pt x="108405" y="16674"/>
                  <a:pt x="106882" y="15118"/>
                  <a:pt x="104561" y="13815"/>
                </a:cubicBezTo>
                <a:cubicBezTo>
                  <a:pt x="101442" y="12076"/>
                  <a:pt x="98141" y="11207"/>
                  <a:pt x="94660" y="11207"/>
                </a:cubicBezTo>
                <a:lnTo>
                  <a:pt x="89437" y="11207"/>
                </a:lnTo>
                <a:lnTo>
                  <a:pt x="89437" y="7181"/>
                </a:lnTo>
                <a:lnTo>
                  <a:pt x="152543" y="7181"/>
                </a:lnTo>
                <a:lnTo>
                  <a:pt x="152543" y="11207"/>
                </a:lnTo>
                <a:lnTo>
                  <a:pt x="147321" y="11207"/>
                </a:lnTo>
                <a:cubicBezTo>
                  <a:pt x="143839" y="11207"/>
                  <a:pt x="140539" y="12041"/>
                  <a:pt x="137420" y="13709"/>
                </a:cubicBezTo>
                <a:cubicBezTo>
                  <a:pt x="135098" y="14870"/>
                  <a:pt x="133521" y="16629"/>
                  <a:pt x="132687" y="18986"/>
                </a:cubicBezTo>
                <a:cubicBezTo>
                  <a:pt x="131852" y="21344"/>
                  <a:pt x="131435" y="26149"/>
                  <a:pt x="131435" y="33403"/>
                </a:cubicBezTo>
                <a:lnTo>
                  <a:pt x="131435" y="128606"/>
                </a:lnTo>
                <a:cubicBezTo>
                  <a:pt x="131435" y="136078"/>
                  <a:pt x="131907" y="141010"/>
                  <a:pt x="132850" y="143404"/>
                </a:cubicBezTo>
                <a:cubicBezTo>
                  <a:pt x="133575" y="145217"/>
                  <a:pt x="135062" y="146777"/>
                  <a:pt x="137311" y="148082"/>
                </a:cubicBezTo>
                <a:cubicBezTo>
                  <a:pt x="140502" y="149823"/>
                  <a:pt x="143839" y="150694"/>
                  <a:pt x="147321" y="150694"/>
                </a:cubicBezTo>
                <a:lnTo>
                  <a:pt x="152543" y="150694"/>
                </a:lnTo>
                <a:lnTo>
                  <a:pt x="152543" y="154719"/>
                </a:lnTo>
                <a:lnTo>
                  <a:pt x="89437" y="154719"/>
                </a:lnTo>
                <a:lnTo>
                  <a:pt x="89437" y="150694"/>
                </a:lnTo>
                <a:lnTo>
                  <a:pt x="94660" y="150694"/>
                </a:lnTo>
                <a:cubicBezTo>
                  <a:pt x="100680" y="150694"/>
                  <a:pt x="105068" y="148913"/>
                  <a:pt x="107825" y="145352"/>
                </a:cubicBezTo>
                <a:cubicBezTo>
                  <a:pt x="109638" y="143029"/>
                  <a:pt x="110545" y="137434"/>
                  <a:pt x="110545" y="128569"/>
                </a:cubicBezTo>
                <a:lnTo>
                  <a:pt x="110545" y="83562"/>
                </a:lnTo>
                <a:lnTo>
                  <a:pt x="41998" y="83562"/>
                </a:lnTo>
                <a:lnTo>
                  <a:pt x="41998" y="128569"/>
                </a:lnTo>
                <a:cubicBezTo>
                  <a:pt x="41998" y="136054"/>
                  <a:pt x="42470" y="140995"/>
                  <a:pt x="43413" y="143394"/>
                </a:cubicBezTo>
                <a:cubicBezTo>
                  <a:pt x="44138" y="145209"/>
                  <a:pt x="45661" y="146771"/>
                  <a:pt x="47983" y="148079"/>
                </a:cubicBezTo>
                <a:cubicBezTo>
                  <a:pt x="51102" y="149822"/>
                  <a:pt x="54402" y="150694"/>
                  <a:pt x="57884" y="150694"/>
                </a:cubicBezTo>
                <a:lnTo>
                  <a:pt x="63215" y="150694"/>
                </a:lnTo>
                <a:lnTo>
                  <a:pt x="63215" y="154719"/>
                </a:lnTo>
                <a:lnTo>
                  <a:pt x="0" y="154719"/>
                </a:lnTo>
                <a:lnTo>
                  <a:pt x="0" y="150694"/>
                </a:lnTo>
                <a:lnTo>
                  <a:pt x="5223" y="150694"/>
                </a:lnTo>
                <a:cubicBezTo>
                  <a:pt x="11316" y="150694"/>
                  <a:pt x="15740" y="148917"/>
                  <a:pt x="18497" y="145362"/>
                </a:cubicBezTo>
                <a:cubicBezTo>
                  <a:pt x="20238" y="143041"/>
                  <a:pt x="21108" y="137456"/>
                  <a:pt x="21108" y="128606"/>
                </a:cubicBezTo>
                <a:lnTo>
                  <a:pt x="21108" y="33403"/>
                </a:lnTo>
                <a:cubicBezTo>
                  <a:pt x="21108" y="25859"/>
                  <a:pt x="20637" y="20890"/>
                  <a:pt x="19694" y="18497"/>
                </a:cubicBezTo>
                <a:cubicBezTo>
                  <a:pt x="18968" y="16683"/>
                  <a:pt x="17481" y="15124"/>
                  <a:pt x="15233" y="13818"/>
                </a:cubicBezTo>
                <a:cubicBezTo>
                  <a:pt x="12041" y="12077"/>
                  <a:pt x="8704" y="11207"/>
                  <a:pt x="5223" y="11207"/>
                </a:cubicBezTo>
                <a:lnTo>
                  <a:pt x="0" y="11207"/>
                </a:lnTo>
                <a:lnTo>
                  <a:pt x="0" y="7181"/>
                </a:lnTo>
                <a:lnTo>
                  <a:pt x="63215" y="7181"/>
                </a:lnTo>
                <a:lnTo>
                  <a:pt x="63215" y="11207"/>
                </a:lnTo>
                <a:lnTo>
                  <a:pt x="57884" y="11207"/>
                </a:lnTo>
                <a:cubicBezTo>
                  <a:pt x="54402" y="11207"/>
                  <a:pt x="51102" y="12040"/>
                  <a:pt x="47983" y="13706"/>
                </a:cubicBezTo>
                <a:cubicBezTo>
                  <a:pt x="45734" y="14864"/>
                  <a:pt x="44174" y="16620"/>
                  <a:pt x="43304" y="18973"/>
                </a:cubicBezTo>
                <a:cubicBezTo>
                  <a:pt x="42434" y="21326"/>
                  <a:pt x="41998" y="26123"/>
                  <a:pt x="41998" y="33365"/>
                </a:cubicBezTo>
                <a:lnTo>
                  <a:pt x="41998" y="75510"/>
                </a:lnTo>
                <a:close/>
                <a:moveTo>
                  <a:pt x="219617" y="140357"/>
                </a:moveTo>
                <a:cubicBezTo>
                  <a:pt x="209390" y="148264"/>
                  <a:pt x="202970" y="152833"/>
                  <a:pt x="200359" y="154067"/>
                </a:cubicBezTo>
                <a:cubicBezTo>
                  <a:pt x="196442" y="155952"/>
                  <a:pt x="192271" y="156895"/>
                  <a:pt x="187846" y="156895"/>
                </a:cubicBezTo>
                <a:cubicBezTo>
                  <a:pt x="180955" y="156895"/>
                  <a:pt x="175280" y="154538"/>
                  <a:pt x="170819" y="149823"/>
                </a:cubicBezTo>
                <a:cubicBezTo>
                  <a:pt x="166358" y="145108"/>
                  <a:pt x="164127" y="138907"/>
                  <a:pt x="164127" y="131218"/>
                </a:cubicBezTo>
                <a:cubicBezTo>
                  <a:pt x="164127" y="126358"/>
                  <a:pt x="165215" y="122151"/>
                  <a:pt x="167391" y="118596"/>
                </a:cubicBezTo>
                <a:cubicBezTo>
                  <a:pt x="170365" y="113664"/>
                  <a:pt x="175533" y="109022"/>
                  <a:pt x="182896" y="104670"/>
                </a:cubicBezTo>
                <a:cubicBezTo>
                  <a:pt x="190258" y="100317"/>
                  <a:pt x="202499" y="95022"/>
                  <a:pt x="219617" y="88784"/>
                </a:cubicBezTo>
                <a:lnTo>
                  <a:pt x="219617" y="84867"/>
                </a:lnTo>
                <a:cubicBezTo>
                  <a:pt x="219617" y="74930"/>
                  <a:pt x="218040" y="68111"/>
                  <a:pt x="214884" y="64412"/>
                </a:cubicBezTo>
                <a:cubicBezTo>
                  <a:pt x="211729" y="60713"/>
                  <a:pt x="207141" y="58863"/>
                  <a:pt x="201121" y="58863"/>
                </a:cubicBezTo>
                <a:cubicBezTo>
                  <a:pt x="196551" y="58863"/>
                  <a:pt x="192924" y="60092"/>
                  <a:pt x="190240" y="62549"/>
                </a:cubicBezTo>
                <a:cubicBezTo>
                  <a:pt x="187484" y="65006"/>
                  <a:pt x="186106" y="67825"/>
                  <a:pt x="186106" y="71005"/>
                </a:cubicBezTo>
                <a:lnTo>
                  <a:pt x="186323" y="77292"/>
                </a:lnTo>
                <a:cubicBezTo>
                  <a:pt x="186323" y="80615"/>
                  <a:pt x="185471" y="83180"/>
                  <a:pt x="183766" y="84986"/>
                </a:cubicBezTo>
                <a:cubicBezTo>
                  <a:pt x="182062" y="86793"/>
                  <a:pt x="179831" y="87696"/>
                  <a:pt x="177075" y="87696"/>
                </a:cubicBezTo>
                <a:cubicBezTo>
                  <a:pt x="174391" y="87696"/>
                  <a:pt x="172197" y="86757"/>
                  <a:pt x="170492" y="84877"/>
                </a:cubicBezTo>
                <a:cubicBezTo>
                  <a:pt x="168788" y="82996"/>
                  <a:pt x="167935" y="80428"/>
                  <a:pt x="167935" y="77173"/>
                </a:cubicBezTo>
                <a:cubicBezTo>
                  <a:pt x="167935" y="70955"/>
                  <a:pt x="171127" y="65243"/>
                  <a:pt x="177510" y="60036"/>
                </a:cubicBezTo>
                <a:cubicBezTo>
                  <a:pt x="183893" y="54829"/>
                  <a:pt x="192851" y="52226"/>
                  <a:pt x="204385" y="52226"/>
                </a:cubicBezTo>
                <a:cubicBezTo>
                  <a:pt x="213234" y="52226"/>
                  <a:pt x="220488" y="53711"/>
                  <a:pt x="226145" y="56680"/>
                </a:cubicBezTo>
                <a:cubicBezTo>
                  <a:pt x="230425" y="58926"/>
                  <a:pt x="233580" y="62441"/>
                  <a:pt x="235611" y="67224"/>
                </a:cubicBezTo>
                <a:cubicBezTo>
                  <a:pt x="236917" y="70338"/>
                  <a:pt x="237570" y="76714"/>
                  <a:pt x="237570" y="86350"/>
                </a:cubicBezTo>
                <a:lnTo>
                  <a:pt x="237570" y="120147"/>
                </a:lnTo>
                <a:cubicBezTo>
                  <a:pt x="237570" y="129638"/>
                  <a:pt x="237751" y="135452"/>
                  <a:pt x="238114" y="137590"/>
                </a:cubicBezTo>
                <a:cubicBezTo>
                  <a:pt x="238477" y="139727"/>
                  <a:pt x="239075" y="141159"/>
                  <a:pt x="239909" y="141884"/>
                </a:cubicBezTo>
                <a:cubicBezTo>
                  <a:pt x="240743" y="142607"/>
                  <a:pt x="241704" y="142969"/>
                  <a:pt x="242792" y="142969"/>
                </a:cubicBezTo>
                <a:cubicBezTo>
                  <a:pt x="243953" y="142969"/>
                  <a:pt x="244969" y="142715"/>
                  <a:pt x="245839" y="142207"/>
                </a:cubicBezTo>
                <a:cubicBezTo>
                  <a:pt x="247362" y="141264"/>
                  <a:pt x="250300" y="138616"/>
                  <a:pt x="254652" y="134264"/>
                </a:cubicBezTo>
                <a:lnTo>
                  <a:pt x="254652" y="140357"/>
                </a:lnTo>
                <a:cubicBezTo>
                  <a:pt x="246528" y="151238"/>
                  <a:pt x="238767" y="156678"/>
                  <a:pt x="231368" y="156678"/>
                </a:cubicBezTo>
                <a:cubicBezTo>
                  <a:pt x="227814" y="156678"/>
                  <a:pt x="224985" y="155445"/>
                  <a:pt x="222881" y="152979"/>
                </a:cubicBezTo>
                <a:cubicBezTo>
                  <a:pt x="220778" y="150512"/>
                  <a:pt x="219690" y="146305"/>
                  <a:pt x="219617" y="140357"/>
                </a:cubicBezTo>
                <a:moveTo>
                  <a:pt x="219617" y="133224"/>
                </a:moveTo>
                <a:lnTo>
                  <a:pt x="219617" y="95421"/>
                </a:lnTo>
                <a:cubicBezTo>
                  <a:pt x="208664" y="99753"/>
                  <a:pt x="201592" y="102822"/>
                  <a:pt x="198400" y="104629"/>
                </a:cubicBezTo>
                <a:cubicBezTo>
                  <a:pt x="192670" y="107807"/>
                  <a:pt x="188572" y="111129"/>
                  <a:pt x="186106" y="114594"/>
                </a:cubicBezTo>
                <a:cubicBezTo>
                  <a:pt x="183639" y="118060"/>
                  <a:pt x="182406" y="121851"/>
                  <a:pt x="182406" y="125968"/>
                </a:cubicBezTo>
                <a:cubicBezTo>
                  <a:pt x="182406" y="131168"/>
                  <a:pt x="183966" y="135483"/>
                  <a:pt x="187085" y="138912"/>
                </a:cubicBezTo>
                <a:cubicBezTo>
                  <a:pt x="190204" y="142342"/>
                  <a:pt x="193794" y="144057"/>
                  <a:pt x="197856" y="144057"/>
                </a:cubicBezTo>
                <a:cubicBezTo>
                  <a:pt x="203369" y="144057"/>
                  <a:pt x="210623" y="140446"/>
                  <a:pt x="219617" y="133224"/>
                </a:cubicBezTo>
                <a:close/>
                <a:moveTo>
                  <a:pt x="292581" y="52226"/>
                </a:moveTo>
                <a:lnTo>
                  <a:pt x="292581" y="74640"/>
                </a:lnTo>
                <a:cubicBezTo>
                  <a:pt x="300922" y="59697"/>
                  <a:pt x="309482" y="52226"/>
                  <a:pt x="318259" y="52226"/>
                </a:cubicBezTo>
                <a:cubicBezTo>
                  <a:pt x="322248" y="52226"/>
                  <a:pt x="325548" y="53441"/>
                  <a:pt x="328160" y="55871"/>
                </a:cubicBezTo>
                <a:cubicBezTo>
                  <a:pt x="330771" y="58301"/>
                  <a:pt x="332077" y="61112"/>
                  <a:pt x="332077" y="64303"/>
                </a:cubicBezTo>
                <a:cubicBezTo>
                  <a:pt x="332077" y="67132"/>
                  <a:pt x="331134" y="69526"/>
                  <a:pt x="329248" y="71484"/>
                </a:cubicBezTo>
                <a:cubicBezTo>
                  <a:pt x="327362" y="73443"/>
                  <a:pt x="325113" y="74422"/>
                  <a:pt x="322502" y="74422"/>
                </a:cubicBezTo>
                <a:cubicBezTo>
                  <a:pt x="319963" y="74422"/>
                  <a:pt x="317116" y="73171"/>
                  <a:pt x="313961" y="70668"/>
                </a:cubicBezTo>
                <a:cubicBezTo>
                  <a:pt x="310805" y="68166"/>
                  <a:pt x="308466" y="66915"/>
                  <a:pt x="306943" y="66915"/>
                </a:cubicBezTo>
                <a:cubicBezTo>
                  <a:pt x="305637" y="66915"/>
                  <a:pt x="304223" y="67638"/>
                  <a:pt x="302700" y="69084"/>
                </a:cubicBezTo>
                <a:cubicBezTo>
                  <a:pt x="299435" y="72051"/>
                  <a:pt x="296062" y="76935"/>
                  <a:pt x="292581" y="83735"/>
                </a:cubicBezTo>
                <a:lnTo>
                  <a:pt x="292581" y="131378"/>
                </a:lnTo>
                <a:cubicBezTo>
                  <a:pt x="292581" y="136874"/>
                  <a:pt x="293270" y="141034"/>
                  <a:pt x="294648" y="143856"/>
                </a:cubicBezTo>
                <a:cubicBezTo>
                  <a:pt x="295591" y="145810"/>
                  <a:pt x="297259" y="147439"/>
                  <a:pt x="299653" y="148742"/>
                </a:cubicBezTo>
                <a:cubicBezTo>
                  <a:pt x="302047" y="150043"/>
                  <a:pt x="305492" y="150694"/>
                  <a:pt x="309989" y="150694"/>
                </a:cubicBezTo>
                <a:lnTo>
                  <a:pt x="309989" y="154719"/>
                </a:lnTo>
                <a:lnTo>
                  <a:pt x="258960" y="154719"/>
                </a:lnTo>
                <a:lnTo>
                  <a:pt x="258960" y="150694"/>
                </a:lnTo>
                <a:cubicBezTo>
                  <a:pt x="264038" y="150694"/>
                  <a:pt x="267810" y="149898"/>
                  <a:pt x="270276" y="148307"/>
                </a:cubicBezTo>
                <a:cubicBezTo>
                  <a:pt x="272089" y="147148"/>
                  <a:pt x="273359" y="145302"/>
                  <a:pt x="274084" y="142768"/>
                </a:cubicBezTo>
                <a:cubicBezTo>
                  <a:pt x="274447" y="141537"/>
                  <a:pt x="274628" y="138027"/>
                  <a:pt x="274628" y="132238"/>
                </a:cubicBezTo>
                <a:lnTo>
                  <a:pt x="274628" y="93697"/>
                </a:lnTo>
                <a:cubicBezTo>
                  <a:pt x="274628" y="82116"/>
                  <a:pt x="274392" y="75223"/>
                  <a:pt x="273921" y="73018"/>
                </a:cubicBezTo>
                <a:cubicBezTo>
                  <a:pt x="273449" y="70810"/>
                  <a:pt x="272579" y="69199"/>
                  <a:pt x="271310" y="68186"/>
                </a:cubicBezTo>
                <a:cubicBezTo>
                  <a:pt x="270040" y="67173"/>
                  <a:pt x="268463" y="66666"/>
                  <a:pt x="266577" y="66666"/>
                </a:cubicBezTo>
                <a:cubicBezTo>
                  <a:pt x="264328" y="66666"/>
                  <a:pt x="261789" y="67209"/>
                  <a:pt x="258960" y="68295"/>
                </a:cubicBezTo>
                <a:lnTo>
                  <a:pt x="257872" y="64385"/>
                </a:lnTo>
                <a:lnTo>
                  <a:pt x="288011" y="52226"/>
                </a:lnTo>
                <a:lnTo>
                  <a:pt x="292581" y="52226"/>
                </a:lnTo>
                <a:close/>
                <a:moveTo>
                  <a:pt x="368109" y="73443"/>
                </a:moveTo>
                <a:cubicBezTo>
                  <a:pt x="375362" y="66189"/>
                  <a:pt x="379642" y="62018"/>
                  <a:pt x="380947" y="60930"/>
                </a:cubicBezTo>
                <a:cubicBezTo>
                  <a:pt x="384212" y="58174"/>
                  <a:pt x="387730" y="56034"/>
                  <a:pt x="391501" y="54511"/>
                </a:cubicBezTo>
                <a:cubicBezTo>
                  <a:pt x="395273" y="52988"/>
                  <a:pt x="399009" y="52226"/>
                  <a:pt x="402708" y="52226"/>
                </a:cubicBezTo>
                <a:cubicBezTo>
                  <a:pt x="408946" y="52226"/>
                  <a:pt x="414314" y="54039"/>
                  <a:pt x="418811" y="57666"/>
                </a:cubicBezTo>
                <a:cubicBezTo>
                  <a:pt x="423308" y="61293"/>
                  <a:pt x="426319" y="66552"/>
                  <a:pt x="427842" y="73443"/>
                </a:cubicBezTo>
                <a:cubicBezTo>
                  <a:pt x="435313" y="64738"/>
                  <a:pt x="441624" y="59026"/>
                  <a:pt x="446774" y="56306"/>
                </a:cubicBezTo>
                <a:cubicBezTo>
                  <a:pt x="451924" y="53586"/>
                  <a:pt x="457219" y="52226"/>
                  <a:pt x="462659" y="52226"/>
                </a:cubicBezTo>
                <a:cubicBezTo>
                  <a:pt x="467954" y="52226"/>
                  <a:pt x="472651" y="53584"/>
                  <a:pt x="476749" y="56299"/>
                </a:cubicBezTo>
                <a:cubicBezTo>
                  <a:pt x="480848" y="59013"/>
                  <a:pt x="484094" y="63445"/>
                  <a:pt x="486487" y="69597"/>
                </a:cubicBezTo>
                <a:cubicBezTo>
                  <a:pt x="488083" y="73795"/>
                  <a:pt x="488881" y="80381"/>
                  <a:pt x="488881" y="89355"/>
                </a:cubicBezTo>
                <a:lnTo>
                  <a:pt x="488881" y="132129"/>
                </a:lnTo>
                <a:cubicBezTo>
                  <a:pt x="488881" y="138353"/>
                  <a:pt x="489353" y="142624"/>
                  <a:pt x="490295" y="144941"/>
                </a:cubicBezTo>
                <a:cubicBezTo>
                  <a:pt x="491021" y="146532"/>
                  <a:pt x="492363" y="147889"/>
                  <a:pt x="494321" y="149011"/>
                </a:cubicBezTo>
                <a:cubicBezTo>
                  <a:pt x="496280" y="150133"/>
                  <a:pt x="499471" y="150694"/>
                  <a:pt x="503896" y="150694"/>
                </a:cubicBezTo>
                <a:lnTo>
                  <a:pt x="503896" y="154719"/>
                </a:lnTo>
                <a:lnTo>
                  <a:pt x="454717" y="154719"/>
                </a:lnTo>
                <a:lnTo>
                  <a:pt x="454717" y="150694"/>
                </a:lnTo>
                <a:lnTo>
                  <a:pt x="456784" y="150694"/>
                </a:lnTo>
                <a:cubicBezTo>
                  <a:pt x="461063" y="150694"/>
                  <a:pt x="464400" y="149864"/>
                  <a:pt x="466794" y="148205"/>
                </a:cubicBezTo>
                <a:cubicBezTo>
                  <a:pt x="468462" y="147049"/>
                  <a:pt x="469659" y="145208"/>
                  <a:pt x="470384" y="142683"/>
                </a:cubicBezTo>
                <a:cubicBezTo>
                  <a:pt x="470674" y="141457"/>
                  <a:pt x="470820" y="137957"/>
                  <a:pt x="470820" y="132183"/>
                </a:cubicBezTo>
                <a:lnTo>
                  <a:pt x="470820" y="89532"/>
                </a:lnTo>
                <a:cubicBezTo>
                  <a:pt x="470820" y="81449"/>
                  <a:pt x="469840" y="75748"/>
                  <a:pt x="467882" y="72430"/>
                </a:cubicBezTo>
                <a:cubicBezTo>
                  <a:pt x="465053" y="67810"/>
                  <a:pt x="460519" y="65500"/>
                  <a:pt x="454281" y="65500"/>
                </a:cubicBezTo>
                <a:cubicBezTo>
                  <a:pt x="450437" y="65500"/>
                  <a:pt x="446574" y="66457"/>
                  <a:pt x="442694" y="68370"/>
                </a:cubicBezTo>
                <a:cubicBezTo>
                  <a:pt x="438813" y="70281"/>
                  <a:pt x="434116" y="73835"/>
                  <a:pt x="428604" y="79033"/>
                </a:cubicBezTo>
                <a:lnTo>
                  <a:pt x="428386" y="80223"/>
                </a:lnTo>
                <a:lnTo>
                  <a:pt x="428604" y="84877"/>
                </a:lnTo>
                <a:lnTo>
                  <a:pt x="428604" y="132183"/>
                </a:lnTo>
                <a:cubicBezTo>
                  <a:pt x="428604" y="138968"/>
                  <a:pt x="428984" y="143190"/>
                  <a:pt x="429746" y="144849"/>
                </a:cubicBezTo>
                <a:cubicBezTo>
                  <a:pt x="430508" y="146508"/>
                  <a:pt x="431940" y="147898"/>
                  <a:pt x="434044" y="149017"/>
                </a:cubicBezTo>
                <a:cubicBezTo>
                  <a:pt x="436147" y="150135"/>
                  <a:pt x="439738" y="150694"/>
                  <a:pt x="444815" y="150694"/>
                </a:cubicBezTo>
                <a:lnTo>
                  <a:pt x="444815" y="154719"/>
                </a:lnTo>
                <a:lnTo>
                  <a:pt x="394439" y="154719"/>
                </a:lnTo>
                <a:lnTo>
                  <a:pt x="394439" y="150694"/>
                </a:lnTo>
                <a:cubicBezTo>
                  <a:pt x="399952" y="150694"/>
                  <a:pt x="403742" y="150044"/>
                  <a:pt x="405809" y="148745"/>
                </a:cubicBezTo>
                <a:cubicBezTo>
                  <a:pt x="407876" y="147447"/>
                  <a:pt x="409309" y="145498"/>
                  <a:pt x="410107" y="142901"/>
                </a:cubicBezTo>
                <a:cubicBezTo>
                  <a:pt x="410470" y="141672"/>
                  <a:pt x="410651" y="138100"/>
                  <a:pt x="410651" y="132183"/>
                </a:cubicBezTo>
                <a:lnTo>
                  <a:pt x="410651" y="89532"/>
                </a:lnTo>
                <a:cubicBezTo>
                  <a:pt x="410651" y="81449"/>
                  <a:pt x="409454" y="75639"/>
                  <a:pt x="407060" y="72103"/>
                </a:cubicBezTo>
                <a:cubicBezTo>
                  <a:pt x="403869" y="67483"/>
                  <a:pt x="399408" y="65174"/>
                  <a:pt x="393677" y="65174"/>
                </a:cubicBezTo>
                <a:cubicBezTo>
                  <a:pt x="389761" y="65174"/>
                  <a:pt x="385880" y="66220"/>
                  <a:pt x="382035" y="68312"/>
                </a:cubicBezTo>
                <a:cubicBezTo>
                  <a:pt x="376015" y="71488"/>
                  <a:pt x="371373" y="75060"/>
                  <a:pt x="368109" y="79029"/>
                </a:cubicBezTo>
                <a:lnTo>
                  <a:pt x="368109" y="132183"/>
                </a:lnTo>
                <a:cubicBezTo>
                  <a:pt x="368109" y="138678"/>
                  <a:pt x="368562" y="142899"/>
                  <a:pt x="369469" y="144849"/>
                </a:cubicBezTo>
                <a:cubicBezTo>
                  <a:pt x="370375" y="146796"/>
                  <a:pt x="371717" y="148257"/>
                  <a:pt x="373494" y="149232"/>
                </a:cubicBezTo>
                <a:cubicBezTo>
                  <a:pt x="375271" y="150206"/>
                  <a:pt x="378880" y="150694"/>
                  <a:pt x="384320" y="150694"/>
                </a:cubicBezTo>
                <a:lnTo>
                  <a:pt x="384320" y="154719"/>
                </a:lnTo>
                <a:lnTo>
                  <a:pt x="335032" y="154719"/>
                </a:lnTo>
                <a:lnTo>
                  <a:pt x="335032" y="150694"/>
                </a:lnTo>
                <a:cubicBezTo>
                  <a:pt x="339602" y="150694"/>
                  <a:pt x="342793" y="150205"/>
                  <a:pt x="344607" y="149228"/>
                </a:cubicBezTo>
                <a:cubicBezTo>
                  <a:pt x="346420" y="148251"/>
                  <a:pt x="347798" y="146695"/>
                  <a:pt x="348741" y="144560"/>
                </a:cubicBezTo>
                <a:cubicBezTo>
                  <a:pt x="349684" y="142425"/>
                  <a:pt x="350156" y="138281"/>
                  <a:pt x="350156" y="132129"/>
                </a:cubicBezTo>
                <a:lnTo>
                  <a:pt x="350156" y="94133"/>
                </a:lnTo>
                <a:cubicBezTo>
                  <a:pt x="350156" y="83202"/>
                  <a:pt x="349829" y="76146"/>
                  <a:pt x="349177" y="72963"/>
                </a:cubicBezTo>
                <a:cubicBezTo>
                  <a:pt x="348669" y="70574"/>
                  <a:pt x="347871" y="68927"/>
                  <a:pt x="346783" y="68023"/>
                </a:cubicBezTo>
                <a:cubicBezTo>
                  <a:pt x="345695" y="67119"/>
                  <a:pt x="344208" y="66666"/>
                  <a:pt x="342322" y="66666"/>
                </a:cubicBezTo>
                <a:cubicBezTo>
                  <a:pt x="340291" y="66666"/>
                  <a:pt x="337861" y="67209"/>
                  <a:pt x="335032" y="68295"/>
                </a:cubicBezTo>
                <a:lnTo>
                  <a:pt x="333400" y="64385"/>
                </a:lnTo>
                <a:lnTo>
                  <a:pt x="363430" y="52226"/>
                </a:lnTo>
                <a:lnTo>
                  <a:pt x="368109" y="52226"/>
                </a:lnTo>
                <a:lnTo>
                  <a:pt x="368109" y="73443"/>
                </a:lnTo>
                <a:close/>
                <a:moveTo>
                  <a:pt x="556833" y="52226"/>
                </a:moveTo>
                <a:cubicBezTo>
                  <a:pt x="571920" y="52226"/>
                  <a:pt x="584034" y="57951"/>
                  <a:pt x="593173" y="69400"/>
                </a:cubicBezTo>
                <a:cubicBezTo>
                  <a:pt x="600935" y="79181"/>
                  <a:pt x="604815" y="90413"/>
                  <a:pt x="604815" y="103095"/>
                </a:cubicBezTo>
                <a:cubicBezTo>
                  <a:pt x="604815" y="112008"/>
                  <a:pt x="602675" y="121030"/>
                  <a:pt x="598396" y="130160"/>
                </a:cubicBezTo>
                <a:cubicBezTo>
                  <a:pt x="594116" y="139288"/>
                  <a:pt x="588223" y="146171"/>
                  <a:pt x="580715" y="150809"/>
                </a:cubicBezTo>
                <a:cubicBezTo>
                  <a:pt x="573208" y="155447"/>
                  <a:pt x="564848" y="157766"/>
                  <a:pt x="555636" y="157766"/>
                </a:cubicBezTo>
                <a:cubicBezTo>
                  <a:pt x="540621" y="157766"/>
                  <a:pt x="528689" y="151787"/>
                  <a:pt x="519839" y="139830"/>
                </a:cubicBezTo>
                <a:cubicBezTo>
                  <a:pt x="512368" y="129759"/>
                  <a:pt x="508632" y="118456"/>
                  <a:pt x="508632" y="105921"/>
                </a:cubicBezTo>
                <a:cubicBezTo>
                  <a:pt x="508632" y="96790"/>
                  <a:pt x="510899" y="87714"/>
                  <a:pt x="515433" y="78693"/>
                </a:cubicBezTo>
                <a:cubicBezTo>
                  <a:pt x="519966" y="69671"/>
                  <a:pt x="525932" y="63004"/>
                  <a:pt x="533331" y="58693"/>
                </a:cubicBezTo>
                <a:cubicBezTo>
                  <a:pt x="540730" y="54382"/>
                  <a:pt x="548564" y="52226"/>
                  <a:pt x="556833" y="52226"/>
                </a:cubicBezTo>
                <a:moveTo>
                  <a:pt x="553460" y="59407"/>
                </a:moveTo>
                <a:cubicBezTo>
                  <a:pt x="549615" y="59407"/>
                  <a:pt x="545753" y="60548"/>
                  <a:pt x="541872" y="62831"/>
                </a:cubicBezTo>
                <a:cubicBezTo>
                  <a:pt x="537991" y="65114"/>
                  <a:pt x="534854" y="69117"/>
                  <a:pt x="532461" y="74840"/>
                </a:cubicBezTo>
                <a:cubicBezTo>
                  <a:pt x="530067" y="80564"/>
                  <a:pt x="528870" y="87917"/>
                  <a:pt x="528870" y="96900"/>
                </a:cubicBezTo>
                <a:cubicBezTo>
                  <a:pt x="528870" y="111389"/>
                  <a:pt x="531753" y="123887"/>
                  <a:pt x="537520" y="134393"/>
                </a:cubicBezTo>
                <a:cubicBezTo>
                  <a:pt x="543287" y="144898"/>
                  <a:pt x="550885" y="150150"/>
                  <a:pt x="560314" y="150150"/>
                </a:cubicBezTo>
                <a:cubicBezTo>
                  <a:pt x="567350" y="150150"/>
                  <a:pt x="573153" y="147252"/>
                  <a:pt x="577723" y="141455"/>
                </a:cubicBezTo>
                <a:cubicBezTo>
                  <a:pt x="582293" y="135659"/>
                  <a:pt x="584578" y="125698"/>
                  <a:pt x="584578" y="111572"/>
                </a:cubicBezTo>
                <a:cubicBezTo>
                  <a:pt x="584578" y="93893"/>
                  <a:pt x="580770" y="79982"/>
                  <a:pt x="573153" y="69839"/>
                </a:cubicBezTo>
                <a:cubicBezTo>
                  <a:pt x="568003" y="62884"/>
                  <a:pt x="561439" y="59407"/>
                  <a:pt x="553460" y="59407"/>
                </a:cubicBezTo>
                <a:close/>
                <a:moveTo>
                  <a:pt x="646994" y="73334"/>
                </a:moveTo>
                <a:cubicBezTo>
                  <a:pt x="658672" y="59262"/>
                  <a:pt x="669807" y="52226"/>
                  <a:pt x="680397" y="52226"/>
                </a:cubicBezTo>
                <a:cubicBezTo>
                  <a:pt x="685837" y="52226"/>
                  <a:pt x="690516" y="53584"/>
                  <a:pt x="694433" y="56299"/>
                </a:cubicBezTo>
                <a:cubicBezTo>
                  <a:pt x="698350" y="59013"/>
                  <a:pt x="701469" y="63482"/>
                  <a:pt x="703790" y="69706"/>
                </a:cubicBezTo>
                <a:cubicBezTo>
                  <a:pt x="705386" y="74047"/>
                  <a:pt x="706183" y="80705"/>
                  <a:pt x="706183" y="89682"/>
                </a:cubicBezTo>
                <a:lnTo>
                  <a:pt x="706183" y="132129"/>
                </a:lnTo>
                <a:cubicBezTo>
                  <a:pt x="706183" y="138426"/>
                  <a:pt x="706691" y="142697"/>
                  <a:pt x="707707" y="144941"/>
                </a:cubicBezTo>
                <a:cubicBezTo>
                  <a:pt x="708505" y="146749"/>
                  <a:pt x="709792" y="148161"/>
                  <a:pt x="711569" y="149174"/>
                </a:cubicBezTo>
                <a:cubicBezTo>
                  <a:pt x="713346" y="150187"/>
                  <a:pt x="716629" y="150694"/>
                  <a:pt x="721416" y="150694"/>
                </a:cubicBezTo>
                <a:lnTo>
                  <a:pt x="721416" y="154719"/>
                </a:lnTo>
                <a:lnTo>
                  <a:pt x="672128" y="154719"/>
                </a:lnTo>
                <a:lnTo>
                  <a:pt x="672128" y="150694"/>
                </a:lnTo>
                <a:lnTo>
                  <a:pt x="674195" y="150694"/>
                </a:lnTo>
                <a:cubicBezTo>
                  <a:pt x="678837" y="150694"/>
                  <a:pt x="682083" y="149990"/>
                  <a:pt x="683933" y="148582"/>
                </a:cubicBezTo>
                <a:cubicBezTo>
                  <a:pt x="685783" y="147175"/>
                  <a:pt x="687070" y="145100"/>
                  <a:pt x="687796" y="142360"/>
                </a:cubicBezTo>
                <a:cubicBezTo>
                  <a:pt x="688086" y="141276"/>
                  <a:pt x="688231" y="137884"/>
                  <a:pt x="688231" y="132183"/>
                </a:cubicBezTo>
                <a:lnTo>
                  <a:pt x="688231" y="91589"/>
                </a:lnTo>
                <a:cubicBezTo>
                  <a:pt x="688231" y="82570"/>
                  <a:pt x="687052" y="76021"/>
                  <a:pt x="684695" y="71943"/>
                </a:cubicBezTo>
                <a:cubicBezTo>
                  <a:pt x="682337" y="67865"/>
                  <a:pt x="678366" y="65826"/>
                  <a:pt x="672781" y="65826"/>
                </a:cubicBezTo>
                <a:cubicBezTo>
                  <a:pt x="664149" y="65826"/>
                  <a:pt x="655553" y="70518"/>
                  <a:pt x="646994" y="79900"/>
                </a:cubicBezTo>
                <a:lnTo>
                  <a:pt x="646994" y="132183"/>
                </a:lnTo>
                <a:cubicBezTo>
                  <a:pt x="646994" y="138895"/>
                  <a:pt x="647393" y="143044"/>
                  <a:pt x="648191" y="144631"/>
                </a:cubicBezTo>
                <a:cubicBezTo>
                  <a:pt x="649206" y="146723"/>
                  <a:pt x="650603" y="148257"/>
                  <a:pt x="652380" y="149232"/>
                </a:cubicBezTo>
                <a:cubicBezTo>
                  <a:pt x="654157" y="150206"/>
                  <a:pt x="657766" y="150694"/>
                  <a:pt x="663206" y="150694"/>
                </a:cubicBezTo>
                <a:lnTo>
                  <a:pt x="663206" y="154719"/>
                </a:lnTo>
                <a:lnTo>
                  <a:pt x="613918" y="154719"/>
                </a:lnTo>
                <a:lnTo>
                  <a:pt x="613918" y="150694"/>
                </a:lnTo>
                <a:lnTo>
                  <a:pt x="616094" y="150694"/>
                </a:lnTo>
                <a:cubicBezTo>
                  <a:pt x="621171" y="150694"/>
                  <a:pt x="624598" y="149410"/>
                  <a:pt x="626376" y="146841"/>
                </a:cubicBezTo>
                <a:cubicBezTo>
                  <a:pt x="628153" y="144271"/>
                  <a:pt x="629041" y="139367"/>
                  <a:pt x="629041" y="132129"/>
                </a:cubicBezTo>
                <a:lnTo>
                  <a:pt x="629041" y="95217"/>
                </a:lnTo>
                <a:cubicBezTo>
                  <a:pt x="629041" y="83276"/>
                  <a:pt x="628769" y="76003"/>
                  <a:pt x="628225" y="73399"/>
                </a:cubicBezTo>
                <a:cubicBezTo>
                  <a:pt x="627681" y="70792"/>
                  <a:pt x="626847" y="69018"/>
                  <a:pt x="625723" y="68077"/>
                </a:cubicBezTo>
                <a:cubicBezTo>
                  <a:pt x="624598" y="67137"/>
                  <a:pt x="623093" y="66666"/>
                  <a:pt x="621207" y="66666"/>
                </a:cubicBezTo>
                <a:cubicBezTo>
                  <a:pt x="619176" y="66666"/>
                  <a:pt x="616746" y="67209"/>
                  <a:pt x="613918" y="68295"/>
                </a:cubicBezTo>
                <a:lnTo>
                  <a:pt x="612285" y="64385"/>
                </a:lnTo>
                <a:lnTo>
                  <a:pt x="642315" y="52226"/>
                </a:lnTo>
                <a:lnTo>
                  <a:pt x="646994" y="52226"/>
                </a:lnTo>
                <a:lnTo>
                  <a:pt x="646994" y="73334"/>
                </a:lnTo>
                <a:close/>
                <a:moveTo>
                  <a:pt x="753150" y="0"/>
                </a:moveTo>
                <a:cubicBezTo>
                  <a:pt x="756196" y="0"/>
                  <a:pt x="758789" y="1076"/>
                  <a:pt x="760929" y="3227"/>
                </a:cubicBezTo>
                <a:cubicBezTo>
                  <a:pt x="763069" y="5376"/>
                  <a:pt x="764139" y="7981"/>
                  <a:pt x="764139" y="11044"/>
                </a:cubicBezTo>
                <a:cubicBezTo>
                  <a:pt x="764139" y="14106"/>
                  <a:pt x="763069" y="16731"/>
                  <a:pt x="760929" y="18918"/>
                </a:cubicBezTo>
                <a:cubicBezTo>
                  <a:pt x="758789" y="21103"/>
                  <a:pt x="756196" y="22196"/>
                  <a:pt x="753150" y="22196"/>
                </a:cubicBezTo>
                <a:cubicBezTo>
                  <a:pt x="750103" y="22196"/>
                  <a:pt x="747492" y="21103"/>
                  <a:pt x="745316" y="18918"/>
                </a:cubicBezTo>
                <a:cubicBezTo>
                  <a:pt x="743140" y="16731"/>
                  <a:pt x="742052" y="14106"/>
                  <a:pt x="742052" y="11044"/>
                </a:cubicBezTo>
                <a:cubicBezTo>
                  <a:pt x="742052" y="7981"/>
                  <a:pt x="743122" y="5376"/>
                  <a:pt x="745262" y="3227"/>
                </a:cubicBezTo>
                <a:cubicBezTo>
                  <a:pt x="747401" y="1076"/>
                  <a:pt x="750031" y="0"/>
                  <a:pt x="753150" y="0"/>
                </a:cubicBezTo>
                <a:moveTo>
                  <a:pt x="762181" y="52226"/>
                </a:moveTo>
                <a:lnTo>
                  <a:pt x="762181" y="132129"/>
                </a:lnTo>
                <a:cubicBezTo>
                  <a:pt x="762181" y="138353"/>
                  <a:pt x="762634" y="142497"/>
                  <a:pt x="763541" y="144560"/>
                </a:cubicBezTo>
                <a:cubicBezTo>
                  <a:pt x="764447" y="146623"/>
                  <a:pt x="765789" y="148161"/>
                  <a:pt x="767566" y="149174"/>
                </a:cubicBezTo>
                <a:cubicBezTo>
                  <a:pt x="769343" y="150187"/>
                  <a:pt x="772589" y="150694"/>
                  <a:pt x="777304" y="150694"/>
                </a:cubicBezTo>
                <a:lnTo>
                  <a:pt x="777304" y="154719"/>
                </a:lnTo>
                <a:lnTo>
                  <a:pt x="728886" y="154719"/>
                </a:lnTo>
                <a:lnTo>
                  <a:pt x="728886" y="150694"/>
                </a:lnTo>
                <a:cubicBezTo>
                  <a:pt x="733746" y="150694"/>
                  <a:pt x="737011" y="150223"/>
                  <a:pt x="738679" y="149283"/>
                </a:cubicBezTo>
                <a:cubicBezTo>
                  <a:pt x="740347" y="148342"/>
                  <a:pt x="741671" y="146786"/>
                  <a:pt x="742650" y="144614"/>
                </a:cubicBezTo>
                <a:cubicBezTo>
                  <a:pt x="743629" y="142443"/>
                  <a:pt x="744119" y="138281"/>
                  <a:pt x="744119" y="132129"/>
                </a:cubicBezTo>
                <a:lnTo>
                  <a:pt x="744119" y="93806"/>
                </a:lnTo>
                <a:cubicBezTo>
                  <a:pt x="744119" y="83021"/>
                  <a:pt x="743793" y="76037"/>
                  <a:pt x="743140" y="72855"/>
                </a:cubicBezTo>
                <a:cubicBezTo>
                  <a:pt x="742632" y="70538"/>
                  <a:pt x="741834" y="68927"/>
                  <a:pt x="740746" y="68023"/>
                </a:cubicBezTo>
                <a:cubicBezTo>
                  <a:pt x="739658" y="67119"/>
                  <a:pt x="738171" y="66666"/>
                  <a:pt x="736285" y="66666"/>
                </a:cubicBezTo>
                <a:cubicBezTo>
                  <a:pt x="734254" y="66666"/>
                  <a:pt x="731788" y="67209"/>
                  <a:pt x="728886" y="68295"/>
                </a:cubicBezTo>
                <a:lnTo>
                  <a:pt x="727363" y="64385"/>
                </a:lnTo>
                <a:lnTo>
                  <a:pt x="757393" y="52226"/>
                </a:lnTo>
                <a:lnTo>
                  <a:pt x="762181" y="52226"/>
                </a:lnTo>
                <a:close/>
                <a:moveTo>
                  <a:pt x="875064" y="116856"/>
                </a:moveTo>
                <a:cubicBezTo>
                  <a:pt x="872380" y="129985"/>
                  <a:pt x="867121" y="140085"/>
                  <a:pt x="859288" y="147158"/>
                </a:cubicBezTo>
                <a:cubicBezTo>
                  <a:pt x="851454" y="154230"/>
                  <a:pt x="842786" y="157766"/>
                  <a:pt x="833283" y="157766"/>
                </a:cubicBezTo>
                <a:cubicBezTo>
                  <a:pt x="821968" y="157766"/>
                  <a:pt x="812103" y="153020"/>
                  <a:pt x="803689" y="143530"/>
                </a:cubicBezTo>
                <a:cubicBezTo>
                  <a:pt x="795274" y="134036"/>
                  <a:pt x="791067" y="121210"/>
                  <a:pt x="791067" y="105050"/>
                </a:cubicBezTo>
                <a:cubicBezTo>
                  <a:pt x="791067" y="89398"/>
                  <a:pt x="795728" y="76682"/>
                  <a:pt x="805049" y="66901"/>
                </a:cubicBezTo>
                <a:cubicBezTo>
                  <a:pt x="814370" y="57118"/>
                  <a:pt x="825558" y="52226"/>
                  <a:pt x="838615" y="52226"/>
                </a:cubicBezTo>
                <a:cubicBezTo>
                  <a:pt x="848407" y="52226"/>
                  <a:pt x="856459" y="54811"/>
                  <a:pt x="862769" y="59982"/>
                </a:cubicBezTo>
                <a:cubicBezTo>
                  <a:pt x="869080" y="65150"/>
                  <a:pt x="872235" y="70518"/>
                  <a:pt x="872235" y="76085"/>
                </a:cubicBezTo>
                <a:cubicBezTo>
                  <a:pt x="872235" y="78832"/>
                  <a:pt x="871347" y="81056"/>
                  <a:pt x="869570" y="82756"/>
                </a:cubicBezTo>
                <a:cubicBezTo>
                  <a:pt x="867792" y="84453"/>
                  <a:pt x="865308" y="85302"/>
                  <a:pt x="862116" y="85302"/>
                </a:cubicBezTo>
                <a:cubicBezTo>
                  <a:pt x="857837" y="85302"/>
                  <a:pt x="854609" y="83924"/>
                  <a:pt x="852433" y="81168"/>
                </a:cubicBezTo>
                <a:cubicBezTo>
                  <a:pt x="851200" y="79645"/>
                  <a:pt x="850384" y="76743"/>
                  <a:pt x="849985" y="72464"/>
                </a:cubicBezTo>
                <a:cubicBezTo>
                  <a:pt x="849586" y="68184"/>
                  <a:pt x="848117" y="64920"/>
                  <a:pt x="845578" y="62671"/>
                </a:cubicBezTo>
                <a:cubicBezTo>
                  <a:pt x="843039" y="60495"/>
                  <a:pt x="839521" y="59407"/>
                  <a:pt x="835024" y="59407"/>
                </a:cubicBezTo>
                <a:cubicBezTo>
                  <a:pt x="827771" y="59407"/>
                  <a:pt x="821931" y="62091"/>
                  <a:pt x="817507" y="67459"/>
                </a:cubicBezTo>
                <a:cubicBezTo>
                  <a:pt x="811631" y="74567"/>
                  <a:pt x="808694" y="83960"/>
                  <a:pt x="808694" y="95639"/>
                </a:cubicBezTo>
                <a:cubicBezTo>
                  <a:pt x="808694" y="107535"/>
                  <a:pt x="811613" y="118034"/>
                  <a:pt x="817452" y="127138"/>
                </a:cubicBezTo>
                <a:cubicBezTo>
                  <a:pt x="823292" y="136241"/>
                  <a:pt x="831180" y="140792"/>
                  <a:pt x="841117" y="140792"/>
                </a:cubicBezTo>
                <a:cubicBezTo>
                  <a:pt x="848226" y="140792"/>
                  <a:pt x="854609" y="138363"/>
                  <a:pt x="860267" y="133503"/>
                </a:cubicBezTo>
                <a:cubicBezTo>
                  <a:pt x="864256" y="130166"/>
                  <a:pt x="868137" y="124109"/>
                  <a:pt x="871909" y="115332"/>
                </a:cubicBezTo>
                <a:lnTo>
                  <a:pt x="875064" y="116856"/>
                </a:lnTo>
                <a:close/>
                <a:moveTo>
                  <a:pt x="985690" y="15233"/>
                </a:moveTo>
                <a:lnTo>
                  <a:pt x="985690" y="73116"/>
                </a:lnTo>
                <a:lnTo>
                  <a:pt x="1012565" y="73116"/>
                </a:lnTo>
                <a:cubicBezTo>
                  <a:pt x="1018730" y="73116"/>
                  <a:pt x="1023246" y="71756"/>
                  <a:pt x="1026111" y="69036"/>
                </a:cubicBezTo>
                <a:cubicBezTo>
                  <a:pt x="1028976" y="66316"/>
                  <a:pt x="1030880" y="60930"/>
                  <a:pt x="1031823" y="52879"/>
                </a:cubicBezTo>
                <a:lnTo>
                  <a:pt x="1035849" y="52879"/>
                </a:lnTo>
                <a:lnTo>
                  <a:pt x="1035849" y="102929"/>
                </a:lnTo>
                <a:lnTo>
                  <a:pt x="1031823" y="102929"/>
                </a:lnTo>
                <a:cubicBezTo>
                  <a:pt x="1031751" y="97169"/>
                  <a:pt x="1031007" y="92940"/>
                  <a:pt x="1029593" y="90243"/>
                </a:cubicBezTo>
                <a:cubicBezTo>
                  <a:pt x="1028178" y="87543"/>
                  <a:pt x="1026220" y="85519"/>
                  <a:pt x="1023717" y="84170"/>
                </a:cubicBezTo>
                <a:cubicBezTo>
                  <a:pt x="1021215" y="82821"/>
                  <a:pt x="1017497" y="82147"/>
                  <a:pt x="1012565" y="82147"/>
                </a:cubicBezTo>
                <a:lnTo>
                  <a:pt x="985690" y="82147"/>
                </a:lnTo>
                <a:lnTo>
                  <a:pt x="985690" y="128572"/>
                </a:lnTo>
                <a:cubicBezTo>
                  <a:pt x="985690" y="136055"/>
                  <a:pt x="986162" y="140995"/>
                  <a:pt x="987105" y="143394"/>
                </a:cubicBezTo>
                <a:cubicBezTo>
                  <a:pt x="987830" y="145209"/>
                  <a:pt x="989353" y="146771"/>
                  <a:pt x="991674" y="148079"/>
                </a:cubicBezTo>
                <a:cubicBezTo>
                  <a:pt x="994866" y="149822"/>
                  <a:pt x="998203" y="150694"/>
                  <a:pt x="1001684" y="150694"/>
                </a:cubicBezTo>
                <a:lnTo>
                  <a:pt x="1007016" y="150694"/>
                </a:lnTo>
                <a:lnTo>
                  <a:pt x="1007016" y="154719"/>
                </a:lnTo>
                <a:lnTo>
                  <a:pt x="943692" y="154719"/>
                </a:lnTo>
                <a:lnTo>
                  <a:pt x="943692" y="150694"/>
                </a:lnTo>
                <a:lnTo>
                  <a:pt x="948914" y="150694"/>
                </a:lnTo>
                <a:cubicBezTo>
                  <a:pt x="955007" y="150694"/>
                  <a:pt x="959432" y="148917"/>
                  <a:pt x="962188" y="145362"/>
                </a:cubicBezTo>
                <a:cubicBezTo>
                  <a:pt x="963929" y="143041"/>
                  <a:pt x="964800" y="137456"/>
                  <a:pt x="964800" y="128606"/>
                </a:cubicBezTo>
                <a:lnTo>
                  <a:pt x="964800" y="33294"/>
                </a:lnTo>
                <a:cubicBezTo>
                  <a:pt x="964800" y="25823"/>
                  <a:pt x="964328" y="20890"/>
                  <a:pt x="963385" y="18497"/>
                </a:cubicBezTo>
                <a:cubicBezTo>
                  <a:pt x="962660" y="16683"/>
                  <a:pt x="961173" y="15124"/>
                  <a:pt x="958924" y="13818"/>
                </a:cubicBezTo>
                <a:cubicBezTo>
                  <a:pt x="955805" y="12077"/>
                  <a:pt x="952469" y="11207"/>
                  <a:pt x="948914" y="11207"/>
                </a:cubicBezTo>
                <a:lnTo>
                  <a:pt x="943692" y="11207"/>
                </a:lnTo>
                <a:lnTo>
                  <a:pt x="943692" y="7181"/>
                </a:lnTo>
                <a:lnTo>
                  <a:pt x="1053475" y="7181"/>
                </a:lnTo>
                <a:lnTo>
                  <a:pt x="1054890" y="39605"/>
                </a:lnTo>
                <a:lnTo>
                  <a:pt x="1051081" y="39605"/>
                </a:lnTo>
                <a:cubicBezTo>
                  <a:pt x="1049195" y="32714"/>
                  <a:pt x="1047001" y="27654"/>
                  <a:pt x="1044499" y="24427"/>
                </a:cubicBezTo>
                <a:cubicBezTo>
                  <a:pt x="1041996" y="21199"/>
                  <a:pt x="1038913" y="18859"/>
                  <a:pt x="1035250" y="17409"/>
                </a:cubicBezTo>
                <a:cubicBezTo>
                  <a:pt x="1031587" y="15958"/>
                  <a:pt x="1025911" y="15233"/>
                  <a:pt x="1018223" y="15233"/>
                </a:cubicBezTo>
                <a:lnTo>
                  <a:pt x="985690" y="15233"/>
                </a:lnTo>
                <a:close/>
                <a:moveTo>
                  <a:pt x="1098558" y="52226"/>
                </a:moveTo>
                <a:lnTo>
                  <a:pt x="1098558" y="74640"/>
                </a:lnTo>
                <a:cubicBezTo>
                  <a:pt x="1106899" y="59697"/>
                  <a:pt x="1115458" y="52226"/>
                  <a:pt x="1124235" y="52226"/>
                </a:cubicBezTo>
                <a:cubicBezTo>
                  <a:pt x="1128225" y="52226"/>
                  <a:pt x="1131525" y="53441"/>
                  <a:pt x="1134136" y="55871"/>
                </a:cubicBezTo>
                <a:cubicBezTo>
                  <a:pt x="1136748" y="58301"/>
                  <a:pt x="1138053" y="61112"/>
                  <a:pt x="1138053" y="64303"/>
                </a:cubicBezTo>
                <a:cubicBezTo>
                  <a:pt x="1138053" y="67132"/>
                  <a:pt x="1137110" y="69526"/>
                  <a:pt x="1135224" y="71484"/>
                </a:cubicBezTo>
                <a:cubicBezTo>
                  <a:pt x="1133339" y="73443"/>
                  <a:pt x="1131090" y="74422"/>
                  <a:pt x="1128479" y="74422"/>
                </a:cubicBezTo>
                <a:cubicBezTo>
                  <a:pt x="1125940" y="74422"/>
                  <a:pt x="1123093" y="73171"/>
                  <a:pt x="1119938" y="70668"/>
                </a:cubicBezTo>
                <a:cubicBezTo>
                  <a:pt x="1116782" y="68166"/>
                  <a:pt x="1114443" y="66915"/>
                  <a:pt x="1112920" y="66915"/>
                </a:cubicBezTo>
                <a:cubicBezTo>
                  <a:pt x="1111614" y="66915"/>
                  <a:pt x="1110200" y="67638"/>
                  <a:pt x="1108676" y="69084"/>
                </a:cubicBezTo>
                <a:cubicBezTo>
                  <a:pt x="1105412" y="72051"/>
                  <a:pt x="1102039" y="76935"/>
                  <a:pt x="1098558" y="83735"/>
                </a:cubicBezTo>
                <a:lnTo>
                  <a:pt x="1098558" y="131378"/>
                </a:lnTo>
                <a:cubicBezTo>
                  <a:pt x="1098558" y="136874"/>
                  <a:pt x="1099247" y="141034"/>
                  <a:pt x="1100625" y="143856"/>
                </a:cubicBezTo>
                <a:cubicBezTo>
                  <a:pt x="1101568" y="145810"/>
                  <a:pt x="1103236" y="147439"/>
                  <a:pt x="1105630" y="148742"/>
                </a:cubicBezTo>
                <a:cubicBezTo>
                  <a:pt x="1108023" y="150043"/>
                  <a:pt x="1111469" y="150694"/>
                  <a:pt x="1115966" y="150694"/>
                </a:cubicBezTo>
                <a:lnTo>
                  <a:pt x="1115966" y="154719"/>
                </a:lnTo>
                <a:lnTo>
                  <a:pt x="1064937" y="154719"/>
                </a:lnTo>
                <a:lnTo>
                  <a:pt x="1064937" y="150694"/>
                </a:lnTo>
                <a:cubicBezTo>
                  <a:pt x="1070015" y="150694"/>
                  <a:pt x="1073786" y="149898"/>
                  <a:pt x="1076253" y="148307"/>
                </a:cubicBezTo>
                <a:cubicBezTo>
                  <a:pt x="1078066" y="147148"/>
                  <a:pt x="1079335" y="145302"/>
                  <a:pt x="1080061" y="142768"/>
                </a:cubicBezTo>
                <a:cubicBezTo>
                  <a:pt x="1080423" y="141537"/>
                  <a:pt x="1080605" y="138027"/>
                  <a:pt x="1080605" y="132238"/>
                </a:cubicBezTo>
                <a:lnTo>
                  <a:pt x="1080605" y="93697"/>
                </a:lnTo>
                <a:cubicBezTo>
                  <a:pt x="1080605" y="82116"/>
                  <a:pt x="1080369" y="75223"/>
                  <a:pt x="1079898" y="73018"/>
                </a:cubicBezTo>
                <a:cubicBezTo>
                  <a:pt x="1079426" y="70810"/>
                  <a:pt x="1078556" y="69199"/>
                  <a:pt x="1077286" y="68186"/>
                </a:cubicBezTo>
                <a:cubicBezTo>
                  <a:pt x="1076017" y="67173"/>
                  <a:pt x="1074439" y="66666"/>
                  <a:pt x="1072553" y="66666"/>
                </a:cubicBezTo>
                <a:cubicBezTo>
                  <a:pt x="1070305" y="66666"/>
                  <a:pt x="1067766" y="67209"/>
                  <a:pt x="1064937" y="68295"/>
                </a:cubicBezTo>
                <a:lnTo>
                  <a:pt x="1063849" y="64385"/>
                </a:lnTo>
                <a:lnTo>
                  <a:pt x="1093988" y="52226"/>
                </a:lnTo>
                <a:lnTo>
                  <a:pt x="1098558" y="52226"/>
                </a:lnTo>
                <a:close/>
                <a:moveTo>
                  <a:pt x="1161246" y="92701"/>
                </a:moveTo>
                <a:cubicBezTo>
                  <a:pt x="1161174" y="107464"/>
                  <a:pt x="1164764" y="119044"/>
                  <a:pt x="1172018" y="127440"/>
                </a:cubicBezTo>
                <a:cubicBezTo>
                  <a:pt x="1179272" y="135834"/>
                  <a:pt x="1187795" y="140031"/>
                  <a:pt x="1197587" y="140031"/>
                </a:cubicBezTo>
                <a:cubicBezTo>
                  <a:pt x="1204115" y="140031"/>
                  <a:pt x="1209791" y="138236"/>
                  <a:pt x="1214615" y="134645"/>
                </a:cubicBezTo>
                <a:cubicBezTo>
                  <a:pt x="1219438" y="131055"/>
                  <a:pt x="1223482" y="124907"/>
                  <a:pt x="1226746" y="116203"/>
                </a:cubicBezTo>
                <a:lnTo>
                  <a:pt x="1230119" y="118379"/>
                </a:lnTo>
                <a:cubicBezTo>
                  <a:pt x="1228596" y="128316"/>
                  <a:pt x="1224171" y="137365"/>
                  <a:pt x="1216845" y="145525"/>
                </a:cubicBezTo>
                <a:cubicBezTo>
                  <a:pt x="1209519" y="153686"/>
                  <a:pt x="1200343" y="157766"/>
                  <a:pt x="1189318" y="157766"/>
                </a:cubicBezTo>
                <a:cubicBezTo>
                  <a:pt x="1177349" y="157766"/>
                  <a:pt x="1167104" y="153116"/>
                  <a:pt x="1158581" y="143815"/>
                </a:cubicBezTo>
                <a:cubicBezTo>
                  <a:pt x="1150058" y="134512"/>
                  <a:pt x="1145796" y="122007"/>
                  <a:pt x="1145796" y="106298"/>
                </a:cubicBezTo>
                <a:cubicBezTo>
                  <a:pt x="1145796" y="89288"/>
                  <a:pt x="1150166" y="76025"/>
                  <a:pt x="1158907" y="66506"/>
                </a:cubicBezTo>
                <a:cubicBezTo>
                  <a:pt x="1167648" y="56986"/>
                  <a:pt x="1178619" y="52226"/>
                  <a:pt x="1191820" y="52226"/>
                </a:cubicBezTo>
                <a:cubicBezTo>
                  <a:pt x="1202991" y="52226"/>
                  <a:pt x="1212167" y="55898"/>
                  <a:pt x="1219348" y="63242"/>
                </a:cubicBezTo>
                <a:cubicBezTo>
                  <a:pt x="1226529" y="70584"/>
                  <a:pt x="1230119" y="80404"/>
                  <a:pt x="1230119" y="92701"/>
                </a:cubicBezTo>
                <a:lnTo>
                  <a:pt x="1161246" y="92701"/>
                </a:lnTo>
                <a:moveTo>
                  <a:pt x="1161246" y="86390"/>
                </a:moveTo>
                <a:lnTo>
                  <a:pt x="1207379" y="86390"/>
                </a:lnTo>
                <a:cubicBezTo>
                  <a:pt x="1207017" y="80007"/>
                  <a:pt x="1206255" y="75510"/>
                  <a:pt x="1205094" y="72899"/>
                </a:cubicBezTo>
                <a:cubicBezTo>
                  <a:pt x="1203281" y="68837"/>
                  <a:pt x="1200579" y="65645"/>
                  <a:pt x="1196988" y="63324"/>
                </a:cubicBezTo>
                <a:cubicBezTo>
                  <a:pt x="1193398" y="61003"/>
                  <a:pt x="1189644" y="59842"/>
                  <a:pt x="1185727" y="59842"/>
                </a:cubicBezTo>
                <a:cubicBezTo>
                  <a:pt x="1179707" y="59842"/>
                  <a:pt x="1174321" y="62182"/>
                  <a:pt x="1169570" y="66860"/>
                </a:cubicBezTo>
                <a:cubicBezTo>
                  <a:pt x="1164819" y="71539"/>
                  <a:pt x="1162044" y="78049"/>
                  <a:pt x="1161246" y="86390"/>
                </a:cubicBezTo>
                <a:close/>
                <a:moveTo>
                  <a:pt x="1330107" y="52226"/>
                </a:moveTo>
                <a:lnTo>
                  <a:pt x="1330107" y="180302"/>
                </a:lnTo>
                <a:cubicBezTo>
                  <a:pt x="1330107" y="186681"/>
                  <a:pt x="1330543" y="190775"/>
                  <a:pt x="1331413" y="192587"/>
                </a:cubicBezTo>
                <a:cubicBezTo>
                  <a:pt x="1332283" y="194400"/>
                  <a:pt x="1333644" y="195813"/>
                  <a:pt x="1335493" y="196827"/>
                </a:cubicBezTo>
                <a:cubicBezTo>
                  <a:pt x="1337343" y="197842"/>
                  <a:pt x="1340952" y="198350"/>
                  <a:pt x="1346319" y="198350"/>
                </a:cubicBezTo>
                <a:lnTo>
                  <a:pt x="1346319" y="202376"/>
                </a:lnTo>
                <a:lnTo>
                  <a:pt x="1296052" y="202376"/>
                </a:lnTo>
                <a:lnTo>
                  <a:pt x="1296052" y="198350"/>
                </a:lnTo>
                <a:lnTo>
                  <a:pt x="1298119" y="198350"/>
                </a:lnTo>
                <a:cubicBezTo>
                  <a:pt x="1302181" y="198350"/>
                  <a:pt x="1305264" y="197770"/>
                  <a:pt x="1307367" y="196609"/>
                </a:cubicBezTo>
                <a:cubicBezTo>
                  <a:pt x="1308818" y="195811"/>
                  <a:pt x="1309979" y="194378"/>
                  <a:pt x="1310849" y="192311"/>
                </a:cubicBezTo>
                <a:cubicBezTo>
                  <a:pt x="1311719" y="190244"/>
                  <a:pt x="1312155" y="186236"/>
                  <a:pt x="1312155" y="180288"/>
                </a:cubicBezTo>
                <a:lnTo>
                  <a:pt x="1312155" y="137420"/>
                </a:lnTo>
                <a:cubicBezTo>
                  <a:pt x="1305554" y="145253"/>
                  <a:pt x="1299787" y="150603"/>
                  <a:pt x="1294855" y="153468"/>
                </a:cubicBezTo>
                <a:cubicBezTo>
                  <a:pt x="1289922" y="156333"/>
                  <a:pt x="1284809" y="157766"/>
                  <a:pt x="1279513" y="157766"/>
                </a:cubicBezTo>
                <a:cubicBezTo>
                  <a:pt x="1269866" y="157766"/>
                  <a:pt x="1261253" y="153382"/>
                  <a:pt x="1253673" y="144614"/>
                </a:cubicBezTo>
                <a:cubicBezTo>
                  <a:pt x="1246093" y="135846"/>
                  <a:pt x="1242302" y="124108"/>
                  <a:pt x="1242302" y="109399"/>
                </a:cubicBezTo>
                <a:cubicBezTo>
                  <a:pt x="1242302" y="92514"/>
                  <a:pt x="1247307" y="78764"/>
                  <a:pt x="1257317" y="68149"/>
                </a:cubicBezTo>
                <a:cubicBezTo>
                  <a:pt x="1267327" y="57534"/>
                  <a:pt x="1279405" y="52226"/>
                  <a:pt x="1293549" y="52226"/>
                </a:cubicBezTo>
                <a:cubicBezTo>
                  <a:pt x="1297684" y="52226"/>
                  <a:pt x="1301492" y="52806"/>
                  <a:pt x="1304974" y="53967"/>
                </a:cubicBezTo>
                <a:cubicBezTo>
                  <a:pt x="1308455" y="55127"/>
                  <a:pt x="1311574" y="56868"/>
                  <a:pt x="1314331" y="59189"/>
                </a:cubicBezTo>
                <a:cubicBezTo>
                  <a:pt x="1318538" y="57158"/>
                  <a:pt x="1322564" y="54837"/>
                  <a:pt x="1326408" y="52226"/>
                </a:cubicBezTo>
                <a:lnTo>
                  <a:pt x="1330107" y="52226"/>
                </a:lnTo>
                <a:moveTo>
                  <a:pt x="1312155" y="130582"/>
                </a:moveTo>
                <a:lnTo>
                  <a:pt x="1312155" y="83857"/>
                </a:lnTo>
                <a:cubicBezTo>
                  <a:pt x="1312155" y="78424"/>
                  <a:pt x="1311447" y="74150"/>
                  <a:pt x="1310033" y="71035"/>
                </a:cubicBezTo>
                <a:cubicBezTo>
                  <a:pt x="1308619" y="67919"/>
                  <a:pt x="1306098" y="65275"/>
                  <a:pt x="1302471" y="63103"/>
                </a:cubicBezTo>
                <a:cubicBezTo>
                  <a:pt x="1298844" y="60929"/>
                  <a:pt x="1294746" y="59842"/>
                  <a:pt x="1290176" y="59842"/>
                </a:cubicBezTo>
                <a:cubicBezTo>
                  <a:pt x="1282052" y="59842"/>
                  <a:pt x="1275089" y="63283"/>
                  <a:pt x="1269286" y="70165"/>
                </a:cubicBezTo>
                <a:cubicBezTo>
                  <a:pt x="1263483" y="77047"/>
                  <a:pt x="1260582" y="87478"/>
                  <a:pt x="1260582" y="101460"/>
                </a:cubicBezTo>
                <a:cubicBezTo>
                  <a:pt x="1260582" y="114861"/>
                  <a:pt x="1263537" y="125039"/>
                  <a:pt x="1269449" y="131993"/>
                </a:cubicBezTo>
                <a:cubicBezTo>
                  <a:pt x="1275361" y="138947"/>
                  <a:pt x="1282487" y="142425"/>
                  <a:pt x="1290829" y="142425"/>
                </a:cubicBezTo>
                <a:cubicBezTo>
                  <a:pt x="1295109" y="142425"/>
                  <a:pt x="1298917" y="141501"/>
                  <a:pt x="1302254" y="139653"/>
                </a:cubicBezTo>
                <a:cubicBezTo>
                  <a:pt x="1305590" y="137806"/>
                  <a:pt x="1308891" y="134782"/>
                  <a:pt x="1312155" y="130582"/>
                </a:cubicBezTo>
                <a:close/>
                <a:moveTo>
                  <a:pt x="1441990" y="55055"/>
                </a:moveTo>
                <a:lnTo>
                  <a:pt x="1441990" y="115441"/>
                </a:lnTo>
                <a:cubicBezTo>
                  <a:pt x="1441990" y="126974"/>
                  <a:pt x="1442262" y="134028"/>
                  <a:pt x="1442806" y="136604"/>
                </a:cubicBezTo>
                <a:cubicBezTo>
                  <a:pt x="1443350" y="139179"/>
                  <a:pt x="1444220" y="140974"/>
                  <a:pt x="1445417" y="141989"/>
                </a:cubicBezTo>
                <a:cubicBezTo>
                  <a:pt x="1446614" y="143005"/>
                  <a:pt x="1448010" y="143513"/>
                  <a:pt x="1449606" y="143513"/>
                </a:cubicBezTo>
                <a:cubicBezTo>
                  <a:pt x="1451855" y="143513"/>
                  <a:pt x="1454393" y="142896"/>
                  <a:pt x="1457222" y="141663"/>
                </a:cubicBezTo>
                <a:lnTo>
                  <a:pt x="1458745" y="145471"/>
                </a:lnTo>
                <a:lnTo>
                  <a:pt x="1428933" y="157766"/>
                </a:lnTo>
                <a:lnTo>
                  <a:pt x="1424037" y="157766"/>
                </a:lnTo>
                <a:lnTo>
                  <a:pt x="1424037" y="136658"/>
                </a:lnTo>
                <a:cubicBezTo>
                  <a:pt x="1415478" y="145943"/>
                  <a:pt x="1408949" y="151782"/>
                  <a:pt x="1404452" y="154175"/>
                </a:cubicBezTo>
                <a:cubicBezTo>
                  <a:pt x="1399955" y="156569"/>
                  <a:pt x="1395204" y="157766"/>
                  <a:pt x="1390199" y="157766"/>
                </a:cubicBezTo>
                <a:cubicBezTo>
                  <a:pt x="1384614" y="157766"/>
                  <a:pt x="1379772" y="156152"/>
                  <a:pt x="1375674" y="152924"/>
                </a:cubicBezTo>
                <a:cubicBezTo>
                  <a:pt x="1371575" y="149696"/>
                  <a:pt x="1368728" y="145544"/>
                  <a:pt x="1367132" y="140466"/>
                </a:cubicBezTo>
                <a:cubicBezTo>
                  <a:pt x="1365537" y="135389"/>
                  <a:pt x="1364739" y="128207"/>
                  <a:pt x="1364739" y="118923"/>
                </a:cubicBezTo>
                <a:lnTo>
                  <a:pt x="1364739" y="74422"/>
                </a:lnTo>
                <a:cubicBezTo>
                  <a:pt x="1364739" y="69707"/>
                  <a:pt x="1364231" y="66443"/>
                  <a:pt x="1363215" y="64630"/>
                </a:cubicBezTo>
                <a:cubicBezTo>
                  <a:pt x="1362200" y="62816"/>
                  <a:pt x="1360695" y="61420"/>
                  <a:pt x="1358700" y="60441"/>
                </a:cubicBezTo>
                <a:cubicBezTo>
                  <a:pt x="1356705" y="59461"/>
                  <a:pt x="1353097" y="59008"/>
                  <a:pt x="1347874" y="59081"/>
                </a:cubicBezTo>
                <a:lnTo>
                  <a:pt x="1347874" y="55055"/>
                </a:lnTo>
                <a:lnTo>
                  <a:pt x="1382800" y="55055"/>
                </a:lnTo>
                <a:lnTo>
                  <a:pt x="1382800" y="121589"/>
                </a:lnTo>
                <a:cubicBezTo>
                  <a:pt x="1382800" y="130850"/>
                  <a:pt x="1384414" y="136929"/>
                  <a:pt x="1387642" y="139823"/>
                </a:cubicBezTo>
                <a:cubicBezTo>
                  <a:pt x="1390870" y="142718"/>
                  <a:pt x="1394769" y="144165"/>
                  <a:pt x="1399338" y="144165"/>
                </a:cubicBezTo>
                <a:cubicBezTo>
                  <a:pt x="1402457" y="144165"/>
                  <a:pt x="1405994" y="143188"/>
                  <a:pt x="1409947" y="141234"/>
                </a:cubicBezTo>
                <a:cubicBezTo>
                  <a:pt x="1413900" y="139281"/>
                  <a:pt x="1418597" y="135555"/>
                  <a:pt x="1424037" y="130058"/>
                </a:cubicBezTo>
                <a:lnTo>
                  <a:pt x="1424037" y="73732"/>
                </a:lnTo>
                <a:cubicBezTo>
                  <a:pt x="1424037" y="68088"/>
                  <a:pt x="1423003" y="64271"/>
                  <a:pt x="1420936" y="62284"/>
                </a:cubicBezTo>
                <a:cubicBezTo>
                  <a:pt x="1418869" y="60293"/>
                  <a:pt x="1414571" y="59226"/>
                  <a:pt x="1408043" y="59081"/>
                </a:cubicBezTo>
                <a:lnTo>
                  <a:pt x="1408043" y="55055"/>
                </a:lnTo>
                <a:lnTo>
                  <a:pt x="1441990" y="55055"/>
                </a:lnTo>
                <a:close/>
                <a:moveTo>
                  <a:pt x="1481232" y="92701"/>
                </a:moveTo>
                <a:cubicBezTo>
                  <a:pt x="1481159" y="107464"/>
                  <a:pt x="1484750" y="119044"/>
                  <a:pt x="1492003" y="127440"/>
                </a:cubicBezTo>
                <a:cubicBezTo>
                  <a:pt x="1499257" y="135834"/>
                  <a:pt x="1507780" y="140031"/>
                  <a:pt x="1517572" y="140031"/>
                </a:cubicBezTo>
                <a:cubicBezTo>
                  <a:pt x="1524101" y="140031"/>
                  <a:pt x="1529777" y="138236"/>
                  <a:pt x="1534600" y="134645"/>
                </a:cubicBezTo>
                <a:cubicBezTo>
                  <a:pt x="1539424" y="131055"/>
                  <a:pt x="1543468" y="124907"/>
                  <a:pt x="1546732" y="116203"/>
                </a:cubicBezTo>
                <a:lnTo>
                  <a:pt x="1550105" y="118379"/>
                </a:lnTo>
                <a:cubicBezTo>
                  <a:pt x="1548582" y="128316"/>
                  <a:pt x="1544157" y="137365"/>
                  <a:pt x="1536831" y="145525"/>
                </a:cubicBezTo>
                <a:cubicBezTo>
                  <a:pt x="1529505" y="153686"/>
                  <a:pt x="1520329" y="157766"/>
                  <a:pt x="1509303" y="157766"/>
                </a:cubicBezTo>
                <a:cubicBezTo>
                  <a:pt x="1497335" y="157766"/>
                  <a:pt x="1487089" y="153116"/>
                  <a:pt x="1478566" y="143815"/>
                </a:cubicBezTo>
                <a:cubicBezTo>
                  <a:pt x="1470043" y="134512"/>
                  <a:pt x="1465782" y="122007"/>
                  <a:pt x="1465782" y="106298"/>
                </a:cubicBezTo>
                <a:cubicBezTo>
                  <a:pt x="1465782" y="89288"/>
                  <a:pt x="1470152" y="76025"/>
                  <a:pt x="1478892" y="66506"/>
                </a:cubicBezTo>
                <a:cubicBezTo>
                  <a:pt x="1487633" y="56986"/>
                  <a:pt x="1498604" y="52226"/>
                  <a:pt x="1511806" y="52226"/>
                </a:cubicBezTo>
                <a:cubicBezTo>
                  <a:pt x="1522976" y="52226"/>
                  <a:pt x="1532152" y="55898"/>
                  <a:pt x="1539333" y="63242"/>
                </a:cubicBezTo>
                <a:cubicBezTo>
                  <a:pt x="1546514" y="70584"/>
                  <a:pt x="1550105" y="80404"/>
                  <a:pt x="1550105" y="92701"/>
                </a:cubicBezTo>
                <a:lnTo>
                  <a:pt x="1481232" y="92701"/>
                </a:lnTo>
                <a:moveTo>
                  <a:pt x="1481232" y="86390"/>
                </a:moveTo>
                <a:lnTo>
                  <a:pt x="1527365" y="86390"/>
                </a:lnTo>
                <a:cubicBezTo>
                  <a:pt x="1527002" y="80007"/>
                  <a:pt x="1526240" y="75510"/>
                  <a:pt x="1525080" y="72899"/>
                </a:cubicBezTo>
                <a:cubicBezTo>
                  <a:pt x="1523266" y="68837"/>
                  <a:pt x="1520564" y="65645"/>
                  <a:pt x="1516974" y="63324"/>
                </a:cubicBezTo>
                <a:cubicBezTo>
                  <a:pt x="1513383" y="61003"/>
                  <a:pt x="1509630" y="59842"/>
                  <a:pt x="1505713" y="59842"/>
                </a:cubicBezTo>
                <a:cubicBezTo>
                  <a:pt x="1499692" y="59842"/>
                  <a:pt x="1494306" y="62182"/>
                  <a:pt x="1489555" y="66860"/>
                </a:cubicBezTo>
                <a:cubicBezTo>
                  <a:pt x="1484804" y="71539"/>
                  <a:pt x="1482030" y="78049"/>
                  <a:pt x="1481232" y="86390"/>
                </a:cubicBezTo>
                <a:close/>
                <a:moveTo>
                  <a:pt x="1590904" y="73334"/>
                </a:moveTo>
                <a:cubicBezTo>
                  <a:pt x="1602582" y="59262"/>
                  <a:pt x="1613717" y="52226"/>
                  <a:pt x="1624307" y="52226"/>
                </a:cubicBezTo>
                <a:cubicBezTo>
                  <a:pt x="1629747" y="52226"/>
                  <a:pt x="1634426" y="53584"/>
                  <a:pt x="1638343" y="56299"/>
                </a:cubicBezTo>
                <a:cubicBezTo>
                  <a:pt x="1642259" y="59013"/>
                  <a:pt x="1645379" y="63482"/>
                  <a:pt x="1647700" y="69706"/>
                </a:cubicBezTo>
                <a:cubicBezTo>
                  <a:pt x="1649295" y="74047"/>
                  <a:pt x="1650093" y="80705"/>
                  <a:pt x="1650093" y="89682"/>
                </a:cubicBezTo>
                <a:lnTo>
                  <a:pt x="1650093" y="132129"/>
                </a:lnTo>
                <a:cubicBezTo>
                  <a:pt x="1650093" y="138426"/>
                  <a:pt x="1650601" y="142697"/>
                  <a:pt x="1651617" y="144941"/>
                </a:cubicBezTo>
                <a:cubicBezTo>
                  <a:pt x="1652415" y="146749"/>
                  <a:pt x="1653702" y="148161"/>
                  <a:pt x="1655479" y="149174"/>
                </a:cubicBezTo>
                <a:cubicBezTo>
                  <a:pt x="1657256" y="150187"/>
                  <a:pt x="1660539" y="150694"/>
                  <a:pt x="1665326" y="150694"/>
                </a:cubicBezTo>
                <a:lnTo>
                  <a:pt x="1665326" y="154719"/>
                </a:lnTo>
                <a:lnTo>
                  <a:pt x="1616038" y="154719"/>
                </a:lnTo>
                <a:lnTo>
                  <a:pt x="1616038" y="150694"/>
                </a:lnTo>
                <a:lnTo>
                  <a:pt x="1618105" y="150694"/>
                </a:lnTo>
                <a:cubicBezTo>
                  <a:pt x="1622747" y="150694"/>
                  <a:pt x="1625993" y="149990"/>
                  <a:pt x="1627843" y="148582"/>
                </a:cubicBezTo>
                <a:cubicBezTo>
                  <a:pt x="1629693" y="147175"/>
                  <a:pt x="1630980" y="145100"/>
                  <a:pt x="1631705" y="142360"/>
                </a:cubicBezTo>
                <a:cubicBezTo>
                  <a:pt x="1631996" y="141276"/>
                  <a:pt x="1632141" y="137884"/>
                  <a:pt x="1632141" y="132183"/>
                </a:cubicBezTo>
                <a:lnTo>
                  <a:pt x="1632141" y="91589"/>
                </a:lnTo>
                <a:cubicBezTo>
                  <a:pt x="1632141" y="82570"/>
                  <a:pt x="1630962" y="76021"/>
                  <a:pt x="1628605" y="71943"/>
                </a:cubicBezTo>
                <a:cubicBezTo>
                  <a:pt x="1626247" y="67865"/>
                  <a:pt x="1622276" y="65826"/>
                  <a:pt x="1616691" y="65826"/>
                </a:cubicBezTo>
                <a:cubicBezTo>
                  <a:pt x="1608059" y="65826"/>
                  <a:pt x="1599463" y="70518"/>
                  <a:pt x="1590904" y="79900"/>
                </a:cubicBezTo>
                <a:lnTo>
                  <a:pt x="1590904" y="132183"/>
                </a:lnTo>
                <a:cubicBezTo>
                  <a:pt x="1590904" y="138895"/>
                  <a:pt x="1591303" y="143044"/>
                  <a:pt x="1592101" y="144631"/>
                </a:cubicBezTo>
                <a:cubicBezTo>
                  <a:pt x="1593116" y="146723"/>
                  <a:pt x="1594513" y="148257"/>
                  <a:pt x="1596290" y="149232"/>
                </a:cubicBezTo>
                <a:cubicBezTo>
                  <a:pt x="1598067" y="150206"/>
                  <a:pt x="1601676" y="150694"/>
                  <a:pt x="1607116" y="150694"/>
                </a:cubicBezTo>
                <a:lnTo>
                  <a:pt x="1607116" y="154719"/>
                </a:lnTo>
                <a:lnTo>
                  <a:pt x="1557828" y="154719"/>
                </a:lnTo>
                <a:lnTo>
                  <a:pt x="1557828" y="150694"/>
                </a:lnTo>
                <a:lnTo>
                  <a:pt x="1560004" y="150694"/>
                </a:lnTo>
                <a:cubicBezTo>
                  <a:pt x="1565081" y="150694"/>
                  <a:pt x="1568508" y="149410"/>
                  <a:pt x="1570286" y="146841"/>
                </a:cubicBezTo>
                <a:cubicBezTo>
                  <a:pt x="1572063" y="144271"/>
                  <a:pt x="1572951" y="139367"/>
                  <a:pt x="1572951" y="132129"/>
                </a:cubicBezTo>
                <a:lnTo>
                  <a:pt x="1572951" y="95217"/>
                </a:lnTo>
                <a:cubicBezTo>
                  <a:pt x="1572951" y="83276"/>
                  <a:pt x="1572679" y="76003"/>
                  <a:pt x="1572135" y="73399"/>
                </a:cubicBezTo>
                <a:cubicBezTo>
                  <a:pt x="1571591" y="70792"/>
                  <a:pt x="1570757" y="69018"/>
                  <a:pt x="1569633" y="68077"/>
                </a:cubicBezTo>
                <a:cubicBezTo>
                  <a:pt x="1568508" y="67137"/>
                  <a:pt x="1567003" y="66666"/>
                  <a:pt x="1565117" y="66666"/>
                </a:cubicBezTo>
                <a:cubicBezTo>
                  <a:pt x="1563086" y="66666"/>
                  <a:pt x="1560656" y="67209"/>
                  <a:pt x="1557828" y="68295"/>
                </a:cubicBezTo>
                <a:lnTo>
                  <a:pt x="1556195" y="64385"/>
                </a:lnTo>
                <a:lnTo>
                  <a:pt x="1586225" y="52226"/>
                </a:lnTo>
                <a:lnTo>
                  <a:pt x="1590904" y="52226"/>
                </a:lnTo>
                <a:lnTo>
                  <a:pt x="1590904" y="73334"/>
                </a:lnTo>
                <a:close/>
                <a:moveTo>
                  <a:pt x="1756357" y="116856"/>
                </a:moveTo>
                <a:cubicBezTo>
                  <a:pt x="1753674" y="129985"/>
                  <a:pt x="1748415" y="140085"/>
                  <a:pt x="1740581" y="147158"/>
                </a:cubicBezTo>
                <a:cubicBezTo>
                  <a:pt x="1732747" y="154230"/>
                  <a:pt x="1724079" y="157766"/>
                  <a:pt x="1714577" y="157766"/>
                </a:cubicBezTo>
                <a:cubicBezTo>
                  <a:pt x="1703261" y="157766"/>
                  <a:pt x="1693396" y="153020"/>
                  <a:pt x="1684982" y="143530"/>
                </a:cubicBezTo>
                <a:cubicBezTo>
                  <a:pt x="1676568" y="134036"/>
                  <a:pt x="1672361" y="121210"/>
                  <a:pt x="1672361" y="105050"/>
                </a:cubicBezTo>
                <a:cubicBezTo>
                  <a:pt x="1672361" y="89398"/>
                  <a:pt x="1677021" y="76682"/>
                  <a:pt x="1686342" y="66901"/>
                </a:cubicBezTo>
                <a:cubicBezTo>
                  <a:pt x="1695663" y="57118"/>
                  <a:pt x="1706852" y="52226"/>
                  <a:pt x="1719908" y="52226"/>
                </a:cubicBezTo>
                <a:cubicBezTo>
                  <a:pt x="1729700" y="52226"/>
                  <a:pt x="1737752" y="54811"/>
                  <a:pt x="1744063" y="59982"/>
                </a:cubicBezTo>
                <a:cubicBezTo>
                  <a:pt x="1750373" y="65150"/>
                  <a:pt x="1753529" y="70518"/>
                  <a:pt x="1753529" y="76085"/>
                </a:cubicBezTo>
                <a:cubicBezTo>
                  <a:pt x="1753529" y="78832"/>
                  <a:pt x="1752640" y="81056"/>
                  <a:pt x="1750863" y="82756"/>
                </a:cubicBezTo>
                <a:cubicBezTo>
                  <a:pt x="1749086" y="84453"/>
                  <a:pt x="1746601" y="85302"/>
                  <a:pt x="1743410" y="85302"/>
                </a:cubicBezTo>
                <a:cubicBezTo>
                  <a:pt x="1739130" y="85302"/>
                  <a:pt x="1735902" y="83924"/>
                  <a:pt x="1733726" y="81168"/>
                </a:cubicBezTo>
                <a:cubicBezTo>
                  <a:pt x="1732493" y="79645"/>
                  <a:pt x="1731677" y="76743"/>
                  <a:pt x="1731278" y="72464"/>
                </a:cubicBezTo>
                <a:cubicBezTo>
                  <a:pt x="1730879" y="68184"/>
                  <a:pt x="1729410" y="64920"/>
                  <a:pt x="1726872" y="62671"/>
                </a:cubicBezTo>
                <a:cubicBezTo>
                  <a:pt x="1724333" y="60495"/>
                  <a:pt x="1720815" y="59407"/>
                  <a:pt x="1716318" y="59407"/>
                </a:cubicBezTo>
                <a:cubicBezTo>
                  <a:pt x="1709064" y="59407"/>
                  <a:pt x="1703225" y="62091"/>
                  <a:pt x="1698800" y="67459"/>
                </a:cubicBezTo>
                <a:cubicBezTo>
                  <a:pt x="1692925" y="74567"/>
                  <a:pt x="1689987" y="83960"/>
                  <a:pt x="1689987" y="95639"/>
                </a:cubicBezTo>
                <a:cubicBezTo>
                  <a:pt x="1689987" y="107535"/>
                  <a:pt x="1692907" y="118034"/>
                  <a:pt x="1698746" y="127138"/>
                </a:cubicBezTo>
                <a:cubicBezTo>
                  <a:pt x="1704585" y="136241"/>
                  <a:pt x="1712473" y="140792"/>
                  <a:pt x="1722411" y="140792"/>
                </a:cubicBezTo>
                <a:cubicBezTo>
                  <a:pt x="1729519" y="140792"/>
                  <a:pt x="1735902" y="138363"/>
                  <a:pt x="1741560" y="133503"/>
                </a:cubicBezTo>
                <a:cubicBezTo>
                  <a:pt x="1745550" y="130166"/>
                  <a:pt x="1749430" y="124109"/>
                  <a:pt x="1753202" y="115332"/>
                </a:cubicBezTo>
                <a:lnTo>
                  <a:pt x="1756357" y="116856"/>
                </a:lnTo>
                <a:close/>
                <a:moveTo>
                  <a:pt x="1766324" y="55055"/>
                </a:moveTo>
                <a:lnTo>
                  <a:pt x="1812784" y="55055"/>
                </a:lnTo>
                <a:lnTo>
                  <a:pt x="1812784" y="59081"/>
                </a:lnTo>
                <a:lnTo>
                  <a:pt x="1810499" y="59081"/>
                </a:lnTo>
                <a:cubicBezTo>
                  <a:pt x="1807235" y="59081"/>
                  <a:pt x="1804787" y="59788"/>
                  <a:pt x="1803154" y="61202"/>
                </a:cubicBezTo>
                <a:cubicBezTo>
                  <a:pt x="1801522" y="62617"/>
                  <a:pt x="1800706" y="64376"/>
                  <a:pt x="1800706" y="66479"/>
                </a:cubicBezTo>
                <a:cubicBezTo>
                  <a:pt x="1800706" y="69308"/>
                  <a:pt x="1801903" y="73225"/>
                  <a:pt x="1804297" y="78230"/>
                </a:cubicBezTo>
                <a:lnTo>
                  <a:pt x="1828560" y="128498"/>
                </a:lnTo>
                <a:lnTo>
                  <a:pt x="1850865" y="73443"/>
                </a:lnTo>
                <a:cubicBezTo>
                  <a:pt x="1852098" y="70469"/>
                  <a:pt x="1852715" y="67531"/>
                  <a:pt x="1852715" y="64630"/>
                </a:cubicBezTo>
                <a:cubicBezTo>
                  <a:pt x="1852715" y="63324"/>
                  <a:pt x="1852461" y="62345"/>
                  <a:pt x="1851953" y="61692"/>
                </a:cubicBezTo>
                <a:cubicBezTo>
                  <a:pt x="1851373" y="60894"/>
                  <a:pt x="1850466" y="60259"/>
                  <a:pt x="1849233" y="59788"/>
                </a:cubicBezTo>
                <a:cubicBezTo>
                  <a:pt x="1848000" y="59316"/>
                  <a:pt x="1845824" y="59081"/>
                  <a:pt x="1842705" y="59081"/>
                </a:cubicBezTo>
                <a:lnTo>
                  <a:pt x="1842705" y="55055"/>
                </a:lnTo>
                <a:lnTo>
                  <a:pt x="1875128" y="55055"/>
                </a:lnTo>
                <a:lnTo>
                  <a:pt x="1875128" y="59081"/>
                </a:lnTo>
                <a:cubicBezTo>
                  <a:pt x="1872445" y="59371"/>
                  <a:pt x="1870377" y="59951"/>
                  <a:pt x="1868927" y="60821"/>
                </a:cubicBezTo>
                <a:cubicBezTo>
                  <a:pt x="1867476" y="61692"/>
                  <a:pt x="1865880" y="63324"/>
                  <a:pt x="1864139" y="65718"/>
                </a:cubicBezTo>
                <a:cubicBezTo>
                  <a:pt x="1863486" y="66733"/>
                  <a:pt x="1862253" y="69526"/>
                  <a:pt x="1860440" y="74096"/>
                </a:cubicBezTo>
                <a:lnTo>
                  <a:pt x="1819856" y="173542"/>
                </a:lnTo>
                <a:cubicBezTo>
                  <a:pt x="1815939" y="183190"/>
                  <a:pt x="1810807" y="190480"/>
                  <a:pt x="1804460" y="195412"/>
                </a:cubicBezTo>
                <a:cubicBezTo>
                  <a:pt x="1798113" y="200345"/>
                  <a:pt x="1792002" y="202811"/>
                  <a:pt x="1786127" y="202811"/>
                </a:cubicBezTo>
                <a:cubicBezTo>
                  <a:pt x="1781847" y="202811"/>
                  <a:pt x="1778329" y="201592"/>
                  <a:pt x="1775573" y="199156"/>
                </a:cubicBezTo>
                <a:cubicBezTo>
                  <a:pt x="1772816" y="196719"/>
                  <a:pt x="1771438" y="193924"/>
                  <a:pt x="1771438" y="190771"/>
                </a:cubicBezTo>
                <a:cubicBezTo>
                  <a:pt x="1771438" y="187761"/>
                  <a:pt x="1772435" y="185333"/>
                  <a:pt x="1774430" y="183488"/>
                </a:cubicBezTo>
                <a:cubicBezTo>
                  <a:pt x="1776425" y="181645"/>
                  <a:pt x="1779163" y="180724"/>
                  <a:pt x="1782645" y="180724"/>
                </a:cubicBezTo>
                <a:cubicBezTo>
                  <a:pt x="1785039" y="180724"/>
                  <a:pt x="1788303" y="181521"/>
                  <a:pt x="1792437" y="183117"/>
                </a:cubicBezTo>
                <a:cubicBezTo>
                  <a:pt x="1795339" y="184205"/>
                  <a:pt x="1797152" y="184749"/>
                  <a:pt x="1797877" y="184749"/>
                </a:cubicBezTo>
                <a:cubicBezTo>
                  <a:pt x="1800054" y="184749"/>
                  <a:pt x="1802429" y="183617"/>
                  <a:pt x="1805004" y="181353"/>
                </a:cubicBezTo>
                <a:cubicBezTo>
                  <a:pt x="1807579" y="179090"/>
                  <a:pt x="1810172" y="174711"/>
                  <a:pt x="1812784" y="168214"/>
                </a:cubicBezTo>
                <a:lnTo>
                  <a:pt x="1819856" y="150802"/>
                </a:lnTo>
                <a:lnTo>
                  <a:pt x="1784059" y="75619"/>
                </a:lnTo>
                <a:cubicBezTo>
                  <a:pt x="1782971" y="73370"/>
                  <a:pt x="1781230" y="70578"/>
                  <a:pt x="1778837" y="67241"/>
                </a:cubicBezTo>
                <a:cubicBezTo>
                  <a:pt x="1777023" y="64702"/>
                  <a:pt x="1775536" y="62998"/>
                  <a:pt x="1774376" y="62127"/>
                </a:cubicBezTo>
                <a:cubicBezTo>
                  <a:pt x="1772707" y="60967"/>
                  <a:pt x="1770024" y="59951"/>
                  <a:pt x="1766324" y="59081"/>
                </a:cubicBezTo>
                <a:lnTo>
                  <a:pt x="1766324" y="55055"/>
                </a:lnTo>
                <a:close/>
                <a:moveTo>
                  <a:pt x="2036536" y="3917"/>
                </a:moveTo>
                <a:lnTo>
                  <a:pt x="2036536" y="54837"/>
                </a:lnTo>
                <a:lnTo>
                  <a:pt x="2032511" y="54837"/>
                </a:lnTo>
                <a:cubicBezTo>
                  <a:pt x="2031205" y="45045"/>
                  <a:pt x="2028866" y="37247"/>
                  <a:pt x="2025493" y="31444"/>
                </a:cubicBezTo>
                <a:cubicBezTo>
                  <a:pt x="2022120" y="25641"/>
                  <a:pt x="2017314" y="21035"/>
                  <a:pt x="2011076" y="17626"/>
                </a:cubicBezTo>
                <a:cubicBezTo>
                  <a:pt x="2004838" y="14217"/>
                  <a:pt x="1998382" y="12512"/>
                  <a:pt x="1991709" y="12512"/>
                </a:cubicBezTo>
                <a:cubicBezTo>
                  <a:pt x="1984165" y="12512"/>
                  <a:pt x="1977927" y="14814"/>
                  <a:pt x="1972995" y="19418"/>
                </a:cubicBezTo>
                <a:cubicBezTo>
                  <a:pt x="1968062" y="24020"/>
                  <a:pt x="1965596" y="29256"/>
                  <a:pt x="1965596" y="35127"/>
                </a:cubicBezTo>
                <a:cubicBezTo>
                  <a:pt x="1965596" y="39622"/>
                  <a:pt x="1967156" y="43717"/>
                  <a:pt x="1970275" y="47411"/>
                </a:cubicBezTo>
                <a:cubicBezTo>
                  <a:pt x="1974772" y="52849"/>
                  <a:pt x="1985471" y="60098"/>
                  <a:pt x="2002372" y="69159"/>
                </a:cubicBezTo>
                <a:cubicBezTo>
                  <a:pt x="2016154" y="76550"/>
                  <a:pt x="2025565" y="82222"/>
                  <a:pt x="2030606" y="86173"/>
                </a:cubicBezTo>
                <a:cubicBezTo>
                  <a:pt x="2035648" y="90122"/>
                  <a:pt x="2039528" y="94779"/>
                  <a:pt x="2042248" y="100144"/>
                </a:cubicBezTo>
                <a:cubicBezTo>
                  <a:pt x="2044969" y="105507"/>
                  <a:pt x="2046329" y="111124"/>
                  <a:pt x="2046329" y="116995"/>
                </a:cubicBezTo>
                <a:cubicBezTo>
                  <a:pt x="2046329" y="128156"/>
                  <a:pt x="2041995" y="137779"/>
                  <a:pt x="2033327" y="145862"/>
                </a:cubicBezTo>
                <a:cubicBezTo>
                  <a:pt x="2024658" y="153943"/>
                  <a:pt x="2013506" y="157984"/>
                  <a:pt x="1999869" y="157984"/>
                </a:cubicBezTo>
                <a:cubicBezTo>
                  <a:pt x="1995590" y="157984"/>
                  <a:pt x="1991564" y="157662"/>
                  <a:pt x="1987792" y="157018"/>
                </a:cubicBezTo>
                <a:cubicBezTo>
                  <a:pt x="1985543" y="156660"/>
                  <a:pt x="1980883" y="155353"/>
                  <a:pt x="1973811" y="153098"/>
                </a:cubicBezTo>
                <a:cubicBezTo>
                  <a:pt x="1966738" y="150842"/>
                  <a:pt x="1962259" y="149714"/>
                  <a:pt x="1960373" y="149714"/>
                </a:cubicBezTo>
                <a:cubicBezTo>
                  <a:pt x="1958560" y="149714"/>
                  <a:pt x="1957127" y="150252"/>
                  <a:pt x="1956076" y="151326"/>
                </a:cubicBezTo>
                <a:cubicBezTo>
                  <a:pt x="1955024" y="152401"/>
                  <a:pt x="1954244" y="154620"/>
                  <a:pt x="1953736" y="157984"/>
                </a:cubicBezTo>
                <a:lnTo>
                  <a:pt x="1949711" y="157984"/>
                </a:lnTo>
                <a:lnTo>
                  <a:pt x="1949711" y="107498"/>
                </a:lnTo>
                <a:lnTo>
                  <a:pt x="1953736" y="107498"/>
                </a:lnTo>
                <a:cubicBezTo>
                  <a:pt x="1955622" y="118089"/>
                  <a:pt x="1958161" y="126013"/>
                  <a:pt x="1961353" y="131272"/>
                </a:cubicBezTo>
                <a:cubicBezTo>
                  <a:pt x="1964544" y="136531"/>
                  <a:pt x="1969422" y="140901"/>
                  <a:pt x="1975987" y="144383"/>
                </a:cubicBezTo>
                <a:cubicBezTo>
                  <a:pt x="1982551" y="147865"/>
                  <a:pt x="1989751" y="149606"/>
                  <a:pt x="1997584" y="149606"/>
                </a:cubicBezTo>
                <a:cubicBezTo>
                  <a:pt x="2006651" y="149606"/>
                  <a:pt x="2013814" y="147214"/>
                  <a:pt x="2019073" y="142431"/>
                </a:cubicBezTo>
                <a:cubicBezTo>
                  <a:pt x="2024332" y="137646"/>
                  <a:pt x="2026962" y="131992"/>
                  <a:pt x="2026962" y="125468"/>
                </a:cubicBezTo>
                <a:cubicBezTo>
                  <a:pt x="2026962" y="121844"/>
                  <a:pt x="2025964" y="118184"/>
                  <a:pt x="2023969" y="114489"/>
                </a:cubicBezTo>
                <a:cubicBezTo>
                  <a:pt x="2021975" y="110792"/>
                  <a:pt x="2018874" y="107349"/>
                  <a:pt x="2014667" y="104159"/>
                </a:cubicBezTo>
                <a:cubicBezTo>
                  <a:pt x="2011838" y="101986"/>
                  <a:pt x="2004113" y="97365"/>
                  <a:pt x="1991491" y="90297"/>
                </a:cubicBezTo>
                <a:cubicBezTo>
                  <a:pt x="1978870" y="83229"/>
                  <a:pt x="1969894" y="77594"/>
                  <a:pt x="1964562" y="73392"/>
                </a:cubicBezTo>
                <a:cubicBezTo>
                  <a:pt x="1959231" y="69187"/>
                  <a:pt x="1955187" y="64548"/>
                  <a:pt x="1952431" y="59475"/>
                </a:cubicBezTo>
                <a:cubicBezTo>
                  <a:pt x="1949674" y="54400"/>
                  <a:pt x="1948296" y="48818"/>
                  <a:pt x="1948296" y="42729"/>
                </a:cubicBezTo>
                <a:cubicBezTo>
                  <a:pt x="1948296" y="32148"/>
                  <a:pt x="1952358" y="23035"/>
                  <a:pt x="1960482" y="15389"/>
                </a:cubicBezTo>
                <a:cubicBezTo>
                  <a:pt x="1968606" y="7741"/>
                  <a:pt x="1978943" y="3917"/>
                  <a:pt x="1991491" y="3917"/>
                </a:cubicBezTo>
                <a:cubicBezTo>
                  <a:pt x="1999325" y="3917"/>
                  <a:pt x="2007631" y="5839"/>
                  <a:pt x="2016408" y="9684"/>
                </a:cubicBezTo>
                <a:cubicBezTo>
                  <a:pt x="2020470" y="11497"/>
                  <a:pt x="2023335" y="12404"/>
                  <a:pt x="2025003" y="12404"/>
                </a:cubicBezTo>
                <a:cubicBezTo>
                  <a:pt x="2026889" y="12404"/>
                  <a:pt x="2028430" y="11842"/>
                  <a:pt x="2029627" y="10717"/>
                </a:cubicBezTo>
                <a:cubicBezTo>
                  <a:pt x="2030824" y="9593"/>
                  <a:pt x="2031785" y="7326"/>
                  <a:pt x="2032511" y="3917"/>
                </a:cubicBezTo>
                <a:lnTo>
                  <a:pt x="2036536" y="3917"/>
                </a:lnTo>
                <a:close/>
                <a:moveTo>
                  <a:pt x="2092935" y="0"/>
                </a:moveTo>
                <a:lnTo>
                  <a:pt x="2092935" y="73008"/>
                </a:lnTo>
                <a:cubicBezTo>
                  <a:pt x="2100987" y="64158"/>
                  <a:pt x="2107370" y="58482"/>
                  <a:pt x="2112085" y="55980"/>
                </a:cubicBezTo>
                <a:cubicBezTo>
                  <a:pt x="2116800" y="53477"/>
                  <a:pt x="2121515" y="52226"/>
                  <a:pt x="2126229" y="52226"/>
                </a:cubicBezTo>
                <a:cubicBezTo>
                  <a:pt x="2131887" y="52226"/>
                  <a:pt x="2136747" y="53782"/>
                  <a:pt x="2140809" y="56894"/>
                </a:cubicBezTo>
                <a:cubicBezTo>
                  <a:pt x="2144871" y="60007"/>
                  <a:pt x="2147881" y="64891"/>
                  <a:pt x="2149840" y="71549"/>
                </a:cubicBezTo>
                <a:cubicBezTo>
                  <a:pt x="2151218" y="76182"/>
                  <a:pt x="2151907" y="84651"/>
                  <a:pt x="2151907" y="96955"/>
                </a:cubicBezTo>
                <a:lnTo>
                  <a:pt x="2151907" y="132129"/>
                </a:lnTo>
                <a:cubicBezTo>
                  <a:pt x="2151907" y="138426"/>
                  <a:pt x="2152415" y="142733"/>
                  <a:pt x="2153430" y="145049"/>
                </a:cubicBezTo>
                <a:cubicBezTo>
                  <a:pt x="2154156" y="146786"/>
                  <a:pt x="2155389" y="148161"/>
                  <a:pt x="2157130" y="149174"/>
                </a:cubicBezTo>
                <a:cubicBezTo>
                  <a:pt x="2158871" y="150187"/>
                  <a:pt x="2162062" y="150694"/>
                  <a:pt x="2166705" y="150694"/>
                </a:cubicBezTo>
                <a:lnTo>
                  <a:pt x="2166705" y="154719"/>
                </a:lnTo>
                <a:lnTo>
                  <a:pt x="2117743" y="154719"/>
                </a:lnTo>
                <a:lnTo>
                  <a:pt x="2117743" y="150694"/>
                </a:lnTo>
                <a:lnTo>
                  <a:pt x="2120028" y="150694"/>
                </a:lnTo>
                <a:cubicBezTo>
                  <a:pt x="2124670" y="150694"/>
                  <a:pt x="2127898" y="149986"/>
                  <a:pt x="2129711" y="148572"/>
                </a:cubicBezTo>
                <a:cubicBezTo>
                  <a:pt x="2131525" y="147158"/>
                  <a:pt x="2132794" y="145072"/>
                  <a:pt x="2133519" y="142316"/>
                </a:cubicBezTo>
                <a:cubicBezTo>
                  <a:pt x="2133737" y="141155"/>
                  <a:pt x="2133846" y="137746"/>
                  <a:pt x="2133846" y="132088"/>
                </a:cubicBezTo>
                <a:lnTo>
                  <a:pt x="2133846" y="96836"/>
                </a:lnTo>
                <a:cubicBezTo>
                  <a:pt x="2133846" y="85955"/>
                  <a:pt x="2133284" y="78810"/>
                  <a:pt x="2132159" y="75401"/>
                </a:cubicBezTo>
                <a:cubicBezTo>
                  <a:pt x="2131035" y="71992"/>
                  <a:pt x="2129240" y="69435"/>
                  <a:pt x="2126773" y="67731"/>
                </a:cubicBezTo>
                <a:cubicBezTo>
                  <a:pt x="2124307" y="66026"/>
                  <a:pt x="2121333" y="65174"/>
                  <a:pt x="2117852" y="65174"/>
                </a:cubicBezTo>
                <a:cubicBezTo>
                  <a:pt x="2114297" y="65174"/>
                  <a:pt x="2110598" y="66117"/>
                  <a:pt x="2106754" y="68003"/>
                </a:cubicBezTo>
                <a:cubicBezTo>
                  <a:pt x="2102909" y="69888"/>
                  <a:pt x="2098303" y="73697"/>
                  <a:pt x="2092935" y="79427"/>
                </a:cubicBezTo>
                <a:lnTo>
                  <a:pt x="2092935" y="132088"/>
                </a:lnTo>
                <a:cubicBezTo>
                  <a:pt x="2092935" y="138907"/>
                  <a:pt x="2093316" y="143150"/>
                  <a:pt x="2094078" y="144818"/>
                </a:cubicBezTo>
                <a:cubicBezTo>
                  <a:pt x="2094840" y="146487"/>
                  <a:pt x="2096254" y="147883"/>
                  <a:pt x="2098321" y="149007"/>
                </a:cubicBezTo>
                <a:cubicBezTo>
                  <a:pt x="2100389" y="150131"/>
                  <a:pt x="2103961" y="150694"/>
                  <a:pt x="2109038" y="150694"/>
                </a:cubicBezTo>
                <a:lnTo>
                  <a:pt x="2109038" y="154719"/>
                </a:lnTo>
                <a:lnTo>
                  <a:pt x="2059641" y="154719"/>
                </a:lnTo>
                <a:lnTo>
                  <a:pt x="2059641" y="150694"/>
                </a:lnTo>
                <a:cubicBezTo>
                  <a:pt x="2064066" y="150694"/>
                  <a:pt x="2067548" y="150005"/>
                  <a:pt x="2070087" y="148626"/>
                </a:cubicBezTo>
                <a:cubicBezTo>
                  <a:pt x="2071537" y="147903"/>
                  <a:pt x="2072698" y="146527"/>
                  <a:pt x="2073568" y="144499"/>
                </a:cubicBezTo>
                <a:cubicBezTo>
                  <a:pt x="2074439" y="142468"/>
                  <a:pt x="2074874" y="138335"/>
                  <a:pt x="2074874" y="132102"/>
                </a:cubicBezTo>
                <a:lnTo>
                  <a:pt x="2074874" y="41968"/>
                </a:lnTo>
                <a:cubicBezTo>
                  <a:pt x="2074874" y="30589"/>
                  <a:pt x="2074602" y="23595"/>
                  <a:pt x="2074058" y="20986"/>
                </a:cubicBezTo>
                <a:cubicBezTo>
                  <a:pt x="2073514" y="18374"/>
                  <a:pt x="2072680" y="16598"/>
                  <a:pt x="2071555" y="15658"/>
                </a:cubicBezTo>
                <a:cubicBezTo>
                  <a:pt x="2070431" y="14715"/>
                  <a:pt x="2068926" y="14243"/>
                  <a:pt x="2067040" y="14243"/>
                </a:cubicBezTo>
                <a:cubicBezTo>
                  <a:pt x="2065517" y="14243"/>
                  <a:pt x="2063051" y="14823"/>
                  <a:pt x="2059641" y="15984"/>
                </a:cubicBezTo>
                <a:lnTo>
                  <a:pt x="2058118" y="12176"/>
                </a:lnTo>
                <a:lnTo>
                  <a:pt x="2087930" y="0"/>
                </a:lnTo>
                <a:lnTo>
                  <a:pt x="2092935" y="0"/>
                </a:lnTo>
                <a:close/>
                <a:moveTo>
                  <a:pt x="2198874" y="0"/>
                </a:moveTo>
                <a:cubicBezTo>
                  <a:pt x="2201920" y="0"/>
                  <a:pt x="2204513" y="1076"/>
                  <a:pt x="2206653" y="3227"/>
                </a:cubicBezTo>
                <a:cubicBezTo>
                  <a:pt x="2208793" y="5376"/>
                  <a:pt x="2209863" y="7981"/>
                  <a:pt x="2209863" y="11044"/>
                </a:cubicBezTo>
                <a:cubicBezTo>
                  <a:pt x="2209863" y="14106"/>
                  <a:pt x="2208793" y="16731"/>
                  <a:pt x="2206653" y="18918"/>
                </a:cubicBezTo>
                <a:cubicBezTo>
                  <a:pt x="2204513" y="21103"/>
                  <a:pt x="2201920" y="22196"/>
                  <a:pt x="2198874" y="22196"/>
                </a:cubicBezTo>
                <a:cubicBezTo>
                  <a:pt x="2195827" y="22196"/>
                  <a:pt x="2193216" y="21103"/>
                  <a:pt x="2191040" y="18918"/>
                </a:cubicBezTo>
                <a:cubicBezTo>
                  <a:pt x="2188864" y="16731"/>
                  <a:pt x="2187776" y="14106"/>
                  <a:pt x="2187776" y="11044"/>
                </a:cubicBezTo>
                <a:cubicBezTo>
                  <a:pt x="2187776" y="7981"/>
                  <a:pt x="2188846" y="5376"/>
                  <a:pt x="2190985" y="3227"/>
                </a:cubicBezTo>
                <a:cubicBezTo>
                  <a:pt x="2193125" y="1076"/>
                  <a:pt x="2195755" y="0"/>
                  <a:pt x="2198874" y="0"/>
                </a:cubicBezTo>
                <a:moveTo>
                  <a:pt x="2207904" y="52226"/>
                </a:moveTo>
                <a:lnTo>
                  <a:pt x="2207904" y="132129"/>
                </a:lnTo>
                <a:cubicBezTo>
                  <a:pt x="2207904" y="138353"/>
                  <a:pt x="2208358" y="142497"/>
                  <a:pt x="2209264" y="144560"/>
                </a:cubicBezTo>
                <a:cubicBezTo>
                  <a:pt x="2210171" y="146623"/>
                  <a:pt x="2211513" y="148161"/>
                  <a:pt x="2213290" y="149174"/>
                </a:cubicBezTo>
                <a:cubicBezTo>
                  <a:pt x="2215067" y="150187"/>
                  <a:pt x="2218313" y="150694"/>
                  <a:pt x="2223028" y="150694"/>
                </a:cubicBezTo>
                <a:lnTo>
                  <a:pt x="2223028" y="154719"/>
                </a:lnTo>
                <a:lnTo>
                  <a:pt x="2174610" y="154719"/>
                </a:lnTo>
                <a:lnTo>
                  <a:pt x="2174610" y="150694"/>
                </a:lnTo>
                <a:cubicBezTo>
                  <a:pt x="2179470" y="150694"/>
                  <a:pt x="2182734" y="150223"/>
                  <a:pt x="2184403" y="149283"/>
                </a:cubicBezTo>
                <a:cubicBezTo>
                  <a:pt x="2186071" y="148342"/>
                  <a:pt x="2187395" y="146786"/>
                  <a:pt x="2188374" y="144614"/>
                </a:cubicBezTo>
                <a:cubicBezTo>
                  <a:pt x="2189353" y="142443"/>
                  <a:pt x="2189843" y="138281"/>
                  <a:pt x="2189843" y="132129"/>
                </a:cubicBezTo>
                <a:lnTo>
                  <a:pt x="2189843" y="93806"/>
                </a:lnTo>
                <a:cubicBezTo>
                  <a:pt x="2189843" y="83021"/>
                  <a:pt x="2189516" y="76037"/>
                  <a:pt x="2188864" y="72855"/>
                </a:cubicBezTo>
                <a:cubicBezTo>
                  <a:pt x="2188356" y="70538"/>
                  <a:pt x="2187558" y="68927"/>
                  <a:pt x="2186470" y="68023"/>
                </a:cubicBezTo>
                <a:cubicBezTo>
                  <a:pt x="2185382" y="67119"/>
                  <a:pt x="2183895" y="66666"/>
                  <a:pt x="2182009" y="66666"/>
                </a:cubicBezTo>
                <a:cubicBezTo>
                  <a:pt x="2179978" y="66666"/>
                  <a:pt x="2177512" y="67209"/>
                  <a:pt x="2174610" y="68295"/>
                </a:cubicBezTo>
                <a:lnTo>
                  <a:pt x="2173087" y="64385"/>
                </a:lnTo>
                <a:lnTo>
                  <a:pt x="2203117" y="52226"/>
                </a:lnTo>
                <a:lnTo>
                  <a:pt x="2207904" y="52226"/>
                </a:lnTo>
                <a:close/>
                <a:moveTo>
                  <a:pt x="2275089" y="62671"/>
                </a:moveTo>
                <a:lnTo>
                  <a:pt x="2275089" y="128253"/>
                </a:lnTo>
                <a:cubicBezTo>
                  <a:pt x="2275089" y="137549"/>
                  <a:pt x="2276105" y="143431"/>
                  <a:pt x="2278136" y="145899"/>
                </a:cubicBezTo>
                <a:cubicBezTo>
                  <a:pt x="2280820" y="149096"/>
                  <a:pt x="2284410" y="150694"/>
                  <a:pt x="2288908" y="150694"/>
                </a:cubicBezTo>
                <a:lnTo>
                  <a:pt x="2297938" y="150694"/>
                </a:lnTo>
                <a:lnTo>
                  <a:pt x="2297938" y="154719"/>
                </a:lnTo>
                <a:lnTo>
                  <a:pt x="2238422" y="154719"/>
                </a:lnTo>
                <a:lnTo>
                  <a:pt x="2238422" y="150694"/>
                </a:lnTo>
                <a:lnTo>
                  <a:pt x="2242883" y="150694"/>
                </a:lnTo>
                <a:cubicBezTo>
                  <a:pt x="2245785" y="150694"/>
                  <a:pt x="2248432" y="149967"/>
                  <a:pt x="2250826" y="148514"/>
                </a:cubicBezTo>
                <a:cubicBezTo>
                  <a:pt x="2253220" y="147061"/>
                  <a:pt x="2254870" y="145100"/>
                  <a:pt x="2255777" y="142632"/>
                </a:cubicBezTo>
                <a:cubicBezTo>
                  <a:pt x="2256683" y="140163"/>
                  <a:pt x="2257137" y="135370"/>
                  <a:pt x="2257137" y="128253"/>
                </a:cubicBezTo>
                <a:lnTo>
                  <a:pt x="2257137" y="62671"/>
                </a:lnTo>
                <a:lnTo>
                  <a:pt x="2237770" y="62671"/>
                </a:lnTo>
                <a:lnTo>
                  <a:pt x="2237770" y="55055"/>
                </a:lnTo>
                <a:lnTo>
                  <a:pt x="2257137" y="55055"/>
                </a:lnTo>
                <a:lnTo>
                  <a:pt x="2257137" y="48499"/>
                </a:lnTo>
                <a:cubicBezTo>
                  <a:pt x="2257137" y="38523"/>
                  <a:pt x="2258733" y="30076"/>
                  <a:pt x="2261924" y="23158"/>
                </a:cubicBezTo>
                <a:cubicBezTo>
                  <a:pt x="2265116" y="16240"/>
                  <a:pt x="2269994" y="10651"/>
                  <a:pt x="2276558" y="6392"/>
                </a:cubicBezTo>
                <a:cubicBezTo>
                  <a:pt x="2283123" y="2131"/>
                  <a:pt x="2290503" y="0"/>
                  <a:pt x="2298700" y="0"/>
                </a:cubicBezTo>
                <a:cubicBezTo>
                  <a:pt x="2306316" y="0"/>
                  <a:pt x="2313316" y="2466"/>
                  <a:pt x="2319699" y="7399"/>
                </a:cubicBezTo>
                <a:cubicBezTo>
                  <a:pt x="2323906" y="10663"/>
                  <a:pt x="2326010" y="14326"/>
                  <a:pt x="2326010" y="18388"/>
                </a:cubicBezTo>
                <a:cubicBezTo>
                  <a:pt x="2326010" y="20564"/>
                  <a:pt x="2325067" y="22613"/>
                  <a:pt x="2323181" y="24535"/>
                </a:cubicBezTo>
                <a:cubicBezTo>
                  <a:pt x="2321295" y="26458"/>
                  <a:pt x="2319264" y="27419"/>
                  <a:pt x="2317088" y="27419"/>
                </a:cubicBezTo>
                <a:cubicBezTo>
                  <a:pt x="2315419" y="27419"/>
                  <a:pt x="2313660" y="26813"/>
                  <a:pt x="2311811" y="25603"/>
                </a:cubicBezTo>
                <a:cubicBezTo>
                  <a:pt x="2309961" y="24393"/>
                  <a:pt x="2307694" y="21789"/>
                  <a:pt x="2305011" y="17793"/>
                </a:cubicBezTo>
                <a:cubicBezTo>
                  <a:pt x="2302327" y="13797"/>
                  <a:pt x="2299860" y="11101"/>
                  <a:pt x="2297612" y="9707"/>
                </a:cubicBezTo>
                <a:cubicBezTo>
                  <a:pt x="2295363" y="8313"/>
                  <a:pt x="2292861" y="7616"/>
                  <a:pt x="2290104" y="7616"/>
                </a:cubicBezTo>
                <a:cubicBezTo>
                  <a:pt x="2286768" y="7616"/>
                  <a:pt x="2283939" y="8514"/>
                  <a:pt x="2281618" y="10309"/>
                </a:cubicBezTo>
                <a:cubicBezTo>
                  <a:pt x="2279296" y="12102"/>
                  <a:pt x="2277628" y="14883"/>
                  <a:pt x="2276613" y="18653"/>
                </a:cubicBezTo>
                <a:cubicBezTo>
                  <a:pt x="2275597" y="22423"/>
                  <a:pt x="2275089" y="32140"/>
                  <a:pt x="2275089" y="47806"/>
                </a:cubicBezTo>
                <a:lnTo>
                  <a:pt x="2275089" y="55055"/>
                </a:lnTo>
                <a:lnTo>
                  <a:pt x="2300767" y="55055"/>
                </a:lnTo>
                <a:lnTo>
                  <a:pt x="2300767" y="62671"/>
                </a:lnTo>
                <a:lnTo>
                  <a:pt x="2275089" y="6267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ting">
            <a:extLst xmlns:a="http://schemas.openxmlformats.org/drawingml/2006/main">
              <a:ext uri="{FF2B5EF4-FFF2-40B4-BE49-F238E27FC236}">
                <a16:creationId xmlns:a16="http://schemas.microsoft.com/office/drawing/2014/main" id="{B0DA0C29-E295-492A-84C4-AE101819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060" y="3727979"/>
            <a:ext cx="340300" cy="202811"/>
          </a:xfrm>
          <a:custGeom xmlns:a="http://schemas.openxmlformats.org/drawingml/2006/main">
            <a:pathLst>
              <a:path w="340300" h="202811">
                <a:moveTo>
                  <a:pt x="33729" y="22196"/>
                </a:moveTo>
                <a:lnTo>
                  <a:pt x="33729" y="55055"/>
                </a:lnTo>
                <a:lnTo>
                  <a:pt x="57013" y="55055"/>
                </a:lnTo>
                <a:lnTo>
                  <a:pt x="57013" y="62671"/>
                </a:lnTo>
                <a:lnTo>
                  <a:pt x="33729" y="62671"/>
                </a:lnTo>
                <a:lnTo>
                  <a:pt x="33729" y="127212"/>
                </a:lnTo>
                <a:cubicBezTo>
                  <a:pt x="33729" y="133661"/>
                  <a:pt x="34654" y="138009"/>
                  <a:pt x="36504" y="140255"/>
                </a:cubicBezTo>
                <a:cubicBezTo>
                  <a:pt x="38353" y="142499"/>
                  <a:pt x="40729" y="143621"/>
                  <a:pt x="43630" y="143621"/>
                </a:cubicBezTo>
                <a:cubicBezTo>
                  <a:pt x="46024" y="143621"/>
                  <a:pt x="48345" y="142878"/>
                  <a:pt x="50594" y="141391"/>
                </a:cubicBezTo>
                <a:cubicBezTo>
                  <a:pt x="52843" y="139904"/>
                  <a:pt x="54583" y="137710"/>
                  <a:pt x="55816" y="134808"/>
                </a:cubicBezTo>
                <a:lnTo>
                  <a:pt x="60060" y="134808"/>
                </a:lnTo>
                <a:cubicBezTo>
                  <a:pt x="57521" y="141937"/>
                  <a:pt x="53931" y="147329"/>
                  <a:pt x="49288" y="150983"/>
                </a:cubicBezTo>
                <a:cubicBezTo>
                  <a:pt x="44646" y="154634"/>
                  <a:pt x="39859" y="156460"/>
                  <a:pt x="34926" y="156460"/>
                </a:cubicBezTo>
                <a:cubicBezTo>
                  <a:pt x="31589" y="156460"/>
                  <a:pt x="28325" y="155534"/>
                  <a:pt x="25134" y="153682"/>
                </a:cubicBezTo>
                <a:cubicBezTo>
                  <a:pt x="21942" y="151830"/>
                  <a:pt x="19585" y="149181"/>
                  <a:pt x="18061" y="145733"/>
                </a:cubicBezTo>
                <a:cubicBezTo>
                  <a:pt x="16538" y="142283"/>
                  <a:pt x="15777" y="136963"/>
                  <a:pt x="15777" y="129773"/>
                </a:cubicBezTo>
                <a:lnTo>
                  <a:pt x="15777" y="62671"/>
                </a:lnTo>
                <a:lnTo>
                  <a:pt x="0" y="62671"/>
                </a:lnTo>
                <a:lnTo>
                  <a:pt x="0" y="59081"/>
                </a:lnTo>
                <a:cubicBezTo>
                  <a:pt x="3989" y="57480"/>
                  <a:pt x="8070" y="54770"/>
                  <a:pt x="12240" y="50951"/>
                </a:cubicBezTo>
                <a:cubicBezTo>
                  <a:pt x="16411" y="47131"/>
                  <a:pt x="20129" y="42602"/>
                  <a:pt x="23393" y="37364"/>
                </a:cubicBezTo>
                <a:cubicBezTo>
                  <a:pt x="25061" y="34601"/>
                  <a:pt x="27382" y="29545"/>
                  <a:pt x="30356" y="22196"/>
                </a:cubicBezTo>
                <a:lnTo>
                  <a:pt x="33729" y="22196"/>
                </a:lnTo>
                <a:close/>
                <a:moveTo>
                  <a:pt x="92754" y="0"/>
                </a:moveTo>
                <a:cubicBezTo>
                  <a:pt x="95801" y="0"/>
                  <a:pt x="98394" y="1076"/>
                  <a:pt x="100534" y="3227"/>
                </a:cubicBezTo>
                <a:cubicBezTo>
                  <a:pt x="102674" y="5376"/>
                  <a:pt x="103743" y="7981"/>
                  <a:pt x="103743" y="11044"/>
                </a:cubicBezTo>
                <a:cubicBezTo>
                  <a:pt x="103743" y="14106"/>
                  <a:pt x="102674" y="16731"/>
                  <a:pt x="100534" y="18918"/>
                </a:cubicBezTo>
                <a:cubicBezTo>
                  <a:pt x="98394" y="21103"/>
                  <a:pt x="95801" y="22196"/>
                  <a:pt x="92754" y="22196"/>
                </a:cubicBezTo>
                <a:cubicBezTo>
                  <a:pt x="89708" y="22196"/>
                  <a:pt x="87096" y="21103"/>
                  <a:pt x="84920" y="18918"/>
                </a:cubicBezTo>
                <a:cubicBezTo>
                  <a:pt x="82744" y="16731"/>
                  <a:pt x="81656" y="14106"/>
                  <a:pt x="81656" y="11044"/>
                </a:cubicBezTo>
                <a:cubicBezTo>
                  <a:pt x="81656" y="7981"/>
                  <a:pt x="82726" y="5376"/>
                  <a:pt x="84866" y="3227"/>
                </a:cubicBezTo>
                <a:cubicBezTo>
                  <a:pt x="87006" y="1076"/>
                  <a:pt x="89635" y="0"/>
                  <a:pt x="92754" y="0"/>
                </a:cubicBezTo>
                <a:moveTo>
                  <a:pt x="101785" y="52226"/>
                </a:moveTo>
                <a:lnTo>
                  <a:pt x="101785" y="132129"/>
                </a:lnTo>
                <a:cubicBezTo>
                  <a:pt x="101785" y="138353"/>
                  <a:pt x="102238" y="142497"/>
                  <a:pt x="103145" y="144560"/>
                </a:cubicBezTo>
                <a:cubicBezTo>
                  <a:pt x="104052" y="146623"/>
                  <a:pt x="105394" y="148161"/>
                  <a:pt x="107171" y="149174"/>
                </a:cubicBezTo>
                <a:cubicBezTo>
                  <a:pt x="108948" y="150187"/>
                  <a:pt x="112194" y="150694"/>
                  <a:pt x="116909" y="150694"/>
                </a:cubicBezTo>
                <a:lnTo>
                  <a:pt x="116909" y="154719"/>
                </a:lnTo>
                <a:lnTo>
                  <a:pt x="68491" y="154719"/>
                </a:lnTo>
                <a:lnTo>
                  <a:pt x="68491" y="150694"/>
                </a:lnTo>
                <a:cubicBezTo>
                  <a:pt x="73351" y="150694"/>
                  <a:pt x="76615" y="150223"/>
                  <a:pt x="78283" y="149283"/>
                </a:cubicBezTo>
                <a:cubicBezTo>
                  <a:pt x="79952" y="148342"/>
                  <a:pt x="81275" y="146786"/>
                  <a:pt x="82255" y="144614"/>
                </a:cubicBezTo>
                <a:cubicBezTo>
                  <a:pt x="83234" y="142443"/>
                  <a:pt x="83724" y="138281"/>
                  <a:pt x="83724" y="132129"/>
                </a:cubicBezTo>
                <a:lnTo>
                  <a:pt x="83724" y="93806"/>
                </a:lnTo>
                <a:cubicBezTo>
                  <a:pt x="83724" y="83021"/>
                  <a:pt x="83397" y="76037"/>
                  <a:pt x="82744" y="72855"/>
                </a:cubicBezTo>
                <a:cubicBezTo>
                  <a:pt x="82237" y="70538"/>
                  <a:pt x="81439" y="68927"/>
                  <a:pt x="80351" y="68023"/>
                </a:cubicBezTo>
                <a:cubicBezTo>
                  <a:pt x="79263" y="67119"/>
                  <a:pt x="77776" y="66666"/>
                  <a:pt x="75890" y="66666"/>
                </a:cubicBezTo>
                <a:cubicBezTo>
                  <a:pt x="73859" y="66666"/>
                  <a:pt x="71392" y="67209"/>
                  <a:pt x="68491" y="68295"/>
                </a:cubicBezTo>
                <a:lnTo>
                  <a:pt x="66968" y="64385"/>
                </a:lnTo>
                <a:lnTo>
                  <a:pt x="96998" y="52226"/>
                </a:lnTo>
                <a:lnTo>
                  <a:pt x="101785" y="52226"/>
                </a:lnTo>
                <a:close/>
                <a:moveTo>
                  <a:pt x="159070" y="73334"/>
                </a:moveTo>
                <a:cubicBezTo>
                  <a:pt x="170748" y="59262"/>
                  <a:pt x="181882" y="52226"/>
                  <a:pt x="192473" y="52226"/>
                </a:cubicBezTo>
                <a:cubicBezTo>
                  <a:pt x="197913" y="52226"/>
                  <a:pt x="202591" y="53584"/>
                  <a:pt x="206508" y="56299"/>
                </a:cubicBezTo>
                <a:cubicBezTo>
                  <a:pt x="210425" y="59013"/>
                  <a:pt x="213544" y="63482"/>
                  <a:pt x="215865" y="69706"/>
                </a:cubicBezTo>
                <a:cubicBezTo>
                  <a:pt x="217461" y="74047"/>
                  <a:pt x="218259" y="80705"/>
                  <a:pt x="218259" y="89682"/>
                </a:cubicBezTo>
                <a:lnTo>
                  <a:pt x="218259" y="132129"/>
                </a:lnTo>
                <a:cubicBezTo>
                  <a:pt x="218259" y="138426"/>
                  <a:pt x="218767" y="142697"/>
                  <a:pt x="219782" y="144941"/>
                </a:cubicBezTo>
                <a:cubicBezTo>
                  <a:pt x="220580" y="146749"/>
                  <a:pt x="221868" y="148161"/>
                  <a:pt x="223645" y="149174"/>
                </a:cubicBezTo>
                <a:cubicBezTo>
                  <a:pt x="225422" y="150187"/>
                  <a:pt x="228704" y="150694"/>
                  <a:pt x="233492" y="150694"/>
                </a:cubicBezTo>
                <a:lnTo>
                  <a:pt x="233492" y="154719"/>
                </a:lnTo>
                <a:lnTo>
                  <a:pt x="184203" y="154719"/>
                </a:lnTo>
                <a:lnTo>
                  <a:pt x="184203" y="150694"/>
                </a:lnTo>
                <a:lnTo>
                  <a:pt x="186271" y="150694"/>
                </a:lnTo>
                <a:cubicBezTo>
                  <a:pt x="190913" y="150694"/>
                  <a:pt x="194159" y="149990"/>
                  <a:pt x="196009" y="148582"/>
                </a:cubicBezTo>
                <a:cubicBezTo>
                  <a:pt x="197858" y="147175"/>
                  <a:pt x="199146" y="145100"/>
                  <a:pt x="199871" y="142360"/>
                </a:cubicBezTo>
                <a:cubicBezTo>
                  <a:pt x="200161" y="141276"/>
                  <a:pt x="200306" y="137884"/>
                  <a:pt x="200306" y="132183"/>
                </a:cubicBezTo>
                <a:lnTo>
                  <a:pt x="200306" y="91589"/>
                </a:lnTo>
                <a:cubicBezTo>
                  <a:pt x="200306" y="82570"/>
                  <a:pt x="199128" y="76021"/>
                  <a:pt x="196770" y="71943"/>
                </a:cubicBezTo>
                <a:cubicBezTo>
                  <a:pt x="194413" y="67865"/>
                  <a:pt x="190442" y="65826"/>
                  <a:pt x="184856" y="65826"/>
                </a:cubicBezTo>
                <a:cubicBezTo>
                  <a:pt x="176224" y="65826"/>
                  <a:pt x="167629" y="70518"/>
                  <a:pt x="159070" y="79900"/>
                </a:cubicBezTo>
                <a:lnTo>
                  <a:pt x="159070" y="132183"/>
                </a:lnTo>
                <a:cubicBezTo>
                  <a:pt x="159070" y="138895"/>
                  <a:pt x="159469" y="143044"/>
                  <a:pt x="160267" y="144631"/>
                </a:cubicBezTo>
                <a:cubicBezTo>
                  <a:pt x="161282" y="146723"/>
                  <a:pt x="162678" y="148257"/>
                  <a:pt x="164456" y="149232"/>
                </a:cubicBezTo>
                <a:cubicBezTo>
                  <a:pt x="166233" y="150206"/>
                  <a:pt x="169841" y="150694"/>
                  <a:pt x="175282" y="150694"/>
                </a:cubicBezTo>
                <a:lnTo>
                  <a:pt x="175282" y="154719"/>
                </a:lnTo>
                <a:lnTo>
                  <a:pt x="125993" y="154719"/>
                </a:lnTo>
                <a:lnTo>
                  <a:pt x="125993" y="150694"/>
                </a:lnTo>
                <a:lnTo>
                  <a:pt x="128169" y="150694"/>
                </a:lnTo>
                <a:cubicBezTo>
                  <a:pt x="133247" y="150694"/>
                  <a:pt x="136674" y="149410"/>
                  <a:pt x="138451" y="146841"/>
                </a:cubicBezTo>
                <a:cubicBezTo>
                  <a:pt x="140228" y="144271"/>
                  <a:pt x="141117" y="139367"/>
                  <a:pt x="141117" y="132129"/>
                </a:cubicBezTo>
                <a:lnTo>
                  <a:pt x="141117" y="95217"/>
                </a:lnTo>
                <a:cubicBezTo>
                  <a:pt x="141117" y="83276"/>
                  <a:pt x="140845" y="76003"/>
                  <a:pt x="140301" y="73399"/>
                </a:cubicBezTo>
                <a:cubicBezTo>
                  <a:pt x="139757" y="70792"/>
                  <a:pt x="138923" y="69018"/>
                  <a:pt x="137799" y="68077"/>
                </a:cubicBezTo>
                <a:cubicBezTo>
                  <a:pt x="136674" y="67137"/>
                  <a:pt x="135169" y="66666"/>
                  <a:pt x="133283" y="66666"/>
                </a:cubicBezTo>
                <a:cubicBezTo>
                  <a:pt x="131252" y="66666"/>
                  <a:pt x="128822" y="67209"/>
                  <a:pt x="125993" y="68295"/>
                </a:cubicBezTo>
                <a:lnTo>
                  <a:pt x="124361" y="64385"/>
                </a:lnTo>
                <a:lnTo>
                  <a:pt x="154391" y="52226"/>
                </a:lnTo>
                <a:lnTo>
                  <a:pt x="159070" y="52226"/>
                </a:lnTo>
                <a:lnTo>
                  <a:pt x="159070" y="73334"/>
                </a:lnTo>
                <a:close/>
                <a:moveTo>
                  <a:pt x="266531" y="118403"/>
                </a:moveTo>
                <a:cubicBezTo>
                  <a:pt x="260438" y="115433"/>
                  <a:pt x="255759" y="111286"/>
                  <a:pt x="252495" y="105962"/>
                </a:cubicBezTo>
                <a:cubicBezTo>
                  <a:pt x="249231" y="100637"/>
                  <a:pt x="247599" y="94750"/>
                  <a:pt x="247599" y="88301"/>
                </a:cubicBezTo>
                <a:cubicBezTo>
                  <a:pt x="247599" y="78450"/>
                  <a:pt x="251316" y="69975"/>
                  <a:pt x="258751" y="62875"/>
                </a:cubicBezTo>
                <a:cubicBezTo>
                  <a:pt x="266186" y="55776"/>
                  <a:pt x="275707" y="52226"/>
                  <a:pt x="287312" y="52226"/>
                </a:cubicBezTo>
                <a:cubicBezTo>
                  <a:pt x="296815" y="52226"/>
                  <a:pt x="305048" y="54547"/>
                  <a:pt x="312011" y="59189"/>
                </a:cubicBezTo>
                <a:lnTo>
                  <a:pt x="333119" y="59189"/>
                </a:lnTo>
                <a:cubicBezTo>
                  <a:pt x="336238" y="59189"/>
                  <a:pt x="338051" y="59279"/>
                  <a:pt x="338559" y="59458"/>
                </a:cubicBezTo>
                <a:cubicBezTo>
                  <a:pt x="339067" y="59637"/>
                  <a:pt x="339430" y="59942"/>
                  <a:pt x="339647" y="60373"/>
                </a:cubicBezTo>
                <a:cubicBezTo>
                  <a:pt x="340082" y="61019"/>
                  <a:pt x="340300" y="62167"/>
                  <a:pt x="340300" y="63817"/>
                </a:cubicBezTo>
                <a:cubicBezTo>
                  <a:pt x="340300" y="65680"/>
                  <a:pt x="340119" y="66971"/>
                  <a:pt x="339756" y="67690"/>
                </a:cubicBezTo>
                <a:cubicBezTo>
                  <a:pt x="339538" y="68048"/>
                  <a:pt x="339158" y="68335"/>
                  <a:pt x="338614" y="68550"/>
                </a:cubicBezTo>
                <a:cubicBezTo>
                  <a:pt x="338070" y="68765"/>
                  <a:pt x="336238" y="68873"/>
                  <a:pt x="333119" y="68873"/>
                </a:cubicBezTo>
                <a:lnTo>
                  <a:pt x="320171" y="68873"/>
                </a:lnTo>
                <a:cubicBezTo>
                  <a:pt x="324233" y="74107"/>
                  <a:pt x="326264" y="80794"/>
                  <a:pt x="326264" y="88934"/>
                </a:cubicBezTo>
                <a:cubicBezTo>
                  <a:pt x="326264" y="98236"/>
                  <a:pt x="322710" y="106195"/>
                  <a:pt x="315602" y="112809"/>
                </a:cubicBezTo>
                <a:cubicBezTo>
                  <a:pt x="308493" y="119424"/>
                  <a:pt x="298955" y="122731"/>
                  <a:pt x="286986" y="122731"/>
                </a:cubicBezTo>
                <a:cubicBezTo>
                  <a:pt x="282054" y="122731"/>
                  <a:pt x="277012" y="121991"/>
                  <a:pt x="271862" y="120511"/>
                </a:cubicBezTo>
                <a:cubicBezTo>
                  <a:pt x="268671" y="123265"/>
                  <a:pt x="266513" y="125676"/>
                  <a:pt x="265388" y="127743"/>
                </a:cubicBezTo>
                <a:cubicBezTo>
                  <a:pt x="264264" y="129808"/>
                  <a:pt x="263702" y="131565"/>
                  <a:pt x="263702" y="133013"/>
                </a:cubicBezTo>
                <a:cubicBezTo>
                  <a:pt x="263702" y="134246"/>
                  <a:pt x="264300" y="135443"/>
                  <a:pt x="265497" y="136604"/>
                </a:cubicBezTo>
                <a:cubicBezTo>
                  <a:pt x="266694" y="137762"/>
                  <a:pt x="269033" y="138595"/>
                  <a:pt x="272515" y="139103"/>
                </a:cubicBezTo>
                <a:cubicBezTo>
                  <a:pt x="274546" y="139393"/>
                  <a:pt x="279624" y="139647"/>
                  <a:pt x="287748" y="139864"/>
                </a:cubicBezTo>
                <a:cubicBezTo>
                  <a:pt x="302690" y="140225"/>
                  <a:pt x="312374" y="140731"/>
                  <a:pt x="316798" y="141384"/>
                </a:cubicBezTo>
                <a:cubicBezTo>
                  <a:pt x="323544" y="142327"/>
                  <a:pt x="328930" y="144828"/>
                  <a:pt x="332956" y="148888"/>
                </a:cubicBezTo>
                <a:cubicBezTo>
                  <a:pt x="336982" y="152946"/>
                  <a:pt x="338994" y="157946"/>
                  <a:pt x="338994" y="163890"/>
                </a:cubicBezTo>
                <a:cubicBezTo>
                  <a:pt x="338994" y="172079"/>
                  <a:pt x="335150" y="179762"/>
                  <a:pt x="327461" y="186939"/>
                </a:cubicBezTo>
                <a:cubicBezTo>
                  <a:pt x="316146" y="197520"/>
                  <a:pt x="301384" y="202811"/>
                  <a:pt x="283178" y="202811"/>
                </a:cubicBezTo>
                <a:cubicBezTo>
                  <a:pt x="269178" y="202811"/>
                  <a:pt x="257355" y="199660"/>
                  <a:pt x="247708" y="193358"/>
                </a:cubicBezTo>
                <a:cubicBezTo>
                  <a:pt x="242268" y="189736"/>
                  <a:pt x="239547" y="185969"/>
                  <a:pt x="239547" y="182056"/>
                </a:cubicBezTo>
                <a:cubicBezTo>
                  <a:pt x="239547" y="180320"/>
                  <a:pt x="239946" y="178583"/>
                  <a:pt x="240744" y="176844"/>
                </a:cubicBezTo>
                <a:cubicBezTo>
                  <a:pt x="241977" y="174162"/>
                  <a:pt x="244516" y="170431"/>
                  <a:pt x="248361" y="165651"/>
                </a:cubicBezTo>
                <a:cubicBezTo>
                  <a:pt x="248868" y="165000"/>
                  <a:pt x="252568" y="161089"/>
                  <a:pt x="259459" y="153917"/>
                </a:cubicBezTo>
                <a:cubicBezTo>
                  <a:pt x="255687" y="151666"/>
                  <a:pt x="253021" y="149651"/>
                  <a:pt x="251462" y="147872"/>
                </a:cubicBezTo>
                <a:cubicBezTo>
                  <a:pt x="249902" y="146092"/>
                  <a:pt x="249122" y="144077"/>
                  <a:pt x="249122" y="141826"/>
                </a:cubicBezTo>
                <a:cubicBezTo>
                  <a:pt x="249122" y="139283"/>
                  <a:pt x="250156" y="136304"/>
                  <a:pt x="252223" y="132891"/>
                </a:cubicBezTo>
                <a:cubicBezTo>
                  <a:pt x="254290" y="129477"/>
                  <a:pt x="259060" y="124648"/>
                  <a:pt x="266531" y="118403"/>
                </a:cubicBezTo>
                <a:moveTo>
                  <a:pt x="285463" y="57666"/>
                </a:moveTo>
                <a:cubicBezTo>
                  <a:pt x="280095" y="57666"/>
                  <a:pt x="275598" y="59795"/>
                  <a:pt x="271971" y="64052"/>
                </a:cubicBezTo>
                <a:cubicBezTo>
                  <a:pt x="268344" y="68306"/>
                  <a:pt x="266531" y="74835"/>
                  <a:pt x="266531" y="83636"/>
                </a:cubicBezTo>
                <a:cubicBezTo>
                  <a:pt x="266531" y="95036"/>
                  <a:pt x="268997" y="103873"/>
                  <a:pt x="273930" y="110147"/>
                </a:cubicBezTo>
                <a:cubicBezTo>
                  <a:pt x="277701" y="114910"/>
                  <a:pt x="282489" y="117291"/>
                  <a:pt x="288292" y="117291"/>
                </a:cubicBezTo>
                <a:cubicBezTo>
                  <a:pt x="293804" y="117291"/>
                  <a:pt x="298338" y="115235"/>
                  <a:pt x="301892" y="111123"/>
                </a:cubicBezTo>
                <a:cubicBezTo>
                  <a:pt x="305446" y="107011"/>
                  <a:pt x="307224" y="100554"/>
                  <a:pt x="307224" y="91752"/>
                </a:cubicBezTo>
                <a:cubicBezTo>
                  <a:pt x="307224" y="80283"/>
                  <a:pt x="304721" y="71301"/>
                  <a:pt x="299716" y="64806"/>
                </a:cubicBezTo>
                <a:cubicBezTo>
                  <a:pt x="296017" y="60046"/>
                  <a:pt x="291266" y="57666"/>
                  <a:pt x="285463" y="57666"/>
                </a:cubicBezTo>
                <a:moveTo>
                  <a:pt x="265443" y="154784"/>
                </a:moveTo>
                <a:cubicBezTo>
                  <a:pt x="262034" y="158477"/>
                  <a:pt x="259459" y="161915"/>
                  <a:pt x="257718" y="165100"/>
                </a:cubicBezTo>
                <a:cubicBezTo>
                  <a:pt x="255977" y="168287"/>
                  <a:pt x="255106" y="171220"/>
                  <a:pt x="255106" y="173900"/>
                </a:cubicBezTo>
                <a:cubicBezTo>
                  <a:pt x="255106" y="177374"/>
                  <a:pt x="257210" y="180415"/>
                  <a:pt x="261417" y="183022"/>
                </a:cubicBezTo>
                <a:cubicBezTo>
                  <a:pt x="268671" y="187510"/>
                  <a:pt x="279152" y="189754"/>
                  <a:pt x="292861" y="189754"/>
                </a:cubicBezTo>
                <a:cubicBezTo>
                  <a:pt x="305918" y="189754"/>
                  <a:pt x="315547" y="187455"/>
                  <a:pt x="321749" y="182855"/>
                </a:cubicBezTo>
                <a:cubicBezTo>
                  <a:pt x="327951" y="178258"/>
                  <a:pt x="331052" y="173354"/>
                  <a:pt x="331052" y="168143"/>
                </a:cubicBezTo>
                <a:cubicBezTo>
                  <a:pt x="331052" y="164378"/>
                  <a:pt x="329202" y="161699"/>
                  <a:pt x="325503" y="160105"/>
                </a:cubicBezTo>
                <a:cubicBezTo>
                  <a:pt x="321731" y="158512"/>
                  <a:pt x="314260" y="157571"/>
                  <a:pt x="303089" y="157283"/>
                </a:cubicBezTo>
                <a:cubicBezTo>
                  <a:pt x="286768" y="156848"/>
                  <a:pt x="274220" y="156015"/>
                  <a:pt x="265443" y="154784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16D53-DF81-4245-A2AF-14AE536C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79" y="4657009"/>
            <a:ext cx="1150040" cy="10"/>
          </a:xfrm>
          <a:custGeom xmlns:a="http://schemas.openxmlformats.org/drawingml/2006/main">
            <a:pathLst>
              <a:path w="1150040" h="1" fill="none">
                <a:moveTo>
                  <a:pt x="0" y="0"/>
                </a:moveTo>
                <a:lnTo>
                  <a:pt x="1150040" y="1"/>
                </a:lnTo>
              </a:path>
            </a:pathLst>
          </a:custGeom>
          <a:noFill xmlns:a="http://schemas.openxmlformats.org/drawingml/2006/main"/>
          <a:ln xmlns:a="http://schemas.openxmlformats.org/drawingml/2006/main" w="2677" cap="flat">
            <a:solidFill>
              <a:srgbClr val="4C4C4E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4B956-CA5F-421C-859A-63AB41DA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928" y="4131421"/>
            <a:ext cx="1150294" cy="525589"/>
          </a:xfrm>
          <a:custGeom xmlns:a="http://schemas.openxmlformats.org/drawingml/2006/main">
            <a:pathLst>
              <a:path w="1150294" h="525589">
                <a:moveTo>
                  <a:pt x="20770" y="463525"/>
                </a:moveTo>
                <a:lnTo>
                  <a:pt x="0" y="463525"/>
                </a:lnTo>
                <a:lnTo>
                  <a:pt x="0" y="525589"/>
                </a:lnTo>
                <a:lnTo>
                  <a:pt x="20770" y="525589"/>
                </a:lnTo>
                <a:lnTo>
                  <a:pt x="20770" y="463525"/>
                </a:lnTo>
                <a:close/>
                <a:moveTo>
                  <a:pt x="43654" y="375988"/>
                </a:moveTo>
                <a:lnTo>
                  <a:pt x="21914" y="375988"/>
                </a:lnTo>
                <a:lnTo>
                  <a:pt x="21914" y="525585"/>
                </a:lnTo>
                <a:lnTo>
                  <a:pt x="43654" y="525585"/>
                </a:lnTo>
                <a:lnTo>
                  <a:pt x="43654" y="375988"/>
                </a:lnTo>
                <a:close/>
                <a:moveTo>
                  <a:pt x="66539" y="417965"/>
                </a:moveTo>
                <a:lnTo>
                  <a:pt x="44799" y="417965"/>
                </a:lnTo>
                <a:lnTo>
                  <a:pt x="44799" y="525584"/>
                </a:lnTo>
                <a:lnTo>
                  <a:pt x="66539" y="525584"/>
                </a:lnTo>
                <a:lnTo>
                  <a:pt x="66539" y="417965"/>
                </a:lnTo>
                <a:close/>
                <a:moveTo>
                  <a:pt x="89424" y="373111"/>
                </a:moveTo>
                <a:lnTo>
                  <a:pt x="67683" y="373111"/>
                </a:lnTo>
                <a:lnTo>
                  <a:pt x="67683" y="525579"/>
                </a:lnTo>
                <a:lnTo>
                  <a:pt x="89424" y="525579"/>
                </a:lnTo>
                <a:lnTo>
                  <a:pt x="89424" y="373111"/>
                </a:lnTo>
                <a:close/>
                <a:moveTo>
                  <a:pt x="112308" y="408601"/>
                </a:moveTo>
                <a:lnTo>
                  <a:pt x="90558" y="408601"/>
                </a:lnTo>
                <a:lnTo>
                  <a:pt x="90558" y="525589"/>
                </a:lnTo>
                <a:lnTo>
                  <a:pt x="112308" y="525589"/>
                </a:lnTo>
                <a:lnTo>
                  <a:pt x="112308" y="408601"/>
                </a:lnTo>
                <a:close/>
                <a:moveTo>
                  <a:pt x="135182" y="471031"/>
                </a:moveTo>
                <a:lnTo>
                  <a:pt x="113442" y="471031"/>
                </a:lnTo>
                <a:lnTo>
                  <a:pt x="113442" y="525586"/>
                </a:lnTo>
                <a:lnTo>
                  <a:pt x="135182" y="525586"/>
                </a:lnTo>
                <a:lnTo>
                  <a:pt x="135182" y="471031"/>
                </a:lnTo>
                <a:close/>
                <a:moveTo>
                  <a:pt x="158067" y="0"/>
                </a:moveTo>
                <a:lnTo>
                  <a:pt x="136327" y="0"/>
                </a:lnTo>
                <a:lnTo>
                  <a:pt x="136327" y="525580"/>
                </a:lnTo>
                <a:lnTo>
                  <a:pt x="158067" y="525580"/>
                </a:lnTo>
                <a:lnTo>
                  <a:pt x="158067" y="0"/>
                </a:lnTo>
                <a:close/>
                <a:moveTo>
                  <a:pt x="180952" y="231121"/>
                </a:moveTo>
                <a:lnTo>
                  <a:pt x="159211" y="231121"/>
                </a:lnTo>
                <a:lnTo>
                  <a:pt x="159211" y="525587"/>
                </a:lnTo>
                <a:lnTo>
                  <a:pt x="180952" y="525587"/>
                </a:lnTo>
                <a:lnTo>
                  <a:pt x="180952" y="231121"/>
                </a:lnTo>
                <a:close/>
                <a:moveTo>
                  <a:pt x="203826" y="355143"/>
                </a:moveTo>
                <a:lnTo>
                  <a:pt x="182096" y="355143"/>
                </a:lnTo>
                <a:lnTo>
                  <a:pt x="182096" y="525582"/>
                </a:lnTo>
                <a:lnTo>
                  <a:pt x="203826" y="525582"/>
                </a:lnTo>
                <a:lnTo>
                  <a:pt x="203826" y="355143"/>
                </a:lnTo>
                <a:close/>
                <a:moveTo>
                  <a:pt x="226710" y="525588"/>
                </a:moveTo>
                <a:lnTo>
                  <a:pt x="226700" y="400834"/>
                </a:lnTo>
                <a:lnTo>
                  <a:pt x="204971" y="400834"/>
                </a:lnTo>
                <a:lnTo>
                  <a:pt x="204971" y="525588"/>
                </a:lnTo>
                <a:lnTo>
                  <a:pt x="226710" y="525588"/>
                </a:lnTo>
                <a:close/>
                <a:moveTo>
                  <a:pt x="249585" y="525588"/>
                </a:moveTo>
                <a:lnTo>
                  <a:pt x="249585" y="461380"/>
                </a:lnTo>
                <a:lnTo>
                  <a:pt x="227856" y="461380"/>
                </a:lnTo>
                <a:lnTo>
                  <a:pt x="227856" y="525588"/>
                </a:lnTo>
                <a:lnTo>
                  <a:pt x="249585" y="525588"/>
                </a:lnTo>
                <a:close/>
                <a:moveTo>
                  <a:pt x="272469" y="231618"/>
                </a:moveTo>
                <a:lnTo>
                  <a:pt x="250739" y="231618"/>
                </a:lnTo>
                <a:lnTo>
                  <a:pt x="250739" y="525582"/>
                </a:lnTo>
                <a:lnTo>
                  <a:pt x="272469" y="525582"/>
                </a:lnTo>
                <a:lnTo>
                  <a:pt x="272469" y="231618"/>
                </a:lnTo>
                <a:close/>
                <a:moveTo>
                  <a:pt x="295354" y="452435"/>
                </a:moveTo>
                <a:lnTo>
                  <a:pt x="273613" y="452435"/>
                </a:lnTo>
                <a:lnTo>
                  <a:pt x="273613" y="525584"/>
                </a:lnTo>
                <a:lnTo>
                  <a:pt x="295354" y="525584"/>
                </a:lnTo>
                <a:lnTo>
                  <a:pt x="295354" y="452435"/>
                </a:lnTo>
                <a:close/>
                <a:moveTo>
                  <a:pt x="318228" y="464414"/>
                </a:moveTo>
                <a:lnTo>
                  <a:pt x="296498" y="464414"/>
                </a:lnTo>
                <a:lnTo>
                  <a:pt x="296498" y="525579"/>
                </a:lnTo>
                <a:lnTo>
                  <a:pt x="318228" y="525579"/>
                </a:lnTo>
                <a:lnTo>
                  <a:pt x="318228" y="464414"/>
                </a:lnTo>
                <a:close/>
                <a:moveTo>
                  <a:pt x="341113" y="433997"/>
                </a:moveTo>
                <a:lnTo>
                  <a:pt x="319382" y="433997"/>
                </a:lnTo>
                <a:lnTo>
                  <a:pt x="319382" y="525587"/>
                </a:lnTo>
                <a:lnTo>
                  <a:pt x="341113" y="525587"/>
                </a:lnTo>
                <a:lnTo>
                  <a:pt x="341113" y="433997"/>
                </a:lnTo>
                <a:close/>
                <a:moveTo>
                  <a:pt x="363997" y="407843"/>
                </a:moveTo>
                <a:lnTo>
                  <a:pt x="342257" y="407843"/>
                </a:lnTo>
                <a:lnTo>
                  <a:pt x="342257" y="525587"/>
                </a:lnTo>
                <a:lnTo>
                  <a:pt x="363997" y="525587"/>
                </a:lnTo>
                <a:lnTo>
                  <a:pt x="363997" y="407843"/>
                </a:lnTo>
                <a:close/>
                <a:moveTo>
                  <a:pt x="386882" y="410798"/>
                </a:moveTo>
                <a:lnTo>
                  <a:pt x="365141" y="410798"/>
                </a:lnTo>
                <a:lnTo>
                  <a:pt x="365141" y="525579"/>
                </a:lnTo>
                <a:lnTo>
                  <a:pt x="386882" y="525579"/>
                </a:lnTo>
                <a:lnTo>
                  <a:pt x="386882" y="410798"/>
                </a:lnTo>
                <a:close/>
                <a:moveTo>
                  <a:pt x="409766" y="340968"/>
                </a:moveTo>
                <a:lnTo>
                  <a:pt x="388026" y="340968"/>
                </a:lnTo>
                <a:lnTo>
                  <a:pt x="388026" y="525587"/>
                </a:lnTo>
                <a:lnTo>
                  <a:pt x="409766" y="525587"/>
                </a:lnTo>
                <a:lnTo>
                  <a:pt x="409766" y="340968"/>
                </a:lnTo>
                <a:close/>
                <a:moveTo>
                  <a:pt x="432640" y="361211"/>
                </a:moveTo>
                <a:lnTo>
                  <a:pt x="410900" y="361211"/>
                </a:lnTo>
                <a:lnTo>
                  <a:pt x="410900" y="525581"/>
                </a:lnTo>
                <a:lnTo>
                  <a:pt x="432640" y="525581"/>
                </a:lnTo>
                <a:lnTo>
                  <a:pt x="432640" y="361211"/>
                </a:lnTo>
                <a:close/>
                <a:moveTo>
                  <a:pt x="455525" y="358831"/>
                </a:moveTo>
                <a:lnTo>
                  <a:pt x="433785" y="358831"/>
                </a:lnTo>
                <a:lnTo>
                  <a:pt x="433785" y="525582"/>
                </a:lnTo>
                <a:lnTo>
                  <a:pt x="455525" y="525582"/>
                </a:lnTo>
                <a:lnTo>
                  <a:pt x="455525" y="358831"/>
                </a:lnTo>
                <a:close/>
                <a:moveTo>
                  <a:pt x="478410" y="456332"/>
                </a:moveTo>
                <a:lnTo>
                  <a:pt x="456669" y="456332"/>
                </a:lnTo>
                <a:lnTo>
                  <a:pt x="456669" y="525578"/>
                </a:lnTo>
                <a:lnTo>
                  <a:pt x="478410" y="525578"/>
                </a:lnTo>
                <a:lnTo>
                  <a:pt x="478410" y="456332"/>
                </a:lnTo>
                <a:close/>
                <a:moveTo>
                  <a:pt x="501294" y="279977"/>
                </a:moveTo>
                <a:lnTo>
                  <a:pt x="479554" y="279977"/>
                </a:lnTo>
                <a:lnTo>
                  <a:pt x="479554" y="525588"/>
                </a:lnTo>
                <a:lnTo>
                  <a:pt x="501294" y="525588"/>
                </a:lnTo>
                <a:lnTo>
                  <a:pt x="501294" y="279977"/>
                </a:lnTo>
                <a:close/>
                <a:moveTo>
                  <a:pt x="524150" y="99960"/>
                </a:moveTo>
                <a:lnTo>
                  <a:pt x="502430" y="99960"/>
                </a:lnTo>
                <a:lnTo>
                  <a:pt x="502430" y="525582"/>
                </a:lnTo>
                <a:lnTo>
                  <a:pt x="524150" y="525582"/>
                </a:lnTo>
                <a:lnTo>
                  <a:pt x="524150" y="99960"/>
                </a:lnTo>
                <a:close/>
                <a:moveTo>
                  <a:pt x="547064" y="464911"/>
                </a:moveTo>
                <a:lnTo>
                  <a:pt x="525323" y="464911"/>
                </a:lnTo>
                <a:lnTo>
                  <a:pt x="525323" y="525585"/>
                </a:lnTo>
                <a:lnTo>
                  <a:pt x="547064" y="525585"/>
                </a:lnTo>
                <a:lnTo>
                  <a:pt x="547064" y="464911"/>
                </a:lnTo>
                <a:close/>
                <a:moveTo>
                  <a:pt x="569927" y="481257"/>
                </a:moveTo>
                <a:lnTo>
                  <a:pt x="548187" y="481257"/>
                </a:lnTo>
                <a:lnTo>
                  <a:pt x="548187" y="525585"/>
                </a:lnTo>
                <a:lnTo>
                  <a:pt x="569927" y="525585"/>
                </a:lnTo>
                <a:lnTo>
                  <a:pt x="569927" y="481257"/>
                </a:lnTo>
                <a:close/>
                <a:moveTo>
                  <a:pt x="592833" y="417337"/>
                </a:moveTo>
                <a:lnTo>
                  <a:pt x="571103" y="417337"/>
                </a:lnTo>
                <a:lnTo>
                  <a:pt x="571103" y="525579"/>
                </a:lnTo>
                <a:lnTo>
                  <a:pt x="592833" y="525579"/>
                </a:lnTo>
                <a:lnTo>
                  <a:pt x="592833" y="417337"/>
                </a:lnTo>
                <a:close/>
                <a:moveTo>
                  <a:pt x="615696" y="336861"/>
                </a:moveTo>
                <a:lnTo>
                  <a:pt x="593966" y="336861"/>
                </a:lnTo>
                <a:lnTo>
                  <a:pt x="593966" y="525588"/>
                </a:lnTo>
                <a:lnTo>
                  <a:pt x="615696" y="525588"/>
                </a:lnTo>
                <a:lnTo>
                  <a:pt x="615696" y="336861"/>
                </a:lnTo>
                <a:close/>
                <a:moveTo>
                  <a:pt x="638568" y="452017"/>
                </a:moveTo>
                <a:lnTo>
                  <a:pt x="616817" y="452017"/>
                </a:lnTo>
                <a:lnTo>
                  <a:pt x="616817" y="525585"/>
                </a:lnTo>
                <a:lnTo>
                  <a:pt x="638568" y="525585"/>
                </a:lnTo>
                <a:lnTo>
                  <a:pt x="638568" y="452017"/>
                </a:lnTo>
                <a:close/>
                <a:moveTo>
                  <a:pt x="661479" y="503566"/>
                </a:moveTo>
                <a:lnTo>
                  <a:pt x="639749" y="503566"/>
                </a:lnTo>
                <a:lnTo>
                  <a:pt x="639749" y="525582"/>
                </a:lnTo>
                <a:lnTo>
                  <a:pt x="661479" y="525582"/>
                </a:lnTo>
                <a:lnTo>
                  <a:pt x="661479" y="503566"/>
                </a:lnTo>
                <a:close/>
                <a:moveTo>
                  <a:pt x="684337" y="385848"/>
                </a:moveTo>
                <a:lnTo>
                  <a:pt x="662597" y="385848"/>
                </a:lnTo>
                <a:lnTo>
                  <a:pt x="662597" y="525587"/>
                </a:lnTo>
                <a:lnTo>
                  <a:pt x="684337" y="525587"/>
                </a:lnTo>
                <a:lnTo>
                  <a:pt x="684337" y="385848"/>
                </a:lnTo>
                <a:close/>
                <a:moveTo>
                  <a:pt x="707196" y="383441"/>
                </a:moveTo>
                <a:lnTo>
                  <a:pt x="685465" y="383441"/>
                </a:lnTo>
                <a:lnTo>
                  <a:pt x="685465" y="525581"/>
                </a:lnTo>
                <a:lnTo>
                  <a:pt x="707196" y="525581"/>
                </a:lnTo>
                <a:lnTo>
                  <a:pt x="707196" y="383441"/>
                </a:lnTo>
                <a:close/>
                <a:moveTo>
                  <a:pt x="730106" y="500611"/>
                </a:moveTo>
                <a:lnTo>
                  <a:pt x="708366" y="500611"/>
                </a:lnTo>
                <a:lnTo>
                  <a:pt x="708366" y="525579"/>
                </a:lnTo>
                <a:lnTo>
                  <a:pt x="730106" y="525579"/>
                </a:lnTo>
                <a:lnTo>
                  <a:pt x="730106" y="500611"/>
                </a:lnTo>
                <a:close/>
                <a:moveTo>
                  <a:pt x="752965" y="362021"/>
                </a:moveTo>
                <a:lnTo>
                  <a:pt x="731235" y="362021"/>
                </a:lnTo>
                <a:lnTo>
                  <a:pt x="731235" y="525585"/>
                </a:lnTo>
                <a:lnTo>
                  <a:pt x="752965" y="525585"/>
                </a:lnTo>
                <a:lnTo>
                  <a:pt x="752965" y="362021"/>
                </a:lnTo>
                <a:close/>
                <a:moveTo>
                  <a:pt x="775902" y="509189"/>
                </a:moveTo>
                <a:lnTo>
                  <a:pt x="754141" y="509189"/>
                </a:lnTo>
                <a:lnTo>
                  <a:pt x="754141" y="525587"/>
                </a:lnTo>
                <a:lnTo>
                  <a:pt x="775902" y="525587"/>
                </a:lnTo>
                <a:lnTo>
                  <a:pt x="775902" y="509189"/>
                </a:lnTo>
                <a:close/>
                <a:moveTo>
                  <a:pt x="798760" y="466506"/>
                </a:moveTo>
                <a:lnTo>
                  <a:pt x="777020" y="466506"/>
                </a:lnTo>
                <a:lnTo>
                  <a:pt x="777020" y="525587"/>
                </a:lnTo>
                <a:lnTo>
                  <a:pt x="798760" y="525587"/>
                </a:lnTo>
                <a:lnTo>
                  <a:pt x="798760" y="466506"/>
                </a:lnTo>
                <a:close/>
                <a:moveTo>
                  <a:pt x="821619" y="424948"/>
                </a:moveTo>
                <a:lnTo>
                  <a:pt x="799889" y="424948"/>
                </a:lnTo>
                <a:lnTo>
                  <a:pt x="799889" y="525589"/>
                </a:lnTo>
                <a:lnTo>
                  <a:pt x="821619" y="525589"/>
                </a:lnTo>
                <a:lnTo>
                  <a:pt x="821619" y="424948"/>
                </a:lnTo>
                <a:close/>
                <a:moveTo>
                  <a:pt x="844529" y="439829"/>
                </a:moveTo>
                <a:lnTo>
                  <a:pt x="822789" y="439829"/>
                </a:lnTo>
                <a:lnTo>
                  <a:pt x="822789" y="525585"/>
                </a:lnTo>
                <a:lnTo>
                  <a:pt x="844529" y="525585"/>
                </a:lnTo>
                <a:lnTo>
                  <a:pt x="844529" y="439829"/>
                </a:lnTo>
                <a:close/>
                <a:moveTo>
                  <a:pt x="867388" y="487220"/>
                </a:moveTo>
                <a:lnTo>
                  <a:pt x="845658" y="487220"/>
                </a:lnTo>
                <a:lnTo>
                  <a:pt x="845658" y="525582"/>
                </a:lnTo>
                <a:lnTo>
                  <a:pt x="867388" y="525582"/>
                </a:lnTo>
                <a:lnTo>
                  <a:pt x="867388" y="487220"/>
                </a:lnTo>
                <a:close/>
                <a:moveTo>
                  <a:pt x="890246" y="338378"/>
                </a:moveTo>
                <a:lnTo>
                  <a:pt x="868506" y="338378"/>
                </a:lnTo>
                <a:lnTo>
                  <a:pt x="868506" y="525583"/>
                </a:lnTo>
                <a:lnTo>
                  <a:pt x="890246" y="525583"/>
                </a:lnTo>
                <a:lnTo>
                  <a:pt x="890246" y="338378"/>
                </a:lnTo>
                <a:close/>
                <a:moveTo>
                  <a:pt x="913157" y="427877"/>
                </a:moveTo>
                <a:lnTo>
                  <a:pt x="891427" y="427877"/>
                </a:lnTo>
                <a:lnTo>
                  <a:pt x="891427" y="525586"/>
                </a:lnTo>
                <a:lnTo>
                  <a:pt x="913157" y="525586"/>
                </a:lnTo>
                <a:lnTo>
                  <a:pt x="913157" y="427877"/>
                </a:lnTo>
                <a:close/>
                <a:moveTo>
                  <a:pt x="936042" y="491143"/>
                </a:moveTo>
                <a:lnTo>
                  <a:pt x="914281" y="491143"/>
                </a:lnTo>
                <a:lnTo>
                  <a:pt x="914281" y="525582"/>
                </a:lnTo>
                <a:lnTo>
                  <a:pt x="936042" y="525582"/>
                </a:lnTo>
                <a:lnTo>
                  <a:pt x="936042" y="491143"/>
                </a:lnTo>
                <a:close/>
                <a:moveTo>
                  <a:pt x="958953" y="475372"/>
                </a:moveTo>
                <a:lnTo>
                  <a:pt x="937212" y="475372"/>
                </a:lnTo>
                <a:lnTo>
                  <a:pt x="937212" y="525585"/>
                </a:lnTo>
                <a:lnTo>
                  <a:pt x="958953" y="525585"/>
                </a:lnTo>
                <a:lnTo>
                  <a:pt x="958953" y="475372"/>
                </a:lnTo>
                <a:close/>
                <a:moveTo>
                  <a:pt x="981811" y="511360"/>
                </a:moveTo>
                <a:lnTo>
                  <a:pt x="960081" y="511360"/>
                </a:lnTo>
                <a:lnTo>
                  <a:pt x="960081" y="525581"/>
                </a:lnTo>
                <a:lnTo>
                  <a:pt x="981811" y="525581"/>
                </a:lnTo>
                <a:lnTo>
                  <a:pt x="981811" y="511360"/>
                </a:lnTo>
                <a:close/>
                <a:moveTo>
                  <a:pt x="1004669" y="408445"/>
                </a:moveTo>
                <a:lnTo>
                  <a:pt x="982929" y="408445"/>
                </a:lnTo>
                <a:lnTo>
                  <a:pt x="982929" y="525585"/>
                </a:lnTo>
                <a:lnTo>
                  <a:pt x="1004669" y="525585"/>
                </a:lnTo>
                <a:lnTo>
                  <a:pt x="1004669" y="408445"/>
                </a:lnTo>
                <a:close/>
                <a:moveTo>
                  <a:pt x="1027580" y="504141"/>
                </a:moveTo>
                <a:lnTo>
                  <a:pt x="1005850" y="504141"/>
                </a:lnTo>
                <a:lnTo>
                  <a:pt x="1005850" y="525585"/>
                </a:lnTo>
                <a:lnTo>
                  <a:pt x="1027580" y="525585"/>
                </a:lnTo>
                <a:lnTo>
                  <a:pt x="1027580" y="504141"/>
                </a:lnTo>
                <a:close/>
                <a:moveTo>
                  <a:pt x="1050439" y="462975"/>
                </a:moveTo>
                <a:lnTo>
                  <a:pt x="1028698" y="462975"/>
                </a:lnTo>
                <a:lnTo>
                  <a:pt x="1028698" y="525581"/>
                </a:lnTo>
                <a:lnTo>
                  <a:pt x="1050439" y="525581"/>
                </a:lnTo>
                <a:lnTo>
                  <a:pt x="1050439" y="462975"/>
                </a:lnTo>
                <a:close/>
                <a:moveTo>
                  <a:pt x="1073349" y="452488"/>
                </a:moveTo>
                <a:lnTo>
                  <a:pt x="1051619" y="452488"/>
                </a:lnTo>
                <a:lnTo>
                  <a:pt x="1051619" y="525585"/>
                </a:lnTo>
                <a:lnTo>
                  <a:pt x="1073349" y="525585"/>
                </a:lnTo>
                <a:lnTo>
                  <a:pt x="1073349" y="452488"/>
                </a:lnTo>
                <a:close/>
                <a:moveTo>
                  <a:pt x="1096208" y="464911"/>
                </a:moveTo>
                <a:lnTo>
                  <a:pt x="1074467" y="464911"/>
                </a:lnTo>
                <a:lnTo>
                  <a:pt x="1074467" y="525585"/>
                </a:lnTo>
                <a:lnTo>
                  <a:pt x="1096208" y="525585"/>
                </a:lnTo>
                <a:lnTo>
                  <a:pt x="1096208" y="464911"/>
                </a:lnTo>
                <a:close/>
                <a:moveTo>
                  <a:pt x="1119092" y="470168"/>
                </a:moveTo>
                <a:lnTo>
                  <a:pt x="1097332" y="470168"/>
                </a:lnTo>
                <a:lnTo>
                  <a:pt x="1097332" y="525581"/>
                </a:lnTo>
                <a:lnTo>
                  <a:pt x="1119092" y="525581"/>
                </a:lnTo>
                <a:lnTo>
                  <a:pt x="1119092" y="470168"/>
                </a:lnTo>
                <a:close/>
                <a:moveTo>
                  <a:pt x="1142003" y="442078"/>
                </a:moveTo>
                <a:lnTo>
                  <a:pt x="1120273" y="442078"/>
                </a:lnTo>
                <a:lnTo>
                  <a:pt x="1120273" y="525587"/>
                </a:lnTo>
                <a:lnTo>
                  <a:pt x="1142003" y="525587"/>
                </a:lnTo>
                <a:lnTo>
                  <a:pt x="1142003" y="442078"/>
                </a:lnTo>
                <a:close/>
                <a:moveTo>
                  <a:pt x="1150294" y="477831"/>
                </a:moveTo>
                <a:lnTo>
                  <a:pt x="1143122" y="477831"/>
                </a:lnTo>
                <a:lnTo>
                  <a:pt x="1143122" y="525582"/>
                </a:lnTo>
                <a:lnTo>
                  <a:pt x="1150294" y="525582"/>
                </a:lnTo>
                <a:lnTo>
                  <a:pt x="1150294" y="477831"/>
                </a:lnTo>
                <a:close/>
              </a:path>
            </a:pathLst>
          </a:custGeom>
          <a:solidFill xmlns:a="http://schemas.openxmlformats.org/drawingml/2006/main">
            <a:srgbClr val="CE66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90980-8BFC-4C57-86FB-2A4C36D6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29" y="4644457"/>
            <a:ext cx="1150036" cy="10"/>
          </a:xfrm>
          <a:custGeom xmlns:a="http://schemas.openxmlformats.org/drawingml/2006/main">
            <a:pathLst>
              <a:path w="1150036" h="1" fill="none">
                <a:moveTo>
                  <a:pt x="0" y="0"/>
                </a:moveTo>
                <a:lnTo>
                  <a:pt x="1150036" y="1"/>
                </a:lnTo>
              </a:path>
            </a:pathLst>
          </a:custGeom>
          <a:noFill xmlns:a="http://schemas.openxmlformats.org/drawingml/2006/main"/>
          <a:ln xmlns:a="http://schemas.openxmlformats.org/drawingml/2006/main" w="2677" cap="flat">
            <a:solidFill>
              <a:srgbClr val="4C4C4E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44B3C-AECE-42B8-8A06-8B3D4AAC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95" y="4219350"/>
            <a:ext cx="1150328" cy="425113"/>
          </a:xfrm>
          <a:custGeom xmlns:a="http://schemas.openxmlformats.org/drawingml/2006/main">
            <a:pathLst>
              <a:path w="1150328" h="425113">
                <a:moveTo>
                  <a:pt x="20770" y="401095"/>
                </a:moveTo>
                <a:lnTo>
                  <a:pt x="0" y="401095"/>
                </a:lnTo>
                <a:lnTo>
                  <a:pt x="0" y="425103"/>
                </a:lnTo>
                <a:lnTo>
                  <a:pt x="20770" y="425103"/>
                </a:lnTo>
                <a:lnTo>
                  <a:pt x="20770" y="401095"/>
                </a:lnTo>
                <a:close/>
                <a:moveTo>
                  <a:pt x="43654" y="365395"/>
                </a:moveTo>
                <a:lnTo>
                  <a:pt x="21914" y="365395"/>
                </a:lnTo>
                <a:lnTo>
                  <a:pt x="21914" y="425110"/>
                </a:lnTo>
                <a:lnTo>
                  <a:pt x="43654" y="425110"/>
                </a:lnTo>
                <a:lnTo>
                  <a:pt x="43654" y="365395"/>
                </a:lnTo>
                <a:close/>
                <a:moveTo>
                  <a:pt x="66539" y="347794"/>
                </a:moveTo>
                <a:lnTo>
                  <a:pt x="44799" y="347794"/>
                </a:lnTo>
                <a:lnTo>
                  <a:pt x="44799" y="425111"/>
                </a:lnTo>
                <a:lnTo>
                  <a:pt x="66539" y="425111"/>
                </a:lnTo>
                <a:lnTo>
                  <a:pt x="66539" y="347794"/>
                </a:lnTo>
                <a:close/>
                <a:moveTo>
                  <a:pt x="89413" y="367305"/>
                </a:moveTo>
                <a:lnTo>
                  <a:pt x="67683" y="367305"/>
                </a:lnTo>
                <a:lnTo>
                  <a:pt x="67683" y="425109"/>
                </a:lnTo>
                <a:lnTo>
                  <a:pt x="89413" y="425109"/>
                </a:lnTo>
                <a:lnTo>
                  <a:pt x="89413" y="367305"/>
                </a:lnTo>
                <a:close/>
                <a:moveTo>
                  <a:pt x="112298" y="348997"/>
                </a:moveTo>
                <a:lnTo>
                  <a:pt x="90557" y="348997"/>
                </a:lnTo>
                <a:lnTo>
                  <a:pt x="90557" y="425109"/>
                </a:lnTo>
                <a:lnTo>
                  <a:pt x="112298" y="425109"/>
                </a:lnTo>
                <a:lnTo>
                  <a:pt x="112298" y="348997"/>
                </a:lnTo>
                <a:close/>
                <a:moveTo>
                  <a:pt x="135182" y="391549"/>
                </a:moveTo>
                <a:lnTo>
                  <a:pt x="113442" y="391549"/>
                </a:lnTo>
                <a:lnTo>
                  <a:pt x="113442" y="425110"/>
                </a:lnTo>
                <a:lnTo>
                  <a:pt x="135182" y="425110"/>
                </a:lnTo>
                <a:lnTo>
                  <a:pt x="135182" y="391549"/>
                </a:lnTo>
                <a:close/>
                <a:moveTo>
                  <a:pt x="158057" y="0"/>
                </a:moveTo>
                <a:lnTo>
                  <a:pt x="136326" y="0"/>
                </a:lnTo>
                <a:lnTo>
                  <a:pt x="136326" y="425112"/>
                </a:lnTo>
                <a:lnTo>
                  <a:pt x="158057" y="425112"/>
                </a:lnTo>
                <a:lnTo>
                  <a:pt x="158057" y="0"/>
                </a:lnTo>
                <a:close/>
                <a:moveTo>
                  <a:pt x="180941" y="264729"/>
                </a:moveTo>
                <a:lnTo>
                  <a:pt x="159201" y="264729"/>
                </a:lnTo>
                <a:lnTo>
                  <a:pt x="159201" y="425105"/>
                </a:lnTo>
                <a:lnTo>
                  <a:pt x="180941" y="425105"/>
                </a:lnTo>
                <a:lnTo>
                  <a:pt x="180941" y="264729"/>
                </a:lnTo>
                <a:close/>
                <a:moveTo>
                  <a:pt x="203826" y="320175"/>
                </a:moveTo>
                <a:lnTo>
                  <a:pt x="182085" y="320175"/>
                </a:lnTo>
                <a:lnTo>
                  <a:pt x="182085" y="425107"/>
                </a:lnTo>
                <a:lnTo>
                  <a:pt x="203826" y="425107"/>
                </a:lnTo>
                <a:lnTo>
                  <a:pt x="203826" y="320175"/>
                </a:lnTo>
                <a:close/>
                <a:moveTo>
                  <a:pt x="226700" y="317821"/>
                </a:moveTo>
                <a:lnTo>
                  <a:pt x="204970" y="317821"/>
                </a:lnTo>
                <a:lnTo>
                  <a:pt x="204970" y="425113"/>
                </a:lnTo>
                <a:lnTo>
                  <a:pt x="226700" y="425113"/>
                </a:lnTo>
                <a:lnTo>
                  <a:pt x="226700" y="317821"/>
                </a:lnTo>
                <a:close/>
                <a:moveTo>
                  <a:pt x="249585" y="400520"/>
                </a:moveTo>
                <a:lnTo>
                  <a:pt x="227844" y="400520"/>
                </a:lnTo>
                <a:lnTo>
                  <a:pt x="227844" y="425111"/>
                </a:lnTo>
                <a:lnTo>
                  <a:pt x="249585" y="425111"/>
                </a:lnTo>
                <a:lnTo>
                  <a:pt x="249585" y="400520"/>
                </a:lnTo>
                <a:close/>
                <a:moveTo>
                  <a:pt x="272469" y="236614"/>
                </a:moveTo>
                <a:lnTo>
                  <a:pt x="250729" y="236614"/>
                </a:lnTo>
                <a:lnTo>
                  <a:pt x="250729" y="425105"/>
                </a:lnTo>
                <a:lnTo>
                  <a:pt x="272469" y="425105"/>
                </a:lnTo>
                <a:lnTo>
                  <a:pt x="272469" y="236614"/>
                </a:lnTo>
                <a:close/>
                <a:moveTo>
                  <a:pt x="295354" y="397068"/>
                </a:moveTo>
                <a:lnTo>
                  <a:pt x="273613" y="397068"/>
                </a:lnTo>
                <a:lnTo>
                  <a:pt x="273613" y="425112"/>
                </a:lnTo>
                <a:lnTo>
                  <a:pt x="295354" y="425112"/>
                </a:lnTo>
                <a:lnTo>
                  <a:pt x="295354" y="397068"/>
                </a:lnTo>
                <a:close/>
                <a:moveTo>
                  <a:pt x="318228" y="361054"/>
                </a:moveTo>
                <a:lnTo>
                  <a:pt x="296488" y="361054"/>
                </a:lnTo>
                <a:lnTo>
                  <a:pt x="296488" y="425110"/>
                </a:lnTo>
                <a:lnTo>
                  <a:pt x="318228" y="425110"/>
                </a:lnTo>
                <a:lnTo>
                  <a:pt x="318228" y="361054"/>
                </a:lnTo>
                <a:close/>
                <a:moveTo>
                  <a:pt x="341113" y="373712"/>
                </a:moveTo>
                <a:lnTo>
                  <a:pt x="319372" y="373712"/>
                </a:lnTo>
                <a:lnTo>
                  <a:pt x="319372" y="425111"/>
                </a:lnTo>
                <a:lnTo>
                  <a:pt x="341113" y="425111"/>
                </a:lnTo>
                <a:lnTo>
                  <a:pt x="341113" y="373712"/>
                </a:lnTo>
                <a:close/>
                <a:moveTo>
                  <a:pt x="363997" y="366494"/>
                </a:moveTo>
                <a:lnTo>
                  <a:pt x="342257" y="366494"/>
                </a:lnTo>
                <a:lnTo>
                  <a:pt x="342257" y="425105"/>
                </a:lnTo>
                <a:lnTo>
                  <a:pt x="363997" y="425105"/>
                </a:lnTo>
                <a:lnTo>
                  <a:pt x="363997" y="366494"/>
                </a:lnTo>
                <a:close/>
                <a:moveTo>
                  <a:pt x="386882" y="353940"/>
                </a:moveTo>
                <a:lnTo>
                  <a:pt x="365141" y="353940"/>
                </a:lnTo>
                <a:lnTo>
                  <a:pt x="365141" y="425107"/>
                </a:lnTo>
                <a:lnTo>
                  <a:pt x="386882" y="425107"/>
                </a:lnTo>
                <a:lnTo>
                  <a:pt x="386882" y="353940"/>
                </a:lnTo>
                <a:close/>
                <a:moveTo>
                  <a:pt x="409756" y="330846"/>
                </a:moveTo>
                <a:lnTo>
                  <a:pt x="388016" y="330846"/>
                </a:lnTo>
                <a:lnTo>
                  <a:pt x="388016" y="425112"/>
                </a:lnTo>
                <a:lnTo>
                  <a:pt x="409756" y="425112"/>
                </a:lnTo>
                <a:lnTo>
                  <a:pt x="409756" y="330846"/>
                </a:lnTo>
                <a:close/>
                <a:moveTo>
                  <a:pt x="432641" y="411609"/>
                </a:moveTo>
                <a:lnTo>
                  <a:pt x="410900" y="411609"/>
                </a:lnTo>
                <a:lnTo>
                  <a:pt x="410900" y="425105"/>
                </a:lnTo>
                <a:lnTo>
                  <a:pt x="432641" y="425105"/>
                </a:lnTo>
                <a:lnTo>
                  <a:pt x="432641" y="411609"/>
                </a:lnTo>
                <a:close/>
                <a:moveTo>
                  <a:pt x="455525" y="366938"/>
                </a:moveTo>
                <a:lnTo>
                  <a:pt x="433785" y="366938"/>
                </a:lnTo>
                <a:lnTo>
                  <a:pt x="433785" y="425110"/>
                </a:lnTo>
                <a:lnTo>
                  <a:pt x="455525" y="425110"/>
                </a:lnTo>
                <a:lnTo>
                  <a:pt x="455525" y="366938"/>
                </a:lnTo>
                <a:close/>
                <a:moveTo>
                  <a:pt x="478399" y="398401"/>
                </a:moveTo>
                <a:lnTo>
                  <a:pt x="456669" y="398401"/>
                </a:lnTo>
                <a:lnTo>
                  <a:pt x="456669" y="425107"/>
                </a:lnTo>
                <a:lnTo>
                  <a:pt x="478399" y="425107"/>
                </a:lnTo>
                <a:lnTo>
                  <a:pt x="478399" y="398401"/>
                </a:lnTo>
                <a:close/>
                <a:moveTo>
                  <a:pt x="501284" y="301658"/>
                </a:moveTo>
                <a:lnTo>
                  <a:pt x="479554" y="301658"/>
                </a:lnTo>
                <a:lnTo>
                  <a:pt x="479554" y="425113"/>
                </a:lnTo>
                <a:lnTo>
                  <a:pt x="501284" y="425113"/>
                </a:lnTo>
                <a:lnTo>
                  <a:pt x="501284" y="301658"/>
                </a:lnTo>
                <a:close/>
                <a:moveTo>
                  <a:pt x="524179" y="81626"/>
                </a:moveTo>
                <a:lnTo>
                  <a:pt x="502428" y="81626"/>
                </a:lnTo>
                <a:lnTo>
                  <a:pt x="502428" y="425110"/>
                </a:lnTo>
                <a:lnTo>
                  <a:pt x="524179" y="425110"/>
                </a:lnTo>
                <a:lnTo>
                  <a:pt x="524179" y="81626"/>
                </a:lnTo>
                <a:close/>
                <a:moveTo>
                  <a:pt x="547043" y="318161"/>
                </a:moveTo>
                <a:lnTo>
                  <a:pt x="525302" y="318161"/>
                </a:lnTo>
                <a:lnTo>
                  <a:pt x="525302" y="425106"/>
                </a:lnTo>
                <a:lnTo>
                  <a:pt x="547043" y="425106"/>
                </a:lnTo>
                <a:lnTo>
                  <a:pt x="547043" y="318161"/>
                </a:lnTo>
                <a:close/>
                <a:moveTo>
                  <a:pt x="569909" y="409491"/>
                </a:moveTo>
                <a:lnTo>
                  <a:pt x="548169" y="409491"/>
                </a:lnTo>
                <a:lnTo>
                  <a:pt x="548169" y="425112"/>
                </a:lnTo>
                <a:lnTo>
                  <a:pt x="569909" y="425112"/>
                </a:lnTo>
                <a:lnTo>
                  <a:pt x="569909" y="409491"/>
                </a:lnTo>
                <a:close/>
                <a:moveTo>
                  <a:pt x="592822" y="350906"/>
                </a:moveTo>
                <a:lnTo>
                  <a:pt x="571082" y="350906"/>
                </a:lnTo>
                <a:lnTo>
                  <a:pt x="571082" y="425107"/>
                </a:lnTo>
                <a:lnTo>
                  <a:pt x="592822" y="425107"/>
                </a:lnTo>
                <a:lnTo>
                  <a:pt x="592822" y="350906"/>
                </a:lnTo>
                <a:close/>
                <a:moveTo>
                  <a:pt x="615678" y="303594"/>
                </a:moveTo>
                <a:lnTo>
                  <a:pt x="593948" y="303594"/>
                </a:lnTo>
                <a:lnTo>
                  <a:pt x="593948" y="425107"/>
                </a:lnTo>
                <a:lnTo>
                  <a:pt x="615678" y="425107"/>
                </a:lnTo>
                <a:lnTo>
                  <a:pt x="615678" y="303594"/>
                </a:lnTo>
                <a:close/>
                <a:moveTo>
                  <a:pt x="638592" y="375517"/>
                </a:moveTo>
                <a:lnTo>
                  <a:pt x="616861" y="375517"/>
                </a:lnTo>
                <a:lnTo>
                  <a:pt x="616861" y="425107"/>
                </a:lnTo>
                <a:lnTo>
                  <a:pt x="638592" y="425107"/>
                </a:lnTo>
                <a:lnTo>
                  <a:pt x="638592" y="375517"/>
                </a:lnTo>
                <a:close/>
                <a:moveTo>
                  <a:pt x="661458" y="364768"/>
                </a:moveTo>
                <a:lnTo>
                  <a:pt x="639728" y="364768"/>
                </a:lnTo>
                <a:lnTo>
                  <a:pt x="639728" y="425105"/>
                </a:lnTo>
                <a:lnTo>
                  <a:pt x="661458" y="425105"/>
                </a:lnTo>
                <a:lnTo>
                  <a:pt x="661458" y="364768"/>
                </a:lnTo>
                <a:close/>
                <a:moveTo>
                  <a:pt x="684322" y="357105"/>
                </a:moveTo>
                <a:lnTo>
                  <a:pt x="662581" y="357105"/>
                </a:lnTo>
                <a:lnTo>
                  <a:pt x="662581" y="425105"/>
                </a:lnTo>
                <a:lnTo>
                  <a:pt x="684322" y="425105"/>
                </a:lnTo>
                <a:lnTo>
                  <a:pt x="684322" y="357105"/>
                </a:lnTo>
                <a:close/>
                <a:moveTo>
                  <a:pt x="707235" y="347794"/>
                </a:moveTo>
                <a:lnTo>
                  <a:pt x="685495" y="347794"/>
                </a:lnTo>
                <a:lnTo>
                  <a:pt x="685495" y="425111"/>
                </a:lnTo>
                <a:lnTo>
                  <a:pt x="707235" y="425111"/>
                </a:lnTo>
                <a:lnTo>
                  <a:pt x="707235" y="347794"/>
                </a:lnTo>
                <a:close/>
                <a:moveTo>
                  <a:pt x="730101" y="383965"/>
                </a:moveTo>
                <a:lnTo>
                  <a:pt x="708361" y="383965"/>
                </a:lnTo>
                <a:lnTo>
                  <a:pt x="708361" y="425106"/>
                </a:lnTo>
                <a:lnTo>
                  <a:pt x="730101" y="425106"/>
                </a:lnTo>
                <a:lnTo>
                  <a:pt x="730101" y="383965"/>
                </a:lnTo>
                <a:close/>
                <a:moveTo>
                  <a:pt x="753015" y="348160"/>
                </a:moveTo>
                <a:lnTo>
                  <a:pt x="731274" y="348160"/>
                </a:lnTo>
                <a:lnTo>
                  <a:pt x="731274" y="425109"/>
                </a:lnTo>
                <a:lnTo>
                  <a:pt x="753015" y="425109"/>
                </a:lnTo>
                <a:lnTo>
                  <a:pt x="753015" y="348160"/>
                </a:lnTo>
                <a:close/>
                <a:moveTo>
                  <a:pt x="775870" y="413126"/>
                </a:moveTo>
                <a:lnTo>
                  <a:pt x="754140" y="413126"/>
                </a:lnTo>
                <a:lnTo>
                  <a:pt x="754140" y="425110"/>
                </a:lnTo>
                <a:lnTo>
                  <a:pt x="775870" y="425110"/>
                </a:lnTo>
                <a:lnTo>
                  <a:pt x="775870" y="413126"/>
                </a:lnTo>
                <a:close/>
                <a:moveTo>
                  <a:pt x="798734" y="378629"/>
                </a:moveTo>
                <a:lnTo>
                  <a:pt x="776994" y="378629"/>
                </a:lnTo>
                <a:lnTo>
                  <a:pt x="776994" y="425113"/>
                </a:lnTo>
                <a:lnTo>
                  <a:pt x="798734" y="425113"/>
                </a:lnTo>
                <a:lnTo>
                  <a:pt x="798734" y="378629"/>
                </a:lnTo>
                <a:close/>
                <a:moveTo>
                  <a:pt x="821650" y="362806"/>
                </a:moveTo>
                <a:lnTo>
                  <a:pt x="799910" y="362806"/>
                </a:lnTo>
                <a:lnTo>
                  <a:pt x="799910" y="425105"/>
                </a:lnTo>
                <a:lnTo>
                  <a:pt x="821650" y="425105"/>
                </a:lnTo>
                <a:lnTo>
                  <a:pt x="821650" y="362806"/>
                </a:lnTo>
                <a:close/>
                <a:moveTo>
                  <a:pt x="844514" y="392177"/>
                </a:moveTo>
                <a:lnTo>
                  <a:pt x="822773" y="392177"/>
                </a:lnTo>
                <a:lnTo>
                  <a:pt x="822773" y="425104"/>
                </a:lnTo>
                <a:lnTo>
                  <a:pt x="844514" y="425104"/>
                </a:lnTo>
                <a:lnTo>
                  <a:pt x="844514" y="392177"/>
                </a:lnTo>
                <a:close/>
                <a:moveTo>
                  <a:pt x="867377" y="392517"/>
                </a:moveTo>
                <a:lnTo>
                  <a:pt x="845637" y="392517"/>
                </a:lnTo>
                <a:lnTo>
                  <a:pt x="845637" y="425107"/>
                </a:lnTo>
                <a:lnTo>
                  <a:pt x="867377" y="425107"/>
                </a:lnTo>
                <a:lnTo>
                  <a:pt x="867377" y="392517"/>
                </a:lnTo>
                <a:close/>
                <a:moveTo>
                  <a:pt x="890293" y="291929"/>
                </a:moveTo>
                <a:lnTo>
                  <a:pt x="868553" y="291929"/>
                </a:lnTo>
                <a:lnTo>
                  <a:pt x="868553" y="425109"/>
                </a:lnTo>
                <a:lnTo>
                  <a:pt x="890293" y="425109"/>
                </a:lnTo>
                <a:lnTo>
                  <a:pt x="890293" y="291929"/>
                </a:lnTo>
                <a:close/>
                <a:moveTo>
                  <a:pt x="913147" y="343505"/>
                </a:moveTo>
                <a:lnTo>
                  <a:pt x="891417" y="343505"/>
                </a:lnTo>
                <a:lnTo>
                  <a:pt x="891417" y="425113"/>
                </a:lnTo>
                <a:lnTo>
                  <a:pt x="913147" y="425113"/>
                </a:lnTo>
                <a:lnTo>
                  <a:pt x="913147" y="343505"/>
                </a:lnTo>
                <a:close/>
                <a:moveTo>
                  <a:pt x="936063" y="403161"/>
                </a:moveTo>
                <a:lnTo>
                  <a:pt x="914322" y="403161"/>
                </a:lnTo>
                <a:lnTo>
                  <a:pt x="914322" y="425106"/>
                </a:lnTo>
                <a:lnTo>
                  <a:pt x="936063" y="425106"/>
                </a:lnTo>
                <a:lnTo>
                  <a:pt x="936063" y="403161"/>
                </a:lnTo>
                <a:close/>
                <a:moveTo>
                  <a:pt x="958926" y="377034"/>
                </a:moveTo>
                <a:lnTo>
                  <a:pt x="937186" y="377034"/>
                </a:lnTo>
                <a:lnTo>
                  <a:pt x="937186" y="425112"/>
                </a:lnTo>
                <a:lnTo>
                  <a:pt x="958926" y="425112"/>
                </a:lnTo>
                <a:lnTo>
                  <a:pt x="958926" y="377034"/>
                </a:lnTo>
                <a:close/>
                <a:moveTo>
                  <a:pt x="981790" y="419168"/>
                </a:moveTo>
                <a:lnTo>
                  <a:pt x="960050" y="419168"/>
                </a:lnTo>
                <a:lnTo>
                  <a:pt x="960050" y="425113"/>
                </a:lnTo>
                <a:lnTo>
                  <a:pt x="981790" y="425113"/>
                </a:lnTo>
                <a:lnTo>
                  <a:pt x="981790" y="419168"/>
                </a:lnTo>
                <a:close/>
                <a:moveTo>
                  <a:pt x="1004706" y="385874"/>
                </a:moveTo>
                <a:lnTo>
                  <a:pt x="982966" y="385874"/>
                </a:lnTo>
                <a:lnTo>
                  <a:pt x="982966" y="425105"/>
                </a:lnTo>
                <a:lnTo>
                  <a:pt x="1004706" y="425105"/>
                </a:lnTo>
                <a:lnTo>
                  <a:pt x="1004706" y="385874"/>
                </a:lnTo>
                <a:close/>
                <a:moveTo>
                  <a:pt x="1027570" y="393275"/>
                </a:moveTo>
                <a:lnTo>
                  <a:pt x="1005829" y="393275"/>
                </a:lnTo>
                <a:lnTo>
                  <a:pt x="1005829" y="425109"/>
                </a:lnTo>
                <a:lnTo>
                  <a:pt x="1027570" y="425109"/>
                </a:lnTo>
                <a:lnTo>
                  <a:pt x="1027570" y="393275"/>
                </a:lnTo>
                <a:close/>
                <a:moveTo>
                  <a:pt x="1050423" y="410668"/>
                </a:moveTo>
                <a:lnTo>
                  <a:pt x="1028683" y="410668"/>
                </a:lnTo>
                <a:lnTo>
                  <a:pt x="1028683" y="425113"/>
                </a:lnTo>
                <a:lnTo>
                  <a:pt x="1050423" y="425113"/>
                </a:lnTo>
                <a:lnTo>
                  <a:pt x="1050423" y="410668"/>
                </a:lnTo>
                <a:close/>
                <a:moveTo>
                  <a:pt x="1073339" y="406352"/>
                </a:moveTo>
                <a:lnTo>
                  <a:pt x="1051599" y="406352"/>
                </a:lnTo>
                <a:lnTo>
                  <a:pt x="1051599" y="425109"/>
                </a:lnTo>
                <a:lnTo>
                  <a:pt x="1073339" y="425109"/>
                </a:lnTo>
                <a:lnTo>
                  <a:pt x="1073339" y="406352"/>
                </a:lnTo>
                <a:close/>
                <a:moveTo>
                  <a:pt x="1096203" y="400991"/>
                </a:moveTo>
                <a:lnTo>
                  <a:pt x="1074462" y="400991"/>
                </a:lnTo>
                <a:lnTo>
                  <a:pt x="1074462" y="425112"/>
                </a:lnTo>
                <a:lnTo>
                  <a:pt x="1096203" y="425112"/>
                </a:lnTo>
                <a:lnTo>
                  <a:pt x="1096203" y="400991"/>
                </a:lnTo>
                <a:close/>
                <a:moveTo>
                  <a:pt x="1119119" y="401723"/>
                </a:moveTo>
                <a:lnTo>
                  <a:pt x="1097378" y="401723"/>
                </a:lnTo>
                <a:lnTo>
                  <a:pt x="1097378" y="425108"/>
                </a:lnTo>
                <a:lnTo>
                  <a:pt x="1119119" y="425108"/>
                </a:lnTo>
                <a:lnTo>
                  <a:pt x="1119119" y="401723"/>
                </a:lnTo>
                <a:close/>
                <a:moveTo>
                  <a:pt x="1141972" y="409857"/>
                </a:moveTo>
                <a:lnTo>
                  <a:pt x="1120242" y="409857"/>
                </a:lnTo>
                <a:lnTo>
                  <a:pt x="1120242" y="425110"/>
                </a:lnTo>
                <a:lnTo>
                  <a:pt x="1141972" y="425110"/>
                </a:lnTo>
                <a:lnTo>
                  <a:pt x="1141972" y="409857"/>
                </a:lnTo>
                <a:close/>
                <a:moveTo>
                  <a:pt x="1150328" y="411348"/>
                </a:moveTo>
                <a:lnTo>
                  <a:pt x="1143105" y="411348"/>
                </a:lnTo>
                <a:lnTo>
                  <a:pt x="1143105" y="425109"/>
                </a:lnTo>
                <a:lnTo>
                  <a:pt x="1150328" y="425109"/>
                </a:lnTo>
                <a:lnTo>
                  <a:pt x="1150328" y="411348"/>
                </a:lnTo>
                <a:close/>
              </a:path>
            </a:pathLst>
          </a:custGeom>
          <a:solidFill xmlns:a="http://schemas.openxmlformats.org/drawingml/2006/main">
            <a:srgbClr val="2F99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D9148-B65E-4CE9-B6F9-916F1AF2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036" y="4659434"/>
            <a:ext cx="1153864" cy="10"/>
          </a:xfrm>
          <a:custGeom xmlns:a="http://schemas.openxmlformats.org/drawingml/2006/main">
            <a:pathLst>
              <a:path w="1153864" h="1" fill="none">
                <a:moveTo>
                  <a:pt x="0" y="0"/>
                </a:moveTo>
                <a:lnTo>
                  <a:pt x="1153864" y="1"/>
                </a:lnTo>
              </a:path>
            </a:pathLst>
          </a:custGeom>
          <a:noFill xmlns:a="http://schemas.openxmlformats.org/drawingml/2006/main"/>
          <a:ln xmlns:a="http://schemas.openxmlformats.org/drawingml/2006/main" w="2686" cap="flat">
            <a:solidFill>
              <a:srgbClr val="4C4C4E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73A68-8182-479A-A885-569500DB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897" y="4122738"/>
            <a:ext cx="1154166" cy="536703"/>
          </a:xfrm>
          <a:custGeom xmlns:a="http://schemas.openxmlformats.org/drawingml/2006/main">
            <a:pathLst>
              <a:path w="1154166" h="536703">
                <a:moveTo>
                  <a:pt x="10380" y="527575"/>
                </a:moveTo>
                <a:lnTo>
                  <a:pt x="0" y="527575"/>
                </a:lnTo>
                <a:lnTo>
                  <a:pt x="0" y="536699"/>
                </a:lnTo>
                <a:lnTo>
                  <a:pt x="10380" y="536699"/>
                </a:lnTo>
                <a:lnTo>
                  <a:pt x="10380" y="527575"/>
                </a:lnTo>
                <a:close/>
                <a:moveTo>
                  <a:pt x="30466" y="516381"/>
                </a:moveTo>
                <a:lnTo>
                  <a:pt x="12394" y="516381"/>
                </a:lnTo>
                <a:lnTo>
                  <a:pt x="12394" y="536702"/>
                </a:lnTo>
                <a:lnTo>
                  <a:pt x="30466" y="536702"/>
                </a:lnTo>
                <a:lnTo>
                  <a:pt x="30466" y="516381"/>
                </a:lnTo>
                <a:close/>
                <a:moveTo>
                  <a:pt x="50552" y="455521"/>
                </a:moveTo>
                <a:lnTo>
                  <a:pt x="32479" y="455521"/>
                </a:lnTo>
                <a:lnTo>
                  <a:pt x="32479" y="536700"/>
                </a:lnTo>
                <a:lnTo>
                  <a:pt x="50552" y="536700"/>
                </a:lnTo>
                <a:lnTo>
                  <a:pt x="50552" y="455521"/>
                </a:lnTo>
                <a:close/>
                <a:moveTo>
                  <a:pt x="70665" y="438783"/>
                </a:moveTo>
                <a:lnTo>
                  <a:pt x="52561" y="438783"/>
                </a:lnTo>
                <a:lnTo>
                  <a:pt x="52561" y="536696"/>
                </a:lnTo>
                <a:lnTo>
                  <a:pt x="70665" y="536696"/>
                </a:lnTo>
                <a:lnTo>
                  <a:pt x="70665" y="438783"/>
                </a:lnTo>
                <a:close/>
                <a:moveTo>
                  <a:pt x="90751" y="459837"/>
                </a:moveTo>
                <a:lnTo>
                  <a:pt x="72647" y="459837"/>
                </a:lnTo>
                <a:lnTo>
                  <a:pt x="72647" y="536694"/>
                </a:lnTo>
                <a:lnTo>
                  <a:pt x="90751" y="536694"/>
                </a:lnTo>
                <a:lnTo>
                  <a:pt x="90751" y="459837"/>
                </a:lnTo>
                <a:close/>
                <a:moveTo>
                  <a:pt x="110837" y="433317"/>
                </a:moveTo>
                <a:lnTo>
                  <a:pt x="92764" y="433317"/>
                </a:lnTo>
                <a:lnTo>
                  <a:pt x="92764" y="536696"/>
                </a:lnTo>
                <a:lnTo>
                  <a:pt x="110837" y="536696"/>
                </a:lnTo>
                <a:lnTo>
                  <a:pt x="110837" y="433317"/>
                </a:lnTo>
                <a:close/>
                <a:moveTo>
                  <a:pt x="130923" y="391471"/>
                </a:moveTo>
                <a:lnTo>
                  <a:pt x="112850" y="391471"/>
                </a:lnTo>
                <a:lnTo>
                  <a:pt x="112850" y="536696"/>
                </a:lnTo>
                <a:lnTo>
                  <a:pt x="130923" y="536696"/>
                </a:lnTo>
                <a:lnTo>
                  <a:pt x="130923" y="391471"/>
                </a:lnTo>
                <a:close/>
                <a:moveTo>
                  <a:pt x="151009" y="476523"/>
                </a:moveTo>
                <a:lnTo>
                  <a:pt x="132936" y="476523"/>
                </a:lnTo>
                <a:lnTo>
                  <a:pt x="132936" y="536697"/>
                </a:lnTo>
                <a:lnTo>
                  <a:pt x="151009" y="536697"/>
                </a:lnTo>
                <a:lnTo>
                  <a:pt x="151009" y="476523"/>
                </a:lnTo>
                <a:close/>
                <a:moveTo>
                  <a:pt x="171095" y="426098"/>
                </a:moveTo>
                <a:lnTo>
                  <a:pt x="153023" y="426098"/>
                </a:lnTo>
                <a:lnTo>
                  <a:pt x="153023" y="536700"/>
                </a:lnTo>
                <a:lnTo>
                  <a:pt x="171095" y="536700"/>
                </a:lnTo>
                <a:lnTo>
                  <a:pt x="171095" y="426098"/>
                </a:lnTo>
                <a:close/>
                <a:moveTo>
                  <a:pt x="191181" y="464388"/>
                </a:moveTo>
                <a:lnTo>
                  <a:pt x="173109" y="464388"/>
                </a:lnTo>
                <a:lnTo>
                  <a:pt x="173109" y="536699"/>
                </a:lnTo>
                <a:lnTo>
                  <a:pt x="191181" y="536699"/>
                </a:lnTo>
                <a:lnTo>
                  <a:pt x="191181" y="464388"/>
                </a:lnTo>
                <a:close/>
                <a:moveTo>
                  <a:pt x="211268" y="499486"/>
                </a:moveTo>
                <a:lnTo>
                  <a:pt x="193195" y="499486"/>
                </a:lnTo>
                <a:lnTo>
                  <a:pt x="193195" y="536694"/>
                </a:lnTo>
                <a:lnTo>
                  <a:pt x="211268" y="536694"/>
                </a:lnTo>
                <a:lnTo>
                  <a:pt x="211268" y="499486"/>
                </a:lnTo>
                <a:close/>
                <a:moveTo>
                  <a:pt x="231380" y="280448"/>
                </a:moveTo>
                <a:lnTo>
                  <a:pt x="213287" y="280448"/>
                </a:lnTo>
                <a:lnTo>
                  <a:pt x="213287" y="536694"/>
                </a:lnTo>
                <a:lnTo>
                  <a:pt x="231380" y="536694"/>
                </a:lnTo>
                <a:lnTo>
                  <a:pt x="231380" y="280448"/>
                </a:lnTo>
                <a:close/>
                <a:moveTo>
                  <a:pt x="251466" y="328466"/>
                </a:moveTo>
                <a:lnTo>
                  <a:pt x="233373" y="328466"/>
                </a:lnTo>
                <a:lnTo>
                  <a:pt x="233373" y="536696"/>
                </a:lnTo>
                <a:lnTo>
                  <a:pt x="251466" y="536696"/>
                </a:lnTo>
                <a:lnTo>
                  <a:pt x="251466" y="328466"/>
                </a:lnTo>
                <a:close/>
                <a:moveTo>
                  <a:pt x="271552" y="536703"/>
                </a:moveTo>
                <a:lnTo>
                  <a:pt x="271552" y="0"/>
                </a:lnTo>
                <a:lnTo>
                  <a:pt x="253454" y="0"/>
                </a:lnTo>
                <a:lnTo>
                  <a:pt x="253480" y="536703"/>
                </a:lnTo>
                <a:lnTo>
                  <a:pt x="271552" y="536703"/>
                </a:lnTo>
                <a:close/>
                <a:moveTo>
                  <a:pt x="291638" y="536703"/>
                </a:moveTo>
                <a:lnTo>
                  <a:pt x="291638" y="284318"/>
                </a:lnTo>
                <a:lnTo>
                  <a:pt x="273566" y="284318"/>
                </a:lnTo>
                <a:lnTo>
                  <a:pt x="273566" y="536703"/>
                </a:lnTo>
                <a:lnTo>
                  <a:pt x="291638" y="536703"/>
                </a:lnTo>
                <a:close/>
                <a:moveTo>
                  <a:pt x="311724" y="307831"/>
                </a:moveTo>
                <a:lnTo>
                  <a:pt x="293652" y="307831"/>
                </a:lnTo>
                <a:lnTo>
                  <a:pt x="293652" y="536697"/>
                </a:lnTo>
                <a:lnTo>
                  <a:pt x="311724" y="536697"/>
                </a:lnTo>
                <a:lnTo>
                  <a:pt x="311724" y="307831"/>
                </a:lnTo>
                <a:close/>
                <a:moveTo>
                  <a:pt x="331811" y="157891"/>
                </a:moveTo>
                <a:lnTo>
                  <a:pt x="313748" y="157891"/>
                </a:lnTo>
                <a:lnTo>
                  <a:pt x="313748" y="536703"/>
                </a:lnTo>
                <a:lnTo>
                  <a:pt x="331811" y="536703"/>
                </a:lnTo>
                <a:lnTo>
                  <a:pt x="331811" y="157891"/>
                </a:lnTo>
                <a:close/>
                <a:moveTo>
                  <a:pt x="351897" y="375465"/>
                </a:moveTo>
                <a:lnTo>
                  <a:pt x="333824" y="375465"/>
                </a:lnTo>
                <a:lnTo>
                  <a:pt x="333824" y="536699"/>
                </a:lnTo>
                <a:lnTo>
                  <a:pt x="351897" y="536699"/>
                </a:lnTo>
                <a:lnTo>
                  <a:pt x="351897" y="375465"/>
                </a:lnTo>
                <a:close/>
                <a:moveTo>
                  <a:pt x="371983" y="257485"/>
                </a:moveTo>
                <a:lnTo>
                  <a:pt x="353910" y="257485"/>
                </a:lnTo>
                <a:lnTo>
                  <a:pt x="353910" y="536698"/>
                </a:lnTo>
                <a:lnTo>
                  <a:pt x="371983" y="536698"/>
                </a:lnTo>
                <a:lnTo>
                  <a:pt x="371983" y="257485"/>
                </a:lnTo>
                <a:close/>
                <a:moveTo>
                  <a:pt x="392095" y="363538"/>
                </a:moveTo>
                <a:lnTo>
                  <a:pt x="374002" y="363538"/>
                </a:lnTo>
                <a:lnTo>
                  <a:pt x="374002" y="536695"/>
                </a:lnTo>
                <a:lnTo>
                  <a:pt x="392095" y="536695"/>
                </a:lnTo>
                <a:lnTo>
                  <a:pt x="392095" y="363538"/>
                </a:lnTo>
                <a:close/>
                <a:moveTo>
                  <a:pt x="412181" y="405385"/>
                </a:moveTo>
                <a:lnTo>
                  <a:pt x="394088" y="405385"/>
                </a:lnTo>
                <a:lnTo>
                  <a:pt x="394088" y="536695"/>
                </a:lnTo>
                <a:lnTo>
                  <a:pt x="412181" y="536695"/>
                </a:lnTo>
                <a:lnTo>
                  <a:pt x="412181" y="405385"/>
                </a:lnTo>
                <a:close/>
                <a:moveTo>
                  <a:pt x="432268" y="389326"/>
                </a:moveTo>
                <a:lnTo>
                  <a:pt x="414195" y="389326"/>
                </a:lnTo>
                <a:lnTo>
                  <a:pt x="414195" y="536697"/>
                </a:lnTo>
                <a:lnTo>
                  <a:pt x="432268" y="536697"/>
                </a:lnTo>
                <a:lnTo>
                  <a:pt x="432268" y="389326"/>
                </a:lnTo>
                <a:close/>
                <a:moveTo>
                  <a:pt x="452354" y="378577"/>
                </a:moveTo>
                <a:lnTo>
                  <a:pt x="434291" y="378577"/>
                </a:lnTo>
                <a:lnTo>
                  <a:pt x="434291" y="536695"/>
                </a:lnTo>
                <a:lnTo>
                  <a:pt x="452354" y="536695"/>
                </a:lnTo>
                <a:lnTo>
                  <a:pt x="452354" y="378577"/>
                </a:lnTo>
                <a:close/>
                <a:moveTo>
                  <a:pt x="472440" y="335109"/>
                </a:moveTo>
                <a:lnTo>
                  <a:pt x="454367" y="335109"/>
                </a:lnTo>
                <a:lnTo>
                  <a:pt x="454367" y="536698"/>
                </a:lnTo>
                <a:lnTo>
                  <a:pt x="472440" y="536698"/>
                </a:lnTo>
                <a:lnTo>
                  <a:pt x="472440" y="335109"/>
                </a:lnTo>
                <a:close/>
                <a:moveTo>
                  <a:pt x="492526" y="402481"/>
                </a:moveTo>
                <a:lnTo>
                  <a:pt x="474453" y="402481"/>
                </a:lnTo>
                <a:lnTo>
                  <a:pt x="474453" y="536694"/>
                </a:lnTo>
                <a:lnTo>
                  <a:pt x="492526" y="536694"/>
                </a:lnTo>
                <a:lnTo>
                  <a:pt x="492526" y="402481"/>
                </a:lnTo>
                <a:close/>
                <a:moveTo>
                  <a:pt x="512612" y="471815"/>
                </a:moveTo>
                <a:lnTo>
                  <a:pt x="494540" y="471815"/>
                </a:lnTo>
                <a:lnTo>
                  <a:pt x="494540" y="536699"/>
                </a:lnTo>
                <a:lnTo>
                  <a:pt x="512612" y="536699"/>
                </a:lnTo>
                <a:lnTo>
                  <a:pt x="512612" y="471815"/>
                </a:lnTo>
                <a:close/>
                <a:moveTo>
                  <a:pt x="532698" y="357052"/>
                </a:moveTo>
                <a:lnTo>
                  <a:pt x="514626" y="357052"/>
                </a:lnTo>
                <a:lnTo>
                  <a:pt x="514626" y="536696"/>
                </a:lnTo>
                <a:lnTo>
                  <a:pt x="532698" y="536696"/>
                </a:lnTo>
                <a:lnTo>
                  <a:pt x="532698" y="357052"/>
                </a:lnTo>
                <a:close/>
                <a:moveTo>
                  <a:pt x="552784" y="363486"/>
                </a:moveTo>
                <a:lnTo>
                  <a:pt x="534742" y="363486"/>
                </a:lnTo>
                <a:lnTo>
                  <a:pt x="534742" y="536694"/>
                </a:lnTo>
                <a:lnTo>
                  <a:pt x="552784" y="536694"/>
                </a:lnTo>
                <a:lnTo>
                  <a:pt x="552784" y="363486"/>
                </a:lnTo>
                <a:close/>
                <a:moveTo>
                  <a:pt x="572871" y="500218"/>
                </a:moveTo>
                <a:lnTo>
                  <a:pt x="554828" y="500218"/>
                </a:lnTo>
                <a:lnTo>
                  <a:pt x="554828" y="536701"/>
                </a:lnTo>
                <a:lnTo>
                  <a:pt x="572871" y="536701"/>
                </a:lnTo>
                <a:lnTo>
                  <a:pt x="572871" y="500218"/>
                </a:lnTo>
                <a:close/>
                <a:moveTo>
                  <a:pt x="592957" y="447754"/>
                </a:moveTo>
                <a:lnTo>
                  <a:pt x="574915" y="447754"/>
                </a:lnTo>
                <a:lnTo>
                  <a:pt x="574915" y="536697"/>
                </a:lnTo>
                <a:lnTo>
                  <a:pt x="592957" y="536697"/>
                </a:lnTo>
                <a:lnTo>
                  <a:pt x="592957" y="447754"/>
                </a:lnTo>
                <a:close/>
                <a:moveTo>
                  <a:pt x="613043" y="375098"/>
                </a:moveTo>
                <a:lnTo>
                  <a:pt x="595001" y="375098"/>
                </a:lnTo>
                <a:lnTo>
                  <a:pt x="595001" y="536700"/>
                </a:lnTo>
                <a:lnTo>
                  <a:pt x="613043" y="536700"/>
                </a:lnTo>
                <a:lnTo>
                  <a:pt x="613043" y="375098"/>
                </a:lnTo>
                <a:close/>
                <a:moveTo>
                  <a:pt x="633155" y="495981"/>
                </a:moveTo>
                <a:lnTo>
                  <a:pt x="615103" y="495981"/>
                </a:lnTo>
                <a:lnTo>
                  <a:pt x="615103" y="536694"/>
                </a:lnTo>
                <a:lnTo>
                  <a:pt x="633155" y="536694"/>
                </a:lnTo>
                <a:lnTo>
                  <a:pt x="633155" y="495981"/>
                </a:lnTo>
                <a:close/>
                <a:moveTo>
                  <a:pt x="653241" y="402011"/>
                </a:moveTo>
                <a:lnTo>
                  <a:pt x="635189" y="402011"/>
                </a:lnTo>
                <a:lnTo>
                  <a:pt x="635189" y="536703"/>
                </a:lnTo>
                <a:lnTo>
                  <a:pt x="653241" y="536703"/>
                </a:lnTo>
                <a:lnTo>
                  <a:pt x="653241" y="402011"/>
                </a:lnTo>
                <a:close/>
                <a:moveTo>
                  <a:pt x="673327" y="350461"/>
                </a:moveTo>
                <a:lnTo>
                  <a:pt x="655286" y="350461"/>
                </a:lnTo>
                <a:lnTo>
                  <a:pt x="655286" y="536695"/>
                </a:lnTo>
                <a:lnTo>
                  <a:pt x="673327" y="536695"/>
                </a:lnTo>
                <a:lnTo>
                  <a:pt x="673327" y="350461"/>
                </a:lnTo>
                <a:close/>
                <a:moveTo>
                  <a:pt x="693414" y="384671"/>
                </a:moveTo>
                <a:lnTo>
                  <a:pt x="675372" y="384671"/>
                </a:lnTo>
                <a:lnTo>
                  <a:pt x="675372" y="536700"/>
                </a:lnTo>
                <a:lnTo>
                  <a:pt x="693414" y="536700"/>
                </a:lnTo>
                <a:lnTo>
                  <a:pt x="693414" y="384671"/>
                </a:lnTo>
                <a:close/>
                <a:moveTo>
                  <a:pt x="713500" y="272811"/>
                </a:moveTo>
                <a:lnTo>
                  <a:pt x="695458" y="272811"/>
                </a:lnTo>
                <a:lnTo>
                  <a:pt x="695458" y="536697"/>
                </a:lnTo>
                <a:lnTo>
                  <a:pt x="713500" y="536697"/>
                </a:lnTo>
                <a:lnTo>
                  <a:pt x="713500" y="272811"/>
                </a:lnTo>
                <a:close/>
                <a:moveTo>
                  <a:pt x="733586" y="305921"/>
                </a:moveTo>
                <a:lnTo>
                  <a:pt x="715544" y="305921"/>
                </a:lnTo>
                <a:lnTo>
                  <a:pt x="715544" y="536699"/>
                </a:lnTo>
                <a:lnTo>
                  <a:pt x="733586" y="536699"/>
                </a:lnTo>
                <a:lnTo>
                  <a:pt x="733586" y="305921"/>
                </a:lnTo>
                <a:close/>
                <a:moveTo>
                  <a:pt x="753698" y="169765"/>
                </a:moveTo>
                <a:lnTo>
                  <a:pt x="735646" y="169765"/>
                </a:lnTo>
                <a:lnTo>
                  <a:pt x="735646" y="536695"/>
                </a:lnTo>
                <a:lnTo>
                  <a:pt x="753698" y="536695"/>
                </a:lnTo>
                <a:lnTo>
                  <a:pt x="753698" y="169765"/>
                </a:lnTo>
                <a:close/>
                <a:moveTo>
                  <a:pt x="773784" y="394505"/>
                </a:moveTo>
                <a:lnTo>
                  <a:pt x="755742" y="394505"/>
                </a:lnTo>
                <a:lnTo>
                  <a:pt x="755742" y="536696"/>
                </a:lnTo>
                <a:lnTo>
                  <a:pt x="773784" y="536696"/>
                </a:lnTo>
                <a:lnTo>
                  <a:pt x="773784" y="394505"/>
                </a:lnTo>
                <a:close/>
                <a:moveTo>
                  <a:pt x="793871" y="431748"/>
                </a:moveTo>
                <a:lnTo>
                  <a:pt x="775828" y="431748"/>
                </a:lnTo>
                <a:lnTo>
                  <a:pt x="775828" y="536700"/>
                </a:lnTo>
                <a:lnTo>
                  <a:pt x="793871" y="536700"/>
                </a:lnTo>
                <a:lnTo>
                  <a:pt x="793871" y="431748"/>
                </a:lnTo>
                <a:close/>
                <a:moveTo>
                  <a:pt x="813957" y="501918"/>
                </a:moveTo>
                <a:lnTo>
                  <a:pt x="795915" y="501918"/>
                </a:lnTo>
                <a:lnTo>
                  <a:pt x="795915" y="536695"/>
                </a:lnTo>
                <a:lnTo>
                  <a:pt x="813957" y="536695"/>
                </a:lnTo>
                <a:lnTo>
                  <a:pt x="813957" y="501918"/>
                </a:lnTo>
                <a:close/>
                <a:moveTo>
                  <a:pt x="834043" y="451049"/>
                </a:moveTo>
                <a:lnTo>
                  <a:pt x="816001" y="451049"/>
                </a:lnTo>
                <a:lnTo>
                  <a:pt x="816001" y="536703"/>
                </a:lnTo>
                <a:lnTo>
                  <a:pt x="834043" y="536703"/>
                </a:lnTo>
                <a:lnTo>
                  <a:pt x="834043" y="451049"/>
                </a:lnTo>
                <a:close/>
                <a:moveTo>
                  <a:pt x="854129" y="417860"/>
                </a:moveTo>
                <a:lnTo>
                  <a:pt x="836036" y="417860"/>
                </a:lnTo>
                <a:lnTo>
                  <a:pt x="836036" y="536696"/>
                </a:lnTo>
                <a:lnTo>
                  <a:pt x="854129" y="536696"/>
                </a:lnTo>
                <a:lnTo>
                  <a:pt x="854129" y="417860"/>
                </a:lnTo>
                <a:close/>
                <a:moveTo>
                  <a:pt x="874241" y="456358"/>
                </a:moveTo>
                <a:lnTo>
                  <a:pt x="856117" y="456358"/>
                </a:lnTo>
                <a:lnTo>
                  <a:pt x="856117" y="536700"/>
                </a:lnTo>
                <a:lnTo>
                  <a:pt x="874241" y="536700"/>
                </a:lnTo>
                <a:lnTo>
                  <a:pt x="874241" y="456358"/>
                </a:lnTo>
                <a:close/>
                <a:moveTo>
                  <a:pt x="894327" y="456934"/>
                </a:moveTo>
                <a:lnTo>
                  <a:pt x="876225" y="456934"/>
                </a:lnTo>
                <a:lnTo>
                  <a:pt x="876225" y="536703"/>
                </a:lnTo>
                <a:lnTo>
                  <a:pt x="894327" y="536703"/>
                </a:lnTo>
                <a:lnTo>
                  <a:pt x="894327" y="456934"/>
                </a:lnTo>
                <a:close/>
                <a:moveTo>
                  <a:pt x="914414" y="377688"/>
                </a:moveTo>
                <a:lnTo>
                  <a:pt x="896320" y="377688"/>
                </a:lnTo>
                <a:lnTo>
                  <a:pt x="896320" y="536695"/>
                </a:lnTo>
                <a:lnTo>
                  <a:pt x="914414" y="536695"/>
                </a:lnTo>
                <a:lnTo>
                  <a:pt x="914414" y="377688"/>
                </a:lnTo>
                <a:close/>
                <a:moveTo>
                  <a:pt x="934500" y="366965"/>
                </a:moveTo>
                <a:lnTo>
                  <a:pt x="916407" y="366965"/>
                </a:lnTo>
                <a:lnTo>
                  <a:pt x="916407" y="536699"/>
                </a:lnTo>
                <a:lnTo>
                  <a:pt x="934500" y="536699"/>
                </a:lnTo>
                <a:lnTo>
                  <a:pt x="934500" y="366965"/>
                </a:lnTo>
                <a:close/>
                <a:moveTo>
                  <a:pt x="954586" y="514734"/>
                </a:moveTo>
                <a:lnTo>
                  <a:pt x="936493" y="514734"/>
                </a:lnTo>
                <a:lnTo>
                  <a:pt x="936493" y="536699"/>
                </a:lnTo>
                <a:lnTo>
                  <a:pt x="954586" y="536699"/>
                </a:lnTo>
                <a:lnTo>
                  <a:pt x="954586" y="514734"/>
                </a:lnTo>
                <a:close/>
                <a:moveTo>
                  <a:pt x="974698" y="450971"/>
                </a:moveTo>
                <a:lnTo>
                  <a:pt x="956575" y="450971"/>
                </a:lnTo>
                <a:lnTo>
                  <a:pt x="956575" y="536696"/>
                </a:lnTo>
                <a:lnTo>
                  <a:pt x="974698" y="536696"/>
                </a:lnTo>
                <a:lnTo>
                  <a:pt x="974698" y="450971"/>
                </a:lnTo>
                <a:close/>
                <a:moveTo>
                  <a:pt x="994784" y="423378"/>
                </a:moveTo>
                <a:lnTo>
                  <a:pt x="976661" y="423378"/>
                </a:lnTo>
                <a:lnTo>
                  <a:pt x="976661" y="536698"/>
                </a:lnTo>
                <a:lnTo>
                  <a:pt x="994784" y="536698"/>
                </a:lnTo>
                <a:lnTo>
                  <a:pt x="994784" y="423378"/>
                </a:lnTo>
                <a:close/>
                <a:moveTo>
                  <a:pt x="1014870" y="378760"/>
                </a:moveTo>
                <a:lnTo>
                  <a:pt x="996767" y="378760"/>
                </a:lnTo>
                <a:lnTo>
                  <a:pt x="996767" y="536694"/>
                </a:lnTo>
                <a:lnTo>
                  <a:pt x="1014870" y="536694"/>
                </a:lnTo>
                <a:lnTo>
                  <a:pt x="1014870" y="378760"/>
                </a:lnTo>
                <a:close/>
                <a:moveTo>
                  <a:pt x="1034957" y="529772"/>
                </a:moveTo>
                <a:lnTo>
                  <a:pt x="1016863" y="529772"/>
                </a:lnTo>
                <a:lnTo>
                  <a:pt x="1016863" y="536699"/>
                </a:lnTo>
                <a:lnTo>
                  <a:pt x="1034957" y="536699"/>
                </a:lnTo>
                <a:lnTo>
                  <a:pt x="1034957" y="529772"/>
                </a:lnTo>
                <a:close/>
                <a:moveTo>
                  <a:pt x="1055043" y="493418"/>
                </a:moveTo>
                <a:lnTo>
                  <a:pt x="1036950" y="493418"/>
                </a:lnTo>
                <a:lnTo>
                  <a:pt x="1036950" y="536695"/>
                </a:lnTo>
                <a:lnTo>
                  <a:pt x="1055043" y="536695"/>
                </a:lnTo>
                <a:lnTo>
                  <a:pt x="1055043" y="493418"/>
                </a:lnTo>
                <a:close/>
                <a:moveTo>
                  <a:pt x="1075129" y="499774"/>
                </a:moveTo>
                <a:lnTo>
                  <a:pt x="1057036" y="499774"/>
                </a:lnTo>
                <a:lnTo>
                  <a:pt x="1057036" y="536696"/>
                </a:lnTo>
                <a:lnTo>
                  <a:pt x="1075129" y="536696"/>
                </a:lnTo>
                <a:lnTo>
                  <a:pt x="1075129" y="499774"/>
                </a:lnTo>
                <a:close/>
                <a:moveTo>
                  <a:pt x="1095241" y="405698"/>
                </a:moveTo>
                <a:lnTo>
                  <a:pt x="1077117" y="405698"/>
                </a:lnTo>
                <a:lnTo>
                  <a:pt x="1077117" y="536703"/>
                </a:lnTo>
                <a:lnTo>
                  <a:pt x="1095241" y="536703"/>
                </a:lnTo>
                <a:lnTo>
                  <a:pt x="1095241" y="405698"/>
                </a:lnTo>
                <a:close/>
                <a:moveTo>
                  <a:pt x="1115327" y="468625"/>
                </a:moveTo>
                <a:lnTo>
                  <a:pt x="1097224" y="468625"/>
                </a:lnTo>
                <a:lnTo>
                  <a:pt x="1097224" y="536696"/>
                </a:lnTo>
                <a:lnTo>
                  <a:pt x="1115327" y="536696"/>
                </a:lnTo>
                <a:lnTo>
                  <a:pt x="1115327" y="468625"/>
                </a:lnTo>
                <a:close/>
                <a:moveTo>
                  <a:pt x="1135414" y="454371"/>
                </a:moveTo>
                <a:lnTo>
                  <a:pt x="1117320" y="454371"/>
                </a:lnTo>
                <a:lnTo>
                  <a:pt x="1117320" y="536694"/>
                </a:lnTo>
                <a:lnTo>
                  <a:pt x="1135414" y="536694"/>
                </a:lnTo>
                <a:lnTo>
                  <a:pt x="1135414" y="454371"/>
                </a:lnTo>
                <a:close/>
                <a:moveTo>
                  <a:pt x="1154166" y="457535"/>
                </a:moveTo>
                <a:lnTo>
                  <a:pt x="1137401" y="457535"/>
                </a:lnTo>
                <a:lnTo>
                  <a:pt x="1137401" y="536702"/>
                </a:lnTo>
                <a:lnTo>
                  <a:pt x="1154166" y="536702"/>
                </a:lnTo>
                <a:lnTo>
                  <a:pt x="1154166" y="457535"/>
                </a:lnTo>
                <a:close/>
              </a:path>
            </a:pathLst>
          </a:custGeom>
          <a:solidFill xmlns:a="http://schemas.openxmlformats.org/drawingml/2006/main">
            <a:srgbClr val="CE66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E5376-A2F9-4BAD-9CCF-9F55FEAF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849" y="4657885"/>
            <a:ext cx="1153890" cy="10"/>
          </a:xfrm>
          <a:custGeom xmlns:a="http://schemas.openxmlformats.org/drawingml/2006/main">
            <a:pathLst>
              <a:path w="1153890" h="1" fill="none">
                <a:moveTo>
                  <a:pt x="0" y="0"/>
                </a:moveTo>
                <a:lnTo>
                  <a:pt x="1153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86" cap="flat">
            <a:solidFill>
              <a:srgbClr val="4C4C4E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296D7-C3DF-4974-9ED4-99D5F5CB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721" y="4110812"/>
            <a:ext cx="1154145" cy="547066"/>
          </a:xfrm>
          <a:custGeom xmlns:a="http://schemas.openxmlformats.org/drawingml/2006/main">
            <a:pathLst>
              <a:path w="1154145" h="547066">
                <a:moveTo>
                  <a:pt x="10359" y="504560"/>
                </a:moveTo>
                <a:lnTo>
                  <a:pt x="0" y="504560"/>
                </a:lnTo>
                <a:lnTo>
                  <a:pt x="0" y="547060"/>
                </a:lnTo>
                <a:lnTo>
                  <a:pt x="10359" y="547060"/>
                </a:lnTo>
                <a:lnTo>
                  <a:pt x="10359" y="504560"/>
                </a:lnTo>
                <a:close/>
                <a:moveTo>
                  <a:pt x="30445" y="485337"/>
                </a:moveTo>
                <a:lnTo>
                  <a:pt x="12373" y="485337"/>
                </a:lnTo>
                <a:lnTo>
                  <a:pt x="12373" y="547064"/>
                </a:lnTo>
                <a:lnTo>
                  <a:pt x="30445" y="547064"/>
                </a:lnTo>
                <a:lnTo>
                  <a:pt x="30445" y="485337"/>
                </a:lnTo>
                <a:close/>
                <a:moveTo>
                  <a:pt x="50532" y="527628"/>
                </a:moveTo>
                <a:lnTo>
                  <a:pt x="32459" y="527628"/>
                </a:lnTo>
                <a:lnTo>
                  <a:pt x="32459" y="547059"/>
                </a:lnTo>
                <a:lnTo>
                  <a:pt x="50532" y="547059"/>
                </a:lnTo>
                <a:lnTo>
                  <a:pt x="50532" y="527628"/>
                </a:lnTo>
                <a:close/>
                <a:moveTo>
                  <a:pt x="70618" y="411531"/>
                </a:moveTo>
                <a:lnTo>
                  <a:pt x="52545" y="411531"/>
                </a:lnTo>
                <a:lnTo>
                  <a:pt x="52545" y="547060"/>
                </a:lnTo>
                <a:lnTo>
                  <a:pt x="70618" y="547060"/>
                </a:lnTo>
                <a:lnTo>
                  <a:pt x="70618" y="411531"/>
                </a:lnTo>
                <a:close/>
                <a:moveTo>
                  <a:pt x="90704" y="434912"/>
                </a:moveTo>
                <a:lnTo>
                  <a:pt x="72631" y="434912"/>
                </a:lnTo>
                <a:lnTo>
                  <a:pt x="72631" y="547057"/>
                </a:lnTo>
                <a:lnTo>
                  <a:pt x="90704" y="547057"/>
                </a:lnTo>
                <a:lnTo>
                  <a:pt x="90704" y="434912"/>
                </a:lnTo>
                <a:close/>
                <a:moveTo>
                  <a:pt x="110816" y="467657"/>
                </a:moveTo>
                <a:lnTo>
                  <a:pt x="92713" y="467657"/>
                </a:lnTo>
                <a:lnTo>
                  <a:pt x="92713" y="547058"/>
                </a:lnTo>
                <a:lnTo>
                  <a:pt x="110816" y="547058"/>
                </a:lnTo>
                <a:lnTo>
                  <a:pt x="110816" y="467657"/>
                </a:lnTo>
                <a:close/>
                <a:moveTo>
                  <a:pt x="130902" y="443072"/>
                </a:moveTo>
                <a:lnTo>
                  <a:pt x="112809" y="443072"/>
                </a:lnTo>
                <a:lnTo>
                  <a:pt x="112809" y="547064"/>
                </a:lnTo>
                <a:lnTo>
                  <a:pt x="130902" y="547064"/>
                </a:lnTo>
                <a:lnTo>
                  <a:pt x="130902" y="443072"/>
                </a:lnTo>
                <a:close/>
                <a:moveTo>
                  <a:pt x="150988" y="319888"/>
                </a:moveTo>
                <a:lnTo>
                  <a:pt x="132916" y="319888"/>
                </a:lnTo>
                <a:lnTo>
                  <a:pt x="132916" y="547058"/>
                </a:lnTo>
                <a:lnTo>
                  <a:pt x="150988" y="547058"/>
                </a:lnTo>
                <a:lnTo>
                  <a:pt x="150988" y="319888"/>
                </a:lnTo>
                <a:close/>
                <a:moveTo>
                  <a:pt x="171075" y="0"/>
                </a:moveTo>
                <a:lnTo>
                  <a:pt x="153002" y="0"/>
                </a:lnTo>
                <a:lnTo>
                  <a:pt x="153002" y="547065"/>
                </a:lnTo>
                <a:lnTo>
                  <a:pt x="171075" y="547065"/>
                </a:lnTo>
                <a:lnTo>
                  <a:pt x="171075" y="0"/>
                </a:lnTo>
                <a:close/>
                <a:moveTo>
                  <a:pt x="191161" y="331474"/>
                </a:moveTo>
                <a:lnTo>
                  <a:pt x="173088" y="331474"/>
                </a:lnTo>
                <a:lnTo>
                  <a:pt x="173088" y="547059"/>
                </a:lnTo>
                <a:lnTo>
                  <a:pt x="191161" y="547059"/>
                </a:lnTo>
                <a:lnTo>
                  <a:pt x="191161" y="331474"/>
                </a:lnTo>
                <a:close/>
                <a:moveTo>
                  <a:pt x="211247" y="214357"/>
                </a:moveTo>
                <a:lnTo>
                  <a:pt x="193174" y="214357"/>
                </a:lnTo>
                <a:lnTo>
                  <a:pt x="193174" y="547063"/>
                </a:lnTo>
                <a:lnTo>
                  <a:pt x="211247" y="547063"/>
                </a:lnTo>
                <a:lnTo>
                  <a:pt x="211247" y="214357"/>
                </a:lnTo>
                <a:close/>
                <a:moveTo>
                  <a:pt x="231333" y="192806"/>
                </a:moveTo>
                <a:lnTo>
                  <a:pt x="213260" y="192806"/>
                </a:lnTo>
                <a:lnTo>
                  <a:pt x="213260" y="547057"/>
                </a:lnTo>
                <a:lnTo>
                  <a:pt x="231333" y="547057"/>
                </a:lnTo>
                <a:lnTo>
                  <a:pt x="231333" y="192806"/>
                </a:lnTo>
                <a:close/>
                <a:moveTo>
                  <a:pt x="251419" y="343400"/>
                </a:moveTo>
                <a:lnTo>
                  <a:pt x="233347" y="343400"/>
                </a:lnTo>
                <a:lnTo>
                  <a:pt x="233347" y="547063"/>
                </a:lnTo>
                <a:lnTo>
                  <a:pt x="251419" y="547063"/>
                </a:lnTo>
                <a:lnTo>
                  <a:pt x="251419" y="343400"/>
                </a:lnTo>
                <a:close/>
                <a:moveTo>
                  <a:pt x="271505" y="374078"/>
                </a:moveTo>
                <a:lnTo>
                  <a:pt x="253433" y="374078"/>
                </a:lnTo>
                <a:lnTo>
                  <a:pt x="253433" y="547061"/>
                </a:lnTo>
                <a:lnTo>
                  <a:pt x="271505" y="547061"/>
                </a:lnTo>
                <a:lnTo>
                  <a:pt x="271505" y="374078"/>
                </a:lnTo>
                <a:close/>
                <a:moveTo>
                  <a:pt x="291592" y="416055"/>
                </a:moveTo>
                <a:lnTo>
                  <a:pt x="273519" y="416055"/>
                </a:lnTo>
                <a:lnTo>
                  <a:pt x="273519" y="547060"/>
                </a:lnTo>
                <a:lnTo>
                  <a:pt x="291592" y="547060"/>
                </a:lnTo>
                <a:lnTo>
                  <a:pt x="291592" y="416055"/>
                </a:lnTo>
                <a:close/>
                <a:moveTo>
                  <a:pt x="311678" y="387574"/>
                </a:moveTo>
                <a:lnTo>
                  <a:pt x="293605" y="387574"/>
                </a:lnTo>
                <a:lnTo>
                  <a:pt x="293605" y="547061"/>
                </a:lnTo>
                <a:lnTo>
                  <a:pt x="311678" y="547061"/>
                </a:lnTo>
                <a:lnTo>
                  <a:pt x="311678" y="387574"/>
                </a:lnTo>
                <a:close/>
                <a:moveTo>
                  <a:pt x="331790" y="322895"/>
                </a:moveTo>
                <a:lnTo>
                  <a:pt x="313697" y="322895"/>
                </a:lnTo>
                <a:lnTo>
                  <a:pt x="313697" y="547062"/>
                </a:lnTo>
                <a:lnTo>
                  <a:pt x="331790" y="547062"/>
                </a:lnTo>
                <a:lnTo>
                  <a:pt x="331790" y="322895"/>
                </a:lnTo>
                <a:close/>
                <a:moveTo>
                  <a:pt x="351876" y="444903"/>
                </a:moveTo>
                <a:lnTo>
                  <a:pt x="333773" y="444903"/>
                </a:lnTo>
                <a:lnTo>
                  <a:pt x="333773" y="547066"/>
                </a:lnTo>
                <a:lnTo>
                  <a:pt x="351876" y="547066"/>
                </a:lnTo>
                <a:lnTo>
                  <a:pt x="351876" y="444903"/>
                </a:lnTo>
                <a:close/>
                <a:moveTo>
                  <a:pt x="371962" y="443621"/>
                </a:moveTo>
                <a:lnTo>
                  <a:pt x="353859" y="443621"/>
                </a:lnTo>
                <a:lnTo>
                  <a:pt x="353859" y="547062"/>
                </a:lnTo>
                <a:lnTo>
                  <a:pt x="371962" y="547062"/>
                </a:lnTo>
                <a:lnTo>
                  <a:pt x="371962" y="443621"/>
                </a:lnTo>
                <a:close/>
                <a:moveTo>
                  <a:pt x="392048" y="316488"/>
                </a:moveTo>
                <a:lnTo>
                  <a:pt x="373976" y="316488"/>
                </a:lnTo>
                <a:lnTo>
                  <a:pt x="373976" y="547060"/>
                </a:lnTo>
                <a:lnTo>
                  <a:pt x="392048" y="547060"/>
                </a:lnTo>
                <a:lnTo>
                  <a:pt x="392048" y="316488"/>
                </a:lnTo>
                <a:close/>
                <a:moveTo>
                  <a:pt x="412135" y="523992"/>
                </a:moveTo>
                <a:lnTo>
                  <a:pt x="394031" y="523992"/>
                </a:lnTo>
                <a:lnTo>
                  <a:pt x="394031" y="547060"/>
                </a:lnTo>
                <a:lnTo>
                  <a:pt x="412135" y="547060"/>
                </a:lnTo>
                <a:lnTo>
                  <a:pt x="412135" y="523992"/>
                </a:lnTo>
                <a:close/>
                <a:moveTo>
                  <a:pt x="432221" y="498283"/>
                </a:moveTo>
                <a:lnTo>
                  <a:pt x="414148" y="498283"/>
                </a:lnTo>
                <a:lnTo>
                  <a:pt x="414148" y="547066"/>
                </a:lnTo>
                <a:lnTo>
                  <a:pt x="432221" y="547066"/>
                </a:lnTo>
                <a:lnTo>
                  <a:pt x="432221" y="498283"/>
                </a:lnTo>
                <a:close/>
                <a:moveTo>
                  <a:pt x="452307" y="384906"/>
                </a:moveTo>
                <a:lnTo>
                  <a:pt x="434234" y="384906"/>
                </a:lnTo>
                <a:lnTo>
                  <a:pt x="434234" y="547060"/>
                </a:lnTo>
                <a:lnTo>
                  <a:pt x="452307" y="547060"/>
                </a:lnTo>
                <a:lnTo>
                  <a:pt x="452307" y="384906"/>
                </a:lnTo>
                <a:close/>
                <a:moveTo>
                  <a:pt x="472393" y="466532"/>
                </a:moveTo>
                <a:lnTo>
                  <a:pt x="454320" y="466532"/>
                </a:lnTo>
                <a:lnTo>
                  <a:pt x="454320" y="547057"/>
                </a:lnTo>
                <a:lnTo>
                  <a:pt x="472393" y="547057"/>
                </a:lnTo>
                <a:lnTo>
                  <a:pt x="472393" y="466532"/>
                </a:lnTo>
                <a:close/>
                <a:moveTo>
                  <a:pt x="492479" y="378472"/>
                </a:moveTo>
                <a:lnTo>
                  <a:pt x="474406" y="378472"/>
                </a:lnTo>
                <a:lnTo>
                  <a:pt x="474406" y="547062"/>
                </a:lnTo>
                <a:lnTo>
                  <a:pt x="492479" y="547062"/>
                </a:lnTo>
                <a:lnTo>
                  <a:pt x="492479" y="378472"/>
                </a:lnTo>
                <a:close/>
                <a:moveTo>
                  <a:pt x="512565" y="486148"/>
                </a:moveTo>
                <a:lnTo>
                  <a:pt x="494493" y="486148"/>
                </a:lnTo>
                <a:lnTo>
                  <a:pt x="494493" y="547057"/>
                </a:lnTo>
                <a:lnTo>
                  <a:pt x="512565" y="547057"/>
                </a:lnTo>
                <a:lnTo>
                  <a:pt x="512565" y="486148"/>
                </a:lnTo>
                <a:close/>
                <a:moveTo>
                  <a:pt x="532678" y="385325"/>
                </a:moveTo>
                <a:lnTo>
                  <a:pt x="514574" y="385325"/>
                </a:lnTo>
                <a:lnTo>
                  <a:pt x="514574" y="547060"/>
                </a:lnTo>
                <a:lnTo>
                  <a:pt x="532678" y="547060"/>
                </a:lnTo>
                <a:lnTo>
                  <a:pt x="532678" y="385325"/>
                </a:lnTo>
                <a:close/>
                <a:moveTo>
                  <a:pt x="552764" y="133803"/>
                </a:moveTo>
                <a:lnTo>
                  <a:pt x="534661" y="133803"/>
                </a:lnTo>
                <a:lnTo>
                  <a:pt x="534661" y="547065"/>
                </a:lnTo>
                <a:lnTo>
                  <a:pt x="552764" y="547065"/>
                </a:lnTo>
                <a:lnTo>
                  <a:pt x="552764" y="133803"/>
                </a:lnTo>
                <a:close/>
                <a:moveTo>
                  <a:pt x="572850" y="337725"/>
                </a:moveTo>
                <a:lnTo>
                  <a:pt x="554746" y="337725"/>
                </a:lnTo>
                <a:lnTo>
                  <a:pt x="554746" y="547057"/>
                </a:lnTo>
                <a:lnTo>
                  <a:pt x="572850" y="547057"/>
                </a:lnTo>
                <a:lnTo>
                  <a:pt x="572850" y="337725"/>
                </a:lnTo>
                <a:close/>
                <a:moveTo>
                  <a:pt x="592936" y="481832"/>
                </a:moveTo>
                <a:lnTo>
                  <a:pt x="574833" y="481832"/>
                </a:lnTo>
                <a:lnTo>
                  <a:pt x="574833" y="547063"/>
                </a:lnTo>
                <a:lnTo>
                  <a:pt x="592936" y="547063"/>
                </a:lnTo>
                <a:lnTo>
                  <a:pt x="592936" y="481832"/>
                </a:lnTo>
                <a:close/>
                <a:moveTo>
                  <a:pt x="613022" y="523443"/>
                </a:moveTo>
                <a:lnTo>
                  <a:pt x="594929" y="523443"/>
                </a:lnTo>
                <a:lnTo>
                  <a:pt x="594929" y="547063"/>
                </a:lnTo>
                <a:lnTo>
                  <a:pt x="613022" y="547063"/>
                </a:lnTo>
                <a:lnTo>
                  <a:pt x="613022" y="523443"/>
                </a:lnTo>
                <a:close/>
                <a:moveTo>
                  <a:pt x="633108" y="403841"/>
                </a:moveTo>
                <a:lnTo>
                  <a:pt x="615015" y="403841"/>
                </a:lnTo>
                <a:lnTo>
                  <a:pt x="615015" y="547064"/>
                </a:lnTo>
                <a:lnTo>
                  <a:pt x="633108" y="547064"/>
                </a:lnTo>
                <a:lnTo>
                  <a:pt x="633108" y="403841"/>
                </a:lnTo>
                <a:close/>
                <a:moveTo>
                  <a:pt x="653221" y="485781"/>
                </a:moveTo>
                <a:lnTo>
                  <a:pt x="635097" y="485781"/>
                </a:lnTo>
                <a:lnTo>
                  <a:pt x="635097" y="547059"/>
                </a:lnTo>
                <a:lnTo>
                  <a:pt x="653221" y="547059"/>
                </a:lnTo>
                <a:lnTo>
                  <a:pt x="653221" y="485781"/>
                </a:lnTo>
                <a:close/>
                <a:moveTo>
                  <a:pt x="673307" y="479557"/>
                </a:moveTo>
                <a:lnTo>
                  <a:pt x="655203" y="479557"/>
                </a:lnTo>
                <a:lnTo>
                  <a:pt x="655203" y="547066"/>
                </a:lnTo>
                <a:lnTo>
                  <a:pt x="673307" y="547066"/>
                </a:lnTo>
                <a:lnTo>
                  <a:pt x="673307" y="479557"/>
                </a:lnTo>
                <a:close/>
                <a:moveTo>
                  <a:pt x="693393" y="333409"/>
                </a:moveTo>
                <a:lnTo>
                  <a:pt x="675290" y="333409"/>
                </a:lnTo>
                <a:lnTo>
                  <a:pt x="675290" y="547063"/>
                </a:lnTo>
                <a:lnTo>
                  <a:pt x="693393" y="547063"/>
                </a:lnTo>
                <a:lnTo>
                  <a:pt x="693393" y="333409"/>
                </a:lnTo>
                <a:close/>
                <a:moveTo>
                  <a:pt x="713427" y="460857"/>
                </a:moveTo>
                <a:lnTo>
                  <a:pt x="695385" y="460857"/>
                </a:lnTo>
                <a:lnTo>
                  <a:pt x="695385" y="547062"/>
                </a:lnTo>
                <a:lnTo>
                  <a:pt x="713427" y="547062"/>
                </a:lnTo>
                <a:lnTo>
                  <a:pt x="713427" y="460857"/>
                </a:lnTo>
                <a:close/>
                <a:moveTo>
                  <a:pt x="733513" y="473594"/>
                </a:moveTo>
                <a:lnTo>
                  <a:pt x="715471" y="473594"/>
                </a:lnTo>
                <a:lnTo>
                  <a:pt x="715471" y="547060"/>
                </a:lnTo>
                <a:lnTo>
                  <a:pt x="733513" y="547060"/>
                </a:lnTo>
                <a:lnTo>
                  <a:pt x="733513" y="473594"/>
                </a:lnTo>
                <a:close/>
                <a:moveTo>
                  <a:pt x="753599" y="409595"/>
                </a:moveTo>
                <a:lnTo>
                  <a:pt x="735557" y="409595"/>
                </a:lnTo>
                <a:lnTo>
                  <a:pt x="735557" y="547066"/>
                </a:lnTo>
                <a:lnTo>
                  <a:pt x="753599" y="547066"/>
                </a:lnTo>
                <a:lnTo>
                  <a:pt x="753599" y="409595"/>
                </a:lnTo>
                <a:close/>
                <a:moveTo>
                  <a:pt x="773711" y="417938"/>
                </a:moveTo>
                <a:lnTo>
                  <a:pt x="755639" y="417938"/>
                </a:lnTo>
                <a:lnTo>
                  <a:pt x="755639" y="547063"/>
                </a:lnTo>
                <a:lnTo>
                  <a:pt x="773711" y="547063"/>
                </a:lnTo>
                <a:lnTo>
                  <a:pt x="773711" y="417938"/>
                </a:lnTo>
                <a:close/>
                <a:moveTo>
                  <a:pt x="793798" y="509869"/>
                </a:moveTo>
                <a:lnTo>
                  <a:pt x="775745" y="509869"/>
                </a:lnTo>
                <a:lnTo>
                  <a:pt x="775745" y="547057"/>
                </a:lnTo>
                <a:lnTo>
                  <a:pt x="793798" y="547057"/>
                </a:lnTo>
                <a:lnTo>
                  <a:pt x="793798" y="509869"/>
                </a:lnTo>
                <a:close/>
                <a:moveTo>
                  <a:pt x="813884" y="502677"/>
                </a:moveTo>
                <a:lnTo>
                  <a:pt x="795831" y="502677"/>
                </a:lnTo>
                <a:lnTo>
                  <a:pt x="795831" y="547057"/>
                </a:lnTo>
                <a:lnTo>
                  <a:pt x="813884" y="547057"/>
                </a:lnTo>
                <a:lnTo>
                  <a:pt x="813884" y="502677"/>
                </a:lnTo>
                <a:close/>
                <a:moveTo>
                  <a:pt x="833970" y="425915"/>
                </a:moveTo>
                <a:lnTo>
                  <a:pt x="815928" y="425915"/>
                </a:lnTo>
                <a:lnTo>
                  <a:pt x="815928" y="547060"/>
                </a:lnTo>
                <a:lnTo>
                  <a:pt x="833970" y="547060"/>
                </a:lnTo>
                <a:lnTo>
                  <a:pt x="833970" y="425915"/>
                </a:lnTo>
                <a:close/>
                <a:moveTo>
                  <a:pt x="854056" y="459523"/>
                </a:moveTo>
                <a:lnTo>
                  <a:pt x="836014" y="459523"/>
                </a:lnTo>
                <a:lnTo>
                  <a:pt x="836014" y="547057"/>
                </a:lnTo>
                <a:lnTo>
                  <a:pt x="854056" y="547057"/>
                </a:lnTo>
                <a:lnTo>
                  <a:pt x="854056" y="459523"/>
                </a:lnTo>
                <a:close/>
                <a:moveTo>
                  <a:pt x="874142" y="466428"/>
                </a:moveTo>
                <a:lnTo>
                  <a:pt x="856100" y="466428"/>
                </a:lnTo>
                <a:lnTo>
                  <a:pt x="856100" y="547065"/>
                </a:lnTo>
                <a:lnTo>
                  <a:pt x="874142" y="547065"/>
                </a:lnTo>
                <a:lnTo>
                  <a:pt x="874142" y="466428"/>
                </a:lnTo>
                <a:close/>
                <a:moveTo>
                  <a:pt x="894254" y="428321"/>
                </a:moveTo>
                <a:lnTo>
                  <a:pt x="876182" y="428321"/>
                </a:lnTo>
                <a:lnTo>
                  <a:pt x="876182" y="547066"/>
                </a:lnTo>
                <a:lnTo>
                  <a:pt x="894254" y="547066"/>
                </a:lnTo>
                <a:lnTo>
                  <a:pt x="894254" y="428321"/>
                </a:lnTo>
                <a:close/>
                <a:moveTo>
                  <a:pt x="914341" y="487638"/>
                </a:moveTo>
                <a:lnTo>
                  <a:pt x="896237" y="487638"/>
                </a:lnTo>
                <a:lnTo>
                  <a:pt x="896237" y="547057"/>
                </a:lnTo>
                <a:lnTo>
                  <a:pt x="914341" y="547057"/>
                </a:lnTo>
                <a:lnTo>
                  <a:pt x="914341" y="487638"/>
                </a:lnTo>
                <a:close/>
                <a:moveTo>
                  <a:pt x="934427" y="328440"/>
                </a:moveTo>
                <a:lnTo>
                  <a:pt x="916323" y="328440"/>
                </a:lnTo>
                <a:lnTo>
                  <a:pt x="916323" y="547060"/>
                </a:lnTo>
                <a:lnTo>
                  <a:pt x="934427" y="547060"/>
                </a:lnTo>
                <a:lnTo>
                  <a:pt x="934427" y="328440"/>
                </a:lnTo>
                <a:close/>
                <a:moveTo>
                  <a:pt x="954513" y="414329"/>
                </a:moveTo>
                <a:lnTo>
                  <a:pt x="936409" y="414329"/>
                </a:lnTo>
                <a:lnTo>
                  <a:pt x="936409" y="547060"/>
                </a:lnTo>
                <a:lnTo>
                  <a:pt x="954513" y="547060"/>
                </a:lnTo>
                <a:lnTo>
                  <a:pt x="954513" y="414329"/>
                </a:lnTo>
                <a:close/>
                <a:moveTo>
                  <a:pt x="974599" y="495040"/>
                </a:moveTo>
                <a:lnTo>
                  <a:pt x="956506" y="495040"/>
                </a:lnTo>
                <a:lnTo>
                  <a:pt x="956506" y="547061"/>
                </a:lnTo>
                <a:lnTo>
                  <a:pt x="974599" y="547061"/>
                </a:lnTo>
                <a:lnTo>
                  <a:pt x="974599" y="495040"/>
                </a:lnTo>
                <a:close/>
                <a:moveTo>
                  <a:pt x="994685" y="491771"/>
                </a:moveTo>
                <a:lnTo>
                  <a:pt x="976592" y="491771"/>
                </a:lnTo>
                <a:lnTo>
                  <a:pt x="976592" y="547061"/>
                </a:lnTo>
                <a:lnTo>
                  <a:pt x="994685" y="547061"/>
                </a:lnTo>
                <a:lnTo>
                  <a:pt x="994685" y="491771"/>
                </a:lnTo>
                <a:close/>
                <a:moveTo>
                  <a:pt x="1014798" y="499460"/>
                </a:moveTo>
                <a:lnTo>
                  <a:pt x="996674" y="499460"/>
                </a:lnTo>
                <a:lnTo>
                  <a:pt x="996674" y="547058"/>
                </a:lnTo>
                <a:lnTo>
                  <a:pt x="1014798" y="547058"/>
                </a:lnTo>
                <a:lnTo>
                  <a:pt x="1014798" y="499460"/>
                </a:lnTo>
                <a:close/>
                <a:moveTo>
                  <a:pt x="1034884" y="504377"/>
                </a:moveTo>
                <a:lnTo>
                  <a:pt x="1016780" y="504377"/>
                </a:lnTo>
                <a:lnTo>
                  <a:pt x="1016780" y="547060"/>
                </a:lnTo>
                <a:lnTo>
                  <a:pt x="1034884" y="547060"/>
                </a:lnTo>
                <a:lnTo>
                  <a:pt x="1034884" y="504377"/>
                </a:lnTo>
                <a:close/>
                <a:moveTo>
                  <a:pt x="1054970" y="499303"/>
                </a:moveTo>
                <a:lnTo>
                  <a:pt x="1036867" y="499303"/>
                </a:lnTo>
                <a:lnTo>
                  <a:pt x="1036867" y="547064"/>
                </a:lnTo>
                <a:lnTo>
                  <a:pt x="1054970" y="547064"/>
                </a:lnTo>
                <a:lnTo>
                  <a:pt x="1054970" y="499303"/>
                </a:lnTo>
                <a:close/>
                <a:moveTo>
                  <a:pt x="1075056" y="520697"/>
                </a:moveTo>
                <a:lnTo>
                  <a:pt x="1056963" y="520697"/>
                </a:lnTo>
                <a:lnTo>
                  <a:pt x="1056963" y="547065"/>
                </a:lnTo>
                <a:lnTo>
                  <a:pt x="1075056" y="547065"/>
                </a:lnTo>
                <a:lnTo>
                  <a:pt x="1075056" y="520697"/>
                </a:lnTo>
                <a:close/>
                <a:moveTo>
                  <a:pt x="1095142" y="525535"/>
                </a:moveTo>
                <a:lnTo>
                  <a:pt x="1077049" y="525535"/>
                </a:lnTo>
                <a:lnTo>
                  <a:pt x="1077049" y="547061"/>
                </a:lnTo>
                <a:lnTo>
                  <a:pt x="1095142" y="547061"/>
                </a:lnTo>
                <a:lnTo>
                  <a:pt x="1095142" y="525535"/>
                </a:lnTo>
                <a:close/>
                <a:moveTo>
                  <a:pt x="1115228" y="510680"/>
                </a:moveTo>
                <a:lnTo>
                  <a:pt x="1097135" y="510680"/>
                </a:lnTo>
                <a:lnTo>
                  <a:pt x="1097135" y="547060"/>
                </a:lnTo>
                <a:lnTo>
                  <a:pt x="1115228" y="547060"/>
                </a:lnTo>
                <a:lnTo>
                  <a:pt x="1115228" y="510680"/>
                </a:lnTo>
                <a:close/>
                <a:moveTo>
                  <a:pt x="1135341" y="527863"/>
                </a:moveTo>
                <a:lnTo>
                  <a:pt x="1117217" y="527863"/>
                </a:lnTo>
                <a:lnTo>
                  <a:pt x="1117217" y="547060"/>
                </a:lnTo>
                <a:lnTo>
                  <a:pt x="1135341" y="547060"/>
                </a:lnTo>
                <a:lnTo>
                  <a:pt x="1135341" y="527863"/>
                </a:lnTo>
                <a:close/>
                <a:moveTo>
                  <a:pt x="1154145" y="520488"/>
                </a:moveTo>
                <a:lnTo>
                  <a:pt x="1137319" y="520488"/>
                </a:lnTo>
                <a:lnTo>
                  <a:pt x="1137319" y="547060"/>
                </a:lnTo>
                <a:lnTo>
                  <a:pt x="1154145" y="547060"/>
                </a:lnTo>
                <a:lnTo>
                  <a:pt x="1154145" y="520488"/>
                </a:lnTo>
                <a:close/>
              </a:path>
            </a:pathLst>
          </a:custGeom>
          <a:solidFill xmlns:a="http://schemas.openxmlformats.org/drawingml/2006/main">
            <a:srgbClr val="2F99CC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22114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2026-09-05T18:11:28.6340000Z</dcterms:created>
  <dcterms:modified xsi:type="dcterms:W3CDTF">2026-09-05T18:11:28.6340000Z</dcterms:modified>
</coreProperties>
</file>