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92466630c4a7f" /><Relationship Type="http://schemas.openxmlformats.org/officeDocument/2006/relationships/extended-properties" Target="/docProps/app.xml" Id="R9b6db33b34384a06" /><Relationship Type="http://schemas.openxmlformats.org/officeDocument/2006/relationships/officeDocument" Target="/ppt/presentation.xml" Id="R543e22209520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fd5d509e04ce8"/>
  </p:sldMasterIdLst>
  <p:notesMasterIdLst>
    <p:notesMasterId xmlns:r="http://schemas.openxmlformats.org/officeDocument/2006/relationships" r:id="R385740418dd840dd"/>
  </p:notesMasterIdLst>
  <p:sldIdLst>
    <p:sldId xmlns:r="http://schemas.openxmlformats.org/officeDocument/2006/relationships" id="256" r:id="R00b3812320b64897"/>
  </p:sldIdLst>
  <p:sldSz cx="14344650" cy="2486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0c1e8d12e4496" /><Relationship Type="http://schemas.openxmlformats.org/officeDocument/2006/relationships/slideMaster" Target="/ppt/slideMasters/slideMaster1.xml" Id="Rb74fd5d509e04ce8" /><Relationship Type="http://schemas.openxmlformats.org/officeDocument/2006/relationships/notesMaster" Target="/ppt/notesMasters/notesMaster1.xml" Id="R385740418dd840dd" /><Relationship Type="http://schemas.openxmlformats.org/officeDocument/2006/relationships/presProps" Target="/ppt/presProps.xml" Id="R70f6bfa3dc474ef3" /><Relationship Type="http://schemas.openxmlformats.org/officeDocument/2006/relationships/tableStyles" Target="/ppt/tableStyles.xml" Id="Rfcbd20ca955b4b12" /><Relationship Type="http://schemas.openxmlformats.org/officeDocument/2006/relationships/slide" Target="/ppt/slides/slide1.xml" Id="R00b3812320b6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fbb89ae01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bc6f5974841e3" /><Relationship Type="http://schemas.openxmlformats.org/officeDocument/2006/relationships/notesMaster" Target="/ppt/notesMasters/notesMaster1.xml" Id="Rf2f8714303a445a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素材ID：SEC-006</ns1:t>
            </ns1:r>
          </ns1:p>
          <ns1:p>
            <ns1:r>
              <ns1:t>论文：BENZENE: A Practical Root Cause Analysis System with an Under-Constrained State Mutation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5，PDF第5页</ns1:t>
            </ns1:r>
          </ns1:p>
          <ns1:p>
            <ns1:r>
              <ns1:t>类型：系统架构</ns1:t>
            </ns1:r>
          </ns1:p>
          <ns1:p>
            <ns1:r>
              <ns1:t>借鉴点：一个横向外框容纳三个子系统；多种中间产物、并行轨迹与汇聚诊断保持清晰，适合分析/诊断流水线。</ns1:t>
            </ns1:r>
          </ns1:p>
          <ns1:p>
            <ns1:r>
              <ns1:t>论文URL：https://kevinkoo001.github.io/assets/pdf/sp24-benzene-official.pdf</ns1:t>
            </ns1:r>
          </ns1:p>
          <ns1:p>
            <ns1:r>
              <ns1:t>官方获奖URL：https://sp2024.ieee-security.org/awards.html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e1b30e86a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33312252e4d0e" /><Relationship Type="http://schemas.openxmlformats.org/officeDocument/2006/relationships/slideLayout" Target="/ppt/slideLayouts/slideLayout1.xml" Id="R209ac0a84ab5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ac0a84ab5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6531c5ac24a4e" /><Relationship Type="http://schemas.openxmlformats.org/officeDocument/2006/relationships/notesSlide" Target="/ppt/notesSlides/notesSlide1.xml" Id="Rcd977e774e1b43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Text DynamicBinaryAnalysis(">
            <a:extLst xmlns:a="http://schemas.openxmlformats.org/drawingml/2006/main">
              <a:ext uri="{FF2B5EF4-FFF2-40B4-BE49-F238E27FC236}">
                <a16:creationId xmlns:a16="http://schemas.microsoft.com/office/drawing/2014/main" id="{CC19C09F-9D84-440A-A81C-B44D65A7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87" y="167387"/>
            <a:ext cx="2494440" cy="199832"/>
          </a:xfrm>
          <a:custGeom xmlns:a="http://schemas.openxmlformats.org/drawingml/2006/main">
            <a:pathLst>
              <a:path w="2494440" h="199832">
                <a:moveTo>
                  <a:pt x="108385" y="80565"/>
                </a:moveTo>
                <a:cubicBezTo>
                  <a:pt x="108385" y="59821"/>
                  <a:pt x="104597" y="44602"/>
                  <a:pt x="97021" y="34909"/>
                </a:cubicBezTo>
                <a:cubicBezTo>
                  <a:pt x="89445" y="25216"/>
                  <a:pt x="77117" y="20369"/>
                  <a:pt x="60035" y="20369"/>
                </a:cubicBezTo>
                <a:lnTo>
                  <a:pt x="52102" y="20369"/>
                </a:lnTo>
                <a:lnTo>
                  <a:pt x="52102" y="140225"/>
                </a:lnTo>
                <a:cubicBezTo>
                  <a:pt x="58963" y="140797"/>
                  <a:pt x="65181" y="141083"/>
                  <a:pt x="70756" y="141083"/>
                </a:cubicBezTo>
                <a:cubicBezTo>
                  <a:pt x="80047" y="141083"/>
                  <a:pt x="87391" y="139081"/>
                  <a:pt x="92787" y="135076"/>
                </a:cubicBezTo>
                <a:cubicBezTo>
                  <a:pt x="98183" y="131069"/>
                  <a:pt x="102132" y="124792"/>
                  <a:pt x="104633" y="116245"/>
                </a:cubicBezTo>
                <a:cubicBezTo>
                  <a:pt x="107134" y="107695"/>
                  <a:pt x="108385" y="95802"/>
                  <a:pt x="108385" y="80565"/>
                </a:cubicBezTo>
                <a:moveTo>
                  <a:pt x="68290" y="8576"/>
                </a:moveTo>
                <a:cubicBezTo>
                  <a:pt x="94091" y="8576"/>
                  <a:pt x="113156" y="14424"/>
                  <a:pt x="125485" y="26118"/>
                </a:cubicBezTo>
                <a:cubicBezTo>
                  <a:pt x="137813" y="37812"/>
                  <a:pt x="143978" y="55676"/>
                  <a:pt x="143978" y="79708"/>
                </a:cubicBezTo>
                <a:cubicBezTo>
                  <a:pt x="143978" y="104383"/>
                  <a:pt x="138081" y="122746"/>
                  <a:pt x="126289" y="134798"/>
                </a:cubicBezTo>
                <a:cubicBezTo>
                  <a:pt x="114496" y="146850"/>
                  <a:pt x="96664" y="152876"/>
                  <a:pt x="72793" y="152876"/>
                </a:cubicBezTo>
                <a:lnTo>
                  <a:pt x="24657" y="152447"/>
                </a:lnTo>
                <a:lnTo>
                  <a:pt x="0" y="152447"/>
                </a:lnTo>
                <a:lnTo>
                  <a:pt x="0" y="144621"/>
                </a:lnTo>
                <a:lnTo>
                  <a:pt x="18439" y="141726"/>
                </a:lnTo>
                <a:lnTo>
                  <a:pt x="18439" y="19190"/>
                </a:lnTo>
                <a:lnTo>
                  <a:pt x="0" y="16403"/>
                </a:lnTo>
                <a:lnTo>
                  <a:pt x="0" y="8576"/>
                </a:lnTo>
                <a:lnTo>
                  <a:pt x="68290" y="8576"/>
                </a:lnTo>
                <a:close/>
                <a:moveTo>
                  <a:pt x="204190" y="155556"/>
                </a:moveTo>
                <a:lnTo>
                  <a:pt x="163881" y="61322"/>
                </a:lnTo>
                <a:lnTo>
                  <a:pt x="156805" y="58749"/>
                </a:lnTo>
                <a:lnTo>
                  <a:pt x="156805" y="51673"/>
                </a:lnTo>
                <a:lnTo>
                  <a:pt x="208372" y="51673"/>
                </a:lnTo>
                <a:lnTo>
                  <a:pt x="208372" y="58749"/>
                </a:lnTo>
                <a:lnTo>
                  <a:pt x="196364" y="61536"/>
                </a:lnTo>
                <a:lnTo>
                  <a:pt x="220057" y="117283"/>
                </a:lnTo>
                <a:lnTo>
                  <a:pt x="241177" y="61322"/>
                </a:lnTo>
                <a:lnTo>
                  <a:pt x="229384" y="58749"/>
                </a:lnTo>
                <a:lnTo>
                  <a:pt x="229384" y="51673"/>
                </a:lnTo>
                <a:lnTo>
                  <a:pt x="262296" y="51673"/>
                </a:lnTo>
                <a:lnTo>
                  <a:pt x="262296" y="58749"/>
                </a:lnTo>
                <a:lnTo>
                  <a:pt x="255006" y="60893"/>
                </a:lnTo>
                <a:lnTo>
                  <a:pt x="215233" y="158772"/>
                </a:lnTo>
                <a:cubicBezTo>
                  <a:pt x="210659" y="170422"/>
                  <a:pt x="206656" y="178873"/>
                  <a:pt x="203226" y="184126"/>
                </a:cubicBezTo>
                <a:cubicBezTo>
                  <a:pt x="199795" y="189379"/>
                  <a:pt x="195989" y="193310"/>
                  <a:pt x="191808" y="195919"/>
                </a:cubicBezTo>
                <a:cubicBezTo>
                  <a:pt x="187627" y="198528"/>
                  <a:pt x="182856" y="199832"/>
                  <a:pt x="177496" y="199832"/>
                </a:cubicBezTo>
                <a:cubicBezTo>
                  <a:pt x="171707" y="199832"/>
                  <a:pt x="165811" y="199153"/>
                  <a:pt x="159807" y="197795"/>
                </a:cubicBezTo>
                <a:lnTo>
                  <a:pt x="159807" y="171851"/>
                </a:lnTo>
                <a:lnTo>
                  <a:pt x="166240" y="171851"/>
                </a:lnTo>
                <a:lnTo>
                  <a:pt x="170849" y="185359"/>
                </a:lnTo>
                <a:cubicBezTo>
                  <a:pt x="172922" y="187003"/>
                  <a:pt x="175566" y="187825"/>
                  <a:pt x="178783" y="187825"/>
                </a:cubicBezTo>
                <a:cubicBezTo>
                  <a:pt x="181499" y="187825"/>
                  <a:pt x="183893" y="187182"/>
                  <a:pt x="185965" y="185895"/>
                </a:cubicBezTo>
                <a:cubicBezTo>
                  <a:pt x="188038" y="184609"/>
                  <a:pt x="189986" y="182750"/>
                  <a:pt x="191808" y="180320"/>
                </a:cubicBezTo>
                <a:cubicBezTo>
                  <a:pt x="193631" y="177890"/>
                  <a:pt x="195364" y="174906"/>
                  <a:pt x="197008" y="171369"/>
                </a:cubicBezTo>
                <a:cubicBezTo>
                  <a:pt x="198652" y="167831"/>
                  <a:pt x="201046" y="162560"/>
                  <a:pt x="204190" y="155556"/>
                </a:cubicBezTo>
                <a:close/>
                <a:moveTo>
                  <a:pt x="310968" y="60357"/>
                </a:moveTo>
                <a:lnTo>
                  <a:pt x="318258" y="56605"/>
                </a:lnTo>
                <a:cubicBezTo>
                  <a:pt x="328263" y="51459"/>
                  <a:pt x="337269" y="48886"/>
                  <a:pt x="345273" y="48886"/>
                </a:cubicBezTo>
                <a:cubicBezTo>
                  <a:pt x="363856" y="48886"/>
                  <a:pt x="373147" y="58796"/>
                  <a:pt x="373147" y="78615"/>
                </a:cubicBezTo>
                <a:lnTo>
                  <a:pt x="373147" y="142798"/>
                </a:lnTo>
                <a:lnTo>
                  <a:pt x="383224" y="145371"/>
                </a:lnTo>
                <a:lnTo>
                  <a:pt x="383224" y="152447"/>
                </a:lnTo>
                <a:lnTo>
                  <a:pt x="333159" y="152447"/>
                </a:lnTo>
                <a:lnTo>
                  <a:pt x="333159" y="145371"/>
                </a:lnTo>
                <a:lnTo>
                  <a:pt x="342164" y="142798"/>
                </a:lnTo>
                <a:lnTo>
                  <a:pt x="342164" y="82790"/>
                </a:lnTo>
                <a:cubicBezTo>
                  <a:pt x="342164" y="76777"/>
                  <a:pt x="340896" y="72089"/>
                  <a:pt x="338359" y="68726"/>
                </a:cubicBezTo>
                <a:cubicBezTo>
                  <a:pt x="335821" y="65362"/>
                  <a:pt x="332194" y="63680"/>
                  <a:pt x="327477" y="63680"/>
                </a:cubicBezTo>
                <a:cubicBezTo>
                  <a:pt x="322045" y="63680"/>
                  <a:pt x="316614" y="64896"/>
                  <a:pt x="311182" y="67329"/>
                </a:cubicBezTo>
                <a:lnTo>
                  <a:pt x="311182" y="142798"/>
                </a:lnTo>
                <a:lnTo>
                  <a:pt x="320402" y="145371"/>
                </a:lnTo>
                <a:lnTo>
                  <a:pt x="320402" y="152447"/>
                </a:lnTo>
                <a:lnTo>
                  <a:pt x="270337" y="152447"/>
                </a:lnTo>
                <a:lnTo>
                  <a:pt x="270337" y="145371"/>
                </a:lnTo>
                <a:lnTo>
                  <a:pt x="280199" y="142798"/>
                </a:lnTo>
                <a:lnTo>
                  <a:pt x="280199" y="61322"/>
                </a:lnTo>
                <a:lnTo>
                  <a:pt x="270337" y="58749"/>
                </a:lnTo>
                <a:lnTo>
                  <a:pt x="270337" y="51673"/>
                </a:lnTo>
                <a:lnTo>
                  <a:pt x="309467" y="51673"/>
                </a:lnTo>
                <a:lnTo>
                  <a:pt x="310968" y="60357"/>
                </a:lnTo>
                <a:close/>
                <a:moveTo>
                  <a:pt x="445049" y="49315"/>
                </a:moveTo>
                <a:cubicBezTo>
                  <a:pt x="470278" y="49315"/>
                  <a:pt x="482892" y="58617"/>
                  <a:pt x="482892" y="77222"/>
                </a:cubicBezTo>
                <a:lnTo>
                  <a:pt x="482892" y="142798"/>
                </a:lnTo>
                <a:lnTo>
                  <a:pt x="492970" y="145371"/>
                </a:lnTo>
                <a:lnTo>
                  <a:pt x="492970" y="152447"/>
                </a:lnTo>
                <a:lnTo>
                  <a:pt x="455877" y="152447"/>
                </a:lnTo>
                <a:lnTo>
                  <a:pt x="453518" y="144728"/>
                </a:lnTo>
                <a:cubicBezTo>
                  <a:pt x="447943" y="148516"/>
                  <a:pt x="442905" y="151107"/>
                  <a:pt x="438402" y="152500"/>
                </a:cubicBezTo>
                <a:cubicBezTo>
                  <a:pt x="433899" y="153894"/>
                  <a:pt x="429361" y="154591"/>
                  <a:pt x="424787" y="154591"/>
                </a:cubicBezTo>
                <a:cubicBezTo>
                  <a:pt x="403989" y="154591"/>
                  <a:pt x="393590" y="144568"/>
                  <a:pt x="393590" y="124523"/>
                </a:cubicBezTo>
                <a:cubicBezTo>
                  <a:pt x="393590" y="116934"/>
                  <a:pt x="395127" y="110867"/>
                  <a:pt x="398200" y="106321"/>
                </a:cubicBezTo>
                <a:cubicBezTo>
                  <a:pt x="401273" y="101774"/>
                  <a:pt x="405704" y="98408"/>
                  <a:pt x="411493" y="96224"/>
                </a:cubicBezTo>
                <a:cubicBezTo>
                  <a:pt x="417282" y="94040"/>
                  <a:pt x="426395" y="92805"/>
                  <a:pt x="438831" y="92519"/>
                </a:cubicBezTo>
                <a:lnTo>
                  <a:pt x="451910" y="92197"/>
                </a:lnTo>
                <a:lnTo>
                  <a:pt x="451910" y="77510"/>
                </a:lnTo>
                <a:cubicBezTo>
                  <a:pt x="451910" y="65360"/>
                  <a:pt x="446943" y="59285"/>
                  <a:pt x="437008" y="59285"/>
                </a:cubicBezTo>
                <a:cubicBezTo>
                  <a:pt x="431005" y="59285"/>
                  <a:pt x="424287" y="61143"/>
                  <a:pt x="416854" y="64860"/>
                </a:cubicBezTo>
                <a:lnTo>
                  <a:pt x="412780" y="77403"/>
                </a:lnTo>
                <a:lnTo>
                  <a:pt x="405704" y="77403"/>
                </a:lnTo>
                <a:lnTo>
                  <a:pt x="405704" y="53067"/>
                </a:lnTo>
                <a:cubicBezTo>
                  <a:pt x="416496" y="51423"/>
                  <a:pt x="424429" y="50387"/>
                  <a:pt x="429504" y="49958"/>
                </a:cubicBezTo>
                <a:cubicBezTo>
                  <a:pt x="434578" y="49529"/>
                  <a:pt x="439760" y="49315"/>
                  <a:pt x="445049" y="49315"/>
                </a:cubicBezTo>
                <a:moveTo>
                  <a:pt x="451910" y="101738"/>
                </a:moveTo>
                <a:lnTo>
                  <a:pt x="442905" y="102060"/>
                </a:lnTo>
                <a:cubicBezTo>
                  <a:pt x="435972" y="102348"/>
                  <a:pt x="431166" y="104176"/>
                  <a:pt x="428485" y="107544"/>
                </a:cubicBezTo>
                <a:cubicBezTo>
                  <a:pt x="425805" y="110912"/>
                  <a:pt x="424465" y="116359"/>
                  <a:pt x="424465" y="123883"/>
                </a:cubicBezTo>
                <a:cubicBezTo>
                  <a:pt x="424465" y="129974"/>
                  <a:pt x="425537" y="134453"/>
                  <a:pt x="427681" y="137321"/>
                </a:cubicBezTo>
                <a:cubicBezTo>
                  <a:pt x="429826" y="140186"/>
                  <a:pt x="432613" y="141619"/>
                  <a:pt x="436043" y="141619"/>
                </a:cubicBezTo>
                <a:cubicBezTo>
                  <a:pt x="440903" y="141619"/>
                  <a:pt x="446192" y="140365"/>
                  <a:pt x="451910" y="137857"/>
                </a:cubicBezTo>
                <a:lnTo>
                  <a:pt x="451910" y="101738"/>
                </a:lnTo>
                <a:close/>
                <a:moveTo>
                  <a:pt x="542820" y="60357"/>
                </a:moveTo>
                <a:lnTo>
                  <a:pt x="550110" y="56605"/>
                </a:lnTo>
                <a:cubicBezTo>
                  <a:pt x="560116" y="51459"/>
                  <a:pt x="569086" y="48886"/>
                  <a:pt x="577019" y="48886"/>
                </a:cubicBezTo>
                <a:cubicBezTo>
                  <a:pt x="589026" y="48886"/>
                  <a:pt x="597031" y="53246"/>
                  <a:pt x="601033" y="61965"/>
                </a:cubicBezTo>
                <a:cubicBezTo>
                  <a:pt x="615685" y="53246"/>
                  <a:pt x="628049" y="48886"/>
                  <a:pt x="638127" y="48886"/>
                </a:cubicBezTo>
                <a:cubicBezTo>
                  <a:pt x="656280" y="48886"/>
                  <a:pt x="665357" y="58796"/>
                  <a:pt x="665357" y="78615"/>
                </a:cubicBezTo>
                <a:lnTo>
                  <a:pt x="665357" y="142798"/>
                </a:lnTo>
                <a:lnTo>
                  <a:pt x="675434" y="145371"/>
                </a:lnTo>
                <a:lnTo>
                  <a:pt x="675434" y="152447"/>
                </a:lnTo>
                <a:lnTo>
                  <a:pt x="625369" y="152447"/>
                </a:lnTo>
                <a:lnTo>
                  <a:pt x="625369" y="145371"/>
                </a:lnTo>
                <a:lnTo>
                  <a:pt x="634374" y="142798"/>
                </a:lnTo>
                <a:lnTo>
                  <a:pt x="634374" y="82790"/>
                </a:lnTo>
                <a:cubicBezTo>
                  <a:pt x="634374" y="76777"/>
                  <a:pt x="633213" y="72089"/>
                  <a:pt x="630890" y="68726"/>
                </a:cubicBezTo>
                <a:cubicBezTo>
                  <a:pt x="628567" y="65362"/>
                  <a:pt x="625047" y="63680"/>
                  <a:pt x="620330" y="63680"/>
                </a:cubicBezTo>
                <a:cubicBezTo>
                  <a:pt x="615042" y="63680"/>
                  <a:pt x="609324" y="65183"/>
                  <a:pt x="603177" y="68190"/>
                </a:cubicBezTo>
                <a:cubicBezTo>
                  <a:pt x="603892" y="71196"/>
                  <a:pt x="604249" y="74667"/>
                  <a:pt x="604249" y="78602"/>
                </a:cubicBezTo>
                <a:lnTo>
                  <a:pt x="604249" y="142798"/>
                </a:lnTo>
                <a:lnTo>
                  <a:pt x="614327" y="145371"/>
                </a:lnTo>
                <a:lnTo>
                  <a:pt x="614327" y="152447"/>
                </a:lnTo>
                <a:lnTo>
                  <a:pt x="564262" y="152447"/>
                </a:lnTo>
                <a:lnTo>
                  <a:pt x="564262" y="145371"/>
                </a:lnTo>
                <a:lnTo>
                  <a:pt x="573267" y="142798"/>
                </a:lnTo>
                <a:lnTo>
                  <a:pt x="573267" y="82790"/>
                </a:lnTo>
                <a:cubicBezTo>
                  <a:pt x="573267" y="76777"/>
                  <a:pt x="572106" y="72089"/>
                  <a:pt x="569783" y="68726"/>
                </a:cubicBezTo>
                <a:cubicBezTo>
                  <a:pt x="567460" y="65362"/>
                  <a:pt x="563940" y="63680"/>
                  <a:pt x="559223" y="63680"/>
                </a:cubicBezTo>
                <a:cubicBezTo>
                  <a:pt x="554506" y="63680"/>
                  <a:pt x="549110" y="65076"/>
                  <a:pt x="543035" y="67868"/>
                </a:cubicBezTo>
                <a:lnTo>
                  <a:pt x="543035" y="142798"/>
                </a:lnTo>
                <a:lnTo>
                  <a:pt x="552255" y="145371"/>
                </a:lnTo>
                <a:lnTo>
                  <a:pt x="552255" y="152447"/>
                </a:lnTo>
                <a:lnTo>
                  <a:pt x="502189" y="152447"/>
                </a:lnTo>
                <a:lnTo>
                  <a:pt x="502189" y="145371"/>
                </a:lnTo>
                <a:lnTo>
                  <a:pt x="512052" y="142798"/>
                </a:lnTo>
                <a:lnTo>
                  <a:pt x="512052" y="61322"/>
                </a:lnTo>
                <a:lnTo>
                  <a:pt x="502189" y="58749"/>
                </a:lnTo>
                <a:lnTo>
                  <a:pt x="502189" y="51673"/>
                </a:lnTo>
                <a:lnTo>
                  <a:pt x="541320" y="51673"/>
                </a:lnTo>
                <a:lnTo>
                  <a:pt x="542820" y="60357"/>
                </a:lnTo>
                <a:close/>
                <a:moveTo>
                  <a:pt x="725926" y="142798"/>
                </a:moveTo>
                <a:lnTo>
                  <a:pt x="736969" y="145371"/>
                </a:lnTo>
                <a:lnTo>
                  <a:pt x="736969" y="152447"/>
                </a:lnTo>
                <a:lnTo>
                  <a:pt x="684009" y="152447"/>
                </a:lnTo>
                <a:lnTo>
                  <a:pt x="684009" y="145371"/>
                </a:lnTo>
                <a:lnTo>
                  <a:pt x="694944" y="142798"/>
                </a:lnTo>
                <a:lnTo>
                  <a:pt x="694944" y="61322"/>
                </a:lnTo>
                <a:lnTo>
                  <a:pt x="684652" y="58749"/>
                </a:lnTo>
                <a:lnTo>
                  <a:pt x="684652" y="51673"/>
                </a:lnTo>
                <a:lnTo>
                  <a:pt x="725926" y="51673"/>
                </a:lnTo>
                <a:lnTo>
                  <a:pt x="725926" y="142798"/>
                </a:lnTo>
                <a:moveTo>
                  <a:pt x="693872" y="16510"/>
                </a:moveTo>
                <a:cubicBezTo>
                  <a:pt x="693872" y="11864"/>
                  <a:pt x="695498" y="7969"/>
                  <a:pt x="698750" y="4824"/>
                </a:cubicBezTo>
                <a:cubicBezTo>
                  <a:pt x="702002" y="1680"/>
                  <a:pt x="705879" y="107"/>
                  <a:pt x="710382" y="107"/>
                </a:cubicBezTo>
                <a:cubicBezTo>
                  <a:pt x="714956" y="107"/>
                  <a:pt x="718833" y="1697"/>
                  <a:pt x="722013" y="4878"/>
                </a:cubicBezTo>
                <a:cubicBezTo>
                  <a:pt x="725194" y="8058"/>
                  <a:pt x="726784" y="11936"/>
                  <a:pt x="726784" y="16510"/>
                </a:cubicBezTo>
                <a:cubicBezTo>
                  <a:pt x="726784" y="21012"/>
                  <a:pt x="725212" y="24890"/>
                  <a:pt x="722067" y="28142"/>
                </a:cubicBezTo>
                <a:cubicBezTo>
                  <a:pt x="718922" y="31393"/>
                  <a:pt x="715027" y="33019"/>
                  <a:pt x="710382" y="33019"/>
                </a:cubicBezTo>
                <a:cubicBezTo>
                  <a:pt x="705807" y="33019"/>
                  <a:pt x="701912" y="31429"/>
                  <a:pt x="698696" y="28249"/>
                </a:cubicBezTo>
                <a:cubicBezTo>
                  <a:pt x="695480" y="25068"/>
                  <a:pt x="693872" y="21155"/>
                  <a:pt x="693872" y="16510"/>
                </a:cubicBezTo>
                <a:close/>
                <a:moveTo>
                  <a:pt x="831985" y="146443"/>
                </a:moveTo>
                <a:cubicBezTo>
                  <a:pt x="828769" y="149016"/>
                  <a:pt x="824320" y="151017"/>
                  <a:pt x="818638" y="152447"/>
                </a:cubicBezTo>
                <a:cubicBezTo>
                  <a:pt x="812956" y="153876"/>
                  <a:pt x="807113" y="154591"/>
                  <a:pt x="801110" y="154591"/>
                </a:cubicBezTo>
                <a:cubicBezTo>
                  <a:pt x="783171" y="154591"/>
                  <a:pt x="769752" y="150258"/>
                  <a:pt x="760854" y="141592"/>
                </a:cubicBezTo>
                <a:cubicBezTo>
                  <a:pt x="751956" y="132926"/>
                  <a:pt x="747507" y="119678"/>
                  <a:pt x="747507" y="101846"/>
                </a:cubicBezTo>
                <a:cubicBezTo>
                  <a:pt x="747507" y="90745"/>
                  <a:pt x="749526" y="81239"/>
                  <a:pt x="753564" y="73326"/>
                </a:cubicBezTo>
                <a:cubicBezTo>
                  <a:pt x="757602" y="65412"/>
                  <a:pt x="763373" y="59361"/>
                  <a:pt x="770878" y="55171"/>
                </a:cubicBezTo>
                <a:cubicBezTo>
                  <a:pt x="778382" y="50981"/>
                  <a:pt x="787102" y="48886"/>
                  <a:pt x="797036" y="48886"/>
                </a:cubicBezTo>
                <a:cubicBezTo>
                  <a:pt x="807042" y="48886"/>
                  <a:pt x="817941" y="50137"/>
                  <a:pt x="829734" y="52638"/>
                </a:cubicBezTo>
                <a:lnTo>
                  <a:pt x="829734" y="82441"/>
                </a:lnTo>
                <a:lnTo>
                  <a:pt x="822015" y="82441"/>
                </a:lnTo>
                <a:lnTo>
                  <a:pt x="817512" y="64752"/>
                </a:lnTo>
                <a:cubicBezTo>
                  <a:pt x="815082" y="62966"/>
                  <a:pt x="812688" y="61715"/>
                  <a:pt x="810330" y="61000"/>
                </a:cubicBezTo>
                <a:cubicBezTo>
                  <a:pt x="807971" y="60285"/>
                  <a:pt x="804862" y="59928"/>
                  <a:pt x="801003" y="59928"/>
                </a:cubicBezTo>
                <a:cubicBezTo>
                  <a:pt x="796786" y="59928"/>
                  <a:pt x="792962" y="61612"/>
                  <a:pt x="789532" y="64980"/>
                </a:cubicBezTo>
                <a:cubicBezTo>
                  <a:pt x="786101" y="68348"/>
                  <a:pt x="783439" y="73095"/>
                  <a:pt x="781545" y="79222"/>
                </a:cubicBezTo>
                <a:cubicBezTo>
                  <a:pt x="779651" y="85348"/>
                  <a:pt x="778704" y="92675"/>
                  <a:pt x="778704" y="101202"/>
                </a:cubicBezTo>
                <a:cubicBezTo>
                  <a:pt x="778704" y="115606"/>
                  <a:pt x="780937" y="125890"/>
                  <a:pt x="785404" y="132054"/>
                </a:cubicBezTo>
                <a:cubicBezTo>
                  <a:pt x="789871" y="138216"/>
                  <a:pt x="796965" y="141297"/>
                  <a:pt x="806685" y="141297"/>
                </a:cubicBezTo>
                <a:cubicBezTo>
                  <a:pt x="816547" y="141297"/>
                  <a:pt x="824981" y="140261"/>
                  <a:pt x="831985" y="138188"/>
                </a:cubicBezTo>
                <a:lnTo>
                  <a:pt x="831985" y="146443"/>
                </a:lnTo>
                <a:close/>
                <a:moveTo>
                  <a:pt x="986283" y="44112"/>
                </a:moveTo>
                <a:cubicBezTo>
                  <a:pt x="986283" y="35732"/>
                  <a:pt x="984478" y="29680"/>
                  <a:pt x="980869" y="25957"/>
                </a:cubicBezTo>
                <a:cubicBezTo>
                  <a:pt x="977259" y="22232"/>
                  <a:pt x="971310" y="20369"/>
                  <a:pt x="963019" y="20369"/>
                </a:cubicBezTo>
                <a:lnTo>
                  <a:pt x="948117" y="20369"/>
                </a:lnTo>
                <a:lnTo>
                  <a:pt x="948117" y="70542"/>
                </a:lnTo>
                <a:lnTo>
                  <a:pt x="963877" y="70542"/>
                </a:lnTo>
                <a:cubicBezTo>
                  <a:pt x="971524" y="70542"/>
                  <a:pt x="977170" y="68536"/>
                  <a:pt x="980815" y="64525"/>
                </a:cubicBezTo>
                <a:cubicBezTo>
                  <a:pt x="984460" y="60513"/>
                  <a:pt x="986283" y="53709"/>
                  <a:pt x="986283" y="44112"/>
                </a:cubicBezTo>
                <a:moveTo>
                  <a:pt x="997110" y="110529"/>
                </a:moveTo>
                <a:cubicBezTo>
                  <a:pt x="997110" y="101024"/>
                  <a:pt x="994734" y="93948"/>
                  <a:pt x="989981" y="89303"/>
                </a:cubicBezTo>
                <a:cubicBezTo>
                  <a:pt x="985228" y="84657"/>
                  <a:pt x="977456" y="82334"/>
                  <a:pt x="966664" y="82334"/>
                </a:cubicBezTo>
                <a:lnTo>
                  <a:pt x="948117" y="82334"/>
                </a:lnTo>
                <a:lnTo>
                  <a:pt x="948117" y="140654"/>
                </a:lnTo>
                <a:cubicBezTo>
                  <a:pt x="958409" y="141083"/>
                  <a:pt x="966521" y="141297"/>
                  <a:pt x="972453" y="141297"/>
                </a:cubicBezTo>
                <a:cubicBezTo>
                  <a:pt x="980815" y="141297"/>
                  <a:pt x="987015" y="138760"/>
                  <a:pt x="991053" y="133686"/>
                </a:cubicBezTo>
                <a:cubicBezTo>
                  <a:pt x="995091" y="128611"/>
                  <a:pt x="997110" y="120893"/>
                  <a:pt x="997110" y="110529"/>
                </a:cubicBezTo>
                <a:moveTo>
                  <a:pt x="895801" y="152447"/>
                </a:moveTo>
                <a:lnTo>
                  <a:pt x="895801" y="144621"/>
                </a:lnTo>
                <a:lnTo>
                  <a:pt x="914347" y="141726"/>
                </a:lnTo>
                <a:lnTo>
                  <a:pt x="914347" y="19190"/>
                </a:lnTo>
                <a:lnTo>
                  <a:pt x="895801" y="16403"/>
                </a:lnTo>
                <a:lnTo>
                  <a:pt x="895801" y="8576"/>
                </a:lnTo>
                <a:lnTo>
                  <a:pt x="965592" y="8576"/>
                </a:lnTo>
                <a:cubicBezTo>
                  <a:pt x="984675" y="8576"/>
                  <a:pt x="998754" y="11136"/>
                  <a:pt x="1007831" y="16255"/>
                </a:cubicBezTo>
                <a:cubicBezTo>
                  <a:pt x="1016908" y="21372"/>
                  <a:pt x="1021446" y="29658"/>
                  <a:pt x="1021446" y="41113"/>
                </a:cubicBezTo>
                <a:cubicBezTo>
                  <a:pt x="1021446" y="49703"/>
                  <a:pt x="1018766" y="57113"/>
                  <a:pt x="1013406" y="63342"/>
                </a:cubicBezTo>
                <a:cubicBezTo>
                  <a:pt x="1008045" y="69569"/>
                  <a:pt x="1000863" y="73648"/>
                  <a:pt x="991857" y="75580"/>
                </a:cubicBezTo>
                <a:cubicBezTo>
                  <a:pt x="1005222" y="76938"/>
                  <a:pt x="1015335" y="80565"/>
                  <a:pt x="1022197" y="86462"/>
                </a:cubicBezTo>
                <a:cubicBezTo>
                  <a:pt x="1029058" y="92358"/>
                  <a:pt x="1032488" y="100380"/>
                  <a:pt x="1032488" y="110529"/>
                </a:cubicBezTo>
                <a:cubicBezTo>
                  <a:pt x="1032488" y="124466"/>
                  <a:pt x="1027342" y="135044"/>
                  <a:pt x="1017051" y="142262"/>
                </a:cubicBezTo>
                <a:cubicBezTo>
                  <a:pt x="1006759" y="149481"/>
                  <a:pt x="992000" y="153090"/>
                  <a:pt x="972775" y="153090"/>
                </a:cubicBezTo>
                <a:lnTo>
                  <a:pt x="923889" y="152447"/>
                </a:lnTo>
                <a:lnTo>
                  <a:pt x="895801" y="152447"/>
                </a:lnTo>
                <a:close/>
                <a:moveTo>
                  <a:pt x="1085123" y="142798"/>
                </a:moveTo>
                <a:lnTo>
                  <a:pt x="1096165" y="145371"/>
                </a:lnTo>
                <a:lnTo>
                  <a:pt x="1096165" y="152447"/>
                </a:lnTo>
                <a:lnTo>
                  <a:pt x="1043205" y="152447"/>
                </a:lnTo>
                <a:lnTo>
                  <a:pt x="1043205" y="145371"/>
                </a:lnTo>
                <a:lnTo>
                  <a:pt x="1054140" y="142798"/>
                </a:lnTo>
                <a:lnTo>
                  <a:pt x="1054140" y="61322"/>
                </a:lnTo>
                <a:lnTo>
                  <a:pt x="1043849" y="58749"/>
                </a:lnTo>
                <a:lnTo>
                  <a:pt x="1043849" y="51673"/>
                </a:lnTo>
                <a:lnTo>
                  <a:pt x="1085123" y="51673"/>
                </a:lnTo>
                <a:lnTo>
                  <a:pt x="1085123" y="142798"/>
                </a:lnTo>
                <a:moveTo>
                  <a:pt x="1053068" y="16510"/>
                </a:moveTo>
                <a:cubicBezTo>
                  <a:pt x="1053068" y="11864"/>
                  <a:pt x="1054694" y="7969"/>
                  <a:pt x="1057946" y="4824"/>
                </a:cubicBezTo>
                <a:cubicBezTo>
                  <a:pt x="1061198" y="1680"/>
                  <a:pt x="1065075" y="107"/>
                  <a:pt x="1069578" y="107"/>
                </a:cubicBezTo>
                <a:cubicBezTo>
                  <a:pt x="1074152" y="107"/>
                  <a:pt x="1078030" y="1697"/>
                  <a:pt x="1081210" y="4878"/>
                </a:cubicBezTo>
                <a:cubicBezTo>
                  <a:pt x="1084390" y="8058"/>
                  <a:pt x="1085981" y="11936"/>
                  <a:pt x="1085981" y="16510"/>
                </a:cubicBezTo>
                <a:cubicBezTo>
                  <a:pt x="1085981" y="21012"/>
                  <a:pt x="1084408" y="24890"/>
                  <a:pt x="1081264" y="28142"/>
                </a:cubicBezTo>
                <a:cubicBezTo>
                  <a:pt x="1078119" y="31393"/>
                  <a:pt x="1074224" y="33019"/>
                  <a:pt x="1069578" y="33019"/>
                </a:cubicBezTo>
                <a:cubicBezTo>
                  <a:pt x="1065004" y="33019"/>
                  <a:pt x="1061109" y="31429"/>
                  <a:pt x="1057893" y="28249"/>
                </a:cubicBezTo>
                <a:cubicBezTo>
                  <a:pt x="1054677" y="25068"/>
                  <a:pt x="1053068" y="21155"/>
                  <a:pt x="1053068" y="16510"/>
                </a:cubicBezTo>
                <a:close/>
                <a:moveTo>
                  <a:pt x="1145726" y="60357"/>
                </a:moveTo>
                <a:lnTo>
                  <a:pt x="1153016" y="56605"/>
                </a:lnTo>
                <a:cubicBezTo>
                  <a:pt x="1163022" y="51459"/>
                  <a:pt x="1172027" y="48886"/>
                  <a:pt x="1180032" y="48886"/>
                </a:cubicBezTo>
                <a:cubicBezTo>
                  <a:pt x="1198614" y="48886"/>
                  <a:pt x="1207905" y="58796"/>
                  <a:pt x="1207905" y="78615"/>
                </a:cubicBezTo>
                <a:lnTo>
                  <a:pt x="1207905" y="142798"/>
                </a:lnTo>
                <a:lnTo>
                  <a:pt x="1217983" y="145371"/>
                </a:lnTo>
                <a:lnTo>
                  <a:pt x="1217983" y="152447"/>
                </a:lnTo>
                <a:lnTo>
                  <a:pt x="1167918" y="152447"/>
                </a:lnTo>
                <a:lnTo>
                  <a:pt x="1167918" y="145371"/>
                </a:lnTo>
                <a:lnTo>
                  <a:pt x="1176923" y="142798"/>
                </a:lnTo>
                <a:lnTo>
                  <a:pt x="1176923" y="82790"/>
                </a:lnTo>
                <a:cubicBezTo>
                  <a:pt x="1176923" y="76777"/>
                  <a:pt x="1175654" y="72089"/>
                  <a:pt x="1173117" y="68726"/>
                </a:cubicBezTo>
                <a:cubicBezTo>
                  <a:pt x="1170580" y="65362"/>
                  <a:pt x="1166953" y="63680"/>
                  <a:pt x="1162236" y="63680"/>
                </a:cubicBezTo>
                <a:cubicBezTo>
                  <a:pt x="1156804" y="63680"/>
                  <a:pt x="1151372" y="64896"/>
                  <a:pt x="1145940" y="67329"/>
                </a:cubicBezTo>
                <a:lnTo>
                  <a:pt x="1145940" y="142798"/>
                </a:lnTo>
                <a:lnTo>
                  <a:pt x="1155160" y="145371"/>
                </a:lnTo>
                <a:lnTo>
                  <a:pt x="1155160" y="152447"/>
                </a:lnTo>
                <a:lnTo>
                  <a:pt x="1105095" y="152447"/>
                </a:lnTo>
                <a:lnTo>
                  <a:pt x="1105095" y="145371"/>
                </a:lnTo>
                <a:lnTo>
                  <a:pt x="1114958" y="142798"/>
                </a:lnTo>
                <a:lnTo>
                  <a:pt x="1114958" y="61322"/>
                </a:lnTo>
                <a:lnTo>
                  <a:pt x="1105095" y="58749"/>
                </a:lnTo>
                <a:lnTo>
                  <a:pt x="1105095" y="51673"/>
                </a:lnTo>
                <a:lnTo>
                  <a:pt x="1144225" y="51673"/>
                </a:lnTo>
                <a:lnTo>
                  <a:pt x="1145726" y="60357"/>
                </a:lnTo>
                <a:close/>
                <a:moveTo>
                  <a:pt x="1279807" y="49315"/>
                </a:moveTo>
                <a:cubicBezTo>
                  <a:pt x="1305036" y="49315"/>
                  <a:pt x="1317651" y="58617"/>
                  <a:pt x="1317651" y="77222"/>
                </a:cubicBezTo>
                <a:lnTo>
                  <a:pt x="1317651" y="142798"/>
                </a:lnTo>
                <a:lnTo>
                  <a:pt x="1327728" y="145371"/>
                </a:lnTo>
                <a:lnTo>
                  <a:pt x="1327728" y="152447"/>
                </a:lnTo>
                <a:lnTo>
                  <a:pt x="1290635" y="152447"/>
                </a:lnTo>
                <a:lnTo>
                  <a:pt x="1288277" y="144728"/>
                </a:lnTo>
                <a:cubicBezTo>
                  <a:pt x="1282702" y="148516"/>
                  <a:pt x="1277663" y="151107"/>
                  <a:pt x="1273161" y="152500"/>
                </a:cubicBezTo>
                <a:cubicBezTo>
                  <a:pt x="1268658" y="153894"/>
                  <a:pt x="1264120" y="154591"/>
                  <a:pt x="1259545" y="154591"/>
                </a:cubicBezTo>
                <a:cubicBezTo>
                  <a:pt x="1238748" y="154591"/>
                  <a:pt x="1228349" y="144568"/>
                  <a:pt x="1228349" y="124523"/>
                </a:cubicBezTo>
                <a:cubicBezTo>
                  <a:pt x="1228349" y="116934"/>
                  <a:pt x="1229885" y="110867"/>
                  <a:pt x="1232958" y="106321"/>
                </a:cubicBezTo>
                <a:cubicBezTo>
                  <a:pt x="1236032" y="101774"/>
                  <a:pt x="1240463" y="98408"/>
                  <a:pt x="1246252" y="96224"/>
                </a:cubicBezTo>
                <a:cubicBezTo>
                  <a:pt x="1252041" y="94040"/>
                  <a:pt x="1261154" y="92805"/>
                  <a:pt x="1273589" y="92519"/>
                </a:cubicBezTo>
                <a:lnTo>
                  <a:pt x="1286669" y="92197"/>
                </a:lnTo>
                <a:lnTo>
                  <a:pt x="1286669" y="77510"/>
                </a:lnTo>
                <a:cubicBezTo>
                  <a:pt x="1286669" y="65360"/>
                  <a:pt x="1281701" y="59285"/>
                  <a:pt x="1271767" y="59285"/>
                </a:cubicBezTo>
                <a:cubicBezTo>
                  <a:pt x="1265763" y="59285"/>
                  <a:pt x="1259045" y="61143"/>
                  <a:pt x="1251612" y="64860"/>
                </a:cubicBezTo>
                <a:lnTo>
                  <a:pt x="1247538" y="77403"/>
                </a:lnTo>
                <a:lnTo>
                  <a:pt x="1240463" y="77403"/>
                </a:lnTo>
                <a:lnTo>
                  <a:pt x="1240463" y="53067"/>
                </a:lnTo>
                <a:cubicBezTo>
                  <a:pt x="1251255" y="51423"/>
                  <a:pt x="1259188" y="50387"/>
                  <a:pt x="1264263" y="49958"/>
                </a:cubicBezTo>
                <a:cubicBezTo>
                  <a:pt x="1269337" y="49529"/>
                  <a:pt x="1274519" y="49315"/>
                  <a:pt x="1279807" y="49315"/>
                </a:cubicBezTo>
                <a:moveTo>
                  <a:pt x="1286669" y="101738"/>
                </a:moveTo>
                <a:lnTo>
                  <a:pt x="1277663" y="102060"/>
                </a:lnTo>
                <a:cubicBezTo>
                  <a:pt x="1270731" y="102348"/>
                  <a:pt x="1265924" y="104176"/>
                  <a:pt x="1263244" y="107544"/>
                </a:cubicBezTo>
                <a:cubicBezTo>
                  <a:pt x="1260564" y="110912"/>
                  <a:pt x="1259224" y="116359"/>
                  <a:pt x="1259224" y="123883"/>
                </a:cubicBezTo>
                <a:cubicBezTo>
                  <a:pt x="1259224" y="129974"/>
                  <a:pt x="1260296" y="134453"/>
                  <a:pt x="1262440" y="137321"/>
                </a:cubicBezTo>
                <a:cubicBezTo>
                  <a:pt x="1264584" y="140186"/>
                  <a:pt x="1267371" y="141619"/>
                  <a:pt x="1270802" y="141619"/>
                </a:cubicBezTo>
                <a:cubicBezTo>
                  <a:pt x="1275662" y="141619"/>
                  <a:pt x="1280951" y="140365"/>
                  <a:pt x="1286669" y="137857"/>
                </a:cubicBezTo>
                <a:lnTo>
                  <a:pt x="1286669" y="101738"/>
                </a:lnTo>
                <a:close/>
                <a:moveTo>
                  <a:pt x="1380474" y="72578"/>
                </a:moveTo>
                <a:cubicBezTo>
                  <a:pt x="1388193" y="64002"/>
                  <a:pt x="1395107" y="57838"/>
                  <a:pt x="1401218" y="54085"/>
                </a:cubicBezTo>
                <a:cubicBezTo>
                  <a:pt x="1407329" y="50333"/>
                  <a:pt x="1412921" y="48457"/>
                  <a:pt x="1417996" y="48457"/>
                </a:cubicBezTo>
                <a:lnTo>
                  <a:pt x="1423785" y="48457"/>
                </a:lnTo>
                <a:lnTo>
                  <a:pt x="1423785" y="85229"/>
                </a:lnTo>
                <a:lnTo>
                  <a:pt x="1417781" y="85229"/>
                </a:lnTo>
                <a:lnTo>
                  <a:pt x="1411456" y="71721"/>
                </a:lnTo>
                <a:cubicBezTo>
                  <a:pt x="1406954" y="71721"/>
                  <a:pt x="1401843" y="72703"/>
                  <a:pt x="1396126" y="74669"/>
                </a:cubicBezTo>
                <a:cubicBezTo>
                  <a:pt x="1390408" y="76634"/>
                  <a:pt x="1385369" y="78939"/>
                  <a:pt x="1381010" y="81584"/>
                </a:cubicBezTo>
                <a:lnTo>
                  <a:pt x="1381010" y="142798"/>
                </a:lnTo>
                <a:lnTo>
                  <a:pt x="1397198" y="145371"/>
                </a:lnTo>
                <a:lnTo>
                  <a:pt x="1397198" y="152447"/>
                </a:lnTo>
                <a:lnTo>
                  <a:pt x="1336948" y="152447"/>
                </a:lnTo>
                <a:lnTo>
                  <a:pt x="1336948" y="145371"/>
                </a:lnTo>
                <a:lnTo>
                  <a:pt x="1350027" y="142798"/>
                </a:lnTo>
                <a:lnTo>
                  <a:pt x="1350027" y="61322"/>
                </a:lnTo>
                <a:lnTo>
                  <a:pt x="1336948" y="58749"/>
                </a:lnTo>
                <a:lnTo>
                  <a:pt x="1336948" y="51673"/>
                </a:lnTo>
                <a:lnTo>
                  <a:pt x="1379294" y="51673"/>
                </a:lnTo>
                <a:lnTo>
                  <a:pt x="1380474" y="72578"/>
                </a:lnTo>
                <a:close/>
                <a:moveTo>
                  <a:pt x="1477845" y="155556"/>
                </a:moveTo>
                <a:lnTo>
                  <a:pt x="1437536" y="61322"/>
                </a:lnTo>
                <a:lnTo>
                  <a:pt x="1430460" y="58749"/>
                </a:lnTo>
                <a:lnTo>
                  <a:pt x="1430460" y="51673"/>
                </a:lnTo>
                <a:lnTo>
                  <a:pt x="1482026" y="51673"/>
                </a:lnTo>
                <a:lnTo>
                  <a:pt x="1482026" y="58749"/>
                </a:lnTo>
                <a:lnTo>
                  <a:pt x="1470019" y="61536"/>
                </a:lnTo>
                <a:lnTo>
                  <a:pt x="1493712" y="117283"/>
                </a:lnTo>
                <a:lnTo>
                  <a:pt x="1514831" y="61322"/>
                </a:lnTo>
                <a:lnTo>
                  <a:pt x="1503038" y="58749"/>
                </a:lnTo>
                <a:lnTo>
                  <a:pt x="1503038" y="51673"/>
                </a:lnTo>
                <a:lnTo>
                  <a:pt x="1535951" y="51673"/>
                </a:lnTo>
                <a:lnTo>
                  <a:pt x="1535951" y="58749"/>
                </a:lnTo>
                <a:lnTo>
                  <a:pt x="1528661" y="60893"/>
                </a:lnTo>
                <a:lnTo>
                  <a:pt x="1488887" y="158772"/>
                </a:lnTo>
                <a:cubicBezTo>
                  <a:pt x="1484313" y="170422"/>
                  <a:pt x="1480311" y="178873"/>
                  <a:pt x="1476880" y="184126"/>
                </a:cubicBezTo>
                <a:cubicBezTo>
                  <a:pt x="1473450" y="189379"/>
                  <a:pt x="1469644" y="193310"/>
                  <a:pt x="1465463" y="195919"/>
                </a:cubicBezTo>
                <a:cubicBezTo>
                  <a:pt x="1461282" y="198528"/>
                  <a:pt x="1456511" y="199832"/>
                  <a:pt x="1451151" y="199832"/>
                </a:cubicBezTo>
                <a:cubicBezTo>
                  <a:pt x="1445362" y="199832"/>
                  <a:pt x="1439465" y="199153"/>
                  <a:pt x="1433462" y="197795"/>
                </a:cubicBezTo>
                <a:lnTo>
                  <a:pt x="1433462" y="171851"/>
                </a:lnTo>
                <a:lnTo>
                  <a:pt x="1439894" y="171851"/>
                </a:lnTo>
                <a:lnTo>
                  <a:pt x="1444504" y="185359"/>
                </a:lnTo>
                <a:cubicBezTo>
                  <a:pt x="1446577" y="187003"/>
                  <a:pt x="1449221" y="187825"/>
                  <a:pt x="1452437" y="187825"/>
                </a:cubicBezTo>
                <a:cubicBezTo>
                  <a:pt x="1455153" y="187825"/>
                  <a:pt x="1457547" y="187182"/>
                  <a:pt x="1459620" y="185895"/>
                </a:cubicBezTo>
                <a:cubicBezTo>
                  <a:pt x="1461693" y="184609"/>
                  <a:pt x="1463640" y="182750"/>
                  <a:pt x="1465463" y="180320"/>
                </a:cubicBezTo>
                <a:cubicBezTo>
                  <a:pt x="1467285" y="177890"/>
                  <a:pt x="1469018" y="174906"/>
                  <a:pt x="1470662" y="171369"/>
                </a:cubicBezTo>
                <a:cubicBezTo>
                  <a:pt x="1472306" y="167831"/>
                  <a:pt x="1474700" y="162560"/>
                  <a:pt x="1477845" y="155556"/>
                </a:cubicBezTo>
                <a:close/>
                <a:moveTo>
                  <a:pt x="1626793" y="144621"/>
                </a:moveTo>
                <a:lnTo>
                  <a:pt x="1626793" y="152447"/>
                </a:lnTo>
                <a:lnTo>
                  <a:pt x="1583053" y="152447"/>
                </a:lnTo>
                <a:lnTo>
                  <a:pt x="1583053" y="144621"/>
                </a:lnTo>
                <a:lnTo>
                  <a:pt x="1593773" y="141726"/>
                </a:lnTo>
                <a:lnTo>
                  <a:pt x="1644911" y="7504"/>
                </a:lnTo>
                <a:lnTo>
                  <a:pt x="1676000" y="7504"/>
                </a:lnTo>
                <a:lnTo>
                  <a:pt x="1726923" y="141726"/>
                </a:lnTo>
                <a:lnTo>
                  <a:pt x="1737858" y="144621"/>
                </a:lnTo>
                <a:lnTo>
                  <a:pt x="1737858" y="152447"/>
                </a:lnTo>
                <a:lnTo>
                  <a:pt x="1673856" y="152447"/>
                </a:lnTo>
                <a:lnTo>
                  <a:pt x="1673856" y="144621"/>
                </a:lnTo>
                <a:lnTo>
                  <a:pt x="1690473" y="141726"/>
                </a:lnTo>
                <a:lnTo>
                  <a:pt x="1676751" y="104419"/>
                </a:lnTo>
                <a:lnTo>
                  <a:pt x="1621540" y="104419"/>
                </a:lnTo>
                <a:lnTo>
                  <a:pt x="1608353" y="141726"/>
                </a:lnTo>
                <a:lnTo>
                  <a:pt x="1626793" y="144621"/>
                </a:lnTo>
                <a:moveTo>
                  <a:pt x="1649628" y="29160"/>
                </a:moveTo>
                <a:lnTo>
                  <a:pt x="1625935" y="92626"/>
                </a:lnTo>
                <a:lnTo>
                  <a:pt x="1672677" y="92626"/>
                </a:lnTo>
                <a:lnTo>
                  <a:pt x="1649628" y="29160"/>
                </a:lnTo>
                <a:close/>
                <a:moveTo>
                  <a:pt x="1785956" y="60357"/>
                </a:moveTo>
                <a:lnTo>
                  <a:pt x="1793246" y="56605"/>
                </a:lnTo>
                <a:cubicBezTo>
                  <a:pt x="1803252" y="51459"/>
                  <a:pt x="1812257" y="48886"/>
                  <a:pt x="1820262" y="48886"/>
                </a:cubicBezTo>
                <a:cubicBezTo>
                  <a:pt x="1838844" y="48886"/>
                  <a:pt x="1848136" y="58796"/>
                  <a:pt x="1848136" y="78615"/>
                </a:cubicBezTo>
                <a:lnTo>
                  <a:pt x="1848136" y="142798"/>
                </a:lnTo>
                <a:lnTo>
                  <a:pt x="1858213" y="145371"/>
                </a:lnTo>
                <a:lnTo>
                  <a:pt x="1858213" y="152447"/>
                </a:lnTo>
                <a:lnTo>
                  <a:pt x="1808148" y="152447"/>
                </a:lnTo>
                <a:lnTo>
                  <a:pt x="1808148" y="145371"/>
                </a:lnTo>
                <a:lnTo>
                  <a:pt x="1817153" y="142798"/>
                </a:lnTo>
                <a:lnTo>
                  <a:pt x="1817153" y="82790"/>
                </a:lnTo>
                <a:cubicBezTo>
                  <a:pt x="1817153" y="76777"/>
                  <a:pt x="1815885" y="72089"/>
                  <a:pt x="1813347" y="68726"/>
                </a:cubicBezTo>
                <a:cubicBezTo>
                  <a:pt x="1810810" y="65362"/>
                  <a:pt x="1807183" y="63680"/>
                  <a:pt x="1802466" y="63680"/>
                </a:cubicBezTo>
                <a:cubicBezTo>
                  <a:pt x="1797034" y="63680"/>
                  <a:pt x="1791602" y="64896"/>
                  <a:pt x="1786171" y="67329"/>
                </a:cubicBezTo>
                <a:lnTo>
                  <a:pt x="1786171" y="142798"/>
                </a:lnTo>
                <a:lnTo>
                  <a:pt x="1795390" y="145371"/>
                </a:lnTo>
                <a:lnTo>
                  <a:pt x="1795390" y="152447"/>
                </a:lnTo>
                <a:lnTo>
                  <a:pt x="1745325" y="152447"/>
                </a:lnTo>
                <a:lnTo>
                  <a:pt x="1745325" y="145371"/>
                </a:lnTo>
                <a:lnTo>
                  <a:pt x="1755188" y="142798"/>
                </a:lnTo>
                <a:lnTo>
                  <a:pt x="1755188" y="61322"/>
                </a:lnTo>
                <a:lnTo>
                  <a:pt x="1745325" y="58749"/>
                </a:lnTo>
                <a:lnTo>
                  <a:pt x="1745325" y="51673"/>
                </a:lnTo>
                <a:lnTo>
                  <a:pt x="1784455" y="51673"/>
                </a:lnTo>
                <a:lnTo>
                  <a:pt x="1785956" y="60357"/>
                </a:lnTo>
                <a:close/>
                <a:moveTo>
                  <a:pt x="1920038" y="49315"/>
                </a:moveTo>
                <a:cubicBezTo>
                  <a:pt x="1945267" y="49315"/>
                  <a:pt x="1957881" y="58617"/>
                  <a:pt x="1957881" y="77222"/>
                </a:cubicBezTo>
                <a:lnTo>
                  <a:pt x="1957881" y="142798"/>
                </a:lnTo>
                <a:lnTo>
                  <a:pt x="1967959" y="145371"/>
                </a:lnTo>
                <a:lnTo>
                  <a:pt x="1967959" y="152447"/>
                </a:lnTo>
                <a:lnTo>
                  <a:pt x="1930865" y="152447"/>
                </a:lnTo>
                <a:lnTo>
                  <a:pt x="1928507" y="144728"/>
                </a:lnTo>
                <a:cubicBezTo>
                  <a:pt x="1922932" y="148516"/>
                  <a:pt x="1917894" y="151107"/>
                  <a:pt x="1913391" y="152500"/>
                </a:cubicBezTo>
                <a:cubicBezTo>
                  <a:pt x="1908888" y="153894"/>
                  <a:pt x="1904350" y="154591"/>
                  <a:pt x="1899776" y="154591"/>
                </a:cubicBezTo>
                <a:cubicBezTo>
                  <a:pt x="1878978" y="154591"/>
                  <a:pt x="1868579" y="144568"/>
                  <a:pt x="1868579" y="124523"/>
                </a:cubicBezTo>
                <a:cubicBezTo>
                  <a:pt x="1868579" y="116934"/>
                  <a:pt x="1870115" y="110867"/>
                  <a:pt x="1873189" y="106321"/>
                </a:cubicBezTo>
                <a:cubicBezTo>
                  <a:pt x="1876262" y="101774"/>
                  <a:pt x="1880693" y="98408"/>
                  <a:pt x="1886482" y="96224"/>
                </a:cubicBezTo>
                <a:cubicBezTo>
                  <a:pt x="1892271" y="94040"/>
                  <a:pt x="1901384" y="92805"/>
                  <a:pt x="1913820" y="92519"/>
                </a:cubicBezTo>
                <a:lnTo>
                  <a:pt x="1926899" y="92197"/>
                </a:lnTo>
                <a:lnTo>
                  <a:pt x="1926899" y="77510"/>
                </a:lnTo>
                <a:cubicBezTo>
                  <a:pt x="1926899" y="65360"/>
                  <a:pt x="1921932" y="59285"/>
                  <a:pt x="1911997" y="59285"/>
                </a:cubicBezTo>
                <a:cubicBezTo>
                  <a:pt x="1905994" y="59285"/>
                  <a:pt x="1899275" y="61143"/>
                  <a:pt x="1891842" y="64860"/>
                </a:cubicBezTo>
                <a:lnTo>
                  <a:pt x="1887769" y="77403"/>
                </a:lnTo>
                <a:lnTo>
                  <a:pt x="1880693" y="77403"/>
                </a:lnTo>
                <a:lnTo>
                  <a:pt x="1880693" y="53067"/>
                </a:lnTo>
                <a:cubicBezTo>
                  <a:pt x="1891485" y="51423"/>
                  <a:pt x="1899418" y="50387"/>
                  <a:pt x="1904493" y="49958"/>
                </a:cubicBezTo>
                <a:cubicBezTo>
                  <a:pt x="1909567" y="49529"/>
                  <a:pt x="1914749" y="49315"/>
                  <a:pt x="1920038" y="49315"/>
                </a:cubicBezTo>
                <a:moveTo>
                  <a:pt x="1926899" y="101738"/>
                </a:moveTo>
                <a:lnTo>
                  <a:pt x="1917894" y="102060"/>
                </a:lnTo>
                <a:cubicBezTo>
                  <a:pt x="1910961" y="102348"/>
                  <a:pt x="1906154" y="104176"/>
                  <a:pt x="1903474" y="107544"/>
                </a:cubicBezTo>
                <a:cubicBezTo>
                  <a:pt x="1900794" y="110912"/>
                  <a:pt x="1899454" y="116359"/>
                  <a:pt x="1899454" y="123883"/>
                </a:cubicBezTo>
                <a:cubicBezTo>
                  <a:pt x="1899454" y="129974"/>
                  <a:pt x="1900526" y="134453"/>
                  <a:pt x="1902670" y="137321"/>
                </a:cubicBezTo>
                <a:cubicBezTo>
                  <a:pt x="1904814" y="140186"/>
                  <a:pt x="1907602" y="141619"/>
                  <a:pt x="1911032" y="141619"/>
                </a:cubicBezTo>
                <a:cubicBezTo>
                  <a:pt x="1915892" y="141619"/>
                  <a:pt x="1921181" y="140365"/>
                  <a:pt x="1926899" y="137857"/>
                </a:cubicBezTo>
                <a:lnTo>
                  <a:pt x="1926899" y="101738"/>
                </a:lnTo>
                <a:close/>
                <a:moveTo>
                  <a:pt x="2017488" y="142798"/>
                </a:moveTo>
                <a:lnTo>
                  <a:pt x="2028530" y="145371"/>
                </a:lnTo>
                <a:lnTo>
                  <a:pt x="2028530" y="152447"/>
                </a:lnTo>
                <a:lnTo>
                  <a:pt x="1975570" y="152447"/>
                </a:lnTo>
                <a:lnTo>
                  <a:pt x="1975570" y="145371"/>
                </a:lnTo>
                <a:lnTo>
                  <a:pt x="1986505" y="142798"/>
                </a:lnTo>
                <a:lnTo>
                  <a:pt x="1986505" y="9649"/>
                </a:lnTo>
                <a:lnTo>
                  <a:pt x="1976214" y="7076"/>
                </a:lnTo>
                <a:lnTo>
                  <a:pt x="1976214" y="0"/>
                </a:lnTo>
                <a:lnTo>
                  <a:pt x="2017488" y="0"/>
                </a:lnTo>
                <a:lnTo>
                  <a:pt x="2017488" y="142798"/>
                </a:lnTo>
                <a:close/>
                <a:moveTo>
                  <a:pt x="2081629" y="155556"/>
                </a:moveTo>
                <a:lnTo>
                  <a:pt x="2041319" y="61322"/>
                </a:lnTo>
                <a:lnTo>
                  <a:pt x="2034244" y="58749"/>
                </a:lnTo>
                <a:lnTo>
                  <a:pt x="2034244" y="51673"/>
                </a:lnTo>
                <a:lnTo>
                  <a:pt x="2085810" y="51673"/>
                </a:lnTo>
                <a:lnTo>
                  <a:pt x="2085810" y="58749"/>
                </a:lnTo>
                <a:lnTo>
                  <a:pt x="2073803" y="61536"/>
                </a:lnTo>
                <a:lnTo>
                  <a:pt x="2097495" y="117283"/>
                </a:lnTo>
                <a:lnTo>
                  <a:pt x="2118615" y="61322"/>
                </a:lnTo>
                <a:lnTo>
                  <a:pt x="2106822" y="58749"/>
                </a:lnTo>
                <a:lnTo>
                  <a:pt x="2106822" y="51673"/>
                </a:lnTo>
                <a:lnTo>
                  <a:pt x="2139734" y="51673"/>
                </a:lnTo>
                <a:lnTo>
                  <a:pt x="2139734" y="58749"/>
                </a:lnTo>
                <a:lnTo>
                  <a:pt x="2132444" y="60893"/>
                </a:lnTo>
                <a:lnTo>
                  <a:pt x="2092671" y="158772"/>
                </a:lnTo>
                <a:cubicBezTo>
                  <a:pt x="2088097" y="170422"/>
                  <a:pt x="2084094" y="178873"/>
                  <a:pt x="2080664" y="184126"/>
                </a:cubicBezTo>
                <a:cubicBezTo>
                  <a:pt x="2077233" y="189379"/>
                  <a:pt x="2073427" y="193310"/>
                  <a:pt x="2069246" y="195919"/>
                </a:cubicBezTo>
                <a:cubicBezTo>
                  <a:pt x="2065065" y="198528"/>
                  <a:pt x="2060295" y="199832"/>
                  <a:pt x="2054934" y="199832"/>
                </a:cubicBezTo>
                <a:cubicBezTo>
                  <a:pt x="2049145" y="199832"/>
                  <a:pt x="2043249" y="199153"/>
                  <a:pt x="2037245" y="197795"/>
                </a:cubicBezTo>
                <a:lnTo>
                  <a:pt x="2037245" y="171851"/>
                </a:lnTo>
                <a:lnTo>
                  <a:pt x="2043678" y="171851"/>
                </a:lnTo>
                <a:lnTo>
                  <a:pt x="2048288" y="185359"/>
                </a:lnTo>
                <a:cubicBezTo>
                  <a:pt x="2050360" y="187003"/>
                  <a:pt x="2053005" y="187825"/>
                  <a:pt x="2056221" y="187825"/>
                </a:cubicBezTo>
                <a:cubicBezTo>
                  <a:pt x="2058937" y="187825"/>
                  <a:pt x="2061331" y="187182"/>
                  <a:pt x="2063404" y="185895"/>
                </a:cubicBezTo>
                <a:cubicBezTo>
                  <a:pt x="2065476" y="184609"/>
                  <a:pt x="2067424" y="182750"/>
                  <a:pt x="2069246" y="180320"/>
                </a:cubicBezTo>
                <a:cubicBezTo>
                  <a:pt x="2071069" y="177890"/>
                  <a:pt x="2072802" y="174906"/>
                  <a:pt x="2074446" y="171369"/>
                </a:cubicBezTo>
                <a:cubicBezTo>
                  <a:pt x="2076090" y="167831"/>
                  <a:pt x="2078484" y="162560"/>
                  <a:pt x="2081629" y="155556"/>
                </a:cubicBezTo>
                <a:close/>
                <a:moveTo>
                  <a:pt x="2221961" y="120466"/>
                </a:moveTo>
                <a:cubicBezTo>
                  <a:pt x="2221961" y="131698"/>
                  <a:pt x="2218513" y="140194"/>
                  <a:pt x="2211616" y="145954"/>
                </a:cubicBezTo>
                <a:cubicBezTo>
                  <a:pt x="2204719" y="151712"/>
                  <a:pt x="2194695" y="154591"/>
                  <a:pt x="2181544" y="154591"/>
                </a:cubicBezTo>
                <a:cubicBezTo>
                  <a:pt x="2176113" y="154591"/>
                  <a:pt x="2170127" y="154001"/>
                  <a:pt x="2163587" y="152822"/>
                </a:cubicBezTo>
                <a:cubicBezTo>
                  <a:pt x="2157048" y="151643"/>
                  <a:pt x="2152099" y="150410"/>
                  <a:pt x="2148739" y="149123"/>
                </a:cubicBezTo>
                <a:lnTo>
                  <a:pt x="2148739" y="121679"/>
                </a:lnTo>
                <a:lnTo>
                  <a:pt x="2155815" y="121679"/>
                </a:lnTo>
                <a:lnTo>
                  <a:pt x="2159889" y="135830"/>
                </a:lnTo>
                <a:cubicBezTo>
                  <a:pt x="2162390" y="138331"/>
                  <a:pt x="2165678" y="140422"/>
                  <a:pt x="2169752" y="142101"/>
                </a:cubicBezTo>
                <a:cubicBezTo>
                  <a:pt x="2173826" y="143781"/>
                  <a:pt x="2177971" y="144621"/>
                  <a:pt x="2182188" y="144621"/>
                </a:cubicBezTo>
                <a:cubicBezTo>
                  <a:pt x="2188406" y="144621"/>
                  <a:pt x="2193033" y="143278"/>
                  <a:pt x="2196071" y="140594"/>
                </a:cubicBezTo>
                <a:cubicBezTo>
                  <a:pt x="2199108" y="137909"/>
                  <a:pt x="2200627" y="134491"/>
                  <a:pt x="2200627" y="130339"/>
                </a:cubicBezTo>
                <a:cubicBezTo>
                  <a:pt x="2200627" y="126404"/>
                  <a:pt x="2199162" y="123256"/>
                  <a:pt x="2196232" y="120895"/>
                </a:cubicBezTo>
                <a:cubicBezTo>
                  <a:pt x="2193301" y="118534"/>
                  <a:pt x="2186905" y="115816"/>
                  <a:pt x="2177042" y="112740"/>
                </a:cubicBezTo>
                <a:cubicBezTo>
                  <a:pt x="2166679" y="109520"/>
                  <a:pt x="2159335" y="105120"/>
                  <a:pt x="2155011" y="99541"/>
                </a:cubicBezTo>
                <a:cubicBezTo>
                  <a:pt x="2150687" y="93959"/>
                  <a:pt x="2148525" y="87090"/>
                  <a:pt x="2148525" y="78934"/>
                </a:cubicBezTo>
                <a:cubicBezTo>
                  <a:pt x="2148525" y="69777"/>
                  <a:pt x="2151920" y="62480"/>
                  <a:pt x="2158710" y="57044"/>
                </a:cubicBezTo>
                <a:cubicBezTo>
                  <a:pt x="2165499" y="51605"/>
                  <a:pt x="2174254" y="48886"/>
                  <a:pt x="2184975" y="48886"/>
                </a:cubicBezTo>
                <a:cubicBezTo>
                  <a:pt x="2192337" y="48886"/>
                  <a:pt x="2202235" y="49922"/>
                  <a:pt x="2214671" y="51995"/>
                </a:cubicBezTo>
                <a:lnTo>
                  <a:pt x="2214671" y="77832"/>
                </a:lnTo>
                <a:lnTo>
                  <a:pt x="2207596" y="77832"/>
                </a:lnTo>
                <a:lnTo>
                  <a:pt x="2204165" y="66039"/>
                </a:lnTo>
                <a:cubicBezTo>
                  <a:pt x="2202092" y="63966"/>
                  <a:pt x="2199180" y="62269"/>
                  <a:pt x="2195428" y="60947"/>
                </a:cubicBezTo>
                <a:cubicBezTo>
                  <a:pt x="2191675" y="59624"/>
                  <a:pt x="2188120" y="58963"/>
                  <a:pt x="2184761" y="58963"/>
                </a:cubicBezTo>
                <a:cubicBezTo>
                  <a:pt x="2179615" y="58963"/>
                  <a:pt x="2175809" y="60020"/>
                  <a:pt x="2173343" y="62133"/>
                </a:cubicBezTo>
                <a:cubicBezTo>
                  <a:pt x="2170877" y="64245"/>
                  <a:pt x="2169645" y="67128"/>
                  <a:pt x="2169645" y="70779"/>
                </a:cubicBezTo>
                <a:cubicBezTo>
                  <a:pt x="2169645" y="74572"/>
                  <a:pt x="2171181" y="77684"/>
                  <a:pt x="2174254" y="80116"/>
                </a:cubicBezTo>
                <a:cubicBezTo>
                  <a:pt x="2177328" y="82549"/>
                  <a:pt x="2183653" y="85195"/>
                  <a:pt x="2193230" y="88056"/>
                </a:cubicBezTo>
                <a:cubicBezTo>
                  <a:pt x="2203665" y="91277"/>
                  <a:pt x="2211062" y="95516"/>
                  <a:pt x="2215422" y="100774"/>
                </a:cubicBezTo>
                <a:cubicBezTo>
                  <a:pt x="2219781" y="106031"/>
                  <a:pt x="2221961" y="112595"/>
                  <a:pt x="2221961" y="120466"/>
                </a:cubicBezTo>
                <a:close/>
                <a:moveTo>
                  <a:pt x="2274028" y="142798"/>
                </a:moveTo>
                <a:lnTo>
                  <a:pt x="2285070" y="145371"/>
                </a:lnTo>
                <a:lnTo>
                  <a:pt x="2285070" y="152447"/>
                </a:lnTo>
                <a:lnTo>
                  <a:pt x="2232111" y="152447"/>
                </a:lnTo>
                <a:lnTo>
                  <a:pt x="2232111" y="145371"/>
                </a:lnTo>
                <a:lnTo>
                  <a:pt x="2243046" y="142798"/>
                </a:lnTo>
                <a:lnTo>
                  <a:pt x="2243046" y="61322"/>
                </a:lnTo>
                <a:lnTo>
                  <a:pt x="2232754" y="58749"/>
                </a:lnTo>
                <a:lnTo>
                  <a:pt x="2232754" y="51673"/>
                </a:lnTo>
                <a:lnTo>
                  <a:pt x="2274028" y="51673"/>
                </a:lnTo>
                <a:lnTo>
                  <a:pt x="2274028" y="142798"/>
                </a:lnTo>
                <a:moveTo>
                  <a:pt x="2241974" y="16510"/>
                </a:moveTo>
                <a:cubicBezTo>
                  <a:pt x="2241974" y="11864"/>
                  <a:pt x="2243600" y="7969"/>
                  <a:pt x="2246851" y="4824"/>
                </a:cubicBezTo>
                <a:cubicBezTo>
                  <a:pt x="2250103" y="1680"/>
                  <a:pt x="2253981" y="107"/>
                  <a:pt x="2258483" y="107"/>
                </a:cubicBezTo>
                <a:cubicBezTo>
                  <a:pt x="2263057" y="107"/>
                  <a:pt x="2266935" y="1697"/>
                  <a:pt x="2270115" y="4878"/>
                </a:cubicBezTo>
                <a:cubicBezTo>
                  <a:pt x="2273296" y="8058"/>
                  <a:pt x="2274886" y="11936"/>
                  <a:pt x="2274886" y="16510"/>
                </a:cubicBezTo>
                <a:cubicBezTo>
                  <a:pt x="2274886" y="21012"/>
                  <a:pt x="2273313" y="24890"/>
                  <a:pt x="2270169" y="28142"/>
                </a:cubicBezTo>
                <a:cubicBezTo>
                  <a:pt x="2267024" y="31393"/>
                  <a:pt x="2263129" y="33019"/>
                  <a:pt x="2258483" y="33019"/>
                </a:cubicBezTo>
                <a:cubicBezTo>
                  <a:pt x="2253909" y="33019"/>
                  <a:pt x="2250014" y="31429"/>
                  <a:pt x="2246798" y="28249"/>
                </a:cubicBezTo>
                <a:cubicBezTo>
                  <a:pt x="2243582" y="25068"/>
                  <a:pt x="2241974" y="21155"/>
                  <a:pt x="2241974" y="16510"/>
                </a:cubicBezTo>
                <a:close/>
                <a:moveTo>
                  <a:pt x="2368187" y="120466"/>
                </a:moveTo>
                <a:cubicBezTo>
                  <a:pt x="2368187" y="131698"/>
                  <a:pt x="2364738" y="140194"/>
                  <a:pt x="2357841" y="145954"/>
                </a:cubicBezTo>
                <a:cubicBezTo>
                  <a:pt x="2350945" y="151712"/>
                  <a:pt x="2340921" y="154591"/>
                  <a:pt x="2327770" y="154591"/>
                </a:cubicBezTo>
                <a:cubicBezTo>
                  <a:pt x="2322338" y="154591"/>
                  <a:pt x="2316353" y="154001"/>
                  <a:pt x="2309813" y="152822"/>
                </a:cubicBezTo>
                <a:cubicBezTo>
                  <a:pt x="2303274" y="151643"/>
                  <a:pt x="2298324" y="150410"/>
                  <a:pt x="2294965" y="149123"/>
                </a:cubicBezTo>
                <a:lnTo>
                  <a:pt x="2294965" y="121679"/>
                </a:lnTo>
                <a:lnTo>
                  <a:pt x="2302041" y="121679"/>
                </a:lnTo>
                <a:lnTo>
                  <a:pt x="2306115" y="135830"/>
                </a:lnTo>
                <a:cubicBezTo>
                  <a:pt x="2308616" y="138331"/>
                  <a:pt x="2311904" y="140422"/>
                  <a:pt x="2315978" y="142101"/>
                </a:cubicBezTo>
                <a:cubicBezTo>
                  <a:pt x="2320051" y="143781"/>
                  <a:pt x="2324197" y="144621"/>
                  <a:pt x="2328413" y="144621"/>
                </a:cubicBezTo>
                <a:cubicBezTo>
                  <a:pt x="2334631" y="144621"/>
                  <a:pt x="2339259" y="143278"/>
                  <a:pt x="2342297" y="140594"/>
                </a:cubicBezTo>
                <a:cubicBezTo>
                  <a:pt x="2345334" y="137909"/>
                  <a:pt x="2346853" y="134491"/>
                  <a:pt x="2346853" y="130339"/>
                </a:cubicBezTo>
                <a:cubicBezTo>
                  <a:pt x="2346853" y="126404"/>
                  <a:pt x="2345388" y="123256"/>
                  <a:pt x="2342457" y="120895"/>
                </a:cubicBezTo>
                <a:cubicBezTo>
                  <a:pt x="2339527" y="118534"/>
                  <a:pt x="2333130" y="115816"/>
                  <a:pt x="2323268" y="112740"/>
                </a:cubicBezTo>
                <a:cubicBezTo>
                  <a:pt x="2312904" y="109520"/>
                  <a:pt x="2305561" y="105120"/>
                  <a:pt x="2301237" y="99541"/>
                </a:cubicBezTo>
                <a:cubicBezTo>
                  <a:pt x="2296913" y="93959"/>
                  <a:pt x="2294751" y="87090"/>
                  <a:pt x="2294751" y="78934"/>
                </a:cubicBezTo>
                <a:cubicBezTo>
                  <a:pt x="2294751" y="69777"/>
                  <a:pt x="2298146" y="62480"/>
                  <a:pt x="2304935" y="57044"/>
                </a:cubicBezTo>
                <a:cubicBezTo>
                  <a:pt x="2311725" y="51605"/>
                  <a:pt x="2320480" y="48886"/>
                  <a:pt x="2331201" y="48886"/>
                </a:cubicBezTo>
                <a:cubicBezTo>
                  <a:pt x="2338562" y="48886"/>
                  <a:pt x="2348461" y="49922"/>
                  <a:pt x="2360897" y="51995"/>
                </a:cubicBezTo>
                <a:lnTo>
                  <a:pt x="2360897" y="77832"/>
                </a:lnTo>
                <a:lnTo>
                  <a:pt x="2353821" y="77832"/>
                </a:lnTo>
                <a:lnTo>
                  <a:pt x="2350391" y="66039"/>
                </a:lnTo>
                <a:cubicBezTo>
                  <a:pt x="2348318" y="63966"/>
                  <a:pt x="2345406" y="62269"/>
                  <a:pt x="2341653" y="60947"/>
                </a:cubicBezTo>
                <a:cubicBezTo>
                  <a:pt x="2337901" y="59624"/>
                  <a:pt x="2334345" y="58963"/>
                  <a:pt x="2330986" y="58963"/>
                </a:cubicBezTo>
                <a:cubicBezTo>
                  <a:pt x="2325840" y="58963"/>
                  <a:pt x="2322035" y="60020"/>
                  <a:pt x="2319569" y="62133"/>
                </a:cubicBezTo>
                <a:cubicBezTo>
                  <a:pt x="2317103" y="64245"/>
                  <a:pt x="2315870" y="67128"/>
                  <a:pt x="2315870" y="70779"/>
                </a:cubicBezTo>
                <a:cubicBezTo>
                  <a:pt x="2315870" y="74572"/>
                  <a:pt x="2317407" y="77684"/>
                  <a:pt x="2320480" y="80116"/>
                </a:cubicBezTo>
                <a:cubicBezTo>
                  <a:pt x="2323553" y="82549"/>
                  <a:pt x="2329879" y="85195"/>
                  <a:pt x="2339456" y="88056"/>
                </a:cubicBezTo>
                <a:cubicBezTo>
                  <a:pt x="2349890" y="91277"/>
                  <a:pt x="2357288" y="95516"/>
                  <a:pt x="2361647" y="100774"/>
                </a:cubicBezTo>
                <a:cubicBezTo>
                  <a:pt x="2366007" y="106031"/>
                  <a:pt x="2368187" y="112595"/>
                  <a:pt x="2368187" y="120466"/>
                </a:cubicBezTo>
                <a:close/>
                <a:moveTo>
                  <a:pt x="2467317" y="99433"/>
                </a:moveTo>
                <a:cubicBezTo>
                  <a:pt x="2467317" y="116381"/>
                  <a:pt x="2468229" y="130040"/>
                  <a:pt x="2470051" y="140410"/>
                </a:cubicBezTo>
                <a:cubicBezTo>
                  <a:pt x="2471874" y="150777"/>
                  <a:pt x="2474768" y="159894"/>
                  <a:pt x="2478735" y="167761"/>
                </a:cubicBezTo>
                <a:cubicBezTo>
                  <a:pt x="2482701" y="175627"/>
                  <a:pt x="2487937" y="182027"/>
                  <a:pt x="2494440" y="186960"/>
                </a:cubicBezTo>
                <a:lnTo>
                  <a:pt x="2494440" y="199189"/>
                </a:lnTo>
                <a:cubicBezTo>
                  <a:pt x="2480289" y="191680"/>
                  <a:pt x="2469229" y="183474"/>
                  <a:pt x="2461260" y="174571"/>
                </a:cubicBezTo>
                <a:cubicBezTo>
                  <a:pt x="2453291" y="165669"/>
                  <a:pt x="2447431" y="155193"/>
                  <a:pt x="2443678" y="143143"/>
                </a:cubicBezTo>
                <a:cubicBezTo>
                  <a:pt x="2439926" y="131094"/>
                  <a:pt x="2438050" y="116488"/>
                  <a:pt x="2438050" y="99326"/>
                </a:cubicBezTo>
                <a:cubicBezTo>
                  <a:pt x="2438050" y="82307"/>
                  <a:pt x="2439926" y="67791"/>
                  <a:pt x="2443678" y="55777"/>
                </a:cubicBezTo>
                <a:cubicBezTo>
                  <a:pt x="2447431" y="43763"/>
                  <a:pt x="2453291" y="33323"/>
                  <a:pt x="2461260" y="24456"/>
                </a:cubicBezTo>
                <a:cubicBezTo>
                  <a:pt x="2469229" y="15590"/>
                  <a:pt x="2480289" y="7437"/>
                  <a:pt x="2494440" y="0"/>
                </a:cubicBezTo>
                <a:lnTo>
                  <a:pt x="2494440" y="12228"/>
                </a:lnTo>
                <a:cubicBezTo>
                  <a:pt x="2487937" y="17162"/>
                  <a:pt x="2482719" y="23526"/>
                  <a:pt x="2478788" y="31321"/>
                </a:cubicBezTo>
                <a:cubicBezTo>
                  <a:pt x="2474857" y="39116"/>
                  <a:pt x="2471963" y="48198"/>
                  <a:pt x="2470105" y="58568"/>
                </a:cubicBezTo>
                <a:cubicBezTo>
                  <a:pt x="2468246" y="68936"/>
                  <a:pt x="2467317" y="82557"/>
                  <a:pt x="2467317" y="99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§5">
            <a:extLst xmlns:a="http://schemas.openxmlformats.org/drawingml/2006/main">
              <a:ext uri="{FF2B5EF4-FFF2-40B4-BE49-F238E27FC236}">
                <a16:creationId xmlns:a16="http://schemas.microsoft.com/office/drawing/2014/main" id="{3835EE75-4782-4FF2-A681-9AF85D7B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468" y="170817"/>
            <a:ext cx="197581" cy="176461"/>
          </a:xfrm>
          <a:custGeom xmlns:a="http://schemas.openxmlformats.org/drawingml/2006/main">
            <a:pathLst>
              <a:path w="197581" h="176461">
                <a:moveTo>
                  <a:pt x="77724" y="144601"/>
                </a:moveTo>
                <a:cubicBezTo>
                  <a:pt x="77724" y="154756"/>
                  <a:pt x="74240" y="162605"/>
                  <a:pt x="67272" y="168146"/>
                </a:cubicBezTo>
                <a:cubicBezTo>
                  <a:pt x="60303" y="173689"/>
                  <a:pt x="50315" y="176461"/>
                  <a:pt x="37308" y="176461"/>
                </a:cubicBezTo>
                <a:cubicBezTo>
                  <a:pt x="31876" y="176461"/>
                  <a:pt x="25890" y="175871"/>
                  <a:pt x="19351" y="174692"/>
                </a:cubicBezTo>
                <a:cubicBezTo>
                  <a:pt x="12811" y="173513"/>
                  <a:pt x="7862" y="172280"/>
                  <a:pt x="4503" y="170993"/>
                </a:cubicBezTo>
                <a:lnTo>
                  <a:pt x="4503" y="143013"/>
                </a:lnTo>
                <a:lnTo>
                  <a:pt x="11578" y="143013"/>
                </a:lnTo>
                <a:lnTo>
                  <a:pt x="15652" y="157164"/>
                </a:lnTo>
                <a:cubicBezTo>
                  <a:pt x="18439" y="159951"/>
                  <a:pt x="21870" y="162203"/>
                  <a:pt x="25944" y="163918"/>
                </a:cubicBezTo>
                <a:cubicBezTo>
                  <a:pt x="30018" y="165633"/>
                  <a:pt x="34020" y="166491"/>
                  <a:pt x="37951" y="166491"/>
                </a:cubicBezTo>
                <a:cubicBezTo>
                  <a:pt x="43740" y="166491"/>
                  <a:pt x="48207" y="165150"/>
                  <a:pt x="51352" y="162467"/>
                </a:cubicBezTo>
                <a:cubicBezTo>
                  <a:pt x="54496" y="159785"/>
                  <a:pt x="56069" y="156369"/>
                  <a:pt x="56069" y="152219"/>
                </a:cubicBezTo>
                <a:cubicBezTo>
                  <a:pt x="56069" y="148000"/>
                  <a:pt x="54586" y="144156"/>
                  <a:pt x="51620" y="140688"/>
                </a:cubicBezTo>
                <a:cubicBezTo>
                  <a:pt x="48654" y="137219"/>
                  <a:pt x="44240" y="133947"/>
                  <a:pt x="38380" y="130872"/>
                </a:cubicBezTo>
                <a:lnTo>
                  <a:pt x="28088" y="125508"/>
                </a:lnTo>
                <a:cubicBezTo>
                  <a:pt x="20441" y="121503"/>
                  <a:pt x="14830" y="117856"/>
                  <a:pt x="11257" y="114566"/>
                </a:cubicBezTo>
                <a:cubicBezTo>
                  <a:pt x="7683" y="111276"/>
                  <a:pt x="4914" y="107540"/>
                  <a:pt x="2948" y="103357"/>
                </a:cubicBezTo>
                <a:cubicBezTo>
                  <a:pt x="983" y="99173"/>
                  <a:pt x="0" y="94399"/>
                  <a:pt x="0" y="89035"/>
                </a:cubicBezTo>
                <a:cubicBezTo>
                  <a:pt x="0" y="81883"/>
                  <a:pt x="2073" y="75733"/>
                  <a:pt x="6218" y="70585"/>
                </a:cubicBezTo>
                <a:cubicBezTo>
                  <a:pt x="10363" y="65437"/>
                  <a:pt x="16081" y="61790"/>
                  <a:pt x="23371" y="59643"/>
                </a:cubicBezTo>
                <a:cubicBezTo>
                  <a:pt x="16653" y="55996"/>
                  <a:pt x="11775" y="51777"/>
                  <a:pt x="8737" y="46986"/>
                </a:cubicBezTo>
                <a:cubicBezTo>
                  <a:pt x="5700" y="42193"/>
                  <a:pt x="4181" y="36544"/>
                  <a:pt x="4181" y="30038"/>
                </a:cubicBezTo>
                <a:cubicBezTo>
                  <a:pt x="4181" y="20883"/>
                  <a:pt x="7576" y="13588"/>
                  <a:pt x="14366" y="8154"/>
                </a:cubicBezTo>
                <a:cubicBezTo>
                  <a:pt x="21155" y="2718"/>
                  <a:pt x="29910" y="0"/>
                  <a:pt x="40631" y="0"/>
                </a:cubicBezTo>
                <a:cubicBezTo>
                  <a:pt x="47993" y="0"/>
                  <a:pt x="57891" y="1036"/>
                  <a:pt x="70327" y="3109"/>
                </a:cubicBezTo>
                <a:lnTo>
                  <a:pt x="70327" y="28946"/>
                </a:lnTo>
                <a:lnTo>
                  <a:pt x="63251" y="28946"/>
                </a:lnTo>
                <a:lnTo>
                  <a:pt x="59821" y="17153"/>
                </a:lnTo>
                <a:cubicBezTo>
                  <a:pt x="57748" y="15080"/>
                  <a:pt x="54836" y="13383"/>
                  <a:pt x="51084" y="12061"/>
                </a:cubicBezTo>
                <a:cubicBezTo>
                  <a:pt x="47331" y="10738"/>
                  <a:pt x="43776" y="10077"/>
                  <a:pt x="40417" y="10077"/>
                </a:cubicBezTo>
                <a:cubicBezTo>
                  <a:pt x="35271" y="10077"/>
                  <a:pt x="31465" y="11133"/>
                  <a:pt x="28999" y="13243"/>
                </a:cubicBezTo>
                <a:cubicBezTo>
                  <a:pt x="26533" y="15354"/>
                  <a:pt x="25301" y="18234"/>
                  <a:pt x="25301" y="21883"/>
                </a:cubicBezTo>
                <a:cubicBezTo>
                  <a:pt x="25301" y="25959"/>
                  <a:pt x="26730" y="29535"/>
                  <a:pt x="29589" y="32611"/>
                </a:cubicBezTo>
                <a:cubicBezTo>
                  <a:pt x="32448" y="35686"/>
                  <a:pt x="36986" y="38547"/>
                  <a:pt x="43204" y="41194"/>
                </a:cubicBezTo>
                <a:cubicBezTo>
                  <a:pt x="54496" y="46128"/>
                  <a:pt x="61911" y="49685"/>
                  <a:pt x="65449" y="51868"/>
                </a:cubicBezTo>
                <a:cubicBezTo>
                  <a:pt x="68987" y="54047"/>
                  <a:pt x="71971" y="56514"/>
                  <a:pt x="74401" y="59268"/>
                </a:cubicBezTo>
                <a:cubicBezTo>
                  <a:pt x="76831" y="62022"/>
                  <a:pt x="78689" y="65080"/>
                  <a:pt x="79976" y="68441"/>
                </a:cubicBezTo>
                <a:cubicBezTo>
                  <a:pt x="81262" y="71800"/>
                  <a:pt x="81905" y="75733"/>
                  <a:pt x="81905" y="80240"/>
                </a:cubicBezTo>
                <a:cubicBezTo>
                  <a:pt x="81905" y="88107"/>
                  <a:pt x="79779" y="94829"/>
                  <a:pt x="75527" y="100408"/>
                </a:cubicBezTo>
                <a:cubicBezTo>
                  <a:pt x="71274" y="105985"/>
                  <a:pt x="65253" y="109917"/>
                  <a:pt x="57462" y="112204"/>
                </a:cubicBezTo>
                <a:cubicBezTo>
                  <a:pt x="64395" y="116497"/>
                  <a:pt x="69505" y="121289"/>
                  <a:pt x="72793" y="126580"/>
                </a:cubicBezTo>
                <a:cubicBezTo>
                  <a:pt x="76080" y="131871"/>
                  <a:pt x="77724" y="137878"/>
                  <a:pt x="77724" y="144601"/>
                </a:cubicBezTo>
                <a:moveTo>
                  <a:pt x="60250" y="87855"/>
                </a:moveTo>
                <a:cubicBezTo>
                  <a:pt x="60250" y="84780"/>
                  <a:pt x="59553" y="82099"/>
                  <a:pt x="58159" y="79811"/>
                </a:cubicBezTo>
                <a:cubicBezTo>
                  <a:pt x="56766" y="77522"/>
                  <a:pt x="54729" y="75413"/>
                  <a:pt x="52048" y="73483"/>
                </a:cubicBezTo>
                <a:cubicBezTo>
                  <a:pt x="49368" y="71551"/>
                  <a:pt x="44562" y="69083"/>
                  <a:pt x="37629" y="66079"/>
                </a:cubicBezTo>
                <a:cubicBezTo>
                  <a:pt x="33055" y="66651"/>
                  <a:pt x="29160" y="68421"/>
                  <a:pt x="25944" y="71389"/>
                </a:cubicBezTo>
                <a:cubicBezTo>
                  <a:pt x="22728" y="74357"/>
                  <a:pt x="21120" y="77522"/>
                  <a:pt x="21120" y="80884"/>
                </a:cubicBezTo>
                <a:cubicBezTo>
                  <a:pt x="21120" y="83888"/>
                  <a:pt x="21834" y="86606"/>
                  <a:pt x="23264" y="89038"/>
                </a:cubicBezTo>
                <a:cubicBezTo>
                  <a:pt x="24693" y="91468"/>
                  <a:pt x="26766" y="93756"/>
                  <a:pt x="29482" y="95902"/>
                </a:cubicBezTo>
                <a:cubicBezTo>
                  <a:pt x="32198" y="98047"/>
                  <a:pt x="37058" y="100978"/>
                  <a:pt x="44062" y="104697"/>
                </a:cubicBezTo>
                <a:cubicBezTo>
                  <a:pt x="48779" y="103839"/>
                  <a:pt x="52656" y="101747"/>
                  <a:pt x="55693" y="98422"/>
                </a:cubicBezTo>
                <a:cubicBezTo>
                  <a:pt x="58731" y="95096"/>
                  <a:pt x="60250" y="91574"/>
                  <a:pt x="60250" y="87855"/>
                </a:cubicBezTo>
                <a:close/>
                <a:moveTo>
                  <a:pt x="147301" y="63895"/>
                </a:moveTo>
                <a:cubicBezTo>
                  <a:pt x="164311" y="63895"/>
                  <a:pt x="176944" y="67401"/>
                  <a:pt x="185199" y="74414"/>
                </a:cubicBezTo>
                <a:cubicBezTo>
                  <a:pt x="193453" y="81427"/>
                  <a:pt x="197581" y="92018"/>
                  <a:pt x="197581" y="106187"/>
                </a:cubicBezTo>
                <a:cubicBezTo>
                  <a:pt x="197581" y="120640"/>
                  <a:pt x="193096" y="131749"/>
                  <a:pt x="184126" y="139515"/>
                </a:cubicBezTo>
                <a:cubicBezTo>
                  <a:pt x="175157" y="147279"/>
                  <a:pt x="162310" y="151160"/>
                  <a:pt x="145586" y="151160"/>
                </a:cubicBezTo>
                <a:cubicBezTo>
                  <a:pt x="132292" y="151160"/>
                  <a:pt x="119070" y="149731"/>
                  <a:pt x="105920" y="146872"/>
                </a:cubicBezTo>
                <a:lnTo>
                  <a:pt x="104633" y="112030"/>
                </a:lnTo>
                <a:lnTo>
                  <a:pt x="114496" y="112030"/>
                </a:lnTo>
                <a:lnTo>
                  <a:pt x="120071" y="135079"/>
                </a:lnTo>
                <a:cubicBezTo>
                  <a:pt x="122858" y="136652"/>
                  <a:pt x="126289" y="137920"/>
                  <a:pt x="130363" y="138885"/>
                </a:cubicBezTo>
                <a:cubicBezTo>
                  <a:pt x="134437" y="139850"/>
                  <a:pt x="138117" y="140333"/>
                  <a:pt x="141405" y="140333"/>
                </a:cubicBezTo>
                <a:cubicBezTo>
                  <a:pt x="157843" y="140333"/>
                  <a:pt x="166062" y="129308"/>
                  <a:pt x="166062" y="107260"/>
                </a:cubicBezTo>
                <a:cubicBezTo>
                  <a:pt x="166062" y="95804"/>
                  <a:pt x="163972" y="87518"/>
                  <a:pt x="159791" y="82401"/>
                </a:cubicBezTo>
                <a:cubicBezTo>
                  <a:pt x="155610" y="77282"/>
                  <a:pt x="148945" y="74723"/>
                  <a:pt x="139797" y="74723"/>
                </a:cubicBezTo>
                <a:cubicBezTo>
                  <a:pt x="134722" y="74723"/>
                  <a:pt x="130077" y="75652"/>
                  <a:pt x="125860" y="77510"/>
                </a:cubicBezTo>
                <a:lnTo>
                  <a:pt x="122537" y="78904"/>
                </a:lnTo>
                <a:lnTo>
                  <a:pt x="111816" y="78904"/>
                </a:lnTo>
                <a:lnTo>
                  <a:pt x="111816" y="5146"/>
                </a:lnTo>
                <a:lnTo>
                  <a:pt x="186860" y="5146"/>
                </a:lnTo>
                <a:lnTo>
                  <a:pt x="186860" y="29053"/>
                </a:lnTo>
                <a:lnTo>
                  <a:pt x="123716" y="29053"/>
                </a:lnTo>
                <a:lnTo>
                  <a:pt x="123716" y="66789"/>
                </a:lnTo>
                <a:cubicBezTo>
                  <a:pt x="132435" y="64860"/>
                  <a:pt x="140297" y="63895"/>
                  <a:pt x="147301" y="63895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)">
            <a:extLst xmlns:a="http://schemas.openxmlformats.org/drawingml/2006/main">
              <a:ext uri="{FF2B5EF4-FFF2-40B4-BE49-F238E27FC236}">
                <a16:creationId xmlns:a16="http://schemas.microsoft.com/office/drawing/2014/main" id="{EDD8F98E-8141-4150-845A-EEDBC2F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164" y="167387"/>
            <a:ext cx="56390" cy="199189"/>
          </a:xfrm>
          <a:custGeom xmlns:a="http://schemas.openxmlformats.org/drawingml/2006/main">
            <a:pathLst>
              <a:path w="56390" h="199189">
                <a:moveTo>
                  <a:pt x="0" y="199189"/>
                </a:moveTo>
                <a:lnTo>
                  <a:pt x="0" y="186960"/>
                </a:lnTo>
                <a:cubicBezTo>
                  <a:pt x="6504" y="181955"/>
                  <a:pt x="11739" y="175520"/>
                  <a:pt x="15706" y="167653"/>
                </a:cubicBezTo>
                <a:cubicBezTo>
                  <a:pt x="19672" y="159787"/>
                  <a:pt x="22567" y="150617"/>
                  <a:pt x="24389" y="140142"/>
                </a:cubicBezTo>
                <a:cubicBezTo>
                  <a:pt x="26212" y="129664"/>
                  <a:pt x="27123" y="116095"/>
                  <a:pt x="27123" y="99433"/>
                </a:cubicBezTo>
                <a:cubicBezTo>
                  <a:pt x="27123" y="82486"/>
                  <a:pt x="26194" y="68828"/>
                  <a:pt x="24336" y="58461"/>
                </a:cubicBezTo>
                <a:cubicBezTo>
                  <a:pt x="22478" y="48091"/>
                  <a:pt x="19583" y="39044"/>
                  <a:pt x="15652" y="31321"/>
                </a:cubicBezTo>
                <a:cubicBezTo>
                  <a:pt x="11721" y="23598"/>
                  <a:pt x="6504" y="17233"/>
                  <a:pt x="0" y="12228"/>
                </a:cubicBezTo>
                <a:lnTo>
                  <a:pt x="0" y="0"/>
                </a:lnTo>
                <a:cubicBezTo>
                  <a:pt x="14294" y="7652"/>
                  <a:pt x="25408" y="15893"/>
                  <a:pt x="33341" y="24724"/>
                </a:cubicBezTo>
                <a:cubicBezTo>
                  <a:pt x="41274" y="33555"/>
                  <a:pt x="47099" y="43960"/>
                  <a:pt x="50816" y="55938"/>
                </a:cubicBezTo>
                <a:cubicBezTo>
                  <a:pt x="54532" y="67916"/>
                  <a:pt x="56390" y="82379"/>
                  <a:pt x="56390" y="99326"/>
                </a:cubicBezTo>
                <a:cubicBezTo>
                  <a:pt x="56390" y="116417"/>
                  <a:pt x="54532" y="130987"/>
                  <a:pt x="50816" y="143036"/>
                </a:cubicBezTo>
                <a:cubicBezTo>
                  <a:pt x="47099" y="155086"/>
                  <a:pt x="41256" y="165562"/>
                  <a:pt x="33287" y="174464"/>
                </a:cubicBezTo>
                <a:cubicBezTo>
                  <a:pt x="25318" y="183367"/>
                  <a:pt x="14223" y="191608"/>
                  <a:pt x="0" y="199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BBF93-9440-4BDF-A5DB-36A3411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9" y="369058"/>
            <a:ext cx="338759" cy="332081"/>
          </a:xfrm>
          <a:custGeom xmlns:a="http://schemas.openxmlformats.org/drawingml/2006/main">
            <a:pathLst>
              <a:path w="338759" h="332081">
                <a:moveTo>
                  <a:pt x="0" y="0"/>
                </a:moveTo>
                <a:lnTo>
                  <a:pt x="338759" y="0"/>
                </a:lnTo>
                <a:lnTo>
                  <a:pt x="338759" y="332081"/>
                </a:lnTo>
                <a:lnTo>
                  <a:pt x="0" y="3320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0E173-EFB2-417C-B4AC-B3B9E74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99" y="369058"/>
            <a:ext cx="338759" cy="332081"/>
          </a:xfrm>
          <a:custGeom xmlns:a="http://schemas.openxmlformats.org/drawingml/2006/main">
            <a:pathLst>
              <a:path w="338759" h="332081" fill="none">
                <a:moveTo>
                  <a:pt x="0" y="0"/>
                </a:moveTo>
                <a:lnTo>
                  <a:pt x="338759" y="0"/>
                </a:lnTo>
                <a:lnTo>
                  <a:pt x="338759" y="332081"/>
                </a:lnTo>
                <a:lnTo>
                  <a:pt x="0" y="332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49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D3AC4-90DB-4220-8C6F-85CEEA43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56" y="1256185"/>
            <a:ext cx="381298" cy="498601"/>
          </a:xfrm>
          <a:custGeom xmlns:a="http://schemas.openxmlformats.org/drawingml/2006/main">
            <a:pathLst>
              <a:path w="381298" h="498601">
                <a:moveTo>
                  <a:pt x="292583" y="0"/>
                </a:moveTo>
                <a:lnTo>
                  <a:pt x="0" y="0"/>
                </a:lnTo>
                <a:lnTo>
                  <a:pt x="0" y="498601"/>
                </a:lnTo>
                <a:lnTo>
                  <a:pt x="381298" y="498601"/>
                </a:lnTo>
                <a:lnTo>
                  <a:pt x="381298" y="87023"/>
                </a:lnTo>
                <a:lnTo>
                  <a:pt x="292583" y="0"/>
                </a:lnTo>
                <a:close/>
                <a:moveTo>
                  <a:pt x="285974" y="37622"/>
                </a:moveTo>
                <a:lnTo>
                  <a:pt x="342967" y="93541"/>
                </a:lnTo>
                <a:lnTo>
                  <a:pt x="285974" y="93541"/>
                </a:lnTo>
                <a:lnTo>
                  <a:pt x="285974" y="37622"/>
                </a:lnTo>
                <a:close/>
                <a:moveTo>
                  <a:pt x="31813" y="467520"/>
                </a:moveTo>
                <a:lnTo>
                  <a:pt x="31813" y="31195"/>
                </a:lnTo>
                <a:lnTo>
                  <a:pt x="254184" y="31195"/>
                </a:lnTo>
                <a:lnTo>
                  <a:pt x="254184" y="124622"/>
                </a:lnTo>
                <a:lnTo>
                  <a:pt x="349508" y="124622"/>
                </a:lnTo>
                <a:lnTo>
                  <a:pt x="349508" y="467520"/>
                </a:lnTo>
                <a:lnTo>
                  <a:pt x="31813" y="467520"/>
                </a:lnTo>
                <a:close/>
                <a:moveTo>
                  <a:pt x="317787" y="249358"/>
                </a:moveTo>
                <a:lnTo>
                  <a:pt x="317787" y="280530"/>
                </a:lnTo>
                <a:lnTo>
                  <a:pt x="63534" y="280530"/>
                </a:lnTo>
                <a:lnTo>
                  <a:pt x="63534" y="249358"/>
                </a:lnTo>
                <a:lnTo>
                  <a:pt x="317787" y="249358"/>
                </a:lnTo>
                <a:close/>
                <a:moveTo>
                  <a:pt x="317787" y="186990"/>
                </a:moveTo>
                <a:lnTo>
                  <a:pt x="317787" y="218162"/>
                </a:lnTo>
                <a:lnTo>
                  <a:pt x="63534" y="218162"/>
                </a:lnTo>
                <a:lnTo>
                  <a:pt x="63534" y="186990"/>
                </a:lnTo>
                <a:lnTo>
                  <a:pt x="317787" y="186990"/>
                </a:lnTo>
                <a:close/>
                <a:moveTo>
                  <a:pt x="254184" y="311612"/>
                </a:moveTo>
                <a:lnTo>
                  <a:pt x="254184" y="342807"/>
                </a:lnTo>
                <a:lnTo>
                  <a:pt x="63534" y="342807"/>
                </a:lnTo>
                <a:lnTo>
                  <a:pt x="63534" y="311612"/>
                </a:lnTo>
                <a:lnTo>
                  <a:pt x="254184" y="311612"/>
                </a:lnTo>
                <a:close/>
                <a:moveTo>
                  <a:pt x="254184" y="3116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E9938-40BF-4511-933F-355D9E15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26" y="100603"/>
            <a:ext cx="12826915" cy="2359237"/>
          </a:xfrm>
          <a:custGeom xmlns:a="http://schemas.openxmlformats.org/drawingml/2006/main">
            <a:pathLst>
              <a:path w="12826915" h="2359237" fill="none">
                <a:moveTo>
                  <a:pt x="214686" y="0"/>
                </a:moveTo>
                <a:lnTo>
                  <a:pt x="12612137" y="0"/>
                </a:lnTo>
                <a:cubicBezTo>
                  <a:pt x="12731156" y="0"/>
                  <a:pt x="12826915" y="95759"/>
                  <a:pt x="12826915" y="214686"/>
                </a:cubicBezTo>
                <a:lnTo>
                  <a:pt x="12826915" y="2144482"/>
                </a:lnTo>
                <a:cubicBezTo>
                  <a:pt x="12826915" y="2263478"/>
                  <a:pt x="12731156" y="2359237"/>
                  <a:pt x="12612137" y="2359237"/>
                </a:cubicBezTo>
                <a:lnTo>
                  <a:pt x="214686" y="2359237"/>
                </a:lnTo>
                <a:cubicBezTo>
                  <a:pt x="95690" y="2359237"/>
                  <a:pt x="0" y="2263478"/>
                  <a:pt x="0" y="2144482"/>
                </a:cubicBezTo>
                <a:lnTo>
                  <a:pt x="0" y="214686"/>
                </a:lnTo>
                <a:cubicBezTo>
                  <a:pt x="0" y="95759"/>
                  <a:pt x="95690" y="0"/>
                  <a:pt x="214686" y="0"/>
                </a:cubicBezTo>
                <a:close/>
                <a:moveTo>
                  <a:pt x="21468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6855" cap="sq">
            <a:solidFill>
              <a:srgbClr val="000000"/>
            </a:solidFill>
            <a:custDash>
              <a:ds d="299998" sp="100000"/>
            </a:custDash>
            <a:miter/>
          </a:ln>
        </p:spPr>
      </p:sp>
      <p:sp>
        <p:nvSpPr>
          <p:cNvPr id="8" name="Text RootCauseAnalysis(">
            <a:extLst xmlns:a="http://schemas.openxmlformats.org/drawingml/2006/main">
              <a:ext uri="{FF2B5EF4-FFF2-40B4-BE49-F238E27FC236}">
                <a16:creationId xmlns:a16="http://schemas.microsoft.com/office/drawing/2014/main" id="{305BBA0C-58C1-4D63-94C0-72A0F48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671" y="182337"/>
            <a:ext cx="2031718" cy="199832"/>
          </a:xfrm>
          <a:custGeom xmlns:a="http://schemas.openxmlformats.org/drawingml/2006/main">
            <a:pathLst>
              <a:path w="2031718" h="199832">
                <a:moveTo>
                  <a:pt x="52316" y="91554"/>
                </a:moveTo>
                <a:lnTo>
                  <a:pt x="52316" y="141726"/>
                </a:lnTo>
                <a:lnTo>
                  <a:pt x="70756" y="144621"/>
                </a:lnTo>
                <a:lnTo>
                  <a:pt x="70756" y="152447"/>
                </a:lnTo>
                <a:lnTo>
                  <a:pt x="1394" y="152447"/>
                </a:lnTo>
                <a:lnTo>
                  <a:pt x="1394" y="144621"/>
                </a:lnTo>
                <a:lnTo>
                  <a:pt x="18439" y="141726"/>
                </a:lnTo>
                <a:lnTo>
                  <a:pt x="18439" y="19190"/>
                </a:lnTo>
                <a:lnTo>
                  <a:pt x="0" y="16403"/>
                </a:lnTo>
                <a:lnTo>
                  <a:pt x="0" y="8576"/>
                </a:lnTo>
                <a:lnTo>
                  <a:pt x="68719" y="8576"/>
                </a:lnTo>
                <a:cubicBezTo>
                  <a:pt x="89874" y="8576"/>
                  <a:pt x="105669" y="11833"/>
                  <a:pt x="116104" y="18346"/>
                </a:cubicBezTo>
                <a:cubicBezTo>
                  <a:pt x="126539" y="24858"/>
                  <a:pt x="131756" y="35021"/>
                  <a:pt x="131756" y="48832"/>
                </a:cubicBezTo>
                <a:cubicBezTo>
                  <a:pt x="131756" y="69443"/>
                  <a:pt x="122108" y="82683"/>
                  <a:pt x="102810" y="88552"/>
                </a:cubicBezTo>
                <a:lnTo>
                  <a:pt x="141190" y="141726"/>
                </a:lnTo>
                <a:lnTo>
                  <a:pt x="156735" y="144621"/>
                </a:lnTo>
                <a:lnTo>
                  <a:pt x="156735" y="152447"/>
                </a:lnTo>
                <a:lnTo>
                  <a:pt x="110208" y="152447"/>
                </a:lnTo>
                <a:lnTo>
                  <a:pt x="70113" y="91554"/>
                </a:lnTo>
                <a:lnTo>
                  <a:pt x="52316" y="91554"/>
                </a:lnTo>
                <a:moveTo>
                  <a:pt x="98308" y="49043"/>
                </a:moveTo>
                <a:cubicBezTo>
                  <a:pt x="98308" y="38305"/>
                  <a:pt x="96092" y="30842"/>
                  <a:pt x="91661" y="26654"/>
                </a:cubicBezTo>
                <a:cubicBezTo>
                  <a:pt x="87230" y="22464"/>
                  <a:pt x="79118" y="20369"/>
                  <a:pt x="67325" y="20369"/>
                </a:cubicBezTo>
                <a:lnTo>
                  <a:pt x="52316" y="20369"/>
                </a:lnTo>
                <a:lnTo>
                  <a:pt x="52316" y="79761"/>
                </a:lnTo>
                <a:lnTo>
                  <a:pt x="67861" y="79761"/>
                </a:lnTo>
                <a:cubicBezTo>
                  <a:pt x="78868" y="79761"/>
                  <a:pt x="86694" y="77471"/>
                  <a:pt x="91339" y="72890"/>
                </a:cubicBezTo>
                <a:cubicBezTo>
                  <a:pt x="95985" y="68307"/>
                  <a:pt x="98308" y="60358"/>
                  <a:pt x="98308" y="49043"/>
                </a:cubicBezTo>
                <a:close/>
                <a:moveTo>
                  <a:pt x="256186" y="101470"/>
                </a:moveTo>
                <a:cubicBezTo>
                  <a:pt x="256186" y="119570"/>
                  <a:pt x="252309" y="132949"/>
                  <a:pt x="244554" y="141606"/>
                </a:cubicBezTo>
                <a:cubicBezTo>
                  <a:pt x="236799" y="150263"/>
                  <a:pt x="224953" y="154591"/>
                  <a:pt x="209015" y="154591"/>
                </a:cubicBezTo>
                <a:cubicBezTo>
                  <a:pt x="193578" y="154591"/>
                  <a:pt x="182071" y="150209"/>
                  <a:pt x="174495" y="141445"/>
                </a:cubicBezTo>
                <a:cubicBezTo>
                  <a:pt x="166919" y="132681"/>
                  <a:pt x="163131" y="119356"/>
                  <a:pt x="163131" y="101470"/>
                </a:cubicBezTo>
                <a:cubicBezTo>
                  <a:pt x="163131" y="83656"/>
                  <a:pt x="166973" y="70439"/>
                  <a:pt x="174656" y="61818"/>
                </a:cubicBezTo>
                <a:cubicBezTo>
                  <a:pt x="182339" y="53196"/>
                  <a:pt x="194078" y="48886"/>
                  <a:pt x="209873" y="48886"/>
                </a:cubicBezTo>
                <a:cubicBezTo>
                  <a:pt x="225811" y="48886"/>
                  <a:pt x="237514" y="53339"/>
                  <a:pt x="244983" y="62246"/>
                </a:cubicBezTo>
                <a:cubicBezTo>
                  <a:pt x="252451" y="71153"/>
                  <a:pt x="256186" y="84228"/>
                  <a:pt x="256186" y="101470"/>
                </a:cubicBezTo>
                <a:moveTo>
                  <a:pt x="224775" y="101470"/>
                </a:moveTo>
                <a:cubicBezTo>
                  <a:pt x="224775" y="85727"/>
                  <a:pt x="223613" y="74832"/>
                  <a:pt x="221290" y="68786"/>
                </a:cubicBezTo>
                <a:cubicBezTo>
                  <a:pt x="218968" y="62738"/>
                  <a:pt x="214947" y="59714"/>
                  <a:pt x="209230" y="59714"/>
                </a:cubicBezTo>
                <a:cubicBezTo>
                  <a:pt x="203726" y="59714"/>
                  <a:pt x="199903" y="62613"/>
                  <a:pt x="197759" y="68411"/>
                </a:cubicBezTo>
                <a:cubicBezTo>
                  <a:pt x="195614" y="74207"/>
                  <a:pt x="194542" y="85226"/>
                  <a:pt x="194542" y="101470"/>
                </a:cubicBezTo>
                <a:cubicBezTo>
                  <a:pt x="194542" y="118000"/>
                  <a:pt x="195632" y="129200"/>
                  <a:pt x="197812" y="135069"/>
                </a:cubicBezTo>
                <a:cubicBezTo>
                  <a:pt x="199992" y="140937"/>
                  <a:pt x="203798" y="143870"/>
                  <a:pt x="209230" y="143870"/>
                </a:cubicBezTo>
                <a:cubicBezTo>
                  <a:pt x="214876" y="143870"/>
                  <a:pt x="218878" y="140776"/>
                  <a:pt x="221237" y="134587"/>
                </a:cubicBezTo>
                <a:cubicBezTo>
                  <a:pt x="223595" y="128396"/>
                  <a:pt x="224775" y="117357"/>
                  <a:pt x="224775" y="101470"/>
                </a:cubicBezTo>
                <a:close/>
                <a:moveTo>
                  <a:pt x="365964" y="101470"/>
                </a:moveTo>
                <a:cubicBezTo>
                  <a:pt x="365964" y="119570"/>
                  <a:pt x="362087" y="132949"/>
                  <a:pt x="354332" y="141606"/>
                </a:cubicBezTo>
                <a:cubicBezTo>
                  <a:pt x="346577" y="150263"/>
                  <a:pt x="334731" y="154591"/>
                  <a:pt x="318793" y="154591"/>
                </a:cubicBezTo>
                <a:cubicBezTo>
                  <a:pt x="303356" y="154591"/>
                  <a:pt x="291849" y="150209"/>
                  <a:pt x="284273" y="141445"/>
                </a:cubicBezTo>
                <a:cubicBezTo>
                  <a:pt x="276697" y="132681"/>
                  <a:pt x="272909" y="119356"/>
                  <a:pt x="272909" y="101470"/>
                </a:cubicBezTo>
                <a:cubicBezTo>
                  <a:pt x="272909" y="83656"/>
                  <a:pt x="276751" y="70439"/>
                  <a:pt x="284434" y="61818"/>
                </a:cubicBezTo>
                <a:cubicBezTo>
                  <a:pt x="292117" y="53196"/>
                  <a:pt x="303856" y="48886"/>
                  <a:pt x="319651" y="48886"/>
                </a:cubicBezTo>
                <a:cubicBezTo>
                  <a:pt x="335589" y="48886"/>
                  <a:pt x="347292" y="53339"/>
                  <a:pt x="354761" y="62246"/>
                </a:cubicBezTo>
                <a:cubicBezTo>
                  <a:pt x="362230" y="71153"/>
                  <a:pt x="365964" y="84228"/>
                  <a:pt x="365964" y="101470"/>
                </a:cubicBezTo>
                <a:moveTo>
                  <a:pt x="334553" y="101470"/>
                </a:moveTo>
                <a:cubicBezTo>
                  <a:pt x="334553" y="85727"/>
                  <a:pt x="333391" y="74832"/>
                  <a:pt x="331068" y="68786"/>
                </a:cubicBezTo>
                <a:cubicBezTo>
                  <a:pt x="328746" y="62738"/>
                  <a:pt x="324725" y="59714"/>
                  <a:pt x="319008" y="59714"/>
                </a:cubicBezTo>
                <a:cubicBezTo>
                  <a:pt x="313504" y="59714"/>
                  <a:pt x="309681" y="62613"/>
                  <a:pt x="307537" y="68411"/>
                </a:cubicBezTo>
                <a:cubicBezTo>
                  <a:pt x="305392" y="74207"/>
                  <a:pt x="304320" y="85226"/>
                  <a:pt x="304320" y="101470"/>
                </a:cubicBezTo>
                <a:cubicBezTo>
                  <a:pt x="304320" y="118000"/>
                  <a:pt x="305410" y="129200"/>
                  <a:pt x="307590" y="135069"/>
                </a:cubicBezTo>
                <a:cubicBezTo>
                  <a:pt x="309770" y="140937"/>
                  <a:pt x="313576" y="143870"/>
                  <a:pt x="319008" y="143870"/>
                </a:cubicBezTo>
                <a:cubicBezTo>
                  <a:pt x="324654" y="143870"/>
                  <a:pt x="328656" y="140776"/>
                  <a:pt x="331015" y="134587"/>
                </a:cubicBezTo>
                <a:cubicBezTo>
                  <a:pt x="333373" y="128396"/>
                  <a:pt x="334553" y="117357"/>
                  <a:pt x="334553" y="101470"/>
                </a:cubicBezTo>
                <a:close/>
                <a:moveTo>
                  <a:pt x="421283" y="154591"/>
                </a:moveTo>
                <a:cubicBezTo>
                  <a:pt x="411634" y="154591"/>
                  <a:pt x="404183" y="152411"/>
                  <a:pt x="398930" y="148051"/>
                </a:cubicBezTo>
                <a:cubicBezTo>
                  <a:pt x="393677" y="143692"/>
                  <a:pt x="391051" y="137402"/>
                  <a:pt x="391051" y="129183"/>
                </a:cubicBezTo>
                <a:lnTo>
                  <a:pt x="391051" y="62823"/>
                </a:lnTo>
                <a:lnTo>
                  <a:pt x="377864" y="62823"/>
                </a:lnTo>
                <a:lnTo>
                  <a:pt x="377864" y="55854"/>
                </a:lnTo>
                <a:lnTo>
                  <a:pt x="393409" y="51673"/>
                </a:lnTo>
                <a:lnTo>
                  <a:pt x="405952" y="28731"/>
                </a:lnTo>
                <a:lnTo>
                  <a:pt x="422033" y="28731"/>
                </a:lnTo>
                <a:lnTo>
                  <a:pt x="422033" y="51673"/>
                </a:lnTo>
                <a:lnTo>
                  <a:pt x="443260" y="51673"/>
                </a:lnTo>
                <a:lnTo>
                  <a:pt x="443260" y="62823"/>
                </a:lnTo>
                <a:lnTo>
                  <a:pt x="422033" y="62823"/>
                </a:lnTo>
                <a:lnTo>
                  <a:pt x="422033" y="127253"/>
                </a:lnTo>
                <a:cubicBezTo>
                  <a:pt x="422033" y="131899"/>
                  <a:pt x="422998" y="135401"/>
                  <a:pt x="424928" y="137760"/>
                </a:cubicBezTo>
                <a:cubicBezTo>
                  <a:pt x="426857" y="140118"/>
                  <a:pt x="429395" y="141297"/>
                  <a:pt x="432539" y="141297"/>
                </a:cubicBezTo>
                <a:cubicBezTo>
                  <a:pt x="436327" y="141297"/>
                  <a:pt x="440973" y="140726"/>
                  <a:pt x="446476" y="139582"/>
                </a:cubicBezTo>
                <a:lnTo>
                  <a:pt x="446476" y="148695"/>
                </a:lnTo>
                <a:cubicBezTo>
                  <a:pt x="444332" y="150196"/>
                  <a:pt x="440669" y="151553"/>
                  <a:pt x="435487" y="152768"/>
                </a:cubicBezTo>
                <a:cubicBezTo>
                  <a:pt x="430306" y="153983"/>
                  <a:pt x="425571" y="154591"/>
                  <a:pt x="421283" y="154591"/>
                </a:cubicBezTo>
                <a:close/>
                <a:moveTo>
                  <a:pt x="589702" y="154591"/>
                </a:moveTo>
                <a:cubicBezTo>
                  <a:pt x="565617" y="154591"/>
                  <a:pt x="546820" y="148194"/>
                  <a:pt x="533312" y="135401"/>
                </a:cubicBezTo>
                <a:cubicBezTo>
                  <a:pt x="519804" y="122608"/>
                  <a:pt x="513050" y="104883"/>
                  <a:pt x="513050" y="82227"/>
                </a:cubicBezTo>
                <a:cubicBezTo>
                  <a:pt x="513050" y="57641"/>
                  <a:pt x="519500" y="38969"/>
                  <a:pt x="532401" y="26212"/>
                </a:cubicBezTo>
                <a:cubicBezTo>
                  <a:pt x="545301" y="13454"/>
                  <a:pt x="564366" y="7076"/>
                  <a:pt x="589595" y="7076"/>
                </a:cubicBezTo>
                <a:cubicBezTo>
                  <a:pt x="606248" y="7076"/>
                  <a:pt x="623508" y="9470"/>
                  <a:pt x="641375" y="14258"/>
                </a:cubicBezTo>
                <a:lnTo>
                  <a:pt x="642019" y="48779"/>
                </a:lnTo>
                <a:lnTo>
                  <a:pt x="632370" y="48779"/>
                </a:lnTo>
                <a:lnTo>
                  <a:pt x="629368" y="27981"/>
                </a:lnTo>
                <a:cubicBezTo>
                  <a:pt x="619934" y="21548"/>
                  <a:pt x="608963" y="18332"/>
                  <a:pt x="596456" y="18332"/>
                </a:cubicBezTo>
                <a:cubicBezTo>
                  <a:pt x="579875" y="18332"/>
                  <a:pt x="567761" y="23496"/>
                  <a:pt x="560113" y="33823"/>
                </a:cubicBezTo>
                <a:cubicBezTo>
                  <a:pt x="552466" y="44151"/>
                  <a:pt x="548642" y="60178"/>
                  <a:pt x="548642" y="81905"/>
                </a:cubicBezTo>
                <a:cubicBezTo>
                  <a:pt x="548642" y="101989"/>
                  <a:pt x="552645" y="117283"/>
                  <a:pt x="560649" y="127789"/>
                </a:cubicBezTo>
                <a:cubicBezTo>
                  <a:pt x="568654" y="138296"/>
                  <a:pt x="580304" y="143549"/>
                  <a:pt x="595598" y="143549"/>
                </a:cubicBezTo>
                <a:cubicBezTo>
                  <a:pt x="603675" y="143549"/>
                  <a:pt x="610732" y="142477"/>
                  <a:pt x="616772" y="140333"/>
                </a:cubicBezTo>
                <a:cubicBezTo>
                  <a:pt x="622811" y="138188"/>
                  <a:pt x="627546" y="135651"/>
                  <a:pt x="630976" y="132721"/>
                </a:cubicBezTo>
                <a:lnTo>
                  <a:pt x="634407" y="109136"/>
                </a:lnTo>
                <a:lnTo>
                  <a:pt x="644163" y="109136"/>
                </a:lnTo>
                <a:lnTo>
                  <a:pt x="643520" y="145586"/>
                </a:lnTo>
                <a:cubicBezTo>
                  <a:pt x="637087" y="148087"/>
                  <a:pt x="628725" y="150213"/>
                  <a:pt x="618433" y="151964"/>
                </a:cubicBezTo>
                <a:cubicBezTo>
                  <a:pt x="608142" y="153715"/>
                  <a:pt x="598565" y="154591"/>
                  <a:pt x="589702" y="154591"/>
                </a:cubicBezTo>
                <a:close/>
                <a:moveTo>
                  <a:pt x="719384" y="49315"/>
                </a:moveTo>
                <a:cubicBezTo>
                  <a:pt x="744613" y="49315"/>
                  <a:pt x="757228" y="58617"/>
                  <a:pt x="757228" y="77222"/>
                </a:cubicBezTo>
                <a:lnTo>
                  <a:pt x="757228" y="142798"/>
                </a:lnTo>
                <a:lnTo>
                  <a:pt x="767305" y="145371"/>
                </a:lnTo>
                <a:lnTo>
                  <a:pt x="767305" y="152447"/>
                </a:lnTo>
                <a:lnTo>
                  <a:pt x="730212" y="152447"/>
                </a:lnTo>
                <a:lnTo>
                  <a:pt x="727853" y="144728"/>
                </a:lnTo>
                <a:cubicBezTo>
                  <a:pt x="722278" y="148516"/>
                  <a:pt x="717240" y="151107"/>
                  <a:pt x="712737" y="152500"/>
                </a:cubicBezTo>
                <a:cubicBezTo>
                  <a:pt x="708234" y="153894"/>
                  <a:pt x="703696" y="154591"/>
                  <a:pt x="699122" y="154591"/>
                </a:cubicBezTo>
                <a:cubicBezTo>
                  <a:pt x="678324" y="154591"/>
                  <a:pt x="667925" y="144568"/>
                  <a:pt x="667925" y="124523"/>
                </a:cubicBezTo>
                <a:cubicBezTo>
                  <a:pt x="667925" y="116934"/>
                  <a:pt x="669462" y="110867"/>
                  <a:pt x="672535" y="106321"/>
                </a:cubicBezTo>
                <a:cubicBezTo>
                  <a:pt x="675608" y="101774"/>
                  <a:pt x="680039" y="98408"/>
                  <a:pt x="685828" y="96224"/>
                </a:cubicBezTo>
                <a:cubicBezTo>
                  <a:pt x="691618" y="94040"/>
                  <a:pt x="700730" y="92805"/>
                  <a:pt x="713166" y="92519"/>
                </a:cubicBezTo>
                <a:lnTo>
                  <a:pt x="726245" y="92197"/>
                </a:lnTo>
                <a:lnTo>
                  <a:pt x="726245" y="77510"/>
                </a:lnTo>
                <a:cubicBezTo>
                  <a:pt x="726245" y="65360"/>
                  <a:pt x="721278" y="59285"/>
                  <a:pt x="711343" y="59285"/>
                </a:cubicBezTo>
                <a:cubicBezTo>
                  <a:pt x="705340" y="59285"/>
                  <a:pt x="698622" y="61143"/>
                  <a:pt x="691189" y="64860"/>
                </a:cubicBezTo>
                <a:lnTo>
                  <a:pt x="687115" y="77403"/>
                </a:lnTo>
                <a:lnTo>
                  <a:pt x="680039" y="77403"/>
                </a:lnTo>
                <a:lnTo>
                  <a:pt x="680039" y="53067"/>
                </a:lnTo>
                <a:cubicBezTo>
                  <a:pt x="690831" y="51423"/>
                  <a:pt x="698765" y="50387"/>
                  <a:pt x="703839" y="49958"/>
                </a:cubicBezTo>
                <a:cubicBezTo>
                  <a:pt x="708913" y="49529"/>
                  <a:pt x="714095" y="49315"/>
                  <a:pt x="719384" y="49315"/>
                </a:cubicBezTo>
                <a:moveTo>
                  <a:pt x="726245" y="101738"/>
                </a:moveTo>
                <a:lnTo>
                  <a:pt x="717240" y="102060"/>
                </a:lnTo>
                <a:cubicBezTo>
                  <a:pt x="710307" y="102348"/>
                  <a:pt x="705501" y="104176"/>
                  <a:pt x="702821" y="107544"/>
                </a:cubicBezTo>
                <a:cubicBezTo>
                  <a:pt x="700140" y="110912"/>
                  <a:pt x="698800" y="116359"/>
                  <a:pt x="698800" y="123883"/>
                </a:cubicBezTo>
                <a:cubicBezTo>
                  <a:pt x="698800" y="129974"/>
                  <a:pt x="699872" y="134453"/>
                  <a:pt x="702017" y="137321"/>
                </a:cubicBezTo>
                <a:cubicBezTo>
                  <a:pt x="704161" y="140186"/>
                  <a:pt x="706948" y="141619"/>
                  <a:pt x="710379" y="141619"/>
                </a:cubicBezTo>
                <a:cubicBezTo>
                  <a:pt x="715239" y="141619"/>
                  <a:pt x="720527" y="140365"/>
                  <a:pt x="726245" y="137857"/>
                </a:cubicBezTo>
                <a:lnTo>
                  <a:pt x="726245" y="101738"/>
                </a:lnTo>
                <a:close/>
                <a:moveTo>
                  <a:pt x="846209" y="143763"/>
                </a:moveTo>
                <a:lnTo>
                  <a:pt x="838919" y="147515"/>
                </a:lnTo>
                <a:cubicBezTo>
                  <a:pt x="828913" y="152661"/>
                  <a:pt x="819908" y="155234"/>
                  <a:pt x="811903" y="155234"/>
                </a:cubicBezTo>
                <a:cubicBezTo>
                  <a:pt x="793321" y="155234"/>
                  <a:pt x="784030" y="145324"/>
                  <a:pt x="784030" y="125505"/>
                </a:cubicBezTo>
                <a:lnTo>
                  <a:pt x="784030" y="61322"/>
                </a:lnTo>
                <a:lnTo>
                  <a:pt x="773952" y="58749"/>
                </a:lnTo>
                <a:lnTo>
                  <a:pt x="773952" y="51673"/>
                </a:lnTo>
                <a:lnTo>
                  <a:pt x="815012" y="51673"/>
                </a:lnTo>
                <a:lnTo>
                  <a:pt x="815012" y="121334"/>
                </a:lnTo>
                <a:cubicBezTo>
                  <a:pt x="815012" y="127344"/>
                  <a:pt x="816281" y="132031"/>
                  <a:pt x="818818" y="135394"/>
                </a:cubicBezTo>
                <a:cubicBezTo>
                  <a:pt x="821355" y="138758"/>
                  <a:pt x="824982" y="140440"/>
                  <a:pt x="829699" y="140440"/>
                </a:cubicBezTo>
                <a:cubicBezTo>
                  <a:pt x="835131" y="140440"/>
                  <a:pt x="840563" y="139224"/>
                  <a:pt x="845995" y="136791"/>
                </a:cubicBezTo>
                <a:lnTo>
                  <a:pt x="845995" y="61322"/>
                </a:lnTo>
                <a:lnTo>
                  <a:pt x="836775" y="58749"/>
                </a:lnTo>
                <a:lnTo>
                  <a:pt x="836775" y="51673"/>
                </a:lnTo>
                <a:lnTo>
                  <a:pt x="876977" y="51673"/>
                </a:lnTo>
                <a:lnTo>
                  <a:pt x="876977" y="142798"/>
                </a:lnTo>
                <a:lnTo>
                  <a:pt x="886840" y="145371"/>
                </a:lnTo>
                <a:lnTo>
                  <a:pt x="886840" y="152447"/>
                </a:lnTo>
                <a:lnTo>
                  <a:pt x="847710" y="152447"/>
                </a:lnTo>
                <a:lnTo>
                  <a:pt x="846209" y="143763"/>
                </a:lnTo>
                <a:close/>
                <a:moveTo>
                  <a:pt x="972786" y="120466"/>
                </a:moveTo>
                <a:cubicBezTo>
                  <a:pt x="972786" y="131698"/>
                  <a:pt x="969337" y="140194"/>
                  <a:pt x="962440" y="145954"/>
                </a:cubicBezTo>
                <a:cubicBezTo>
                  <a:pt x="955543" y="151712"/>
                  <a:pt x="945519" y="154591"/>
                  <a:pt x="932369" y="154591"/>
                </a:cubicBezTo>
                <a:cubicBezTo>
                  <a:pt x="926937" y="154591"/>
                  <a:pt x="920951" y="154001"/>
                  <a:pt x="914412" y="152822"/>
                </a:cubicBezTo>
                <a:cubicBezTo>
                  <a:pt x="907872" y="151643"/>
                  <a:pt x="902923" y="150410"/>
                  <a:pt x="899564" y="149123"/>
                </a:cubicBezTo>
                <a:lnTo>
                  <a:pt x="899564" y="121679"/>
                </a:lnTo>
                <a:lnTo>
                  <a:pt x="906639" y="121679"/>
                </a:lnTo>
                <a:lnTo>
                  <a:pt x="910713" y="135830"/>
                </a:lnTo>
                <a:cubicBezTo>
                  <a:pt x="913215" y="138331"/>
                  <a:pt x="916502" y="140422"/>
                  <a:pt x="920576" y="142101"/>
                </a:cubicBezTo>
                <a:cubicBezTo>
                  <a:pt x="924650" y="143781"/>
                  <a:pt x="928795" y="144621"/>
                  <a:pt x="933012" y="144621"/>
                </a:cubicBezTo>
                <a:cubicBezTo>
                  <a:pt x="939230" y="144621"/>
                  <a:pt x="943858" y="143278"/>
                  <a:pt x="946895" y="140594"/>
                </a:cubicBezTo>
                <a:cubicBezTo>
                  <a:pt x="949933" y="137909"/>
                  <a:pt x="951452" y="134491"/>
                  <a:pt x="951452" y="130339"/>
                </a:cubicBezTo>
                <a:cubicBezTo>
                  <a:pt x="951452" y="126404"/>
                  <a:pt x="949986" y="123256"/>
                  <a:pt x="947056" y="120895"/>
                </a:cubicBezTo>
                <a:cubicBezTo>
                  <a:pt x="944126" y="118534"/>
                  <a:pt x="937729" y="115816"/>
                  <a:pt x="927866" y="112740"/>
                </a:cubicBezTo>
                <a:cubicBezTo>
                  <a:pt x="917503" y="109520"/>
                  <a:pt x="910159" y="105120"/>
                  <a:pt x="905835" y="99541"/>
                </a:cubicBezTo>
                <a:cubicBezTo>
                  <a:pt x="901511" y="93959"/>
                  <a:pt x="899349" y="87090"/>
                  <a:pt x="899349" y="78934"/>
                </a:cubicBezTo>
                <a:cubicBezTo>
                  <a:pt x="899349" y="69777"/>
                  <a:pt x="902744" y="62480"/>
                  <a:pt x="909534" y="57044"/>
                </a:cubicBezTo>
                <a:cubicBezTo>
                  <a:pt x="916324" y="51605"/>
                  <a:pt x="925079" y="48886"/>
                  <a:pt x="935799" y="48886"/>
                </a:cubicBezTo>
                <a:cubicBezTo>
                  <a:pt x="943161" y="48886"/>
                  <a:pt x="953060" y="49922"/>
                  <a:pt x="965496" y="51995"/>
                </a:cubicBezTo>
                <a:lnTo>
                  <a:pt x="965496" y="77832"/>
                </a:lnTo>
                <a:lnTo>
                  <a:pt x="958420" y="77832"/>
                </a:lnTo>
                <a:lnTo>
                  <a:pt x="954989" y="66039"/>
                </a:lnTo>
                <a:cubicBezTo>
                  <a:pt x="952917" y="63966"/>
                  <a:pt x="950004" y="62269"/>
                  <a:pt x="946252" y="60947"/>
                </a:cubicBezTo>
                <a:cubicBezTo>
                  <a:pt x="942500" y="59624"/>
                  <a:pt x="938944" y="58963"/>
                  <a:pt x="935585" y="58963"/>
                </a:cubicBezTo>
                <a:cubicBezTo>
                  <a:pt x="930439" y="58963"/>
                  <a:pt x="926633" y="60020"/>
                  <a:pt x="924168" y="62133"/>
                </a:cubicBezTo>
                <a:cubicBezTo>
                  <a:pt x="921702" y="64245"/>
                  <a:pt x="920469" y="67128"/>
                  <a:pt x="920469" y="70779"/>
                </a:cubicBezTo>
                <a:cubicBezTo>
                  <a:pt x="920469" y="74572"/>
                  <a:pt x="922006" y="77684"/>
                  <a:pt x="925079" y="80116"/>
                </a:cubicBezTo>
                <a:cubicBezTo>
                  <a:pt x="928152" y="82549"/>
                  <a:pt x="934477" y="85195"/>
                  <a:pt x="944054" y="88056"/>
                </a:cubicBezTo>
                <a:cubicBezTo>
                  <a:pt x="954489" y="91277"/>
                  <a:pt x="961886" y="95516"/>
                  <a:pt x="966246" y="100774"/>
                </a:cubicBezTo>
                <a:cubicBezTo>
                  <a:pt x="970606" y="106031"/>
                  <a:pt x="972786" y="112595"/>
                  <a:pt x="972786" y="120466"/>
                </a:cubicBezTo>
                <a:close/>
                <a:moveTo>
                  <a:pt x="1031071" y="49100"/>
                </a:moveTo>
                <a:cubicBezTo>
                  <a:pt x="1044722" y="49100"/>
                  <a:pt x="1054603" y="52745"/>
                  <a:pt x="1060714" y="60035"/>
                </a:cubicBezTo>
                <a:cubicBezTo>
                  <a:pt x="1066825" y="67325"/>
                  <a:pt x="1069880" y="78653"/>
                  <a:pt x="1069880" y="94020"/>
                </a:cubicBezTo>
                <a:lnTo>
                  <a:pt x="1069880" y="102810"/>
                </a:lnTo>
                <a:lnTo>
                  <a:pt x="1017027" y="102810"/>
                </a:lnTo>
                <a:lnTo>
                  <a:pt x="1017027" y="104536"/>
                </a:lnTo>
                <a:cubicBezTo>
                  <a:pt x="1017027" y="115245"/>
                  <a:pt x="1017885" y="122864"/>
                  <a:pt x="1019600" y="127391"/>
                </a:cubicBezTo>
                <a:cubicBezTo>
                  <a:pt x="1021316" y="131918"/>
                  <a:pt x="1024103" y="135368"/>
                  <a:pt x="1027962" y="137740"/>
                </a:cubicBezTo>
                <a:cubicBezTo>
                  <a:pt x="1031822" y="140111"/>
                  <a:pt x="1037111" y="141297"/>
                  <a:pt x="1043829" y="141297"/>
                </a:cubicBezTo>
                <a:cubicBezTo>
                  <a:pt x="1050118" y="141297"/>
                  <a:pt x="1058052" y="140261"/>
                  <a:pt x="1067629" y="138188"/>
                </a:cubicBezTo>
                <a:lnTo>
                  <a:pt x="1067629" y="146443"/>
                </a:lnTo>
                <a:cubicBezTo>
                  <a:pt x="1063698" y="148802"/>
                  <a:pt x="1058605" y="150749"/>
                  <a:pt x="1052352" y="152286"/>
                </a:cubicBezTo>
                <a:cubicBezTo>
                  <a:pt x="1046098" y="153823"/>
                  <a:pt x="1040005" y="154591"/>
                  <a:pt x="1034073" y="154591"/>
                </a:cubicBezTo>
                <a:cubicBezTo>
                  <a:pt x="1017563" y="154591"/>
                  <a:pt x="1005360" y="150276"/>
                  <a:pt x="997462" y="141646"/>
                </a:cubicBezTo>
                <a:cubicBezTo>
                  <a:pt x="989565" y="133016"/>
                  <a:pt x="985616" y="119642"/>
                  <a:pt x="985616" y="101524"/>
                </a:cubicBezTo>
                <a:cubicBezTo>
                  <a:pt x="985616" y="83907"/>
                  <a:pt x="989386" y="70765"/>
                  <a:pt x="996926" y="62099"/>
                </a:cubicBezTo>
                <a:cubicBezTo>
                  <a:pt x="1004466" y="53433"/>
                  <a:pt x="1015848" y="49100"/>
                  <a:pt x="1031071" y="49100"/>
                </a:cubicBezTo>
                <a:moveTo>
                  <a:pt x="1029892" y="59928"/>
                </a:moveTo>
                <a:cubicBezTo>
                  <a:pt x="1025604" y="59928"/>
                  <a:pt x="1022406" y="62251"/>
                  <a:pt x="1020297" y="66896"/>
                </a:cubicBezTo>
                <a:cubicBezTo>
                  <a:pt x="1018189" y="71542"/>
                  <a:pt x="1017135" y="79761"/>
                  <a:pt x="1017135" y="91554"/>
                </a:cubicBezTo>
                <a:lnTo>
                  <a:pt x="1040506" y="91554"/>
                </a:lnTo>
                <a:cubicBezTo>
                  <a:pt x="1040506" y="81977"/>
                  <a:pt x="1040184" y="75241"/>
                  <a:pt x="1039541" y="71346"/>
                </a:cubicBezTo>
                <a:cubicBezTo>
                  <a:pt x="1038897" y="67450"/>
                  <a:pt x="1037807" y="64574"/>
                  <a:pt x="1036271" y="62715"/>
                </a:cubicBezTo>
                <a:cubicBezTo>
                  <a:pt x="1034734" y="60857"/>
                  <a:pt x="1032608" y="59928"/>
                  <a:pt x="1029892" y="59928"/>
                </a:cubicBezTo>
                <a:close/>
                <a:moveTo>
                  <a:pt x="1164073" y="144621"/>
                </a:moveTo>
                <a:lnTo>
                  <a:pt x="1164073" y="152447"/>
                </a:lnTo>
                <a:lnTo>
                  <a:pt x="1120333" y="152447"/>
                </a:lnTo>
                <a:lnTo>
                  <a:pt x="1120333" y="144621"/>
                </a:lnTo>
                <a:lnTo>
                  <a:pt x="1131054" y="141726"/>
                </a:lnTo>
                <a:lnTo>
                  <a:pt x="1182191" y="7504"/>
                </a:lnTo>
                <a:lnTo>
                  <a:pt x="1213281" y="7504"/>
                </a:lnTo>
                <a:lnTo>
                  <a:pt x="1264204" y="141726"/>
                </a:lnTo>
                <a:lnTo>
                  <a:pt x="1275139" y="144621"/>
                </a:lnTo>
                <a:lnTo>
                  <a:pt x="1275139" y="152447"/>
                </a:lnTo>
                <a:lnTo>
                  <a:pt x="1211137" y="152447"/>
                </a:lnTo>
                <a:lnTo>
                  <a:pt x="1211137" y="144621"/>
                </a:lnTo>
                <a:lnTo>
                  <a:pt x="1227754" y="141726"/>
                </a:lnTo>
                <a:lnTo>
                  <a:pt x="1214031" y="104419"/>
                </a:lnTo>
                <a:lnTo>
                  <a:pt x="1158820" y="104419"/>
                </a:lnTo>
                <a:lnTo>
                  <a:pt x="1145634" y="141726"/>
                </a:lnTo>
                <a:lnTo>
                  <a:pt x="1164073" y="144621"/>
                </a:lnTo>
                <a:moveTo>
                  <a:pt x="1186908" y="29160"/>
                </a:moveTo>
                <a:lnTo>
                  <a:pt x="1163216" y="92626"/>
                </a:lnTo>
                <a:lnTo>
                  <a:pt x="1209957" y="92626"/>
                </a:lnTo>
                <a:lnTo>
                  <a:pt x="1186908" y="29160"/>
                </a:lnTo>
                <a:close/>
                <a:moveTo>
                  <a:pt x="1323237" y="60357"/>
                </a:moveTo>
                <a:lnTo>
                  <a:pt x="1330527" y="56605"/>
                </a:lnTo>
                <a:cubicBezTo>
                  <a:pt x="1340533" y="51459"/>
                  <a:pt x="1349539" y="48886"/>
                  <a:pt x="1357543" y="48886"/>
                </a:cubicBezTo>
                <a:cubicBezTo>
                  <a:pt x="1376126" y="48886"/>
                  <a:pt x="1385417" y="58796"/>
                  <a:pt x="1385417" y="78615"/>
                </a:cubicBezTo>
                <a:lnTo>
                  <a:pt x="1385417" y="142798"/>
                </a:lnTo>
                <a:lnTo>
                  <a:pt x="1395494" y="145371"/>
                </a:lnTo>
                <a:lnTo>
                  <a:pt x="1395494" y="152447"/>
                </a:lnTo>
                <a:lnTo>
                  <a:pt x="1345429" y="152447"/>
                </a:lnTo>
                <a:lnTo>
                  <a:pt x="1345429" y="145371"/>
                </a:lnTo>
                <a:lnTo>
                  <a:pt x="1354434" y="142798"/>
                </a:lnTo>
                <a:lnTo>
                  <a:pt x="1354434" y="82790"/>
                </a:lnTo>
                <a:cubicBezTo>
                  <a:pt x="1354434" y="76777"/>
                  <a:pt x="1353166" y="72089"/>
                  <a:pt x="1350629" y="68726"/>
                </a:cubicBezTo>
                <a:cubicBezTo>
                  <a:pt x="1348091" y="65362"/>
                  <a:pt x="1344464" y="63680"/>
                  <a:pt x="1339747" y="63680"/>
                </a:cubicBezTo>
                <a:cubicBezTo>
                  <a:pt x="1334315" y="63680"/>
                  <a:pt x="1328884" y="64896"/>
                  <a:pt x="1323452" y="67329"/>
                </a:cubicBezTo>
                <a:lnTo>
                  <a:pt x="1323452" y="142798"/>
                </a:lnTo>
                <a:lnTo>
                  <a:pt x="1332672" y="145371"/>
                </a:lnTo>
                <a:lnTo>
                  <a:pt x="1332672" y="152447"/>
                </a:lnTo>
                <a:lnTo>
                  <a:pt x="1282606" y="152447"/>
                </a:lnTo>
                <a:lnTo>
                  <a:pt x="1282606" y="145371"/>
                </a:lnTo>
                <a:lnTo>
                  <a:pt x="1292469" y="142798"/>
                </a:lnTo>
                <a:lnTo>
                  <a:pt x="1292469" y="61322"/>
                </a:lnTo>
                <a:lnTo>
                  <a:pt x="1282606" y="58749"/>
                </a:lnTo>
                <a:lnTo>
                  <a:pt x="1282606" y="51673"/>
                </a:lnTo>
                <a:lnTo>
                  <a:pt x="1321737" y="51673"/>
                </a:lnTo>
                <a:lnTo>
                  <a:pt x="1323237" y="60357"/>
                </a:lnTo>
                <a:close/>
                <a:moveTo>
                  <a:pt x="1457318" y="49315"/>
                </a:moveTo>
                <a:cubicBezTo>
                  <a:pt x="1482547" y="49315"/>
                  <a:pt x="1495161" y="58617"/>
                  <a:pt x="1495161" y="77222"/>
                </a:cubicBezTo>
                <a:lnTo>
                  <a:pt x="1495161" y="142798"/>
                </a:lnTo>
                <a:lnTo>
                  <a:pt x="1505239" y="145371"/>
                </a:lnTo>
                <a:lnTo>
                  <a:pt x="1505239" y="152447"/>
                </a:lnTo>
                <a:lnTo>
                  <a:pt x="1468145" y="152447"/>
                </a:lnTo>
                <a:lnTo>
                  <a:pt x="1465787" y="144728"/>
                </a:lnTo>
                <a:cubicBezTo>
                  <a:pt x="1460212" y="148516"/>
                  <a:pt x="1455173" y="151107"/>
                  <a:pt x="1450671" y="152500"/>
                </a:cubicBezTo>
                <a:cubicBezTo>
                  <a:pt x="1446168" y="153894"/>
                  <a:pt x="1441630" y="154591"/>
                  <a:pt x="1437056" y="154591"/>
                </a:cubicBezTo>
                <a:cubicBezTo>
                  <a:pt x="1416258" y="154591"/>
                  <a:pt x="1405859" y="144568"/>
                  <a:pt x="1405859" y="124523"/>
                </a:cubicBezTo>
                <a:cubicBezTo>
                  <a:pt x="1405859" y="116934"/>
                  <a:pt x="1407395" y="110867"/>
                  <a:pt x="1410469" y="106321"/>
                </a:cubicBezTo>
                <a:cubicBezTo>
                  <a:pt x="1413542" y="101774"/>
                  <a:pt x="1417973" y="98408"/>
                  <a:pt x="1423762" y="96224"/>
                </a:cubicBezTo>
                <a:cubicBezTo>
                  <a:pt x="1429551" y="94040"/>
                  <a:pt x="1438664" y="92805"/>
                  <a:pt x="1451100" y="92519"/>
                </a:cubicBezTo>
                <a:lnTo>
                  <a:pt x="1464179" y="92197"/>
                </a:lnTo>
                <a:lnTo>
                  <a:pt x="1464179" y="77510"/>
                </a:lnTo>
                <a:cubicBezTo>
                  <a:pt x="1464179" y="65360"/>
                  <a:pt x="1459211" y="59285"/>
                  <a:pt x="1449277" y="59285"/>
                </a:cubicBezTo>
                <a:cubicBezTo>
                  <a:pt x="1443274" y="59285"/>
                  <a:pt x="1436555" y="61143"/>
                  <a:pt x="1429122" y="64860"/>
                </a:cubicBezTo>
                <a:lnTo>
                  <a:pt x="1425049" y="77403"/>
                </a:lnTo>
                <a:lnTo>
                  <a:pt x="1417973" y="77403"/>
                </a:lnTo>
                <a:lnTo>
                  <a:pt x="1417973" y="53067"/>
                </a:lnTo>
                <a:cubicBezTo>
                  <a:pt x="1428765" y="51423"/>
                  <a:pt x="1436698" y="50387"/>
                  <a:pt x="1441773" y="49958"/>
                </a:cubicBezTo>
                <a:cubicBezTo>
                  <a:pt x="1446847" y="49529"/>
                  <a:pt x="1452029" y="49315"/>
                  <a:pt x="1457318" y="49315"/>
                </a:cubicBezTo>
                <a:moveTo>
                  <a:pt x="1464179" y="101738"/>
                </a:moveTo>
                <a:lnTo>
                  <a:pt x="1455173" y="102060"/>
                </a:lnTo>
                <a:cubicBezTo>
                  <a:pt x="1448241" y="102348"/>
                  <a:pt x="1443434" y="104176"/>
                  <a:pt x="1440754" y="107544"/>
                </a:cubicBezTo>
                <a:cubicBezTo>
                  <a:pt x="1438074" y="110912"/>
                  <a:pt x="1436734" y="116359"/>
                  <a:pt x="1436734" y="123883"/>
                </a:cubicBezTo>
                <a:cubicBezTo>
                  <a:pt x="1436734" y="129974"/>
                  <a:pt x="1437806" y="134453"/>
                  <a:pt x="1439950" y="137321"/>
                </a:cubicBezTo>
                <a:cubicBezTo>
                  <a:pt x="1442094" y="140186"/>
                  <a:pt x="1444882" y="141619"/>
                  <a:pt x="1448312" y="141619"/>
                </a:cubicBezTo>
                <a:cubicBezTo>
                  <a:pt x="1453172" y="141619"/>
                  <a:pt x="1458461" y="140365"/>
                  <a:pt x="1464179" y="137857"/>
                </a:cubicBezTo>
                <a:lnTo>
                  <a:pt x="1464179" y="101738"/>
                </a:lnTo>
                <a:close/>
                <a:moveTo>
                  <a:pt x="1554768" y="142798"/>
                </a:moveTo>
                <a:lnTo>
                  <a:pt x="1565810" y="145371"/>
                </a:lnTo>
                <a:lnTo>
                  <a:pt x="1565810" y="152447"/>
                </a:lnTo>
                <a:lnTo>
                  <a:pt x="1512850" y="152447"/>
                </a:lnTo>
                <a:lnTo>
                  <a:pt x="1512850" y="145371"/>
                </a:lnTo>
                <a:lnTo>
                  <a:pt x="1523785" y="142798"/>
                </a:lnTo>
                <a:lnTo>
                  <a:pt x="1523785" y="9649"/>
                </a:lnTo>
                <a:lnTo>
                  <a:pt x="1513493" y="7076"/>
                </a:lnTo>
                <a:lnTo>
                  <a:pt x="1513493" y="0"/>
                </a:lnTo>
                <a:lnTo>
                  <a:pt x="1554768" y="0"/>
                </a:lnTo>
                <a:lnTo>
                  <a:pt x="1554768" y="142798"/>
                </a:lnTo>
                <a:close/>
                <a:moveTo>
                  <a:pt x="1618908" y="155556"/>
                </a:moveTo>
                <a:lnTo>
                  <a:pt x="1578598" y="61322"/>
                </a:lnTo>
                <a:lnTo>
                  <a:pt x="1571523" y="58749"/>
                </a:lnTo>
                <a:lnTo>
                  <a:pt x="1571523" y="51673"/>
                </a:lnTo>
                <a:lnTo>
                  <a:pt x="1623089" y="51673"/>
                </a:lnTo>
                <a:lnTo>
                  <a:pt x="1623089" y="58749"/>
                </a:lnTo>
                <a:lnTo>
                  <a:pt x="1611082" y="61536"/>
                </a:lnTo>
                <a:lnTo>
                  <a:pt x="1634774" y="117283"/>
                </a:lnTo>
                <a:lnTo>
                  <a:pt x="1655894" y="61322"/>
                </a:lnTo>
                <a:lnTo>
                  <a:pt x="1644101" y="58749"/>
                </a:lnTo>
                <a:lnTo>
                  <a:pt x="1644101" y="51673"/>
                </a:lnTo>
                <a:lnTo>
                  <a:pt x="1677013" y="51673"/>
                </a:lnTo>
                <a:lnTo>
                  <a:pt x="1677013" y="58749"/>
                </a:lnTo>
                <a:lnTo>
                  <a:pt x="1669723" y="60893"/>
                </a:lnTo>
                <a:lnTo>
                  <a:pt x="1629950" y="158772"/>
                </a:lnTo>
                <a:cubicBezTo>
                  <a:pt x="1625376" y="170422"/>
                  <a:pt x="1621374" y="178873"/>
                  <a:pt x="1617943" y="184126"/>
                </a:cubicBezTo>
                <a:cubicBezTo>
                  <a:pt x="1614512" y="189379"/>
                  <a:pt x="1610707" y="193310"/>
                  <a:pt x="1606526" y="195919"/>
                </a:cubicBezTo>
                <a:cubicBezTo>
                  <a:pt x="1602345" y="198528"/>
                  <a:pt x="1597574" y="199832"/>
                  <a:pt x="1592214" y="199832"/>
                </a:cubicBezTo>
                <a:cubicBezTo>
                  <a:pt x="1586424" y="199832"/>
                  <a:pt x="1580528" y="199153"/>
                  <a:pt x="1574525" y="197795"/>
                </a:cubicBezTo>
                <a:lnTo>
                  <a:pt x="1574525" y="171851"/>
                </a:lnTo>
                <a:lnTo>
                  <a:pt x="1580957" y="171851"/>
                </a:lnTo>
                <a:lnTo>
                  <a:pt x="1585567" y="185359"/>
                </a:lnTo>
                <a:cubicBezTo>
                  <a:pt x="1587639" y="187003"/>
                  <a:pt x="1590284" y="187825"/>
                  <a:pt x="1593500" y="187825"/>
                </a:cubicBezTo>
                <a:cubicBezTo>
                  <a:pt x="1596216" y="187825"/>
                  <a:pt x="1598610" y="187182"/>
                  <a:pt x="1600683" y="185895"/>
                </a:cubicBezTo>
                <a:cubicBezTo>
                  <a:pt x="1602755" y="184609"/>
                  <a:pt x="1604703" y="182750"/>
                  <a:pt x="1606526" y="180320"/>
                </a:cubicBezTo>
                <a:cubicBezTo>
                  <a:pt x="1608348" y="177890"/>
                  <a:pt x="1610081" y="174906"/>
                  <a:pt x="1611725" y="171369"/>
                </a:cubicBezTo>
                <a:cubicBezTo>
                  <a:pt x="1613369" y="167831"/>
                  <a:pt x="1615763" y="162560"/>
                  <a:pt x="1618908" y="155556"/>
                </a:cubicBezTo>
                <a:close/>
                <a:moveTo>
                  <a:pt x="1759240" y="120466"/>
                </a:moveTo>
                <a:cubicBezTo>
                  <a:pt x="1759240" y="131698"/>
                  <a:pt x="1755792" y="140194"/>
                  <a:pt x="1748895" y="145954"/>
                </a:cubicBezTo>
                <a:cubicBezTo>
                  <a:pt x="1741998" y="151712"/>
                  <a:pt x="1731974" y="154591"/>
                  <a:pt x="1718824" y="154591"/>
                </a:cubicBezTo>
                <a:cubicBezTo>
                  <a:pt x="1713392" y="154591"/>
                  <a:pt x="1707406" y="154001"/>
                  <a:pt x="1700867" y="152822"/>
                </a:cubicBezTo>
                <a:cubicBezTo>
                  <a:pt x="1694327" y="151643"/>
                  <a:pt x="1689378" y="150410"/>
                  <a:pt x="1686019" y="149123"/>
                </a:cubicBezTo>
                <a:lnTo>
                  <a:pt x="1686019" y="121679"/>
                </a:lnTo>
                <a:lnTo>
                  <a:pt x="1693094" y="121679"/>
                </a:lnTo>
                <a:lnTo>
                  <a:pt x="1697168" y="135830"/>
                </a:lnTo>
                <a:cubicBezTo>
                  <a:pt x="1699670" y="138331"/>
                  <a:pt x="1702957" y="140422"/>
                  <a:pt x="1707031" y="142101"/>
                </a:cubicBezTo>
                <a:cubicBezTo>
                  <a:pt x="1711105" y="143781"/>
                  <a:pt x="1715250" y="144621"/>
                  <a:pt x="1719467" y="144621"/>
                </a:cubicBezTo>
                <a:cubicBezTo>
                  <a:pt x="1725685" y="144621"/>
                  <a:pt x="1730313" y="143278"/>
                  <a:pt x="1733350" y="140594"/>
                </a:cubicBezTo>
                <a:cubicBezTo>
                  <a:pt x="1736388" y="137909"/>
                  <a:pt x="1737906" y="134491"/>
                  <a:pt x="1737906" y="130339"/>
                </a:cubicBezTo>
                <a:cubicBezTo>
                  <a:pt x="1737906" y="126404"/>
                  <a:pt x="1736441" y="123256"/>
                  <a:pt x="1733511" y="120895"/>
                </a:cubicBezTo>
                <a:cubicBezTo>
                  <a:pt x="1730581" y="118534"/>
                  <a:pt x="1724184" y="115816"/>
                  <a:pt x="1714321" y="112740"/>
                </a:cubicBezTo>
                <a:cubicBezTo>
                  <a:pt x="1703958" y="109520"/>
                  <a:pt x="1696614" y="105120"/>
                  <a:pt x="1692290" y="99541"/>
                </a:cubicBezTo>
                <a:cubicBezTo>
                  <a:pt x="1687966" y="93959"/>
                  <a:pt x="1685804" y="87090"/>
                  <a:pt x="1685804" y="78934"/>
                </a:cubicBezTo>
                <a:cubicBezTo>
                  <a:pt x="1685804" y="69777"/>
                  <a:pt x="1689199" y="62480"/>
                  <a:pt x="1695989" y="57044"/>
                </a:cubicBezTo>
                <a:cubicBezTo>
                  <a:pt x="1702779" y="51605"/>
                  <a:pt x="1711534" y="48886"/>
                  <a:pt x="1722254" y="48886"/>
                </a:cubicBezTo>
                <a:cubicBezTo>
                  <a:pt x="1729616" y="48886"/>
                  <a:pt x="1739514" y="49922"/>
                  <a:pt x="1751950" y="51995"/>
                </a:cubicBezTo>
                <a:lnTo>
                  <a:pt x="1751950" y="77832"/>
                </a:lnTo>
                <a:lnTo>
                  <a:pt x="1744875" y="77832"/>
                </a:lnTo>
                <a:lnTo>
                  <a:pt x="1741444" y="66039"/>
                </a:lnTo>
                <a:cubicBezTo>
                  <a:pt x="1739372" y="63966"/>
                  <a:pt x="1736459" y="62269"/>
                  <a:pt x="1732707" y="60947"/>
                </a:cubicBezTo>
                <a:cubicBezTo>
                  <a:pt x="1728955" y="59624"/>
                  <a:pt x="1725399" y="58963"/>
                  <a:pt x="1722040" y="58963"/>
                </a:cubicBezTo>
                <a:cubicBezTo>
                  <a:pt x="1716894" y="58963"/>
                  <a:pt x="1713088" y="60020"/>
                  <a:pt x="1710622" y="62133"/>
                </a:cubicBezTo>
                <a:cubicBezTo>
                  <a:pt x="1708157" y="64245"/>
                  <a:pt x="1706924" y="67128"/>
                  <a:pt x="1706924" y="70779"/>
                </a:cubicBezTo>
                <a:cubicBezTo>
                  <a:pt x="1706924" y="74572"/>
                  <a:pt x="1708461" y="77684"/>
                  <a:pt x="1711534" y="80116"/>
                </a:cubicBezTo>
                <a:cubicBezTo>
                  <a:pt x="1714607" y="82549"/>
                  <a:pt x="1720932" y="85195"/>
                  <a:pt x="1730509" y="88056"/>
                </a:cubicBezTo>
                <a:cubicBezTo>
                  <a:pt x="1740944" y="91277"/>
                  <a:pt x="1748341" y="95516"/>
                  <a:pt x="1752701" y="100774"/>
                </a:cubicBezTo>
                <a:cubicBezTo>
                  <a:pt x="1757061" y="106031"/>
                  <a:pt x="1759240" y="112595"/>
                  <a:pt x="1759240" y="120466"/>
                </a:cubicBezTo>
                <a:close/>
                <a:moveTo>
                  <a:pt x="1811307" y="142798"/>
                </a:moveTo>
                <a:lnTo>
                  <a:pt x="1822349" y="145371"/>
                </a:lnTo>
                <a:lnTo>
                  <a:pt x="1822349" y="152447"/>
                </a:lnTo>
                <a:lnTo>
                  <a:pt x="1769389" y="152447"/>
                </a:lnTo>
                <a:lnTo>
                  <a:pt x="1769389" y="145371"/>
                </a:lnTo>
                <a:lnTo>
                  <a:pt x="1780324" y="142798"/>
                </a:lnTo>
                <a:lnTo>
                  <a:pt x="1780324" y="61322"/>
                </a:lnTo>
                <a:lnTo>
                  <a:pt x="1770033" y="58749"/>
                </a:lnTo>
                <a:lnTo>
                  <a:pt x="1770033" y="51673"/>
                </a:lnTo>
                <a:lnTo>
                  <a:pt x="1811307" y="51673"/>
                </a:lnTo>
                <a:lnTo>
                  <a:pt x="1811307" y="142798"/>
                </a:lnTo>
                <a:moveTo>
                  <a:pt x="1779252" y="16510"/>
                </a:moveTo>
                <a:cubicBezTo>
                  <a:pt x="1779252" y="11864"/>
                  <a:pt x="1780878" y="7969"/>
                  <a:pt x="1784130" y="4824"/>
                </a:cubicBezTo>
                <a:cubicBezTo>
                  <a:pt x="1787382" y="1680"/>
                  <a:pt x="1791259" y="107"/>
                  <a:pt x="1795762" y="107"/>
                </a:cubicBezTo>
                <a:cubicBezTo>
                  <a:pt x="1800336" y="107"/>
                  <a:pt x="1804213" y="1697"/>
                  <a:pt x="1807394" y="4878"/>
                </a:cubicBezTo>
                <a:cubicBezTo>
                  <a:pt x="1810574" y="8058"/>
                  <a:pt x="1812165" y="11936"/>
                  <a:pt x="1812165" y="16510"/>
                </a:cubicBezTo>
                <a:cubicBezTo>
                  <a:pt x="1812165" y="21012"/>
                  <a:pt x="1810592" y="24890"/>
                  <a:pt x="1807447" y="28142"/>
                </a:cubicBezTo>
                <a:cubicBezTo>
                  <a:pt x="1804303" y="31393"/>
                  <a:pt x="1800408" y="33019"/>
                  <a:pt x="1795762" y="33019"/>
                </a:cubicBezTo>
                <a:cubicBezTo>
                  <a:pt x="1791188" y="33019"/>
                  <a:pt x="1787293" y="31429"/>
                  <a:pt x="1784077" y="28249"/>
                </a:cubicBezTo>
                <a:cubicBezTo>
                  <a:pt x="1780860" y="25068"/>
                  <a:pt x="1779252" y="21155"/>
                  <a:pt x="1779252" y="16510"/>
                </a:cubicBezTo>
                <a:close/>
                <a:moveTo>
                  <a:pt x="1905465" y="120466"/>
                </a:moveTo>
                <a:cubicBezTo>
                  <a:pt x="1905465" y="131698"/>
                  <a:pt x="1902016" y="140194"/>
                  <a:pt x="1895119" y="145954"/>
                </a:cubicBezTo>
                <a:cubicBezTo>
                  <a:pt x="1888222" y="151712"/>
                  <a:pt x="1878199" y="154591"/>
                  <a:pt x="1865048" y="154591"/>
                </a:cubicBezTo>
                <a:cubicBezTo>
                  <a:pt x="1859616" y="154591"/>
                  <a:pt x="1853631" y="154001"/>
                  <a:pt x="1847091" y="152822"/>
                </a:cubicBezTo>
                <a:cubicBezTo>
                  <a:pt x="1840551" y="151643"/>
                  <a:pt x="1835602" y="150410"/>
                  <a:pt x="1832243" y="149123"/>
                </a:cubicBezTo>
                <a:lnTo>
                  <a:pt x="1832243" y="121679"/>
                </a:lnTo>
                <a:lnTo>
                  <a:pt x="1839319" y="121679"/>
                </a:lnTo>
                <a:lnTo>
                  <a:pt x="1843392" y="135830"/>
                </a:lnTo>
                <a:cubicBezTo>
                  <a:pt x="1845894" y="138331"/>
                  <a:pt x="1849182" y="140422"/>
                  <a:pt x="1853255" y="142101"/>
                </a:cubicBezTo>
                <a:cubicBezTo>
                  <a:pt x="1857329" y="143781"/>
                  <a:pt x="1861474" y="144621"/>
                  <a:pt x="1865691" y="144621"/>
                </a:cubicBezTo>
                <a:cubicBezTo>
                  <a:pt x="1871909" y="144621"/>
                  <a:pt x="1876537" y="143278"/>
                  <a:pt x="1879574" y="140594"/>
                </a:cubicBezTo>
                <a:cubicBezTo>
                  <a:pt x="1882612" y="137909"/>
                  <a:pt x="1884131" y="134491"/>
                  <a:pt x="1884131" y="130339"/>
                </a:cubicBezTo>
                <a:cubicBezTo>
                  <a:pt x="1884131" y="126404"/>
                  <a:pt x="1882666" y="123256"/>
                  <a:pt x="1879735" y="120895"/>
                </a:cubicBezTo>
                <a:cubicBezTo>
                  <a:pt x="1876805" y="118534"/>
                  <a:pt x="1870408" y="115816"/>
                  <a:pt x="1860545" y="112740"/>
                </a:cubicBezTo>
                <a:cubicBezTo>
                  <a:pt x="1850182" y="109520"/>
                  <a:pt x="1842839" y="105120"/>
                  <a:pt x="1838515" y="99541"/>
                </a:cubicBezTo>
                <a:cubicBezTo>
                  <a:pt x="1834191" y="93959"/>
                  <a:pt x="1832029" y="87090"/>
                  <a:pt x="1832029" y="78934"/>
                </a:cubicBezTo>
                <a:cubicBezTo>
                  <a:pt x="1832029" y="69777"/>
                  <a:pt x="1835423" y="62480"/>
                  <a:pt x="1842213" y="57044"/>
                </a:cubicBezTo>
                <a:cubicBezTo>
                  <a:pt x="1849003" y="51605"/>
                  <a:pt x="1857758" y="48886"/>
                  <a:pt x="1868479" y="48886"/>
                </a:cubicBezTo>
                <a:cubicBezTo>
                  <a:pt x="1875840" y="48886"/>
                  <a:pt x="1885739" y="49922"/>
                  <a:pt x="1898175" y="51995"/>
                </a:cubicBezTo>
                <a:lnTo>
                  <a:pt x="1898175" y="77832"/>
                </a:lnTo>
                <a:lnTo>
                  <a:pt x="1891099" y="77832"/>
                </a:lnTo>
                <a:lnTo>
                  <a:pt x="1887668" y="66039"/>
                </a:lnTo>
                <a:cubicBezTo>
                  <a:pt x="1885596" y="63966"/>
                  <a:pt x="1882683" y="62269"/>
                  <a:pt x="1878931" y="60947"/>
                </a:cubicBezTo>
                <a:cubicBezTo>
                  <a:pt x="1875179" y="59624"/>
                  <a:pt x="1871623" y="58963"/>
                  <a:pt x="1868264" y="58963"/>
                </a:cubicBezTo>
                <a:cubicBezTo>
                  <a:pt x="1863118" y="58963"/>
                  <a:pt x="1859313" y="60020"/>
                  <a:pt x="1856847" y="62133"/>
                </a:cubicBezTo>
                <a:cubicBezTo>
                  <a:pt x="1854381" y="64245"/>
                  <a:pt x="1853148" y="67128"/>
                  <a:pt x="1853148" y="70779"/>
                </a:cubicBezTo>
                <a:cubicBezTo>
                  <a:pt x="1853148" y="74572"/>
                  <a:pt x="1854685" y="77684"/>
                  <a:pt x="1857758" y="80116"/>
                </a:cubicBezTo>
                <a:cubicBezTo>
                  <a:pt x="1860831" y="82549"/>
                  <a:pt x="1867156" y="85195"/>
                  <a:pt x="1876733" y="88056"/>
                </a:cubicBezTo>
                <a:cubicBezTo>
                  <a:pt x="1887168" y="91277"/>
                  <a:pt x="1894565" y="95516"/>
                  <a:pt x="1898925" y="100774"/>
                </a:cubicBezTo>
                <a:cubicBezTo>
                  <a:pt x="1903285" y="106031"/>
                  <a:pt x="1905465" y="112595"/>
                  <a:pt x="1905465" y="120466"/>
                </a:cubicBezTo>
                <a:close/>
                <a:moveTo>
                  <a:pt x="2004595" y="99433"/>
                </a:moveTo>
                <a:cubicBezTo>
                  <a:pt x="2004595" y="116381"/>
                  <a:pt x="2005506" y="130040"/>
                  <a:pt x="2007329" y="140410"/>
                </a:cubicBezTo>
                <a:cubicBezTo>
                  <a:pt x="2009151" y="150777"/>
                  <a:pt x="2012046" y="159894"/>
                  <a:pt x="2016012" y="167761"/>
                </a:cubicBezTo>
                <a:cubicBezTo>
                  <a:pt x="2019979" y="175627"/>
                  <a:pt x="2025214" y="182027"/>
                  <a:pt x="2031718" y="186960"/>
                </a:cubicBezTo>
                <a:lnTo>
                  <a:pt x="2031718" y="199189"/>
                </a:lnTo>
                <a:cubicBezTo>
                  <a:pt x="2017567" y="191680"/>
                  <a:pt x="2006507" y="183474"/>
                  <a:pt x="1998538" y="174571"/>
                </a:cubicBezTo>
                <a:cubicBezTo>
                  <a:pt x="1990569" y="165669"/>
                  <a:pt x="1984708" y="155193"/>
                  <a:pt x="1980956" y="143143"/>
                </a:cubicBezTo>
                <a:cubicBezTo>
                  <a:pt x="1977204" y="131094"/>
                  <a:pt x="1975328" y="116488"/>
                  <a:pt x="1975328" y="99326"/>
                </a:cubicBezTo>
                <a:cubicBezTo>
                  <a:pt x="1975328" y="82307"/>
                  <a:pt x="1977204" y="67791"/>
                  <a:pt x="1980956" y="55777"/>
                </a:cubicBezTo>
                <a:cubicBezTo>
                  <a:pt x="1984708" y="43763"/>
                  <a:pt x="1990569" y="33323"/>
                  <a:pt x="1998538" y="24456"/>
                </a:cubicBezTo>
                <a:cubicBezTo>
                  <a:pt x="2006507" y="15590"/>
                  <a:pt x="2017567" y="7437"/>
                  <a:pt x="2031718" y="0"/>
                </a:cubicBezTo>
                <a:lnTo>
                  <a:pt x="2031718" y="12228"/>
                </a:lnTo>
                <a:cubicBezTo>
                  <a:pt x="2025214" y="17162"/>
                  <a:pt x="2019997" y="23526"/>
                  <a:pt x="2016066" y="31321"/>
                </a:cubicBezTo>
                <a:cubicBezTo>
                  <a:pt x="2012135" y="39116"/>
                  <a:pt x="2009240" y="48198"/>
                  <a:pt x="2007382" y="58568"/>
                </a:cubicBezTo>
                <a:cubicBezTo>
                  <a:pt x="2005524" y="68936"/>
                  <a:pt x="2004595" y="82557"/>
                  <a:pt x="2004595" y="99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§7">
            <a:extLst xmlns:a="http://schemas.openxmlformats.org/drawingml/2006/main">
              <a:ext uri="{FF2B5EF4-FFF2-40B4-BE49-F238E27FC236}">
                <a16:creationId xmlns:a16="http://schemas.microsoft.com/office/drawing/2014/main" id="{8C6597EA-3ADD-404B-98F3-2AB971F6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199" y="185768"/>
            <a:ext cx="200261" cy="176461"/>
          </a:xfrm>
          <a:custGeom xmlns:a="http://schemas.openxmlformats.org/drawingml/2006/main">
            <a:pathLst>
              <a:path w="200261" h="176461">
                <a:moveTo>
                  <a:pt x="77724" y="144601"/>
                </a:moveTo>
                <a:cubicBezTo>
                  <a:pt x="77724" y="154756"/>
                  <a:pt x="74240" y="162605"/>
                  <a:pt x="67272" y="168146"/>
                </a:cubicBezTo>
                <a:cubicBezTo>
                  <a:pt x="60303" y="173689"/>
                  <a:pt x="50315" y="176461"/>
                  <a:pt x="37308" y="176461"/>
                </a:cubicBezTo>
                <a:cubicBezTo>
                  <a:pt x="31876" y="176461"/>
                  <a:pt x="25890" y="175871"/>
                  <a:pt x="19351" y="174692"/>
                </a:cubicBezTo>
                <a:cubicBezTo>
                  <a:pt x="12811" y="173513"/>
                  <a:pt x="7862" y="172280"/>
                  <a:pt x="4503" y="170993"/>
                </a:cubicBezTo>
                <a:lnTo>
                  <a:pt x="4503" y="143013"/>
                </a:lnTo>
                <a:lnTo>
                  <a:pt x="11578" y="143013"/>
                </a:lnTo>
                <a:lnTo>
                  <a:pt x="15652" y="157164"/>
                </a:lnTo>
                <a:cubicBezTo>
                  <a:pt x="18439" y="159951"/>
                  <a:pt x="21870" y="162203"/>
                  <a:pt x="25944" y="163918"/>
                </a:cubicBezTo>
                <a:cubicBezTo>
                  <a:pt x="30018" y="165633"/>
                  <a:pt x="34020" y="166491"/>
                  <a:pt x="37951" y="166491"/>
                </a:cubicBezTo>
                <a:cubicBezTo>
                  <a:pt x="43740" y="166491"/>
                  <a:pt x="48207" y="165150"/>
                  <a:pt x="51352" y="162467"/>
                </a:cubicBezTo>
                <a:cubicBezTo>
                  <a:pt x="54496" y="159785"/>
                  <a:pt x="56069" y="156369"/>
                  <a:pt x="56069" y="152219"/>
                </a:cubicBezTo>
                <a:cubicBezTo>
                  <a:pt x="56069" y="148000"/>
                  <a:pt x="54586" y="144156"/>
                  <a:pt x="51620" y="140688"/>
                </a:cubicBezTo>
                <a:cubicBezTo>
                  <a:pt x="48654" y="137219"/>
                  <a:pt x="44240" y="133947"/>
                  <a:pt x="38380" y="130872"/>
                </a:cubicBezTo>
                <a:lnTo>
                  <a:pt x="28088" y="125508"/>
                </a:lnTo>
                <a:cubicBezTo>
                  <a:pt x="20441" y="121503"/>
                  <a:pt x="14830" y="117856"/>
                  <a:pt x="11257" y="114566"/>
                </a:cubicBezTo>
                <a:cubicBezTo>
                  <a:pt x="7683" y="111276"/>
                  <a:pt x="4914" y="107540"/>
                  <a:pt x="2948" y="103357"/>
                </a:cubicBezTo>
                <a:cubicBezTo>
                  <a:pt x="983" y="99173"/>
                  <a:pt x="0" y="94399"/>
                  <a:pt x="0" y="89035"/>
                </a:cubicBezTo>
                <a:cubicBezTo>
                  <a:pt x="0" y="81883"/>
                  <a:pt x="2073" y="75733"/>
                  <a:pt x="6218" y="70585"/>
                </a:cubicBezTo>
                <a:cubicBezTo>
                  <a:pt x="10363" y="65437"/>
                  <a:pt x="16081" y="61790"/>
                  <a:pt x="23371" y="59643"/>
                </a:cubicBezTo>
                <a:cubicBezTo>
                  <a:pt x="16653" y="55996"/>
                  <a:pt x="11775" y="51777"/>
                  <a:pt x="8737" y="46986"/>
                </a:cubicBezTo>
                <a:cubicBezTo>
                  <a:pt x="5700" y="42193"/>
                  <a:pt x="4181" y="36544"/>
                  <a:pt x="4181" y="30038"/>
                </a:cubicBezTo>
                <a:cubicBezTo>
                  <a:pt x="4181" y="20883"/>
                  <a:pt x="7576" y="13588"/>
                  <a:pt x="14366" y="8154"/>
                </a:cubicBezTo>
                <a:cubicBezTo>
                  <a:pt x="21155" y="2718"/>
                  <a:pt x="29910" y="0"/>
                  <a:pt x="40631" y="0"/>
                </a:cubicBezTo>
                <a:cubicBezTo>
                  <a:pt x="47993" y="0"/>
                  <a:pt x="57891" y="1036"/>
                  <a:pt x="70327" y="3109"/>
                </a:cubicBezTo>
                <a:lnTo>
                  <a:pt x="70327" y="28946"/>
                </a:lnTo>
                <a:lnTo>
                  <a:pt x="63251" y="28946"/>
                </a:lnTo>
                <a:lnTo>
                  <a:pt x="59821" y="17153"/>
                </a:lnTo>
                <a:cubicBezTo>
                  <a:pt x="57748" y="15080"/>
                  <a:pt x="54836" y="13383"/>
                  <a:pt x="51084" y="12061"/>
                </a:cubicBezTo>
                <a:cubicBezTo>
                  <a:pt x="47331" y="10738"/>
                  <a:pt x="43776" y="10077"/>
                  <a:pt x="40417" y="10077"/>
                </a:cubicBezTo>
                <a:cubicBezTo>
                  <a:pt x="35271" y="10077"/>
                  <a:pt x="31465" y="11133"/>
                  <a:pt x="28999" y="13243"/>
                </a:cubicBezTo>
                <a:cubicBezTo>
                  <a:pt x="26533" y="15354"/>
                  <a:pt x="25301" y="18234"/>
                  <a:pt x="25301" y="21883"/>
                </a:cubicBezTo>
                <a:cubicBezTo>
                  <a:pt x="25301" y="25959"/>
                  <a:pt x="26730" y="29535"/>
                  <a:pt x="29589" y="32611"/>
                </a:cubicBezTo>
                <a:cubicBezTo>
                  <a:pt x="32448" y="35686"/>
                  <a:pt x="36986" y="38547"/>
                  <a:pt x="43204" y="41194"/>
                </a:cubicBezTo>
                <a:cubicBezTo>
                  <a:pt x="54496" y="46128"/>
                  <a:pt x="61911" y="49685"/>
                  <a:pt x="65449" y="51868"/>
                </a:cubicBezTo>
                <a:cubicBezTo>
                  <a:pt x="68987" y="54047"/>
                  <a:pt x="71971" y="56514"/>
                  <a:pt x="74401" y="59268"/>
                </a:cubicBezTo>
                <a:cubicBezTo>
                  <a:pt x="76831" y="62022"/>
                  <a:pt x="78689" y="65080"/>
                  <a:pt x="79976" y="68441"/>
                </a:cubicBezTo>
                <a:cubicBezTo>
                  <a:pt x="81262" y="71800"/>
                  <a:pt x="81905" y="75733"/>
                  <a:pt x="81905" y="80240"/>
                </a:cubicBezTo>
                <a:cubicBezTo>
                  <a:pt x="81905" y="88107"/>
                  <a:pt x="79779" y="94829"/>
                  <a:pt x="75527" y="100408"/>
                </a:cubicBezTo>
                <a:cubicBezTo>
                  <a:pt x="71274" y="105985"/>
                  <a:pt x="65253" y="109917"/>
                  <a:pt x="57462" y="112204"/>
                </a:cubicBezTo>
                <a:cubicBezTo>
                  <a:pt x="64395" y="116497"/>
                  <a:pt x="69505" y="121289"/>
                  <a:pt x="72793" y="126580"/>
                </a:cubicBezTo>
                <a:cubicBezTo>
                  <a:pt x="76080" y="131871"/>
                  <a:pt x="77724" y="137878"/>
                  <a:pt x="77724" y="144601"/>
                </a:cubicBezTo>
                <a:moveTo>
                  <a:pt x="60250" y="87855"/>
                </a:moveTo>
                <a:cubicBezTo>
                  <a:pt x="60250" y="84780"/>
                  <a:pt x="59553" y="82099"/>
                  <a:pt x="58159" y="79811"/>
                </a:cubicBezTo>
                <a:cubicBezTo>
                  <a:pt x="56766" y="77522"/>
                  <a:pt x="54729" y="75413"/>
                  <a:pt x="52048" y="73483"/>
                </a:cubicBezTo>
                <a:cubicBezTo>
                  <a:pt x="49368" y="71551"/>
                  <a:pt x="44562" y="69083"/>
                  <a:pt x="37629" y="66079"/>
                </a:cubicBezTo>
                <a:cubicBezTo>
                  <a:pt x="33055" y="66651"/>
                  <a:pt x="29160" y="68421"/>
                  <a:pt x="25944" y="71389"/>
                </a:cubicBezTo>
                <a:cubicBezTo>
                  <a:pt x="22728" y="74357"/>
                  <a:pt x="21120" y="77522"/>
                  <a:pt x="21120" y="80884"/>
                </a:cubicBezTo>
                <a:cubicBezTo>
                  <a:pt x="21120" y="83888"/>
                  <a:pt x="21834" y="86606"/>
                  <a:pt x="23264" y="89038"/>
                </a:cubicBezTo>
                <a:cubicBezTo>
                  <a:pt x="24693" y="91468"/>
                  <a:pt x="26766" y="93756"/>
                  <a:pt x="29482" y="95902"/>
                </a:cubicBezTo>
                <a:cubicBezTo>
                  <a:pt x="32198" y="98047"/>
                  <a:pt x="37058" y="100978"/>
                  <a:pt x="44062" y="104697"/>
                </a:cubicBezTo>
                <a:cubicBezTo>
                  <a:pt x="48779" y="103839"/>
                  <a:pt x="52656" y="101747"/>
                  <a:pt x="55693" y="98422"/>
                </a:cubicBezTo>
                <a:cubicBezTo>
                  <a:pt x="58731" y="95096"/>
                  <a:pt x="60250" y="91574"/>
                  <a:pt x="60250" y="87855"/>
                </a:cubicBezTo>
                <a:close/>
                <a:moveTo>
                  <a:pt x="117712" y="46206"/>
                </a:moveTo>
                <a:lnTo>
                  <a:pt x="108385" y="46206"/>
                </a:lnTo>
                <a:lnTo>
                  <a:pt x="108385" y="5146"/>
                </a:lnTo>
                <a:lnTo>
                  <a:pt x="200261" y="5146"/>
                </a:lnTo>
                <a:lnTo>
                  <a:pt x="200261" y="13615"/>
                </a:lnTo>
                <a:lnTo>
                  <a:pt x="144407" y="149016"/>
                </a:lnTo>
                <a:lnTo>
                  <a:pt x="118784" y="149016"/>
                </a:lnTo>
                <a:lnTo>
                  <a:pt x="179356" y="29053"/>
                </a:lnTo>
                <a:lnTo>
                  <a:pt x="122644" y="29053"/>
                </a:lnTo>
                <a:lnTo>
                  <a:pt x="117712" y="4620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)">
            <a:extLst xmlns:a="http://schemas.openxmlformats.org/drawingml/2006/main">
              <a:ext uri="{FF2B5EF4-FFF2-40B4-BE49-F238E27FC236}">
                <a16:creationId xmlns:a16="http://schemas.microsoft.com/office/drawing/2014/main" id="{FFC05004-9494-487C-992F-0FD5596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897" y="182337"/>
            <a:ext cx="56390" cy="199189"/>
          </a:xfrm>
          <a:custGeom xmlns:a="http://schemas.openxmlformats.org/drawingml/2006/main">
            <a:pathLst>
              <a:path w="56390" h="199189">
                <a:moveTo>
                  <a:pt x="0" y="199189"/>
                </a:moveTo>
                <a:lnTo>
                  <a:pt x="0" y="186960"/>
                </a:lnTo>
                <a:cubicBezTo>
                  <a:pt x="6504" y="181955"/>
                  <a:pt x="11739" y="175520"/>
                  <a:pt x="15706" y="167653"/>
                </a:cubicBezTo>
                <a:cubicBezTo>
                  <a:pt x="19672" y="159787"/>
                  <a:pt x="22567" y="150617"/>
                  <a:pt x="24389" y="140142"/>
                </a:cubicBezTo>
                <a:cubicBezTo>
                  <a:pt x="26212" y="129664"/>
                  <a:pt x="27123" y="116095"/>
                  <a:pt x="27123" y="99433"/>
                </a:cubicBezTo>
                <a:cubicBezTo>
                  <a:pt x="27123" y="82486"/>
                  <a:pt x="26194" y="68828"/>
                  <a:pt x="24336" y="58461"/>
                </a:cubicBezTo>
                <a:cubicBezTo>
                  <a:pt x="22478" y="48091"/>
                  <a:pt x="19583" y="39044"/>
                  <a:pt x="15652" y="31321"/>
                </a:cubicBezTo>
                <a:cubicBezTo>
                  <a:pt x="11721" y="23598"/>
                  <a:pt x="6504" y="17233"/>
                  <a:pt x="0" y="12228"/>
                </a:cubicBezTo>
                <a:lnTo>
                  <a:pt x="0" y="0"/>
                </a:lnTo>
                <a:cubicBezTo>
                  <a:pt x="14294" y="7652"/>
                  <a:pt x="25408" y="15893"/>
                  <a:pt x="33341" y="24724"/>
                </a:cubicBezTo>
                <a:cubicBezTo>
                  <a:pt x="41274" y="33555"/>
                  <a:pt x="47099" y="43960"/>
                  <a:pt x="50816" y="55938"/>
                </a:cubicBezTo>
                <a:cubicBezTo>
                  <a:pt x="54532" y="67916"/>
                  <a:pt x="56390" y="82379"/>
                  <a:pt x="56390" y="99326"/>
                </a:cubicBezTo>
                <a:cubicBezTo>
                  <a:pt x="56390" y="116417"/>
                  <a:pt x="54532" y="130987"/>
                  <a:pt x="50816" y="143036"/>
                </a:cubicBezTo>
                <a:cubicBezTo>
                  <a:pt x="47099" y="155086"/>
                  <a:pt x="41256" y="165562"/>
                  <a:pt x="33287" y="174464"/>
                </a:cubicBezTo>
                <a:cubicBezTo>
                  <a:pt x="25318" y="183367"/>
                  <a:pt x="14223" y="191608"/>
                  <a:pt x="0" y="199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9C514-0A2A-4F4C-9628-C0909861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568" y="553006"/>
            <a:ext cx="1736547" cy="594818"/>
          </a:xfrm>
          <a:custGeom xmlns:a="http://schemas.openxmlformats.org/drawingml/2006/main">
            <a:pathLst>
              <a:path w="1736547" h="594818">
                <a:moveTo>
                  <a:pt x="0" y="0"/>
                </a:moveTo>
                <a:lnTo>
                  <a:pt x="1736547" y="0"/>
                </a:lnTo>
                <a:lnTo>
                  <a:pt x="1736547" y="594818"/>
                </a:lnTo>
                <a:lnTo>
                  <a:pt x="0" y="5948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97EBA-BFA8-4CAD-A0F9-6F9E69CF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568" y="553006"/>
            <a:ext cx="1736547" cy="594818"/>
          </a:xfrm>
          <a:custGeom xmlns:a="http://schemas.openxmlformats.org/drawingml/2006/main">
            <a:pathLst>
              <a:path w="1736547" h="594818" fill="none">
                <a:moveTo>
                  <a:pt x="0" y="0"/>
                </a:moveTo>
                <a:lnTo>
                  <a:pt x="1736547" y="0"/>
                </a:lnTo>
                <a:lnTo>
                  <a:pt x="1736547" y="594818"/>
                </a:lnTo>
                <a:lnTo>
                  <a:pt x="0" y="5948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13" name="Text CrashingCondition">
            <a:extLst xmlns:a="http://schemas.openxmlformats.org/drawingml/2006/main">
              <a:ext uri="{FF2B5EF4-FFF2-40B4-BE49-F238E27FC236}">
                <a16:creationId xmlns:a16="http://schemas.microsoft.com/office/drawing/2014/main" id="{38CBD759-3DE3-4FEB-B11E-6687A6C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440" y="656812"/>
            <a:ext cx="1613334" cy="186407"/>
          </a:xfrm>
          <a:custGeom xmlns:a="http://schemas.openxmlformats.org/drawingml/2006/main">
            <a:pathLst>
              <a:path w="1613334" h="186407">
                <a:moveTo>
                  <a:pt x="69697" y="144205"/>
                </a:moveTo>
                <a:cubicBezTo>
                  <a:pt x="47744" y="144205"/>
                  <a:pt x="30640" y="138288"/>
                  <a:pt x="18384" y="126455"/>
                </a:cubicBezTo>
                <a:cubicBezTo>
                  <a:pt x="6128" y="114621"/>
                  <a:pt x="0" y="98037"/>
                  <a:pt x="0" y="76703"/>
                </a:cubicBezTo>
                <a:cubicBezTo>
                  <a:pt x="0" y="53635"/>
                  <a:pt x="5892" y="36185"/>
                  <a:pt x="17677" y="24351"/>
                </a:cubicBezTo>
                <a:cubicBezTo>
                  <a:pt x="29461" y="12517"/>
                  <a:pt x="46936" y="6600"/>
                  <a:pt x="70101" y="6600"/>
                </a:cubicBezTo>
                <a:cubicBezTo>
                  <a:pt x="84175" y="6600"/>
                  <a:pt x="99293" y="8300"/>
                  <a:pt x="115454" y="11700"/>
                </a:cubicBezTo>
                <a:lnTo>
                  <a:pt x="116060" y="41001"/>
                </a:lnTo>
                <a:lnTo>
                  <a:pt x="109394" y="41001"/>
                </a:lnTo>
                <a:lnTo>
                  <a:pt x="106363" y="23601"/>
                </a:lnTo>
                <a:cubicBezTo>
                  <a:pt x="101650" y="20734"/>
                  <a:pt x="96178" y="18517"/>
                  <a:pt x="89949" y="16951"/>
                </a:cubicBezTo>
                <a:cubicBezTo>
                  <a:pt x="83720" y="15384"/>
                  <a:pt x="77374" y="14601"/>
                  <a:pt x="70909" y="14601"/>
                </a:cubicBezTo>
                <a:cubicBezTo>
                  <a:pt x="53603" y="14601"/>
                  <a:pt x="40976" y="19634"/>
                  <a:pt x="33030" y="29701"/>
                </a:cubicBezTo>
                <a:cubicBezTo>
                  <a:pt x="25084" y="39768"/>
                  <a:pt x="21111" y="55369"/>
                  <a:pt x="21111" y="76503"/>
                </a:cubicBezTo>
                <a:cubicBezTo>
                  <a:pt x="21111" y="95970"/>
                  <a:pt x="25269" y="110837"/>
                  <a:pt x="33586" y="121104"/>
                </a:cubicBezTo>
                <a:cubicBezTo>
                  <a:pt x="41902" y="131371"/>
                  <a:pt x="54007" y="136505"/>
                  <a:pt x="69899" y="136505"/>
                </a:cubicBezTo>
                <a:cubicBezTo>
                  <a:pt x="77576" y="136505"/>
                  <a:pt x="84815" y="135588"/>
                  <a:pt x="91616" y="133755"/>
                </a:cubicBezTo>
                <a:cubicBezTo>
                  <a:pt x="98417" y="131921"/>
                  <a:pt x="103804" y="129471"/>
                  <a:pt x="107777" y="126405"/>
                </a:cubicBezTo>
                <a:lnTo>
                  <a:pt x="111515" y="106404"/>
                </a:lnTo>
                <a:lnTo>
                  <a:pt x="118080" y="106404"/>
                </a:lnTo>
                <a:lnTo>
                  <a:pt x="117474" y="137905"/>
                </a:lnTo>
                <a:cubicBezTo>
                  <a:pt x="102660" y="142105"/>
                  <a:pt x="86734" y="144205"/>
                  <a:pt x="69697" y="144205"/>
                </a:cubicBezTo>
                <a:close/>
                <a:moveTo>
                  <a:pt x="196360" y="45602"/>
                </a:moveTo>
                <a:lnTo>
                  <a:pt x="196360" y="71003"/>
                </a:lnTo>
                <a:lnTo>
                  <a:pt x="192017" y="71003"/>
                </a:lnTo>
                <a:lnTo>
                  <a:pt x="186158" y="60002"/>
                </a:lnTo>
                <a:cubicBezTo>
                  <a:pt x="182791" y="60002"/>
                  <a:pt x="178801" y="60452"/>
                  <a:pt x="174188" y="61352"/>
                </a:cubicBezTo>
                <a:cubicBezTo>
                  <a:pt x="169576" y="62252"/>
                  <a:pt x="165586" y="63436"/>
                  <a:pt x="162219" y="64902"/>
                </a:cubicBezTo>
                <a:lnTo>
                  <a:pt x="162219" y="135205"/>
                </a:lnTo>
                <a:lnTo>
                  <a:pt x="178481" y="137705"/>
                </a:lnTo>
                <a:lnTo>
                  <a:pt x="178481" y="142205"/>
                </a:lnTo>
                <a:lnTo>
                  <a:pt x="133431" y="142205"/>
                </a:lnTo>
                <a:lnTo>
                  <a:pt x="133431" y="137705"/>
                </a:lnTo>
                <a:lnTo>
                  <a:pt x="145451" y="135205"/>
                </a:lnTo>
                <a:lnTo>
                  <a:pt x="145451" y="55202"/>
                </a:lnTo>
                <a:lnTo>
                  <a:pt x="133431" y="52702"/>
                </a:lnTo>
                <a:lnTo>
                  <a:pt x="133431" y="48202"/>
                </a:lnTo>
                <a:lnTo>
                  <a:pt x="161108" y="48202"/>
                </a:lnTo>
                <a:lnTo>
                  <a:pt x="162017" y="59802"/>
                </a:lnTo>
                <a:cubicBezTo>
                  <a:pt x="166057" y="56469"/>
                  <a:pt x="171528" y="53269"/>
                  <a:pt x="178431" y="50202"/>
                </a:cubicBezTo>
                <a:cubicBezTo>
                  <a:pt x="185333" y="47135"/>
                  <a:pt x="190805" y="45602"/>
                  <a:pt x="194845" y="45602"/>
                </a:cubicBezTo>
                <a:lnTo>
                  <a:pt x="196360" y="45602"/>
                </a:lnTo>
                <a:close/>
                <a:moveTo>
                  <a:pt x="245146" y="46002"/>
                </a:moveTo>
                <a:cubicBezTo>
                  <a:pt x="255516" y="46002"/>
                  <a:pt x="263143" y="48105"/>
                  <a:pt x="268025" y="52311"/>
                </a:cubicBezTo>
                <a:cubicBezTo>
                  <a:pt x="272907" y="56516"/>
                  <a:pt x="275348" y="62955"/>
                  <a:pt x="275348" y="71631"/>
                </a:cubicBezTo>
                <a:lnTo>
                  <a:pt x="275348" y="135205"/>
                </a:lnTo>
                <a:lnTo>
                  <a:pt x="287166" y="137705"/>
                </a:lnTo>
                <a:lnTo>
                  <a:pt x="287166" y="142205"/>
                </a:lnTo>
                <a:lnTo>
                  <a:pt x="261106" y="142205"/>
                </a:lnTo>
                <a:lnTo>
                  <a:pt x="259186" y="132805"/>
                </a:lnTo>
                <a:cubicBezTo>
                  <a:pt x="251510" y="140405"/>
                  <a:pt x="241712" y="144205"/>
                  <a:pt x="229793" y="144205"/>
                </a:cubicBezTo>
                <a:cubicBezTo>
                  <a:pt x="213564" y="144205"/>
                  <a:pt x="205449" y="134855"/>
                  <a:pt x="205449" y="116154"/>
                </a:cubicBezTo>
                <a:cubicBezTo>
                  <a:pt x="205449" y="109877"/>
                  <a:pt x="206678" y="104685"/>
                  <a:pt x="209136" y="100579"/>
                </a:cubicBezTo>
                <a:cubicBezTo>
                  <a:pt x="211594" y="96470"/>
                  <a:pt x="215516" y="93330"/>
                  <a:pt x="220904" y="91160"/>
                </a:cubicBezTo>
                <a:cubicBezTo>
                  <a:pt x="226291" y="88989"/>
                  <a:pt x="234102" y="87803"/>
                  <a:pt x="244338" y="87603"/>
                </a:cubicBezTo>
                <a:lnTo>
                  <a:pt x="258580" y="87203"/>
                </a:lnTo>
                <a:lnTo>
                  <a:pt x="258580" y="72503"/>
                </a:lnTo>
                <a:cubicBezTo>
                  <a:pt x="258580" y="66036"/>
                  <a:pt x="257385" y="61269"/>
                  <a:pt x="254994" y="58202"/>
                </a:cubicBezTo>
                <a:cubicBezTo>
                  <a:pt x="252604" y="55135"/>
                  <a:pt x="248917" y="53602"/>
                  <a:pt x="243934" y="53602"/>
                </a:cubicBezTo>
                <a:cubicBezTo>
                  <a:pt x="237200" y="53602"/>
                  <a:pt x="231038" y="55169"/>
                  <a:pt x="225449" y="58302"/>
                </a:cubicBezTo>
                <a:lnTo>
                  <a:pt x="222015" y="70003"/>
                </a:lnTo>
                <a:lnTo>
                  <a:pt x="216358" y="70003"/>
                </a:lnTo>
                <a:lnTo>
                  <a:pt x="216358" y="49502"/>
                </a:lnTo>
                <a:cubicBezTo>
                  <a:pt x="227267" y="47168"/>
                  <a:pt x="236863" y="46002"/>
                  <a:pt x="245146" y="46002"/>
                </a:cubicBezTo>
                <a:moveTo>
                  <a:pt x="258580" y="94203"/>
                </a:moveTo>
                <a:lnTo>
                  <a:pt x="245348" y="94603"/>
                </a:lnTo>
                <a:cubicBezTo>
                  <a:pt x="236324" y="94939"/>
                  <a:pt x="230213" y="96677"/>
                  <a:pt x="227015" y="99819"/>
                </a:cubicBezTo>
                <a:cubicBezTo>
                  <a:pt x="223816" y="102959"/>
                  <a:pt x="222217" y="108206"/>
                  <a:pt x="222217" y="115560"/>
                </a:cubicBezTo>
                <a:cubicBezTo>
                  <a:pt x="222217" y="127323"/>
                  <a:pt x="227032" y="133205"/>
                  <a:pt x="236661" y="133205"/>
                </a:cubicBezTo>
                <a:cubicBezTo>
                  <a:pt x="241240" y="133205"/>
                  <a:pt x="245197" y="132688"/>
                  <a:pt x="248530" y="131655"/>
                </a:cubicBezTo>
                <a:cubicBezTo>
                  <a:pt x="251863" y="130621"/>
                  <a:pt x="255213" y="129305"/>
                  <a:pt x="258580" y="127705"/>
                </a:cubicBezTo>
                <a:lnTo>
                  <a:pt x="258580" y="94203"/>
                </a:lnTo>
                <a:close/>
                <a:moveTo>
                  <a:pt x="362850" y="115776"/>
                </a:moveTo>
                <a:cubicBezTo>
                  <a:pt x="362850" y="125118"/>
                  <a:pt x="359870" y="132192"/>
                  <a:pt x="353911" y="136999"/>
                </a:cubicBezTo>
                <a:cubicBezTo>
                  <a:pt x="347951" y="141803"/>
                  <a:pt x="339146" y="144205"/>
                  <a:pt x="327497" y="144205"/>
                </a:cubicBezTo>
                <a:cubicBezTo>
                  <a:pt x="322783" y="144205"/>
                  <a:pt x="317581" y="143722"/>
                  <a:pt x="311891" y="142755"/>
                </a:cubicBezTo>
                <a:cubicBezTo>
                  <a:pt x="306200" y="141788"/>
                  <a:pt x="301739" y="140705"/>
                  <a:pt x="298507" y="139505"/>
                </a:cubicBezTo>
                <a:lnTo>
                  <a:pt x="298507" y="116404"/>
                </a:lnTo>
                <a:lnTo>
                  <a:pt x="303052" y="116404"/>
                </a:lnTo>
                <a:lnTo>
                  <a:pt x="308002" y="129505"/>
                </a:lnTo>
                <a:cubicBezTo>
                  <a:pt x="313052" y="134038"/>
                  <a:pt x="319618" y="136305"/>
                  <a:pt x="327699" y="136305"/>
                </a:cubicBezTo>
                <a:cubicBezTo>
                  <a:pt x="340763" y="136305"/>
                  <a:pt x="347294" y="130763"/>
                  <a:pt x="347294" y="119679"/>
                </a:cubicBezTo>
                <a:cubicBezTo>
                  <a:pt x="347294" y="111537"/>
                  <a:pt x="342143" y="105731"/>
                  <a:pt x="331840" y="102260"/>
                </a:cubicBezTo>
                <a:lnTo>
                  <a:pt x="322850" y="99357"/>
                </a:lnTo>
                <a:cubicBezTo>
                  <a:pt x="316049" y="97155"/>
                  <a:pt x="311099" y="94919"/>
                  <a:pt x="308002" y="92650"/>
                </a:cubicBezTo>
                <a:cubicBezTo>
                  <a:pt x="304904" y="90381"/>
                  <a:pt x="302513" y="87596"/>
                  <a:pt x="300830" y="84294"/>
                </a:cubicBezTo>
                <a:cubicBezTo>
                  <a:pt x="299146" y="80989"/>
                  <a:pt x="298305" y="77002"/>
                  <a:pt x="298305" y="72331"/>
                </a:cubicBezTo>
                <a:cubicBezTo>
                  <a:pt x="298305" y="64055"/>
                  <a:pt x="301150" y="57532"/>
                  <a:pt x="306840" y="52761"/>
                </a:cubicBezTo>
                <a:cubicBezTo>
                  <a:pt x="312530" y="47988"/>
                  <a:pt x="320224" y="45602"/>
                  <a:pt x="329921" y="45602"/>
                </a:cubicBezTo>
                <a:cubicBezTo>
                  <a:pt x="336857" y="45602"/>
                  <a:pt x="345544" y="46635"/>
                  <a:pt x="355981" y="48702"/>
                </a:cubicBezTo>
                <a:lnTo>
                  <a:pt x="355981" y="69202"/>
                </a:lnTo>
                <a:lnTo>
                  <a:pt x="351234" y="69202"/>
                </a:lnTo>
                <a:lnTo>
                  <a:pt x="346991" y="58302"/>
                </a:lnTo>
                <a:cubicBezTo>
                  <a:pt x="343422" y="55169"/>
                  <a:pt x="337800" y="53602"/>
                  <a:pt x="330123" y="53602"/>
                </a:cubicBezTo>
                <a:cubicBezTo>
                  <a:pt x="324668" y="53602"/>
                  <a:pt x="320510" y="54937"/>
                  <a:pt x="317648" y="57608"/>
                </a:cubicBezTo>
                <a:cubicBezTo>
                  <a:pt x="314786" y="60279"/>
                  <a:pt x="313355" y="63885"/>
                  <a:pt x="313355" y="68424"/>
                </a:cubicBezTo>
                <a:cubicBezTo>
                  <a:pt x="313355" y="72229"/>
                  <a:pt x="314651" y="75432"/>
                  <a:pt x="317244" y="78034"/>
                </a:cubicBezTo>
                <a:cubicBezTo>
                  <a:pt x="319837" y="80636"/>
                  <a:pt x="323759" y="82805"/>
                  <a:pt x="329012" y="84541"/>
                </a:cubicBezTo>
                <a:cubicBezTo>
                  <a:pt x="338911" y="87878"/>
                  <a:pt x="345375" y="90315"/>
                  <a:pt x="348406" y="91850"/>
                </a:cubicBezTo>
                <a:cubicBezTo>
                  <a:pt x="351436" y="93384"/>
                  <a:pt x="354012" y="95269"/>
                  <a:pt x="356133" y="97507"/>
                </a:cubicBezTo>
                <a:cubicBezTo>
                  <a:pt x="358254" y="99742"/>
                  <a:pt x="359904" y="102295"/>
                  <a:pt x="361082" y="105166"/>
                </a:cubicBezTo>
                <a:cubicBezTo>
                  <a:pt x="362261" y="108035"/>
                  <a:pt x="362850" y="111572"/>
                  <a:pt x="362850" y="115776"/>
                </a:cubicBezTo>
                <a:close/>
                <a:moveTo>
                  <a:pt x="403220" y="40701"/>
                </a:moveTo>
                <a:cubicBezTo>
                  <a:pt x="403220" y="47635"/>
                  <a:pt x="402984" y="52635"/>
                  <a:pt x="402513" y="55702"/>
                </a:cubicBezTo>
                <a:cubicBezTo>
                  <a:pt x="407361" y="52969"/>
                  <a:pt x="412866" y="50602"/>
                  <a:pt x="419028" y="48602"/>
                </a:cubicBezTo>
                <a:cubicBezTo>
                  <a:pt x="425190" y="46602"/>
                  <a:pt x="430392" y="45602"/>
                  <a:pt x="434634" y="45602"/>
                </a:cubicBezTo>
                <a:cubicBezTo>
                  <a:pt x="442850" y="45602"/>
                  <a:pt x="449045" y="47972"/>
                  <a:pt x="453220" y="52711"/>
                </a:cubicBezTo>
                <a:cubicBezTo>
                  <a:pt x="457395" y="57449"/>
                  <a:pt x="459482" y="64323"/>
                  <a:pt x="459482" y="73334"/>
                </a:cubicBezTo>
                <a:lnTo>
                  <a:pt x="459482" y="135205"/>
                </a:lnTo>
                <a:lnTo>
                  <a:pt x="470998" y="137705"/>
                </a:lnTo>
                <a:lnTo>
                  <a:pt x="470998" y="142205"/>
                </a:lnTo>
                <a:lnTo>
                  <a:pt x="430089" y="142205"/>
                </a:lnTo>
                <a:lnTo>
                  <a:pt x="430089" y="137705"/>
                </a:lnTo>
                <a:lnTo>
                  <a:pt x="442715" y="135205"/>
                </a:lnTo>
                <a:lnTo>
                  <a:pt x="442715" y="74525"/>
                </a:lnTo>
                <a:cubicBezTo>
                  <a:pt x="442715" y="63043"/>
                  <a:pt x="437126" y="57302"/>
                  <a:pt x="425947" y="57302"/>
                </a:cubicBezTo>
                <a:cubicBezTo>
                  <a:pt x="419617" y="57302"/>
                  <a:pt x="412042" y="58269"/>
                  <a:pt x="403220" y="60202"/>
                </a:cubicBezTo>
                <a:lnTo>
                  <a:pt x="403220" y="135205"/>
                </a:lnTo>
                <a:lnTo>
                  <a:pt x="416048" y="137705"/>
                </a:lnTo>
                <a:lnTo>
                  <a:pt x="416048" y="142205"/>
                </a:lnTo>
                <a:lnTo>
                  <a:pt x="374432" y="142205"/>
                </a:lnTo>
                <a:lnTo>
                  <a:pt x="374432" y="137705"/>
                </a:lnTo>
                <a:lnTo>
                  <a:pt x="386452" y="135205"/>
                </a:lnTo>
                <a:lnTo>
                  <a:pt x="386452" y="6900"/>
                </a:lnTo>
                <a:lnTo>
                  <a:pt x="372311" y="4500"/>
                </a:lnTo>
                <a:lnTo>
                  <a:pt x="372311" y="0"/>
                </a:lnTo>
                <a:lnTo>
                  <a:pt x="403220" y="0"/>
                </a:lnTo>
                <a:lnTo>
                  <a:pt x="403220" y="40701"/>
                </a:lnTo>
                <a:close/>
                <a:moveTo>
                  <a:pt x="512008" y="17401"/>
                </a:moveTo>
                <a:cubicBezTo>
                  <a:pt x="512008" y="20334"/>
                  <a:pt x="510930" y="22867"/>
                  <a:pt x="508776" y="25001"/>
                </a:cubicBezTo>
                <a:cubicBezTo>
                  <a:pt x="506621" y="27134"/>
                  <a:pt x="504028" y="28201"/>
                  <a:pt x="500998" y="28201"/>
                </a:cubicBezTo>
                <a:cubicBezTo>
                  <a:pt x="498035" y="28201"/>
                  <a:pt x="495476" y="27134"/>
                  <a:pt x="493321" y="25001"/>
                </a:cubicBezTo>
                <a:cubicBezTo>
                  <a:pt x="491166" y="22867"/>
                  <a:pt x="490089" y="20334"/>
                  <a:pt x="490089" y="17401"/>
                </a:cubicBezTo>
                <a:cubicBezTo>
                  <a:pt x="490089" y="14401"/>
                  <a:pt x="491166" y="11834"/>
                  <a:pt x="493321" y="9700"/>
                </a:cubicBezTo>
                <a:cubicBezTo>
                  <a:pt x="495476" y="7567"/>
                  <a:pt x="498035" y="6500"/>
                  <a:pt x="500998" y="6500"/>
                </a:cubicBezTo>
                <a:cubicBezTo>
                  <a:pt x="504028" y="6500"/>
                  <a:pt x="506621" y="7567"/>
                  <a:pt x="508776" y="9700"/>
                </a:cubicBezTo>
                <a:cubicBezTo>
                  <a:pt x="510930" y="11834"/>
                  <a:pt x="512008" y="14401"/>
                  <a:pt x="512008" y="17401"/>
                </a:cubicBezTo>
                <a:moveTo>
                  <a:pt x="510998" y="135205"/>
                </a:moveTo>
                <a:lnTo>
                  <a:pt x="527260" y="137705"/>
                </a:lnTo>
                <a:lnTo>
                  <a:pt x="527260" y="142205"/>
                </a:lnTo>
                <a:lnTo>
                  <a:pt x="478069" y="142205"/>
                </a:lnTo>
                <a:lnTo>
                  <a:pt x="478069" y="137705"/>
                </a:lnTo>
                <a:lnTo>
                  <a:pt x="494230" y="135205"/>
                </a:lnTo>
                <a:lnTo>
                  <a:pt x="494230" y="55202"/>
                </a:lnTo>
                <a:lnTo>
                  <a:pt x="480796" y="52702"/>
                </a:lnTo>
                <a:lnTo>
                  <a:pt x="480796" y="48202"/>
                </a:lnTo>
                <a:lnTo>
                  <a:pt x="510998" y="48202"/>
                </a:lnTo>
                <a:lnTo>
                  <a:pt x="510998" y="135205"/>
                </a:lnTo>
                <a:close/>
                <a:moveTo>
                  <a:pt x="563755" y="55702"/>
                </a:moveTo>
                <a:cubicBezTo>
                  <a:pt x="568940" y="52769"/>
                  <a:pt x="574462" y="50352"/>
                  <a:pt x="580321" y="48452"/>
                </a:cubicBezTo>
                <a:cubicBezTo>
                  <a:pt x="586179" y="46552"/>
                  <a:pt x="591061" y="45602"/>
                  <a:pt x="594967" y="45602"/>
                </a:cubicBezTo>
                <a:cubicBezTo>
                  <a:pt x="603182" y="45602"/>
                  <a:pt x="609378" y="47972"/>
                  <a:pt x="613553" y="52711"/>
                </a:cubicBezTo>
                <a:cubicBezTo>
                  <a:pt x="617728" y="57449"/>
                  <a:pt x="619815" y="64323"/>
                  <a:pt x="619815" y="73334"/>
                </a:cubicBezTo>
                <a:lnTo>
                  <a:pt x="619815" y="135205"/>
                </a:lnTo>
                <a:lnTo>
                  <a:pt x="631330" y="137705"/>
                </a:lnTo>
                <a:lnTo>
                  <a:pt x="631330" y="142205"/>
                </a:lnTo>
                <a:lnTo>
                  <a:pt x="590422" y="142205"/>
                </a:lnTo>
                <a:lnTo>
                  <a:pt x="590422" y="137705"/>
                </a:lnTo>
                <a:lnTo>
                  <a:pt x="603048" y="135205"/>
                </a:lnTo>
                <a:lnTo>
                  <a:pt x="603048" y="75125"/>
                </a:lnTo>
                <a:cubicBezTo>
                  <a:pt x="603048" y="69585"/>
                  <a:pt x="601684" y="65229"/>
                  <a:pt x="598957" y="62058"/>
                </a:cubicBezTo>
                <a:cubicBezTo>
                  <a:pt x="596230" y="58888"/>
                  <a:pt x="592004" y="57302"/>
                  <a:pt x="586280" y="57302"/>
                </a:cubicBezTo>
                <a:cubicBezTo>
                  <a:pt x="580220" y="57302"/>
                  <a:pt x="572778" y="58269"/>
                  <a:pt x="563957" y="60202"/>
                </a:cubicBezTo>
                <a:lnTo>
                  <a:pt x="563957" y="135205"/>
                </a:lnTo>
                <a:lnTo>
                  <a:pt x="576785" y="137705"/>
                </a:lnTo>
                <a:lnTo>
                  <a:pt x="576785" y="142205"/>
                </a:lnTo>
                <a:lnTo>
                  <a:pt x="535775" y="142205"/>
                </a:lnTo>
                <a:lnTo>
                  <a:pt x="535775" y="137705"/>
                </a:lnTo>
                <a:lnTo>
                  <a:pt x="547189" y="135205"/>
                </a:lnTo>
                <a:lnTo>
                  <a:pt x="547189" y="55202"/>
                </a:lnTo>
                <a:lnTo>
                  <a:pt x="535775" y="52702"/>
                </a:lnTo>
                <a:lnTo>
                  <a:pt x="535775" y="48202"/>
                </a:lnTo>
                <a:lnTo>
                  <a:pt x="562846" y="48202"/>
                </a:lnTo>
                <a:lnTo>
                  <a:pt x="563755" y="55702"/>
                </a:lnTo>
                <a:close/>
                <a:moveTo>
                  <a:pt x="722340" y="77803"/>
                </a:moveTo>
                <a:cubicBezTo>
                  <a:pt x="722340" y="88603"/>
                  <a:pt x="719074" y="96770"/>
                  <a:pt x="712542" y="102304"/>
                </a:cubicBezTo>
                <a:cubicBezTo>
                  <a:pt x="706010" y="107837"/>
                  <a:pt x="696616" y="110604"/>
                  <a:pt x="684360" y="110604"/>
                </a:cubicBezTo>
                <a:cubicBezTo>
                  <a:pt x="678838" y="110604"/>
                  <a:pt x="673720" y="110104"/>
                  <a:pt x="669007" y="109104"/>
                </a:cubicBezTo>
                <a:lnTo>
                  <a:pt x="662643" y="122279"/>
                </a:lnTo>
                <a:cubicBezTo>
                  <a:pt x="662845" y="123419"/>
                  <a:pt x="664158" y="124492"/>
                  <a:pt x="666582" y="125498"/>
                </a:cubicBezTo>
                <a:cubicBezTo>
                  <a:pt x="669007" y="126502"/>
                  <a:pt x="672037" y="127005"/>
                  <a:pt x="675673" y="127005"/>
                </a:cubicBezTo>
                <a:lnTo>
                  <a:pt x="703754" y="127005"/>
                </a:lnTo>
                <a:cubicBezTo>
                  <a:pt x="713990" y="127005"/>
                  <a:pt x="721582" y="129205"/>
                  <a:pt x="726532" y="133605"/>
                </a:cubicBezTo>
                <a:cubicBezTo>
                  <a:pt x="731481" y="138005"/>
                  <a:pt x="733956" y="144072"/>
                  <a:pt x="733956" y="151805"/>
                </a:cubicBezTo>
                <a:cubicBezTo>
                  <a:pt x="733956" y="158806"/>
                  <a:pt x="731986" y="164906"/>
                  <a:pt x="728047" y="170106"/>
                </a:cubicBezTo>
                <a:cubicBezTo>
                  <a:pt x="724107" y="175306"/>
                  <a:pt x="718333" y="179323"/>
                  <a:pt x="710724" y="182157"/>
                </a:cubicBezTo>
                <a:cubicBezTo>
                  <a:pt x="703114" y="184990"/>
                  <a:pt x="693889" y="186407"/>
                  <a:pt x="683047" y="186407"/>
                </a:cubicBezTo>
                <a:cubicBezTo>
                  <a:pt x="670118" y="186407"/>
                  <a:pt x="660269" y="184440"/>
                  <a:pt x="653502" y="180506"/>
                </a:cubicBezTo>
                <a:cubicBezTo>
                  <a:pt x="646734" y="176573"/>
                  <a:pt x="643350" y="170973"/>
                  <a:pt x="643350" y="163706"/>
                </a:cubicBezTo>
                <a:cubicBezTo>
                  <a:pt x="643350" y="160172"/>
                  <a:pt x="644562" y="156689"/>
                  <a:pt x="646986" y="153256"/>
                </a:cubicBezTo>
                <a:cubicBezTo>
                  <a:pt x="649411" y="149822"/>
                  <a:pt x="653855" y="145805"/>
                  <a:pt x="660320" y="141205"/>
                </a:cubicBezTo>
                <a:cubicBezTo>
                  <a:pt x="656481" y="139934"/>
                  <a:pt x="653249" y="137761"/>
                  <a:pt x="650623" y="134686"/>
                </a:cubicBezTo>
                <a:cubicBezTo>
                  <a:pt x="647997" y="131611"/>
                  <a:pt x="646683" y="128301"/>
                  <a:pt x="646683" y="124758"/>
                </a:cubicBezTo>
                <a:lnTo>
                  <a:pt x="662643" y="106904"/>
                </a:lnTo>
                <a:cubicBezTo>
                  <a:pt x="652003" y="101970"/>
                  <a:pt x="646683" y="92270"/>
                  <a:pt x="646683" y="77803"/>
                </a:cubicBezTo>
                <a:cubicBezTo>
                  <a:pt x="646683" y="67536"/>
                  <a:pt x="649966" y="59602"/>
                  <a:pt x="656532" y="54002"/>
                </a:cubicBezTo>
                <a:cubicBezTo>
                  <a:pt x="663098" y="48402"/>
                  <a:pt x="672643" y="45602"/>
                  <a:pt x="685168" y="45602"/>
                </a:cubicBezTo>
                <a:cubicBezTo>
                  <a:pt x="687660" y="45602"/>
                  <a:pt x="690858" y="45852"/>
                  <a:pt x="694764" y="46352"/>
                </a:cubicBezTo>
                <a:cubicBezTo>
                  <a:pt x="698670" y="46852"/>
                  <a:pt x="701666" y="47435"/>
                  <a:pt x="703754" y="48102"/>
                </a:cubicBezTo>
                <a:lnTo>
                  <a:pt x="726077" y="37001"/>
                </a:lnTo>
                <a:lnTo>
                  <a:pt x="729612" y="41301"/>
                </a:lnTo>
                <a:lnTo>
                  <a:pt x="715572" y="55702"/>
                </a:lnTo>
                <a:cubicBezTo>
                  <a:pt x="720084" y="60702"/>
                  <a:pt x="722340" y="68069"/>
                  <a:pt x="722340" y="77803"/>
                </a:cubicBezTo>
                <a:moveTo>
                  <a:pt x="718198" y="154906"/>
                </a:moveTo>
                <a:cubicBezTo>
                  <a:pt x="718198" y="151105"/>
                  <a:pt x="717020" y="148139"/>
                  <a:pt x="714663" y="146005"/>
                </a:cubicBezTo>
                <a:cubicBezTo>
                  <a:pt x="712306" y="143872"/>
                  <a:pt x="708737" y="142805"/>
                  <a:pt x="703956" y="142805"/>
                </a:cubicBezTo>
                <a:lnTo>
                  <a:pt x="667188" y="142805"/>
                </a:lnTo>
                <a:cubicBezTo>
                  <a:pt x="664360" y="145205"/>
                  <a:pt x="662054" y="148255"/>
                  <a:pt x="660269" y="151955"/>
                </a:cubicBezTo>
                <a:cubicBezTo>
                  <a:pt x="658485" y="155656"/>
                  <a:pt x="657592" y="159106"/>
                  <a:pt x="657592" y="162306"/>
                </a:cubicBezTo>
                <a:cubicBezTo>
                  <a:pt x="657592" y="168039"/>
                  <a:pt x="659680" y="172156"/>
                  <a:pt x="663855" y="174656"/>
                </a:cubicBezTo>
                <a:cubicBezTo>
                  <a:pt x="668030" y="177156"/>
                  <a:pt x="674427" y="178406"/>
                  <a:pt x="683047" y="178406"/>
                </a:cubicBezTo>
                <a:cubicBezTo>
                  <a:pt x="694293" y="178406"/>
                  <a:pt x="702963" y="176340"/>
                  <a:pt x="709057" y="172206"/>
                </a:cubicBezTo>
                <a:cubicBezTo>
                  <a:pt x="715151" y="168073"/>
                  <a:pt x="718198" y="162306"/>
                  <a:pt x="718198" y="154906"/>
                </a:cubicBezTo>
                <a:moveTo>
                  <a:pt x="684562" y="103004"/>
                </a:moveTo>
                <a:cubicBezTo>
                  <a:pt x="691902" y="103004"/>
                  <a:pt x="697104" y="100920"/>
                  <a:pt x="700168" y="96753"/>
                </a:cubicBezTo>
                <a:cubicBezTo>
                  <a:pt x="703232" y="92587"/>
                  <a:pt x="704764" y="86270"/>
                  <a:pt x="704764" y="77803"/>
                </a:cubicBezTo>
                <a:cubicBezTo>
                  <a:pt x="704764" y="68936"/>
                  <a:pt x="703182" y="62619"/>
                  <a:pt x="700017" y="58852"/>
                </a:cubicBezTo>
                <a:cubicBezTo>
                  <a:pt x="696852" y="55085"/>
                  <a:pt x="691767" y="53202"/>
                  <a:pt x="684764" y="53202"/>
                </a:cubicBezTo>
                <a:cubicBezTo>
                  <a:pt x="677693" y="53202"/>
                  <a:pt x="672508" y="55102"/>
                  <a:pt x="669209" y="58902"/>
                </a:cubicBezTo>
                <a:cubicBezTo>
                  <a:pt x="665909" y="62702"/>
                  <a:pt x="664259" y="69002"/>
                  <a:pt x="664259" y="77803"/>
                </a:cubicBezTo>
                <a:cubicBezTo>
                  <a:pt x="664259" y="86603"/>
                  <a:pt x="665875" y="93003"/>
                  <a:pt x="669108" y="97003"/>
                </a:cubicBezTo>
                <a:cubicBezTo>
                  <a:pt x="672340" y="101004"/>
                  <a:pt x="677491" y="103004"/>
                  <a:pt x="684562" y="103004"/>
                </a:cubicBezTo>
                <a:close/>
                <a:moveTo>
                  <a:pt x="867795" y="144205"/>
                </a:moveTo>
                <a:cubicBezTo>
                  <a:pt x="845842" y="144205"/>
                  <a:pt x="828737" y="138288"/>
                  <a:pt x="816482" y="126455"/>
                </a:cubicBezTo>
                <a:cubicBezTo>
                  <a:pt x="804226" y="114621"/>
                  <a:pt x="798098" y="98037"/>
                  <a:pt x="798098" y="76703"/>
                </a:cubicBezTo>
                <a:cubicBezTo>
                  <a:pt x="798098" y="53635"/>
                  <a:pt x="803990" y="36185"/>
                  <a:pt x="815774" y="24351"/>
                </a:cubicBezTo>
                <a:cubicBezTo>
                  <a:pt x="827559" y="12517"/>
                  <a:pt x="845034" y="6600"/>
                  <a:pt x="868199" y="6600"/>
                </a:cubicBezTo>
                <a:cubicBezTo>
                  <a:pt x="882273" y="6600"/>
                  <a:pt x="897390" y="8300"/>
                  <a:pt x="913552" y="11700"/>
                </a:cubicBezTo>
                <a:lnTo>
                  <a:pt x="914158" y="41001"/>
                </a:lnTo>
                <a:lnTo>
                  <a:pt x="907491" y="41001"/>
                </a:lnTo>
                <a:lnTo>
                  <a:pt x="904461" y="23601"/>
                </a:lnTo>
                <a:cubicBezTo>
                  <a:pt x="899747" y="20734"/>
                  <a:pt x="894276" y="18517"/>
                  <a:pt x="888047" y="16951"/>
                </a:cubicBezTo>
                <a:cubicBezTo>
                  <a:pt x="881818" y="15384"/>
                  <a:pt x="875471" y="14601"/>
                  <a:pt x="869007" y="14601"/>
                </a:cubicBezTo>
                <a:cubicBezTo>
                  <a:pt x="851700" y="14601"/>
                  <a:pt x="839074" y="19634"/>
                  <a:pt x="831128" y="29701"/>
                </a:cubicBezTo>
                <a:cubicBezTo>
                  <a:pt x="823182" y="39768"/>
                  <a:pt x="819209" y="55369"/>
                  <a:pt x="819209" y="76503"/>
                </a:cubicBezTo>
                <a:cubicBezTo>
                  <a:pt x="819209" y="95970"/>
                  <a:pt x="823367" y="110837"/>
                  <a:pt x="831684" y="121104"/>
                </a:cubicBezTo>
                <a:cubicBezTo>
                  <a:pt x="840000" y="131371"/>
                  <a:pt x="852104" y="136505"/>
                  <a:pt x="867997" y="136505"/>
                </a:cubicBezTo>
                <a:cubicBezTo>
                  <a:pt x="875673" y="136505"/>
                  <a:pt x="882912" y="135588"/>
                  <a:pt x="889714" y="133755"/>
                </a:cubicBezTo>
                <a:cubicBezTo>
                  <a:pt x="896515" y="131921"/>
                  <a:pt x="901902" y="129471"/>
                  <a:pt x="905875" y="126405"/>
                </a:cubicBezTo>
                <a:lnTo>
                  <a:pt x="909613" y="106404"/>
                </a:lnTo>
                <a:lnTo>
                  <a:pt x="916178" y="106404"/>
                </a:lnTo>
                <a:lnTo>
                  <a:pt x="915572" y="137905"/>
                </a:lnTo>
                <a:cubicBezTo>
                  <a:pt x="900757" y="142105"/>
                  <a:pt x="884832" y="144205"/>
                  <a:pt x="867795" y="144205"/>
                </a:cubicBezTo>
                <a:close/>
                <a:moveTo>
                  <a:pt x="1022942" y="94653"/>
                </a:moveTo>
                <a:cubicBezTo>
                  <a:pt x="1022942" y="127688"/>
                  <a:pt x="1008127" y="144205"/>
                  <a:pt x="978497" y="144205"/>
                </a:cubicBezTo>
                <a:cubicBezTo>
                  <a:pt x="964221" y="144205"/>
                  <a:pt x="953447" y="139968"/>
                  <a:pt x="946174" y="131492"/>
                </a:cubicBezTo>
                <a:cubicBezTo>
                  <a:pt x="938902" y="123017"/>
                  <a:pt x="935265" y="110737"/>
                  <a:pt x="935265" y="94653"/>
                </a:cubicBezTo>
                <a:cubicBezTo>
                  <a:pt x="935265" y="78770"/>
                  <a:pt x="938902" y="66623"/>
                  <a:pt x="946174" y="58215"/>
                </a:cubicBezTo>
                <a:cubicBezTo>
                  <a:pt x="953447" y="49806"/>
                  <a:pt x="964491" y="45602"/>
                  <a:pt x="979305" y="45602"/>
                </a:cubicBezTo>
                <a:cubicBezTo>
                  <a:pt x="993716" y="45602"/>
                  <a:pt x="1004592" y="49723"/>
                  <a:pt x="1011932" y="57965"/>
                </a:cubicBezTo>
                <a:cubicBezTo>
                  <a:pt x="1019272" y="66207"/>
                  <a:pt x="1022942" y="78436"/>
                  <a:pt x="1022942" y="94653"/>
                </a:cubicBezTo>
                <a:moveTo>
                  <a:pt x="1004760" y="94653"/>
                </a:moveTo>
                <a:cubicBezTo>
                  <a:pt x="1004760" y="80236"/>
                  <a:pt x="1002639" y="69790"/>
                  <a:pt x="998396" y="63315"/>
                </a:cubicBezTo>
                <a:cubicBezTo>
                  <a:pt x="994154" y="56840"/>
                  <a:pt x="987521" y="53602"/>
                  <a:pt x="978497" y="53602"/>
                </a:cubicBezTo>
                <a:cubicBezTo>
                  <a:pt x="969676" y="53602"/>
                  <a:pt x="963295" y="56706"/>
                  <a:pt x="959356" y="62915"/>
                </a:cubicBezTo>
                <a:cubicBezTo>
                  <a:pt x="955417" y="69121"/>
                  <a:pt x="953447" y="79701"/>
                  <a:pt x="953447" y="94653"/>
                </a:cubicBezTo>
                <a:cubicBezTo>
                  <a:pt x="953447" y="109806"/>
                  <a:pt x="955450" y="120537"/>
                  <a:pt x="959457" y="126845"/>
                </a:cubicBezTo>
                <a:cubicBezTo>
                  <a:pt x="963464" y="133152"/>
                  <a:pt x="969811" y="136305"/>
                  <a:pt x="978497" y="136305"/>
                </a:cubicBezTo>
                <a:cubicBezTo>
                  <a:pt x="987386" y="136305"/>
                  <a:pt x="993986" y="133034"/>
                  <a:pt x="998295" y="126492"/>
                </a:cubicBezTo>
                <a:cubicBezTo>
                  <a:pt x="1002605" y="119950"/>
                  <a:pt x="1004760" y="109337"/>
                  <a:pt x="1004760" y="94653"/>
                </a:cubicBezTo>
                <a:close/>
                <a:moveTo>
                  <a:pt x="1063548" y="55702"/>
                </a:moveTo>
                <a:cubicBezTo>
                  <a:pt x="1068733" y="52769"/>
                  <a:pt x="1074255" y="50352"/>
                  <a:pt x="1080114" y="48452"/>
                </a:cubicBezTo>
                <a:cubicBezTo>
                  <a:pt x="1085972" y="46552"/>
                  <a:pt x="1090854" y="45602"/>
                  <a:pt x="1094760" y="45602"/>
                </a:cubicBezTo>
                <a:cubicBezTo>
                  <a:pt x="1102975" y="45602"/>
                  <a:pt x="1109171" y="47972"/>
                  <a:pt x="1113346" y="52711"/>
                </a:cubicBezTo>
                <a:cubicBezTo>
                  <a:pt x="1117521" y="57449"/>
                  <a:pt x="1119608" y="64323"/>
                  <a:pt x="1119608" y="73334"/>
                </a:cubicBezTo>
                <a:lnTo>
                  <a:pt x="1119608" y="135205"/>
                </a:lnTo>
                <a:lnTo>
                  <a:pt x="1131124" y="137705"/>
                </a:lnTo>
                <a:lnTo>
                  <a:pt x="1131124" y="142205"/>
                </a:lnTo>
                <a:lnTo>
                  <a:pt x="1090215" y="142205"/>
                </a:lnTo>
                <a:lnTo>
                  <a:pt x="1090215" y="137705"/>
                </a:lnTo>
                <a:lnTo>
                  <a:pt x="1102841" y="135205"/>
                </a:lnTo>
                <a:lnTo>
                  <a:pt x="1102841" y="75125"/>
                </a:lnTo>
                <a:cubicBezTo>
                  <a:pt x="1102841" y="69585"/>
                  <a:pt x="1101477" y="65229"/>
                  <a:pt x="1098750" y="62058"/>
                </a:cubicBezTo>
                <a:cubicBezTo>
                  <a:pt x="1096023" y="58888"/>
                  <a:pt x="1091797" y="57302"/>
                  <a:pt x="1086073" y="57302"/>
                </a:cubicBezTo>
                <a:cubicBezTo>
                  <a:pt x="1080013" y="57302"/>
                  <a:pt x="1072572" y="58269"/>
                  <a:pt x="1063750" y="60202"/>
                </a:cubicBezTo>
                <a:lnTo>
                  <a:pt x="1063750" y="135205"/>
                </a:lnTo>
                <a:lnTo>
                  <a:pt x="1076578" y="137705"/>
                </a:lnTo>
                <a:lnTo>
                  <a:pt x="1076578" y="142205"/>
                </a:lnTo>
                <a:lnTo>
                  <a:pt x="1035568" y="142205"/>
                </a:lnTo>
                <a:lnTo>
                  <a:pt x="1035568" y="137705"/>
                </a:lnTo>
                <a:lnTo>
                  <a:pt x="1046982" y="135205"/>
                </a:lnTo>
                <a:lnTo>
                  <a:pt x="1046982" y="55202"/>
                </a:lnTo>
                <a:lnTo>
                  <a:pt x="1035568" y="52702"/>
                </a:lnTo>
                <a:lnTo>
                  <a:pt x="1035568" y="48202"/>
                </a:lnTo>
                <a:lnTo>
                  <a:pt x="1062639" y="48202"/>
                </a:lnTo>
                <a:lnTo>
                  <a:pt x="1063548" y="55702"/>
                </a:lnTo>
                <a:close/>
                <a:moveTo>
                  <a:pt x="1207285" y="135205"/>
                </a:moveTo>
                <a:cubicBezTo>
                  <a:pt x="1199676" y="141205"/>
                  <a:pt x="1190787" y="144205"/>
                  <a:pt x="1180619" y="144205"/>
                </a:cubicBezTo>
                <a:cubicBezTo>
                  <a:pt x="1154693" y="144205"/>
                  <a:pt x="1141730" y="128155"/>
                  <a:pt x="1141730" y="96053"/>
                </a:cubicBezTo>
                <a:cubicBezTo>
                  <a:pt x="1141730" y="79570"/>
                  <a:pt x="1145400" y="67040"/>
                  <a:pt x="1152740" y="58465"/>
                </a:cubicBezTo>
                <a:cubicBezTo>
                  <a:pt x="1160080" y="49889"/>
                  <a:pt x="1170888" y="45602"/>
                  <a:pt x="1185164" y="45602"/>
                </a:cubicBezTo>
                <a:cubicBezTo>
                  <a:pt x="1192437" y="45602"/>
                  <a:pt x="1199811" y="46368"/>
                  <a:pt x="1207285" y="47902"/>
                </a:cubicBezTo>
                <a:cubicBezTo>
                  <a:pt x="1206881" y="45702"/>
                  <a:pt x="1206679" y="40168"/>
                  <a:pt x="1206679" y="31301"/>
                </a:cubicBezTo>
                <a:lnTo>
                  <a:pt x="1206679" y="6900"/>
                </a:lnTo>
                <a:lnTo>
                  <a:pt x="1190720" y="4500"/>
                </a:lnTo>
                <a:lnTo>
                  <a:pt x="1190720" y="0"/>
                </a:lnTo>
                <a:lnTo>
                  <a:pt x="1223447" y="0"/>
                </a:lnTo>
                <a:lnTo>
                  <a:pt x="1223447" y="135205"/>
                </a:lnTo>
                <a:lnTo>
                  <a:pt x="1235164" y="137705"/>
                </a:lnTo>
                <a:lnTo>
                  <a:pt x="1235164" y="142205"/>
                </a:lnTo>
                <a:lnTo>
                  <a:pt x="1208497" y="142205"/>
                </a:lnTo>
                <a:lnTo>
                  <a:pt x="1207285" y="135205"/>
                </a:lnTo>
                <a:moveTo>
                  <a:pt x="1159912" y="96057"/>
                </a:moveTo>
                <a:cubicBezTo>
                  <a:pt x="1159912" y="108740"/>
                  <a:pt x="1162067" y="118203"/>
                  <a:pt x="1166376" y="124445"/>
                </a:cubicBezTo>
                <a:cubicBezTo>
                  <a:pt x="1170686" y="130685"/>
                  <a:pt x="1177285" y="133805"/>
                  <a:pt x="1186174" y="133805"/>
                </a:cubicBezTo>
                <a:cubicBezTo>
                  <a:pt x="1193784" y="133805"/>
                  <a:pt x="1200619" y="132505"/>
                  <a:pt x="1206679" y="129905"/>
                </a:cubicBezTo>
                <a:lnTo>
                  <a:pt x="1206679" y="55505"/>
                </a:lnTo>
                <a:cubicBezTo>
                  <a:pt x="1200686" y="54370"/>
                  <a:pt x="1193851" y="53802"/>
                  <a:pt x="1186174" y="53802"/>
                </a:cubicBezTo>
                <a:cubicBezTo>
                  <a:pt x="1168666" y="53802"/>
                  <a:pt x="1159912" y="67887"/>
                  <a:pt x="1159912" y="96057"/>
                </a:cubicBezTo>
                <a:close/>
                <a:moveTo>
                  <a:pt x="1275971" y="17401"/>
                </a:moveTo>
                <a:cubicBezTo>
                  <a:pt x="1275971" y="20334"/>
                  <a:pt x="1274893" y="22867"/>
                  <a:pt x="1272738" y="25001"/>
                </a:cubicBezTo>
                <a:cubicBezTo>
                  <a:pt x="1270584" y="27134"/>
                  <a:pt x="1267991" y="28201"/>
                  <a:pt x="1264961" y="28201"/>
                </a:cubicBezTo>
                <a:cubicBezTo>
                  <a:pt x="1261998" y="28201"/>
                  <a:pt x="1259439" y="27134"/>
                  <a:pt x="1257284" y="25001"/>
                </a:cubicBezTo>
                <a:cubicBezTo>
                  <a:pt x="1255129" y="22867"/>
                  <a:pt x="1254052" y="20334"/>
                  <a:pt x="1254052" y="17401"/>
                </a:cubicBezTo>
                <a:cubicBezTo>
                  <a:pt x="1254052" y="14401"/>
                  <a:pt x="1255129" y="11834"/>
                  <a:pt x="1257284" y="9700"/>
                </a:cubicBezTo>
                <a:cubicBezTo>
                  <a:pt x="1259439" y="7567"/>
                  <a:pt x="1261998" y="6500"/>
                  <a:pt x="1264961" y="6500"/>
                </a:cubicBezTo>
                <a:cubicBezTo>
                  <a:pt x="1267991" y="6500"/>
                  <a:pt x="1270584" y="7567"/>
                  <a:pt x="1272738" y="9700"/>
                </a:cubicBezTo>
                <a:cubicBezTo>
                  <a:pt x="1274893" y="11834"/>
                  <a:pt x="1275971" y="14401"/>
                  <a:pt x="1275971" y="17401"/>
                </a:cubicBezTo>
                <a:moveTo>
                  <a:pt x="1274961" y="135205"/>
                </a:moveTo>
                <a:lnTo>
                  <a:pt x="1291223" y="137705"/>
                </a:lnTo>
                <a:lnTo>
                  <a:pt x="1291223" y="142205"/>
                </a:lnTo>
                <a:lnTo>
                  <a:pt x="1242031" y="142205"/>
                </a:lnTo>
                <a:lnTo>
                  <a:pt x="1242031" y="137705"/>
                </a:lnTo>
                <a:lnTo>
                  <a:pt x="1258193" y="135205"/>
                </a:lnTo>
                <a:lnTo>
                  <a:pt x="1258193" y="55202"/>
                </a:lnTo>
                <a:lnTo>
                  <a:pt x="1244759" y="52702"/>
                </a:lnTo>
                <a:lnTo>
                  <a:pt x="1244759" y="48202"/>
                </a:lnTo>
                <a:lnTo>
                  <a:pt x="1274961" y="48202"/>
                </a:lnTo>
                <a:lnTo>
                  <a:pt x="1274961" y="135205"/>
                </a:lnTo>
                <a:close/>
                <a:moveTo>
                  <a:pt x="1328730" y="144205"/>
                </a:moveTo>
                <a:cubicBezTo>
                  <a:pt x="1322265" y="144205"/>
                  <a:pt x="1317433" y="142305"/>
                  <a:pt x="1314235" y="138505"/>
                </a:cubicBezTo>
                <a:cubicBezTo>
                  <a:pt x="1311036" y="134705"/>
                  <a:pt x="1309437" y="129371"/>
                  <a:pt x="1309437" y="122504"/>
                </a:cubicBezTo>
                <a:lnTo>
                  <a:pt x="1309437" y="56602"/>
                </a:lnTo>
                <a:lnTo>
                  <a:pt x="1297013" y="56602"/>
                </a:lnTo>
                <a:lnTo>
                  <a:pt x="1297013" y="52102"/>
                </a:lnTo>
                <a:lnTo>
                  <a:pt x="1309639" y="48202"/>
                </a:lnTo>
                <a:lnTo>
                  <a:pt x="1319841" y="26901"/>
                </a:lnTo>
                <a:lnTo>
                  <a:pt x="1326204" y="26901"/>
                </a:lnTo>
                <a:lnTo>
                  <a:pt x="1326204" y="48202"/>
                </a:lnTo>
                <a:lnTo>
                  <a:pt x="1347922" y="48202"/>
                </a:lnTo>
                <a:lnTo>
                  <a:pt x="1347922" y="56602"/>
                </a:lnTo>
                <a:lnTo>
                  <a:pt x="1326204" y="56602"/>
                </a:lnTo>
                <a:lnTo>
                  <a:pt x="1326204" y="120704"/>
                </a:lnTo>
                <a:cubicBezTo>
                  <a:pt x="1326204" y="125038"/>
                  <a:pt x="1327198" y="128305"/>
                  <a:pt x="1329184" y="130505"/>
                </a:cubicBezTo>
                <a:cubicBezTo>
                  <a:pt x="1331171" y="132705"/>
                  <a:pt x="1333780" y="133805"/>
                  <a:pt x="1337012" y="133805"/>
                </a:cubicBezTo>
                <a:cubicBezTo>
                  <a:pt x="1340918" y="133805"/>
                  <a:pt x="1345666" y="133271"/>
                  <a:pt x="1351255" y="132205"/>
                </a:cubicBezTo>
                <a:lnTo>
                  <a:pt x="1351255" y="138705"/>
                </a:lnTo>
                <a:cubicBezTo>
                  <a:pt x="1348898" y="140305"/>
                  <a:pt x="1345497" y="141622"/>
                  <a:pt x="1341053" y="142655"/>
                </a:cubicBezTo>
                <a:cubicBezTo>
                  <a:pt x="1336608" y="143689"/>
                  <a:pt x="1332501" y="144205"/>
                  <a:pt x="1328730" y="144205"/>
                </a:cubicBezTo>
                <a:close/>
                <a:moveTo>
                  <a:pt x="1390578" y="17401"/>
                </a:moveTo>
                <a:cubicBezTo>
                  <a:pt x="1390578" y="20334"/>
                  <a:pt x="1389500" y="22867"/>
                  <a:pt x="1387345" y="25001"/>
                </a:cubicBezTo>
                <a:cubicBezTo>
                  <a:pt x="1385190" y="27134"/>
                  <a:pt x="1382598" y="28201"/>
                  <a:pt x="1379568" y="28201"/>
                </a:cubicBezTo>
                <a:cubicBezTo>
                  <a:pt x="1376605" y="28201"/>
                  <a:pt x="1374046" y="27134"/>
                  <a:pt x="1371891" y="25001"/>
                </a:cubicBezTo>
                <a:cubicBezTo>
                  <a:pt x="1369736" y="22867"/>
                  <a:pt x="1368659" y="20334"/>
                  <a:pt x="1368659" y="17401"/>
                </a:cubicBezTo>
                <a:cubicBezTo>
                  <a:pt x="1368659" y="14401"/>
                  <a:pt x="1369736" y="11834"/>
                  <a:pt x="1371891" y="9700"/>
                </a:cubicBezTo>
                <a:cubicBezTo>
                  <a:pt x="1374046" y="7567"/>
                  <a:pt x="1376605" y="6500"/>
                  <a:pt x="1379568" y="6500"/>
                </a:cubicBezTo>
                <a:cubicBezTo>
                  <a:pt x="1382598" y="6500"/>
                  <a:pt x="1385190" y="7567"/>
                  <a:pt x="1387345" y="9700"/>
                </a:cubicBezTo>
                <a:cubicBezTo>
                  <a:pt x="1389500" y="11834"/>
                  <a:pt x="1390578" y="14401"/>
                  <a:pt x="1390578" y="17401"/>
                </a:cubicBezTo>
                <a:moveTo>
                  <a:pt x="1389568" y="135205"/>
                </a:moveTo>
                <a:lnTo>
                  <a:pt x="1405830" y="137705"/>
                </a:lnTo>
                <a:lnTo>
                  <a:pt x="1405830" y="142205"/>
                </a:lnTo>
                <a:lnTo>
                  <a:pt x="1356638" y="142205"/>
                </a:lnTo>
                <a:lnTo>
                  <a:pt x="1356638" y="137705"/>
                </a:lnTo>
                <a:lnTo>
                  <a:pt x="1372800" y="135205"/>
                </a:lnTo>
                <a:lnTo>
                  <a:pt x="1372800" y="55202"/>
                </a:lnTo>
                <a:lnTo>
                  <a:pt x="1359366" y="52702"/>
                </a:lnTo>
                <a:lnTo>
                  <a:pt x="1359366" y="48202"/>
                </a:lnTo>
                <a:lnTo>
                  <a:pt x="1389568" y="48202"/>
                </a:lnTo>
                <a:lnTo>
                  <a:pt x="1389568" y="135205"/>
                </a:lnTo>
                <a:close/>
                <a:moveTo>
                  <a:pt x="1505152" y="94653"/>
                </a:moveTo>
                <a:cubicBezTo>
                  <a:pt x="1505152" y="127688"/>
                  <a:pt x="1490337" y="144205"/>
                  <a:pt x="1460708" y="144205"/>
                </a:cubicBezTo>
                <a:cubicBezTo>
                  <a:pt x="1446432" y="144205"/>
                  <a:pt x="1435657" y="139968"/>
                  <a:pt x="1428385" y="131492"/>
                </a:cubicBezTo>
                <a:cubicBezTo>
                  <a:pt x="1421112" y="123017"/>
                  <a:pt x="1417475" y="110737"/>
                  <a:pt x="1417475" y="94653"/>
                </a:cubicBezTo>
                <a:cubicBezTo>
                  <a:pt x="1417475" y="78770"/>
                  <a:pt x="1421112" y="66623"/>
                  <a:pt x="1428385" y="58215"/>
                </a:cubicBezTo>
                <a:cubicBezTo>
                  <a:pt x="1435657" y="49806"/>
                  <a:pt x="1446701" y="45602"/>
                  <a:pt x="1461516" y="45602"/>
                </a:cubicBezTo>
                <a:cubicBezTo>
                  <a:pt x="1475926" y="45602"/>
                  <a:pt x="1486802" y="49723"/>
                  <a:pt x="1494142" y="57965"/>
                </a:cubicBezTo>
                <a:cubicBezTo>
                  <a:pt x="1501482" y="66207"/>
                  <a:pt x="1505152" y="78436"/>
                  <a:pt x="1505152" y="94653"/>
                </a:cubicBezTo>
                <a:moveTo>
                  <a:pt x="1486970" y="94653"/>
                </a:moveTo>
                <a:cubicBezTo>
                  <a:pt x="1486970" y="80236"/>
                  <a:pt x="1484849" y="69790"/>
                  <a:pt x="1480607" y="63315"/>
                </a:cubicBezTo>
                <a:cubicBezTo>
                  <a:pt x="1476364" y="56840"/>
                  <a:pt x="1469731" y="53602"/>
                  <a:pt x="1460708" y="53602"/>
                </a:cubicBezTo>
                <a:cubicBezTo>
                  <a:pt x="1451886" y="53602"/>
                  <a:pt x="1445506" y="56706"/>
                  <a:pt x="1441566" y="62915"/>
                </a:cubicBezTo>
                <a:cubicBezTo>
                  <a:pt x="1437627" y="69121"/>
                  <a:pt x="1435657" y="79701"/>
                  <a:pt x="1435657" y="94653"/>
                </a:cubicBezTo>
                <a:cubicBezTo>
                  <a:pt x="1435657" y="109806"/>
                  <a:pt x="1437661" y="120537"/>
                  <a:pt x="1441667" y="126845"/>
                </a:cubicBezTo>
                <a:cubicBezTo>
                  <a:pt x="1445674" y="133152"/>
                  <a:pt x="1452021" y="136305"/>
                  <a:pt x="1460708" y="136305"/>
                </a:cubicBezTo>
                <a:cubicBezTo>
                  <a:pt x="1469597" y="136305"/>
                  <a:pt x="1476196" y="133034"/>
                  <a:pt x="1480506" y="126492"/>
                </a:cubicBezTo>
                <a:cubicBezTo>
                  <a:pt x="1484815" y="119950"/>
                  <a:pt x="1486970" y="109337"/>
                  <a:pt x="1486970" y="94653"/>
                </a:cubicBezTo>
                <a:close/>
                <a:moveTo>
                  <a:pt x="1545758" y="55702"/>
                </a:moveTo>
                <a:cubicBezTo>
                  <a:pt x="1550943" y="52769"/>
                  <a:pt x="1556465" y="50352"/>
                  <a:pt x="1562324" y="48452"/>
                </a:cubicBezTo>
                <a:cubicBezTo>
                  <a:pt x="1568182" y="46552"/>
                  <a:pt x="1573065" y="45602"/>
                  <a:pt x="1576970" y="45602"/>
                </a:cubicBezTo>
                <a:cubicBezTo>
                  <a:pt x="1585186" y="45602"/>
                  <a:pt x="1591381" y="47972"/>
                  <a:pt x="1595556" y="52711"/>
                </a:cubicBezTo>
                <a:cubicBezTo>
                  <a:pt x="1599731" y="57449"/>
                  <a:pt x="1601819" y="64323"/>
                  <a:pt x="1601819" y="73334"/>
                </a:cubicBezTo>
                <a:lnTo>
                  <a:pt x="1601819" y="135205"/>
                </a:lnTo>
                <a:lnTo>
                  <a:pt x="1613334" y="137705"/>
                </a:lnTo>
                <a:lnTo>
                  <a:pt x="1613334" y="142205"/>
                </a:lnTo>
                <a:lnTo>
                  <a:pt x="1572425" y="142205"/>
                </a:lnTo>
                <a:lnTo>
                  <a:pt x="1572425" y="137705"/>
                </a:lnTo>
                <a:lnTo>
                  <a:pt x="1585051" y="135205"/>
                </a:lnTo>
                <a:lnTo>
                  <a:pt x="1585051" y="75125"/>
                </a:lnTo>
                <a:cubicBezTo>
                  <a:pt x="1585051" y="69585"/>
                  <a:pt x="1583687" y="65229"/>
                  <a:pt x="1580960" y="62058"/>
                </a:cubicBezTo>
                <a:cubicBezTo>
                  <a:pt x="1578233" y="58888"/>
                  <a:pt x="1574007" y="57302"/>
                  <a:pt x="1568283" y="57302"/>
                </a:cubicBezTo>
                <a:cubicBezTo>
                  <a:pt x="1562223" y="57302"/>
                  <a:pt x="1554782" y="58269"/>
                  <a:pt x="1545960" y="60202"/>
                </a:cubicBezTo>
                <a:lnTo>
                  <a:pt x="1545960" y="135205"/>
                </a:lnTo>
                <a:lnTo>
                  <a:pt x="1558789" y="137705"/>
                </a:lnTo>
                <a:lnTo>
                  <a:pt x="1558789" y="142205"/>
                </a:lnTo>
                <a:lnTo>
                  <a:pt x="1517779" y="142205"/>
                </a:lnTo>
                <a:lnTo>
                  <a:pt x="1517779" y="137705"/>
                </a:lnTo>
                <a:lnTo>
                  <a:pt x="1529193" y="135205"/>
                </a:lnTo>
                <a:lnTo>
                  <a:pt x="1529193" y="55202"/>
                </a:lnTo>
                <a:lnTo>
                  <a:pt x="1517779" y="52702"/>
                </a:lnTo>
                <a:lnTo>
                  <a:pt x="1517779" y="48202"/>
                </a:lnTo>
                <a:lnTo>
                  <a:pt x="1544849" y="48202"/>
                </a:lnTo>
                <a:lnTo>
                  <a:pt x="1545758" y="55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ynthesis">
            <a:extLst xmlns:a="http://schemas.openxmlformats.org/drawingml/2006/main">
              <a:ext uri="{FF2B5EF4-FFF2-40B4-BE49-F238E27FC236}">
                <a16:creationId xmlns:a16="http://schemas.microsoft.com/office/drawing/2014/main" id="{D9716215-7DFA-48FF-98B6-C4FD4B1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358" y="861619"/>
            <a:ext cx="771232" cy="186407"/>
          </a:xfrm>
          <a:custGeom xmlns:a="http://schemas.openxmlformats.org/drawingml/2006/main">
            <a:pathLst>
              <a:path w="771232" h="186407">
                <a:moveTo>
                  <a:pt x="202" y="106104"/>
                </a:moveTo>
                <a:lnTo>
                  <a:pt x="6768" y="106104"/>
                </a:lnTo>
                <a:lnTo>
                  <a:pt x="10303" y="124204"/>
                </a:lnTo>
                <a:cubicBezTo>
                  <a:pt x="12795" y="127338"/>
                  <a:pt x="17087" y="130105"/>
                  <a:pt x="23182" y="132505"/>
                </a:cubicBezTo>
                <a:cubicBezTo>
                  <a:pt x="29276" y="134905"/>
                  <a:pt x="35286" y="136105"/>
                  <a:pt x="41212" y="136105"/>
                </a:cubicBezTo>
                <a:cubicBezTo>
                  <a:pt x="50640" y="136105"/>
                  <a:pt x="57996" y="133721"/>
                  <a:pt x="63283" y="128955"/>
                </a:cubicBezTo>
                <a:cubicBezTo>
                  <a:pt x="68569" y="124188"/>
                  <a:pt x="71212" y="117604"/>
                  <a:pt x="71212" y="109204"/>
                </a:cubicBezTo>
                <a:cubicBezTo>
                  <a:pt x="71212" y="104404"/>
                  <a:pt x="70185" y="100437"/>
                  <a:pt x="68131" y="97304"/>
                </a:cubicBezTo>
                <a:cubicBezTo>
                  <a:pt x="66077" y="94170"/>
                  <a:pt x="63384" y="91520"/>
                  <a:pt x="60050" y="89353"/>
                </a:cubicBezTo>
                <a:cubicBezTo>
                  <a:pt x="56717" y="87186"/>
                  <a:pt x="52929" y="85353"/>
                  <a:pt x="48687" y="83853"/>
                </a:cubicBezTo>
                <a:cubicBezTo>
                  <a:pt x="44444" y="82353"/>
                  <a:pt x="40084" y="80836"/>
                  <a:pt x="35606" y="79303"/>
                </a:cubicBezTo>
                <a:cubicBezTo>
                  <a:pt x="31128" y="77769"/>
                  <a:pt x="26768" y="76069"/>
                  <a:pt x="22525" y="74203"/>
                </a:cubicBezTo>
                <a:cubicBezTo>
                  <a:pt x="18283" y="72336"/>
                  <a:pt x="14495" y="69969"/>
                  <a:pt x="11162" y="67102"/>
                </a:cubicBezTo>
                <a:cubicBezTo>
                  <a:pt x="7828" y="64236"/>
                  <a:pt x="5135" y="60686"/>
                  <a:pt x="3081" y="56452"/>
                </a:cubicBezTo>
                <a:cubicBezTo>
                  <a:pt x="1027" y="52219"/>
                  <a:pt x="0" y="47002"/>
                  <a:pt x="0" y="40801"/>
                </a:cubicBezTo>
                <a:cubicBezTo>
                  <a:pt x="0" y="30134"/>
                  <a:pt x="4040" y="21767"/>
                  <a:pt x="12121" y="15701"/>
                </a:cubicBezTo>
                <a:cubicBezTo>
                  <a:pt x="20202" y="9634"/>
                  <a:pt x="31414" y="6600"/>
                  <a:pt x="45757" y="6600"/>
                </a:cubicBezTo>
                <a:cubicBezTo>
                  <a:pt x="56667" y="6600"/>
                  <a:pt x="68518" y="8034"/>
                  <a:pt x="81313" y="10900"/>
                </a:cubicBezTo>
                <a:lnTo>
                  <a:pt x="81313" y="38801"/>
                </a:lnTo>
                <a:lnTo>
                  <a:pt x="74747" y="38801"/>
                </a:lnTo>
                <a:lnTo>
                  <a:pt x="71212" y="22401"/>
                </a:lnTo>
                <a:cubicBezTo>
                  <a:pt x="64343" y="17467"/>
                  <a:pt x="55858" y="15001"/>
                  <a:pt x="45757" y="15001"/>
                </a:cubicBezTo>
                <a:cubicBezTo>
                  <a:pt x="36734" y="15001"/>
                  <a:pt x="29680" y="16817"/>
                  <a:pt x="24596" y="20451"/>
                </a:cubicBezTo>
                <a:cubicBezTo>
                  <a:pt x="19512" y="24084"/>
                  <a:pt x="16970" y="29101"/>
                  <a:pt x="16970" y="35501"/>
                </a:cubicBezTo>
                <a:cubicBezTo>
                  <a:pt x="16970" y="39835"/>
                  <a:pt x="17997" y="43435"/>
                  <a:pt x="20050" y="46302"/>
                </a:cubicBezTo>
                <a:cubicBezTo>
                  <a:pt x="22104" y="49168"/>
                  <a:pt x="24798" y="51619"/>
                  <a:pt x="28131" y="53652"/>
                </a:cubicBezTo>
                <a:cubicBezTo>
                  <a:pt x="31465" y="55685"/>
                  <a:pt x="35269" y="57435"/>
                  <a:pt x="39545" y="58902"/>
                </a:cubicBezTo>
                <a:cubicBezTo>
                  <a:pt x="43821" y="60369"/>
                  <a:pt x="48199" y="61886"/>
                  <a:pt x="52677" y="63452"/>
                </a:cubicBezTo>
                <a:cubicBezTo>
                  <a:pt x="57155" y="65019"/>
                  <a:pt x="61532" y="66786"/>
                  <a:pt x="65808" y="68752"/>
                </a:cubicBezTo>
                <a:cubicBezTo>
                  <a:pt x="70084" y="70719"/>
                  <a:pt x="73889" y="73219"/>
                  <a:pt x="77222" y="76253"/>
                </a:cubicBezTo>
                <a:cubicBezTo>
                  <a:pt x="80555" y="79286"/>
                  <a:pt x="83249" y="82986"/>
                  <a:pt x="85303" y="87353"/>
                </a:cubicBezTo>
                <a:cubicBezTo>
                  <a:pt x="87357" y="91720"/>
                  <a:pt x="88384" y="97103"/>
                  <a:pt x="88384" y="103504"/>
                </a:cubicBezTo>
                <a:cubicBezTo>
                  <a:pt x="88384" y="116438"/>
                  <a:pt x="84377" y="126455"/>
                  <a:pt x="76363" y="133555"/>
                </a:cubicBezTo>
                <a:cubicBezTo>
                  <a:pt x="68350" y="140655"/>
                  <a:pt x="56801" y="144205"/>
                  <a:pt x="41717" y="144205"/>
                </a:cubicBezTo>
                <a:cubicBezTo>
                  <a:pt x="34444" y="144205"/>
                  <a:pt x="27138" y="143572"/>
                  <a:pt x="19798" y="142305"/>
                </a:cubicBezTo>
                <a:cubicBezTo>
                  <a:pt x="12458" y="141038"/>
                  <a:pt x="5926" y="139305"/>
                  <a:pt x="202" y="137105"/>
                </a:cubicBezTo>
                <a:lnTo>
                  <a:pt x="202" y="106104"/>
                </a:lnTo>
                <a:close/>
                <a:moveTo>
                  <a:pt x="121281" y="186407"/>
                </a:moveTo>
                <a:cubicBezTo>
                  <a:pt x="116029" y="186407"/>
                  <a:pt x="110844" y="185807"/>
                  <a:pt x="105726" y="184607"/>
                </a:cubicBezTo>
                <a:lnTo>
                  <a:pt x="105726" y="164306"/>
                </a:lnTo>
                <a:lnTo>
                  <a:pt x="110473" y="164306"/>
                </a:lnTo>
                <a:lnTo>
                  <a:pt x="113807" y="173906"/>
                </a:lnTo>
                <a:cubicBezTo>
                  <a:pt x="115894" y="175440"/>
                  <a:pt x="118790" y="176206"/>
                  <a:pt x="122493" y="176206"/>
                </a:cubicBezTo>
                <a:cubicBezTo>
                  <a:pt x="125995" y="176206"/>
                  <a:pt x="129227" y="175206"/>
                  <a:pt x="132190" y="173206"/>
                </a:cubicBezTo>
                <a:cubicBezTo>
                  <a:pt x="135153" y="171206"/>
                  <a:pt x="137864" y="168239"/>
                  <a:pt x="140322" y="164306"/>
                </a:cubicBezTo>
                <a:cubicBezTo>
                  <a:pt x="142780" y="160372"/>
                  <a:pt x="145860" y="153339"/>
                  <a:pt x="149564" y="143205"/>
                </a:cubicBezTo>
                <a:lnTo>
                  <a:pt x="113403" y="55202"/>
                </a:lnTo>
                <a:lnTo>
                  <a:pt x="103706" y="52702"/>
                </a:lnTo>
                <a:lnTo>
                  <a:pt x="103706" y="48202"/>
                </a:lnTo>
                <a:lnTo>
                  <a:pt x="147746" y="48202"/>
                </a:lnTo>
                <a:lnTo>
                  <a:pt x="147746" y="52702"/>
                </a:lnTo>
                <a:lnTo>
                  <a:pt x="132796" y="55402"/>
                </a:lnTo>
                <a:lnTo>
                  <a:pt x="158453" y="121104"/>
                </a:lnTo>
                <a:lnTo>
                  <a:pt x="183301" y="55202"/>
                </a:lnTo>
                <a:lnTo>
                  <a:pt x="168453" y="52702"/>
                </a:lnTo>
                <a:lnTo>
                  <a:pt x="168453" y="48202"/>
                </a:lnTo>
                <a:lnTo>
                  <a:pt x="203806" y="48202"/>
                </a:lnTo>
                <a:lnTo>
                  <a:pt x="203806" y="52702"/>
                </a:lnTo>
                <a:lnTo>
                  <a:pt x="193907" y="54802"/>
                </a:lnTo>
                <a:lnTo>
                  <a:pt x="156837" y="148105"/>
                </a:lnTo>
                <a:cubicBezTo>
                  <a:pt x="152460" y="159106"/>
                  <a:pt x="148655" y="167006"/>
                  <a:pt x="145423" y="171806"/>
                </a:cubicBezTo>
                <a:cubicBezTo>
                  <a:pt x="142190" y="176606"/>
                  <a:pt x="138621" y="180240"/>
                  <a:pt x="134716" y="182707"/>
                </a:cubicBezTo>
                <a:cubicBezTo>
                  <a:pt x="130810" y="185173"/>
                  <a:pt x="126332" y="186407"/>
                  <a:pt x="121281" y="186407"/>
                </a:cubicBezTo>
                <a:close/>
                <a:moveTo>
                  <a:pt x="237341" y="55702"/>
                </a:moveTo>
                <a:cubicBezTo>
                  <a:pt x="242526" y="52769"/>
                  <a:pt x="248048" y="50352"/>
                  <a:pt x="253906" y="48452"/>
                </a:cubicBezTo>
                <a:cubicBezTo>
                  <a:pt x="259765" y="46552"/>
                  <a:pt x="264647" y="45602"/>
                  <a:pt x="268553" y="45602"/>
                </a:cubicBezTo>
                <a:cubicBezTo>
                  <a:pt x="276768" y="45602"/>
                  <a:pt x="282963" y="47972"/>
                  <a:pt x="287139" y="52711"/>
                </a:cubicBezTo>
                <a:cubicBezTo>
                  <a:pt x="291314" y="57449"/>
                  <a:pt x="293401" y="64323"/>
                  <a:pt x="293401" y="73334"/>
                </a:cubicBezTo>
                <a:lnTo>
                  <a:pt x="293401" y="135205"/>
                </a:lnTo>
                <a:lnTo>
                  <a:pt x="304916" y="137705"/>
                </a:lnTo>
                <a:lnTo>
                  <a:pt x="304916" y="142205"/>
                </a:lnTo>
                <a:lnTo>
                  <a:pt x="264007" y="142205"/>
                </a:lnTo>
                <a:lnTo>
                  <a:pt x="264007" y="137705"/>
                </a:lnTo>
                <a:lnTo>
                  <a:pt x="276634" y="135205"/>
                </a:lnTo>
                <a:lnTo>
                  <a:pt x="276634" y="75125"/>
                </a:lnTo>
                <a:cubicBezTo>
                  <a:pt x="276634" y="69585"/>
                  <a:pt x="275270" y="65229"/>
                  <a:pt x="272543" y="62058"/>
                </a:cubicBezTo>
                <a:cubicBezTo>
                  <a:pt x="269815" y="58888"/>
                  <a:pt x="265590" y="57302"/>
                  <a:pt x="259866" y="57302"/>
                </a:cubicBezTo>
                <a:cubicBezTo>
                  <a:pt x="253805" y="57302"/>
                  <a:pt x="246364" y="58269"/>
                  <a:pt x="237543" y="60202"/>
                </a:cubicBezTo>
                <a:lnTo>
                  <a:pt x="237543" y="135205"/>
                </a:lnTo>
                <a:lnTo>
                  <a:pt x="250371" y="137705"/>
                </a:lnTo>
                <a:lnTo>
                  <a:pt x="250371" y="142205"/>
                </a:lnTo>
                <a:lnTo>
                  <a:pt x="209361" y="142205"/>
                </a:lnTo>
                <a:lnTo>
                  <a:pt x="209361" y="137705"/>
                </a:lnTo>
                <a:lnTo>
                  <a:pt x="220775" y="135205"/>
                </a:lnTo>
                <a:lnTo>
                  <a:pt x="220775" y="55202"/>
                </a:lnTo>
                <a:lnTo>
                  <a:pt x="209361" y="52702"/>
                </a:lnTo>
                <a:lnTo>
                  <a:pt x="209361" y="48202"/>
                </a:lnTo>
                <a:lnTo>
                  <a:pt x="236432" y="48202"/>
                </a:lnTo>
                <a:lnTo>
                  <a:pt x="237341" y="55702"/>
                </a:lnTo>
                <a:close/>
                <a:moveTo>
                  <a:pt x="341785" y="144205"/>
                </a:moveTo>
                <a:cubicBezTo>
                  <a:pt x="335321" y="144205"/>
                  <a:pt x="330489" y="142305"/>
                  <a:pt x="327291" y="138505"/>
                </a:cubicBezTo>
                <a:cubicBezTo>
                  <a:pt x="324092" y="134705"/>
                  <a:pt x="322493" y="129371"/>
                  <a:pt x="322493" y="122504"/>
                </a:cubicBezTo>
                <a:lnTo>
                  <a:pt x="322493" y="56602"/>
                </a:lnTo>
                <a:lnTo>
                  <a:pt x="310068" y="56602"/>
                </a:lnTo>
                <a:lnTo>
                  <a:pt x="310068" y="52102"/>
                </a:lnTo>
                <a:lnTo>
                  <a:pt x="322695" y="48202"/>
                </a:lnTo>
                <a:lnTo>
                  <a:pt x="332897" y="26901"/>
                </a:lnTo>
                <a:lnTo>
                  <a:pt x="339260" y="26901"/>
                </a:lnTo>
                <a:lnTo>
                  <a:pt x="339260" y="48202"/>
                </a:lnTo>
                <a:lnTo>
                  <a:pt x="360977" y="48202"/>
                </a:lnTo>
                <a:lnTo>
                  <a:pt x="360977" y="56602"/>
                </a:lnTo>
                <a:lnTo>
                  <a:pt x="339260" y="56602"/>
                </a:lnTo>
                <a:lnTo>
                  <a:pt x="339260" y="120704"/>
                </a:lnTo>
                <a:cubicBezTo>
                  <a:pt x="339260" y="125038"/>
                  <a:pt x="340253" y="128305"/>
                  <a:pt x="342240" y="130505"/>
                </a:cubicBezTo>
                <a:cubicBezTo>
                  <a:pt x="344227" y="132705"/>
                  <a:pt x="346836" y="133805"/>
                  <a:pt x="350068" y="133805"/>
                </a:cubicBezTo>
                <a:cubicBezTo>
                  <a:pt x="353974" y="133805"/>
                  <a:pt x="358721" y="133271"/>
                  <a:pt x="364311" y="132205"/>
                </a:cubicBezTo>
                <a:lnTo>
                  <a:pt x="364311" y="138705"/>
                </a:lnTo>
                <a:cubicBezTo>
                  <a:pt x="361954" y="140305"/>
                  <a:pt x="358553" y="141622"/>
                  <a:pt x="354109" y="142655"/>
                </a:cubicBezTo>
                <a:cubicBezTo>
                  <a:pt x="349664" y="143689"/>
                  <a:pt x="345556" y="144205"/>
                  <a:pt x="341785" y="144205"/>
                </a:cubicBezTo>
                <a:close/>
                <a:moveTo>
                  <a:pt x="398280" y="40701"/>
                </a:moveTo>
                <a:cubicBezTo>
                  <a:pt x="398280" y="47635"/>
                  <a:pt x="398044" y="52635"/>
                  <a:pt x="397573" y="55702"/>
                </a:cubicBezTo>
                <a:cubicBezTo>
                  <a:pt x="402421" y="52969"/>
                  <a:pt x="407926" y="50602"/>
                  <a:pt x="414088" y="48602"/>
                </a:cubicBezTo>
                <a:cubicBezTo>
                  <a:pt x="420250" y="46602"/>
                  <a:pt x="425452" y="45602"/>
                  <a:pt x="429694" y="45602"/>
                </a:cubicBezTo>
                <a:cubicBezTo>
                  <a:pt x="437909" y="45602"/>
                  <a:pt x="444105" y="47972"/>
                  <a:pt x="448280" y="52711"/>
                </a:cubicBezTo>
                <a:cubicBezTo>
                  <a:pt x="452455" y="57449"/>
                  <a:pt x="454542" y="64323"/>
                  <a:pt x="454542" y="73334"/>
                </a:cubicBezTo>
                <a:lnTo>
                  <a:pt x="454542" y="135205"/>
                </a:lnTo>
                <a:lnTo>
                  <a:pt x="466058" y="137705"/>
                </a:lnTo>
                <a:lnTo>
                  <a:pt x="466058" y="142205"/>
                </a:lnTo>
                <a:lnTo>
                  <a:pt x="425149" y="142205"/>
                </a:lnTo>
                <a:lnTo>
                  <a:pt x="425149" y="137705"/>
                </a:lnTo>
                <a:lnTo>
                  <a:pt x="437775" y="135205"/>
                </a:lnTo>
                <a:lnTo>
                  <a:pt x="437775" y="74525"/>
                </a:lnTo>
                <a:cubicBezTo>
                  <a:pt x="437775" y="63043"/>
                  <a:pt x="432186" y="57302"/>
                  <a:pt x="421007" y="57302"/>
                </a:cubicBezTo>
                <a:cubicBezTo>
                  <a:pt x="414677" y="57302"/>
                  <a:pt x="407101" y="58269"/>
                  <a:pt x="398280" y="60202"/>
                </a:cubicBezTo>
                <a:lnTo>
                  <a:pt x="398280" y="135205"/>
                </a:lnTo>
                <a:lnTo>
                  <a:pt x="411108" y="137705"/>
                </a:lnTo>
                <a:lnTo>
                  <a:pt x="411108" y="142205"/>
                </a:lnTo>
                <a:lnTo>
                  <a:pt x="369492" y="142205"/>
                </a:lnTo>
                <a:lnTo>
                  <a:pt x="369492" y="137705"/>
                </a:lnTo>
                <a:lnTo>
                  <a:pt x="381512" y="135205"/>
                </a:lnTo>
                <a:lnTo>
                  <a:pt x="381512" y="6900"/>
                </a:lnTo>
                <a:lnTo>
                  <a:pt x="367371" y="4500"/>
                </a:lnTo>
                <a:lnTo>
                  <a:pt x="367371" y="0"/>
                </a:lnTo>
                <a:lnTo>
                  <a:pt x="398280" y="0"/>
                </a:lnTo>
                <a:lnTo>
                  <a:pt x="398280" y="40701"/>
                </a:lnTo>
                <a:close/>
                <a:moveTo>
                  <a:pt x="495048" y="94803"/>
                </a:moveTo>
                <a:lnTo>
                  <a:pt x="495048" y="96607"/>
                </a:lnTo>
                <a:cubicBezTo>
                  <a:pt x="495048" y="105832"/>
                  <a:pt x="496075" y="113001"/>
                  <a:pt x="498128" y="118114"/>
                </a:cubicBezTo>
                <a:cubicBezTo>
                  <a:pt x="500182" y="123226"/>
                  <a:pt x="503347" y="127120"/>
                  <a:pt x="507623" y="129795"/>
                </a:cubicBezTo>
                <a:cubicBezTo>
                  <a:pt x="511899" y="132468"/>
                  <a:pt x="517506" y="133805"/>
                  <a:pt x="524442" y="133805"/>
                </a:cubicBezTo>
                <a:cubicBezTo>
                  <a:pt x="528078" y="133805"/>
                  <a:pt x="532388" y="133505"/>
                  <a:pt x="537371" y="132905"/>
                </a:cubicBezTo>
                <a:cubicBezTo>
                  <a:pt x="542354" y="132305"/>
                  <a:pt x="546462" y="131638"/>
                  <a:pt x="549694" y="130905"/>
                </a:cubicBezTo>
                <a:lnTo>
                  <a:pt x="549694" y="136505"/>
                </a:lnTo>
                <a:cubicBezTo>
                  <a:pt x="546462" y="138572"/>
                  <a:pt x="542068" y="140372"/>
                  <a:pt x="536512" y="141905"/>
                </a:cubicBezTo>
                <a:cubicBezTo>
                  <a:pt x="530957" y="143438"/>
                  <a:pt x="525283" y="144205"/>
                  <a:pt x="519492" y="144205"/>
                </a:cubicBezTo>
                <a:cubicBezTo>
                  <a:pt x="504745" y="144205"/>
                  <a:pt x="493953" y="140268"/>
                  <a:pt x="487118" y="132392"/>
                </a:cubicBezTo>
                <a:cubicBezTo>
                  <a:pt x="480283" y="124517"/>
                  <a:pt x="476866" y="111871"/>
                  <a:pt x="476866" y="94453"/>
                </a:cubicBezTo>
                <a:cubicBezTo>
                  <a:pt x="476866" y="78036"/>
                  <a:pt x="480334" y="65790"/>
                  <a:pt x="487270" y="57715"/>
                </a:cubicBezTo>
                <a:cubicBezTo>
                  <a:pt x="494206" y="49639"/>
                  <a:pt x="504105" y="45602"/>
                  <a:pt x="516967" y="45602"/>
                </a:cubicBezTo>
                <a:cubicBezTo>
                  <a:pt x="541277" y="45602"/>
                  <a:pt x="553431" y="59269"/>
                  <a:pt x="553431" y="86603"/>
                </a:cubicBezTo>
                <a:lnTo>
                  <a:pt x="553431" y="94803"/>
                </a:lnTo>
                <a:lnTo>
                  <a:pt x="495048" y="94803"/>
                </a:lnTo>
                <a:moveTo>
                  <a:pt x="516967" y="53602"/>
                </a:moveTo>
                <a:cubicBezTo>
                  <a:pt x="509963" y="53602"/>
                  <a:pt x="504593" y="56402"/>
                  <a:pt x="500856" y="62002"/>
                </a:cubicBezTo>
                <a:cubicBezTo>
                  <a:pt x="497118" y="67602"/>
                  <a:pt x="495250" y="75869"/>
                  <a:pt x="495250" y="86803"/>
                </a:cubicBezTo>
                <a:lnTo>
                  <a:pt x="535856" y="86803"/>
                </a:lnTo>
                <a:cubicBezTo>
                  <a:pt x="535856" y="74869"/>
                  <a:pt x="534307" y="66352"/>
                  <a:pt x="531209" y="61252"/>
                </a:cubicBezTo>
                <a:cubicBezTo>
                  <a:pt x="528112" y="56152"/>
                  <a:pt x="523364" y="53602"/>
                  <a:pt x="516967" y="53602"/>
                </a:cubicBezTo>
                <a:close/>
                <a:moveTo>
                  <a:pt x="633458" y="115776"/>
                </a:moveTo>
                <a:cubicBezTo>
                  <a:pt x="633458" y="125118"/>
                  <a:pt x="630478" y="132192"/>
                  <a:pt x="624518" y="136999"/>
                </a:cubicBezTo>
                <a:cubicBezTo>
                  <a:pt x="618559" y="141803"/>
                  <a:pt x="609754" y="144205"/>
                  <a:pt x="598104" y="144205"/>
                </a:cubicBezTo>
                <a:cubicBezTo>
                  <a:pt x="593391" y="144205"/>
                  <a:pt x="588189" y="143722"/>
                  <a:pt x="582498" y="142755"/>
                </a:cubicBezTo>
                <a:cubicBezTo>
                  <a:pt x="576808" y="141788"/>
                  <a:pt x="572347" y="140705"/>
                  <a:pt x="569115" y="139505"/>
                </a:cubicBezTo>
                <a:lnTo>
                  <a:pt x="569115" y="116404"/>
                </a:lnTo>
                <a:lnTo>
                  <a:pt x="573660" y="116404"/>
                </a:lnTo>
                <a:lnTo>
                  <a:pt x="578609" y="129505"/>
                </a:lnTo>
                <a:cubicBezTo>
                  <a:pt x="583660" y="134038"/>
                  <a:pt x="590226" y="136305"/>
                  <a:pt x="598306" y="136305"/>
                </a:cubicBezTo>
                <a:cubicBezTo>
                  <a:pt x="611370" y="136305"/>
                  <a:pt x="617902" y="130763"/>
                  <a:pt x="617902" y="119679"/>
                </a:cubicBezTo>
                <a:cubicBezTo>
                  <a:pt x="617902" y="111537"/>
                  <a:pt x="612751" y="105731"/>
                  <a:pt x="602448" y="102260"/>
                </a:cubicBezTo>
                <a:lnTo>
                  <a:pt x="593458" y="99357"/>
                </a:lnTo>
                <a:cubicBezTo>
                  <a:pt x="586657" y="97155"/>
                  <a:pt x="581707" y="94919"/>
                  <a:pt x="578609" y="92650"/>
                </a:cubicBezTo>
                <a:cubicBezTo>
                  <a:pt x="575512" y="90381"/>
                  <a:pt x="573121" y="87596"/>
                  <a:pt x="571438" y="84294"/>
                </a:cubicBezTo>
                <a:cubicBezTo>
                  <a:pt x="569754" y="80989"/>
                  <a:pt x="568913" y="77002"/>
                  <a:pt x="568913" y="72331"/>
                </a:cubicBezTo>
                <a:cubicBezTo>
                  <a:pt x="568913" y="64055"/>
                  <a:pt x="571758" y="57532"/>
                  <a:pt x="577448" y="52761"/>
                </a:cubicBezTo>
                <a:cubicBezTo>
                  <a:pt x="583138" y="47988"/>
                  <a:pt x="590832" y="45602"/>
                  <a:pt x="600529" y="45602"/>
                </a:cubicBezTo>
                <a:cubicBezTo>
                  <a:pt x="607465" y="45602"/>
                  <a:pt x="616151" y="46635"/>
                  <a:pt x="626589" y="48702"/>
                </a:cubicBezTo>
                <a:lnTo>
                  <a:pt x="626589" y="69202"/>
                </a:lnTo>
                <a:lnTo>
                  <a:pt x="621842" y="69202"/>
                </a:lnTo>
                <a:lnTo>
                  <a:pt x="617599" y="58302"/>
                </a:lnTo>
                <a:cubicBezTo>
                  <a:pt x="614030" y="55169"/>
                  <a:pt x="608407" y="53602"/>
                  <a:pt x="600731" y="53602"/>
                </a:cubicBezTo>
                <a:cubicBezTo>
                  <a:pt x="595276" y="53602"/>
                  <a:pt x="591118" y="54937"/>
                  <a:pt x="588256" y="57608"/>
                </a:cubicBezTo>
                <a:cubicBezTo>
                  <a:pt x="585394" y="60279"/>
                  <a:pt x="583963" y="63885"/>
                  <a:pt x="583963" y="68424"/>
                </a:cubicBezTo>
                <a:cubicBezTo>
                  <a:pt x="583963" y="72229"/>
                  <a:pt x="585259" y="75432"/>
                  <a:pt x="587852" y="78034"/>
                </a:cubicBezTo>
                <a:cubicBezTo>
                  <a:pt x="590444" y="80636"/>
                  <a:pt x="594367" y="82805"/>
                  <a:pt x="599620" y="84541"/>
                </a:cubicBezTo>
                <a:cubicBezTo>
                  <a:pt x="609518" y="87878"/>
                  <a:pt x="615983" y="90315"/>
                  <a:pt x="619013" y="91850"/>
                </a:cubicBezTo>
                <a:cubicBezTo>
                  <a:pt x="622044" y="93384"/>
                  <a:pt x="624619" y="95269"/>
                  <a:pt x="626741" y="97507"/>
                </a:cubicBezTo>
                <a:cubicBezTo>
                  <a:pt x="628862" y="99742"/>
                  <a:pt x="630512" y="102295"/>
                  <a:pt x="631690" y="105166"/>
                </a:cubicBezTo>
                <a:cubicBezTo>
                  <a:pt x="632869" y="108035"/>
                  <a:pt x="633458" y="111572"/>
                  <a:pt x="633458" y="115776"/>
                </a:cubicBezTo>
                <a:close/>
                <a:moveTo>
                  <a:pt x="679181" y="17401"/>
                </a:moveTo>
                <a:cubicBezTo>
                  <a:pt x="679181" y="20334"/>
                  <a:pt x="678104" y="22867"/>
                  <a:pt x="675949" y="25001"/>
                </a:cubicBezTo>
                <a:cubicBezTo>
                  <a:pt x="673794" y="27134"/>
                  <a:pt x="671202" y="28201"/>
                  <a:pt x="668171" y="28201"/>
                </a:cubicBezTo>
                <a:cubicBezTo>
                  <a:pt x="665208" y="28201"/>
                  <a:pt x="662649" y="27134"/>
                  <a:pt x="660495" y="25001"/>
                </a:cubicBezTo>
                <a:cubicBezTo>
                  <a:pt x="658340" y="22867"/>
                  <a:pt x="657262" y="20334"/>
                  <a:pt x="657262" y="17401"/>
                </a:cubicBezTo>
                <a:cubicBezTo>
                  <a:pt x="657262" y="14401"/>
                  <a:pt x="658340" y="11834"/>
                  <a:pt x="660495" y="9700"/>
                </a:cubicBezTo>
                <a:cubicBezTo>
                  <a:pt x="662649" y="7567"/>
                  <a:pt x="665208" y="6500"/>
                  <a:pt x="668171" y="6500"/>
                </a:cubicBezTo>
                <a:cubicBezTo>
                  <a:pt x="671202" y="6500"/>
                  <a:pt x="673794" y="7567"/>
                  <a:pt x="675949" y="9700"/>
                </a:cubicBezTo>
                <a:cubicBezTo>
                  <a:pt x="678104" y="11834"/>
                  <a:pt x="679181" y="14401"/>
                  <a:pt x="679181" y="17401"/>
                </a:cubicBezTo>
                <a:moveTo>
                  <a:pt x="678171" y="135205"/>
                </a:moveTo>
                <a:lnTo>
                  <a:pt x="694434" y="137705"/>
                </a:lnTo>
                <a:lnTo>
                  <a:pt x="694434" y="142205"/>
                </a:lnTo>
                <a:lnTo>
                  <a:pt x="645242" y="142205"/>
                </a:lnTo>
                <a:lnTo>
                  <a:pt x="645242" y="137705"/>
                </a:lnTo>
                <a:lnTo>
                  <a:pt x="661404" y="135205"/>
                </a:lnTo>
                <a:lnTo>
                  <a:pt x="661404" y="55202"/>
                </a:lnTo>
                <a:lnTo>
                  <a:pt x="647969" y="52702"/>
                </a:lnTo>
                <a:lnTo>
                  <a:pt x="647969" y="48202"/>
                </a:lnTo>
                <a:lnTo>
                  <a:pt x="678171" y="48202"/>
                </a:lnTo>
                <a:lnTo>
                  <a:pt x="678171" y="135205"/>
                </a:lnTo>
                <a:close/>
                <a:moveTo>
                  <a:pt x="771232" y="115776"/>
                </a:moveTo>
                <a:cubicBezTo>
                  <a:pt x="771232" y="125118"/>
                  <a:pt x="768252" y="132192"/>
                  <a:pt x="762293" y="136999"/>
                </a:cubicBezTo>
                <a:cubicBezTo>
                  <a:pt x="756333" y="141803"/>
                  <a:pt x="747529" y="144205"/>
                  <a:pt x="735879" y="144205"/>
                </a:cubicBezTo>
                <a:cubicBezTo>
                  <a:pt x="731165" y="144205"/>
                  <a:pt x="725963" y="143722"/>
                  <a:pt x="720273" y="142755"/>
                </a:cubicBezTo>
                <a:cubicBezTo>
                  <a:pt x="714583" y="141788"/>
                  <a:pt x="710121" y="140705"/>
                  <a:pt x="706889" y="139505"/>
                </a:cubicBezTo>
                <a:lnTo>
                  <a:pt x="706889" y="116404"/>
                </a:lnTo>
                <a:lnTo>
                  <a:pt x="711434" y="116404"/>
                </a:lnTo>
                <a:lnTo>
                  <a:pt x="716384" y="129505"/>
                </a:lnTo>
                <a:cubicBezTo>
                  <a:pt x="721434" y="134038"/>
                  <a:pt x="728000" y="136305"/>
                  <a:pt x="736081" y="136305"/>
                </a:cubicBezTo>
                <a:cubicBezTo>
                  <a:pt x="749145" y="136305"/>
                  <a:pt x="755677" y="130763"/>
                  <a:pt x="755677" y="119679"/>
                </a:cubicBezTo>
                <a:cubicBezTo>
                  <a:pt x="755677" y="111537"/>
                  <a:pt x="750525" y="105731"/>
                  <a:pt x="740222" y="102260"/>
                </a:cubicBezTo>
                <a:lnTo>
                  <a:pt x="731232" y="99357"/>
                </a:lnTo>
                <a:cubicBezTo>
                  <a:pt x="724431" y="97155"/>
                  <a:pt x="719481" y="94919"/>
                  <a:pt x="716384" y="92650"/>
                </a:cubicBezTo>
                <a:cubicBezTo>
                  <a:pt x="713286" y="90381"/>
                  <a:pt x="710896" y="87596"/>
                  <a:pt x="709212" y="84294"/>
                </a:cubicBezTo>
                <a:cubicBezTo>
                  <a:pt x="707529" y="80989"/>
                  <a:pt x="706687" y="77002"/>
                  <a:pt x="706687" y="72331"/>
                </a:cubicBezTo>
                <a:cubicBezTo>
                  <a:pt x="706687" y="64055"/>
                  <a:pt x="709532" y="57532"/>
                  <a:pt x="715222" y="52761"/>
                </a:cubicBezTo>
                <a:cubicBezTo>
                  <a:pt x="720912" y="47988"/>
                  <a:pt x="728606" y="45602"/>
                  <a:pt x="738303" y="45602"/>
                </a:cubicBezTo>
                <a:cubicBezTo>
                  <a:pt x="745239" y="45602"/>
                  <a:pt x="753926" y="46635"/>
                  <a:pt x="764364" y="48702"/>
                </a:cubicBezTo>
                <a:lnTo>
                  <a:pt x="764364" y="69202"/>
                </a:lnTo>
                <a:lnTo>
                  <a:pt x="759616" y="69202"/>
                </a:lnTo>
                <a:lnTo>
                  <a:pt x="755374" y="58302"/>
                </a:lnTo>
                <a:cubicBezTo>
                  <a:pt x="751805" y="55169"/>
                  <a:pt x="746182" y="53602"/>
                  <a:pt x="738505" y="53602"/>
                </a:cubicBezTo>
                <a:cubicBezTo>
                  <a:pt x="733050" y="53602"/>
                  <a:pt x="728892" y="54937"/>
                  <a:pt x="726030" y="57608"/>
                </a:cubicBezTo>
                <a:cubicBezTo>
                  <a:pt x="723168" y="60279"/>
                  <a:pt x="721737" y="63885"/>
                  <a:pt x="721737" y="68424"/>
                </a:cubicBezTo>
                <a:cubicBezTo>
                  <a:pt x="721737" y="72229"/>
                  <a:pt x="723034" y="75432"/>
                  <a:pt x="725626" y="78034"/>
                </a:cubicBezTo>
                <a:cubicBezTo>
                  <a:pt x="728219" y="80636"/>
                  <a:pt x="732141" y="82805"/>
                  <a:pt x="737394" y="84541"/>
                </a:cubicBezTo>
                <a:cubicBezTo>
                  <a:pt x="747293" y="87878"/>
                  <a:pt x="753757" y="90315"/>
                  <a:pt x="756788" y="91850"/>
                </a:cubicBezTo>
                <a:cubicBezTo>
                  <a:pt x="759818" y="93384"/>
                  <a:pt x="762394" y="95269"/>
                  <a:pt x="764515" y="97507"/>
                </a:cubicBezTo>
                <a:cubicBezTo>
                  <a:pt x="766636" y="99742"/>
                  <a:pt x="768286" y="102295"/>
                  <a:pt x="769465" y="105166"/>
                </a:cubicBezTo>
                <a:cubicBezTo>
                  <a:pt x="770643" y="108035"/>
                  <a:pt x="771232" y="111572"/>
                  <a:pt x="771232" y="115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Triage">
            <a:extLst xmlns:a="http://schemas.openxmlformats.org/drawingml/2006/main">
              <a:ext uri="{FF2B5EF4-FFF2-40B4-BE49-F238E27FC236}">
                <a16:creationId xmlns:a16="http://schemas.microsoft.com/office/drawing/2014/main" id="{D05F4AA6-61AD-4A84-A1E7-96C6DDE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037" y="768730"/>
            <a:ext cx="553092" cy="192863"/>
          </a:xfrm>
          <a:custGeom xmlns:a="http://schemas.openxmlformats.org/drawingml/2006/main">
            <a:pathLst>
              <a:path w="553092" h="192863">
                <a:moveTo>
                  <a:pt x="29803" y="145478"/>
                </a:moveTo>
                <a:lnTo>
                  <a:pt x="29803" y="139797"/>
                </a:lnTo>
                <a:lnTo>
                  <a:pt x="52638" y="136902"/>
                </a:lnTo>
                <a:lnTo>
                  <a:pt x="52638" y="10828"/>
                </a:lnTo>
                <a:lnTo>
                  <a:pt x="47171" y="10828"/>
                </a:lnTo>
                <a:cubicBezTo>
                  <a:pt x="29089" y="10828"/>
                  <a:pt x="16724" y="11539"/>
                  <a:pt x="10077" y="12962"/>
                </a:cubicBezTo>
                <a:lnTo>
                  <a:pt x="7183" y="35271"/>
                </a:lnTo>
                <a:lnTo>
                  <a:pt x="0" y="35271"/>
                </a:lnTo>
                <a:lnTo>
                  <a:pt x="0" y="1608"/>
                </a:lnTo>
                <a:lnTo>
                  <a:pt x="126503" y="1608"/>
                </a:lnTo>
                <a:lnTo>
                  <a:pt x="126503" y="35271"/>
                </a:lnTo>
                <a:lnTo>
                  <a:pt x="119213" y="35271"/>
                </a:lnTo>
                <a:lnTo>
                  <a:pt x="116318" y="12962"/>
                </a:lnTo>
                <a:cubicBezTo>
                  <a:pt x="114174" y="12464"/>
                  <a:pt x="109493" y="12019"/>
                  <a:pt x="102274" y="11628"/>
                </a:cubicBezTo>
                <a:cubicBezTo>
                  <a:pt x="95056" y="11238"/>
                  <a:pt x="87158" y="11042"/>
                  <a:pt x="78582" y="11042"/>
                </a:cubicBezTo>
                <a:lnTo>
                  <a:pt x="73329" y="11042"/>
                </a:lnTo>
                <a:lnTo>
                  <a:pt x="73329" y="136902"/>
                </a:lnTo>
                <a:lnTo>
                  <a:pt x="96164" y="139797"/>
                </a:lnTo>
                <a:lnTo>
                  <a:pt x="96164" y="145478"/>
                </a:lnTo>
                <a:lnTo>
                  <a:pt x="29803" y="145478"/>
                </a:lnTo>
                <a:close/>
                <a:moveTo>
                  <a:pt x="193464" y="41918"/>
                </a:moveTo>
                <a:lnTo>
                  <a:pt x="193464" y="69148"/>
                </a:lnTo>
                <a:lnTo>
                  <a:pt x="188854" y="69148"/>
                </a:lnTo>
                <a:lnTo>
                  <a:pt x="182636" y="57355"/>
                </a:lnTo>
                <a:cubicBezTo>
                  <a:pt x="179063" y="57355"/>
                  <a:pt x="174828" y="57838"/>
                  <a:pt x="169932" y="58802"/>
                </a:cubicBezTo>
                <a:cubicBezTo>
                  <a:pt x="165037" y="59767"/>
                  <a:pt x="160802" y="61036"/>
                  <a:pt x="157229" y="62608"/>
                </a:cubicBezTo>
                <a:lnTo>
                  <a:pt x="157229" y="137974"/>
                </a:lnTo>
                <a:lnTo>
                  <a:pt x="174489" y="140654"/>
                </a:lnTo>
                <a:lnTo>
                  <a:pt x="174489" y="145478"/>
                </a:lnTo>
                <a:lnTo>
                  <a:pt x="126675" y="145478"/>
                </a:lnTo>
                <a:lnTo>
                  <a:pt x="126675" y="140654"/>
                </a:lnTo>
                <a:lnTo>
                  <a:pt x="139432" y="137974"/>
                </a:lnTo>
                <a:lnTo>
                  <a:pt x="139432" y="52209"/>
                </a:lnTo>
                <a:lnTo>
                  <a:pt x="126675" y="49529"/>
                </a:lnTo>
                <a:lnTo>
                  <a:pt x="126675" y="44705"/>
                </a:lnTo>
                <a:lnTo>
                  <a:pt x="156049" y="44705"/>
                </a:lnTo>
                <a:lnTo>
                  <a:pt x="157014" y="57141"/>
                </a:lnTo>
                <a:cubicBezTo>
                  <a:pt x="161302" y="53567"/>
                  <a:pt x="167109" y="50137"/>
                  <a:pt x="174435" y="46849"/>
                </a:cubicBezTo>
                <a:cubicBezTo>
                  <a:pt x="181761" y="43561"/>
                  <a:pt x="187568" y="41918"/>
                  <a:pt x="191856" y="41918"/>
                </a:cubicBezTo>
                <a:lnTo>
                  <a:pt x="193464" y="41918"/>
                </a:lnTo>
                <a:close/>
                <a:moveTo>
                  <a:pt x="236023" y="11685"/>
                </a:moveTo>
                <a:cubicBezTo>
                  <a:pt x="236023" y="14830"/>
                  <a:pt x="234880" y="17546"/>
                  <a:pt x="232593" y="19833"/>
                </a:cubicBezTo>
                <a:cubicBezTo>
                  <a:pt x="230306" y="22120"/>
                  <a:pt x="227554" y="23264"/>
                  <a:pt x="224338" y="23264"/>
                </a:cubicBezTo>
                <a:cubicBezTo>
                  <a:pt x="221193" y="23264"/>
                  <a:pt x="218477" y="22120"/>
                  <a:pt x="216190" y="19833"/>
                </a:cubicBezTo>
                <a:cubicBezTo>
                  <a:pt x="213903" y="17546"/>
                  <a:pt x="212760" y="14830"/>
                  <a:pt x="212760" y="11685"/>
                </a:cubicBezTo>
                <a:cubicBezTo>
                  <a:pt x="212760" y="8469"/>
                  <a:pt x="213903" y="5718"/>
                  <a:pt x="216190" y="3431"/>
                </a:cubicBezTo>
                <a:cubicBezTo>
                  <a:pt x="218477" y="1144"/>
                  <a:pt x="221193" y="0"/>
                  <a:pt x="224338" y="0"/>
                </a:cubicBezTo>
                <a:cubicBezTo>
                  <a:pt x="227554" y="0"/>
                  <a:pt x="230306" y="1144"/>
                  <a:pt x="232593" y="3431"/>
                </a:cubicBezTo>
                <a:cubicBezTo>
                  <a:pt x="234880" y="5718"/>
                  <a:pt x="236023" y="8469"/>
                  <a:pt x="236023" y="11685"/>
                </a:cubicBezTo>
                <a:moveTo>
                  <a:pt x="234951" y="137974"/>
                </a:moveTo>
                <a:lnTo>
                  <a:pt x="252211" y="140654"/>
                </a:lnTo>
                <a:lnTo>
                  <a:pt x="252211" y="145478"/>
                </a:lnTo>
                <a:lnTo>
                  <a:pt x="200002" y="145478"/>
                </a:lnTo>
                <a:lnTo>
                  <a:pt x="200002" y="140654"/>
                </a:lnTo>
                <a:lnTo>
                  <a:pt x="217155" y="137974"/>
                </a:lnTo>
                <a:lnTo>
                  <a:pt x="217155" y="52209"/>
                </a:lnTo>
                <a:lnTo>
                  <a:pt x="202897" y="49529"/>
                </a:lnTo>
                <a:lnTo>
                  <a:pt x="202897" y="44705"/>
                </a:lnTo>
                <a:lnTo>
                  <a:pt x="234951" y="44705"/>
                </a:lnTo>
                <a:lnTo>
                  <a:pt x="234951" y="137974"/>
                </a:lnTo>
                <a:close/>
                <a:moveTo>
                  <a:pt x="306061" y="42346"/>
                </a:moveTo>
                <a:cubicBezTo>
                  <a:pt x="317067" y="42346"/>
                  <a:pt x="325161" y="44601"/>
                  <a:pt x="330343" y="49110"/>
                </a:cubicBezTo>
                <a:cubicBezTo>
                  <a:pt x="335524" y="53617"/>
                  <a:pt x="338115" y="60521"/>
                  <a:pt x="338115" y="69821"/>
                </a:cubicBezTo>
                <a:lnTo>
                  <a:pt x="338115" y="137974"/>
                </a:lnTo>
                <a:lnTo>
                  <a:pt x="350658" y="140654"/>
                </a:lnTo>
                <a:lnTo>
                  <a:pt x="350658" y="145478"/>
                </a:lnTo>
                <a:lnTo>
                  <a:pt x="322999" y="145478"/>
                </a:lnTo>
                <a:lnTo>
                  <a:pt x="320962" y="135401"/>
                </a:lnTo>
                <a:cubicBezTo>
                  <a:pt x="312815" y="143549"/>
                  <a:pt x="302416" y="147623"/>
                  <a:pt x="289765" y="147623"/>
                </a:cubicBezTo>
                <a:cubicBezTo>
                  <a:pt x="272541" y="147623"/>
                  <a:pt x="263929" y="137599"/>
                  <a:pt x="263929" y="117551"/>
                </a:cubicBezTo>
                <a:cubicBezTo>
                  <a:pt x="263929" y="110822"/>
                  <a:pt x="265233" y="105256"/>
                  <a:pt x="267842" y="100854"/>
                </a:cubicBezTo>
                <a:cubicBezTo>
                  <a:pt x="270450" y="96450"/>
                  <a:pt x="274614" y="93084"/>
                  <a:pt x="280331" y="90757"/>
                </a:cubicBezTo>
                <a:cubicBezTo>
                  <a:pt x="286049" y="88429"/>
                  <a:pt x="294339" y="87158"/>
                  <a:pt x="305203" y="86944"/>
                </a:cubicBezTo>
                <a:lnTo>
                  <a:pt x="320319" y="86515"/>
                </a:lnTo>
                <a:lnTo>
                  <a:pt x="320319" y="70756"/>
                </a:lnTo>
                <a:cubicBezTo>
                  <a:pt x="320319" y="63823"/>
                  <a:pt x="319050" y="58713"/>
                  <a:pt x="316513" y="55425"/>
                </a:cubicBezTo>
                <a:cubicBezTo>
                  <a:pt x="313976" y="52138"/>
                  <a:pt x="310063" y="50494"/>
                  <a:pt x="304774" y="50494"/>
                </a:cubicBezTo>
                <a:cubicBezTo>
                  <a:pt x="297627" y="50494"/>
                  <a:pt x="291088" y="52174"/>
                  <a:pt x="285155" y="55533"/>
                </a:cubicBezTo>
                <a:lnTo>
                  <a:pt x="281510" y="68076"/>
                </a:lnTo>
                <a:lnTo>
                  <a:pt x="275507" y="68076"/>
                </a:lnTo>
                <a:lnTo>
                  <a:pt x="275507" y="46099"/>
                </a:lnTo>
                <a:cubicBezTo>
                  <a:pt x="287085" y="43597"/>
                  <a:pt x="297270" y="42346"/>
                  <a:pt x="306061" y="42346"/>
                </a:cubicBezTo>
                <a:moveTo>
                  <a:pt x="320319" y="94020"/>
                </a:moveTo>
                <a:lnTo>
                  <a:pt x="306275" y="94448"/>
                </a:lnTo>
                <a:cubicBezTo>
                  <a:pt x="296698" y="94808"/>
                  <a:pt x="290212" y="96672"/>
                  <a:pt x="286817" y="100040"/>
                </a:cubicBezTo>
                <a:cubicBezTo>
                  <a:pt x="283422" y="103406"/>
                  <a:pt x="281725" y="109031"/>
                  <a:pt x="281725" y="116915"/>
                </a:cubicBezTo>
                <a:cubicBezTo>
                  <a:pt x="281725" y="129525"/>
                  <a:pt x="286835" y="135830"/>
                  <a:pt x="297055" y="135830"/>
                </a:cubicBezTo>
                <a:cubicBezTo>
                  <a:pt x="301915" y="135830"/>
                  <a:pt x="306114" y="135276"/>
                  <a:pt x="309652" y="134168"/>
                </a:cubicBezTo>
                <a:cubicBezTo>
                  <a:pt x="313190" y="133060"/>
                  <a:pt x="316746" y="131649"/>
                  <a:pt x="320319" y="129934"/>
                </a:cubicBezTo>
                <a:lnTo>
                  <a:pt x="320319" y="94020"/>
                </a:lnTo>
                <a:close/>
                <a:moveTo>
                  <a:pt x="446743" y="76438"/>
                </a:moveTo>
                <a:cubicBezTo>
                  <a:pt x="446743" y="88016"/>
                  <a:pt x="443277" y="96771"/>
                  <a:pt x="436344" y="102703"/>
                </a:cubicBezTo>
                <a:cubicBezTo>
                  <a:pt x="429411" y="108635"/>
                  <a:pt x="419441" y="111601"/>
                  <a:pt x="406433" y="111601"/>
                </a:cubicBezTo>
                <a:cubicBezTo>
                  <a:pt x="400573" y="111601"/>
                  <a:pt x="395141" y="111065"/>
                  <a:pt x="390138" y="109993"/>
                </a:cubicBezTo>
                <a:lnTo>
                  <a:pt x="383384" y="124118"/>
                </a:lnTo>
                <a:cubicBezTo>
                  <a:pt x="383599" y="125339"/>
                  <a:pt x="384992" y="126490"/>
                  <a:pt x="387565" y="127568"/>
                </a:cubicBezTo>
                <a:cubicBezTo>
                  <a:pt x="390138" y="128645"/>
                  <a:pt x="393354" y="129183"/>
                  <a:pt x="397214" y="129183"/>
                </a:cubicBezTo>
                <a:lnTo>
                  <a:pt x="427017" y="129183"/>
                </a:lnTo>
                <a:cubicBezTo>
                  <a:pt x="437881" y="129183"/>
                  <a:pt x="445939" y="131542"/>
                  <a:pt x="451192" y="136259"/>
                </a:cubicBezTo>
                <a:cubicBezTo>
                  <a:pt x="456445" y="140976"/>
                  <a:pt x="459072" y="147480"/>
                  <a:pt x="459072" y="155770"/>
                </a:cubicBezTo>
                <a:cubicBezTo>
                  <a:pt x="459072" y="163275"/>
                  <a:pt x="456981" y="169814"/>
                  <a:pt x="452800" y="175389"/>
                </a:cubicBezTo>
                <a:cubicBezTo>
                  <a:pt x="448619" y="180964"/>
                  <a:pt x="442490" y="185270"/>
                  <a:pt x="434414" y="188307"/>
                </a:cubicBezTo>
                <a:cubicBezTo>
                  <a:pt x="426338" y="191345"/>
                  <a:pt x="416547" y="192863"/>
                  <a:pt x="405040" y="192863"/>
                </a:cubicBezTo>
                <a:cubicBezTo>
                  <a:pt x="391317" y="192863"/>
                  <a:pt x="380865" y="190755"/>
                  <a:pt x="373682" y="186538"/>
                </a:cubicBezTo>
                <a:cubicBezTo>
                  <a:pt x="366499" y="182322"/>
                  <a:pt x="362908" y="176318"/>
                  <a:pt x="362908" y="168528"/>
                </a:cubicBezTo>
                <a:cubicBezTo>
                  <a:pt x="362908" y="164740"/>
                  <a:pt x="364194" y="161005"/>
                  <a:pt x="366767" y="157325"/>
                </a:cubicBezTo>
                <a:cubicBezTo>
                  <a:pt x="369340" y="153644"/>
                  <a:pt x="374057" y="149338"/>
                  <a:pt x="380918" y="144406"/>
                </a:cubicBezTo>
                <a:cubicBezTo>
                  <a:pt x="376845" y="143044"/>
                  <a:pt x="373414" y="140714"/>
                  <a:pt x="370627" y="137418"/>
                </a:cubicBezTo>
                <a:cubicBezTo>
                  <a:pt x="367839" y="134121"/>
                  <a:pt x="366446" y="130573"/>
                  <a:pt x="366446" y="126774"/>
                </a:cubicBezTo>
                <a:lnTo>
                  <a:pt x="383384" y="107635"/>
                </a:lnTo>
                <a:cubicBezTo>
                  <a:pt x="372092" y="102346"/>
                  <a:pt x="366446" y="91947"/>
                  <a:pt x="366446" y="76438"/>
                </a:cubicBezTo>
                <a:cubicBezTo>
                  <a:pt x="366446" y="65431"/>
                  <a:pt x="369930" y="56926"/>
                  <a:pt x="376898" y="50923"/>
                </a:cubicBezTo>
                <a:cubicBezTo>
                  <a:pt x="383867" y="44919"/>
                  <a:pt x="393998" y="41918"/>
                  <a:pt x="407291" y="41918"/>
                </a:cubicBezTo>
                <a:cubicBezTo>
                  <a:pt x="409936" y="41918"/>
                  <a:pt x="413330" y="42186"/>
                  <a:pt x="417476" y="42722"/>
                </a:cubicBezTo>
                <a:cubicBezTo>
                  <a:pt x="421621" y="43258"/>
                  <a:pt x="424801" y="43883"/>
                  <a:pt x="427017" y="44598"/>
                </a:cubicBezTo>
                <a:lnTo>
                  <a:pt x="450710" y="32698"/>
                </a:lnTo>
                <a:lnTo>
                  <a:pt x="454462" y="37308"/>
                </a:lnTo>
                <a:lnTo>
                  <a:pt x="439560" y="52745"/>
                </a:lnTo>
                <a:cubicBezTo>
                  <a:pt x="444349" y="58106"/>
                  <a:pt x="446743" y="66003"/>
                  <a:pt x="446743" y="76438"/>
                </a:cubicBezTo>
                <a:moveTo>
                  <a:pt x="442347" y="159094"/>
                </a:moveTo>
                <a:cubicBezTo>
                  <a:pt x="442347" y="155020"/>
                  <a:pt x="441097" y="151839"/>
                  <a:pt x="438595" y="149552"/>
                </a:cubicBezTo>
                <a:cubicBezTo>
                  <a:pt x="436094" y="147265"/>
                  <a:pt x="432306" y="146122"/>
                  <a:pt x="427231" y="146122"/>
                </a:cubicBezTo>
                <a:lnTo>
                  <a:pt x="388208" y="146122"/>
                </a:lnTo>
                <a:cubicBezTo>
                  <a:pt x="385207" y="148695"/>
                  <a:pt x="382759" y="151964"/>
                  <a:pt x="380865" y="155931"/>
                </a:cubicBezTo>
                <a:cubicBezTo>
                  <a:pt x="378971" y="159898"/>
                  <a:pt x="378024" y="163596"/>
                  <a:pt x="378024" y="167027"/>
                </a:cubicBezTo>
                <a:cubicBezTo>
                  <a:pt x="378024" y="173173"/>
                  <a:pt x="380240" y="177587"/>
                  <a:pt x="384671" y="180267"/>
                </a:cubicBezTo>
                <a:cubicBezTo>
                  <a:pt x="389102" y="182947"/>
                  <a:pt x="395892" y="184287"/>
                  <a:pt x="405040" y="184287"/>
                </a:cubicBezTo>
                <a:cubicBezTo>
                  <a:pt x="416975" y="184287"/>
                  <a:pt x="426177" y="182071"/>
                  <a:pt x="432645" y="177640"/>
                </a:cubicBezTo>
                <a:cubicBezTo>
                  <a:pt x="439113" y="173209"/>
                  <a:pt x="442347" y="167027"/>
                  <a:pt x="442347" y="159094"/>
                </a:cubicBezTo>
                <a:moveTo>
                  <a:pt x="406648" y="103454"/>
                </a:moveTo>
                <a:cubicBezTo>
                  <a:pt x="414438" y="103454"/>
                  <a:pt x="419959" y="101220"/>
                  <a:pt x="423211" y="96753"/>
                </a:cubicBezTo>
                <a:cubicBezTo>
                  <a:pt x="426463" y="92286"/>
                  <a:pt x="428089" y="85515"/>
                  <a:pt x="428089" y="76438"/>
                </a:cubicBezTo>
                <a:cubicBezTo>
                  <a:pt x="428089" y="66932"/>
                  <a:pt x="426410" y="60160"/>
                  <a:pt x="423050" y="56122"/>
                </a:cubicBezTo>
                <a:cubicBezTo>
                  <a:pt x="419691" y="52084"/>
                  <a:pt x="414295" y="50065"/>
                  <a:pt x="406862" y="50065"/>
                </a:cubicBezTo>
                <a:cubicBezTo>
                  <a:pt x="399358" y="50065"/>
                  <a:pt x="393855" y="52102"/>
                  <a:pt x="390353" y="56176"/>
                </a:cubicBezTo>
                <a:cubicBezTo>
                  <a:pt x="386851" y="60250"/>
                  <a:pt x="385100" y="67004"/>
                  <a:pt x="385100" y="76438"/>
                </a:cubicBezTo>
                <a:cubicBezTo>
                  <a:pt x="385100" y="85872"/>
                  <a:pt x="386815" y="92733"/>
                  <a:pt x="390245" y="97021"/>
                </a:cubicBezTo>
                <a:cubicBezTo>
                  <a:pt x="393676" y="101310"/>
                  <a:pt x="399143" y="103454"/>
                  <a:pt x="406648" y="103454"/>
                </a:cubicBezTo>
                <a:close/>
                <a:moveTo>
                  <a:pt x="491127" y="94663"/>
                </a:moveTo>
                <a:lnTo>
                  <a:pt x="491127" y="96596"/>
                </a:lnTo>
                <a:cubicBezTo>
                  <a:pt x="491127" y="106486"/>
                  <a:pt x="492217" y="114171"/>
                  <a:pt x="494397" y="119652"/>
                </a:cubicBezTo>
                <a:cubicBezTo>
                  <a:pt x="496576" y="125133"/>
                  <a:pt x="499935" y="129307"/>
                  <a:pt x="504474" y="132175"/>
                </a:cubicBezTo>
                <a:cubicBezTo>
                  <a:pt x="509012" y="135040"/>
                  <a:pt x="514962" y="136473"/>
                  <a:pt x="522324" y="136473"/>
                </a:cubicBezTo>
                <a:cubicBezTo>
                  <a:pt x="526183" y="136473"/>
                  <a:pt x="530757" y="136152"/>
                  <a:pt x="536046" y="135508"/>
                </a:cubicBezTo>
                <a:cubicBezTo>
                  <a:pt x="541335" y="134865"/>
                  <a:pt x="545695" y="134150"/>
                  <a:pt x="549125" y="133364"/>
                </a:cubicBezTo>
                <a:lnTo>
                  <a:pt x="549125" y="139368"/>
                </a:lnTo>
                <a:cubicBezTo>
                  <a:pt x="545695" y="141583"/>
                  <a:pt x="541031" y="143513"/>
                  <a:pt x="535135" y="145157"/>
                </a:cubicBezTo>
                <a:cubicBezTo>
                  <a:pt x="529238" y="146801"/>
                  <a:pt x="523217" y="147623"/>
                  <a:pt x="517071" y="147623"/>
                </a:cubicBezTo>
                <a:cubicBezTo>
                  <a:pt x="501419" y="147623"/>
                  <a:pt x="489965" y="143401"/>
                  <a:pt x="482711" y="134959"/>
                </a:cubicBezTo>
                <a:cubicBezTo>
                  <a:pt x="475457" y="126516"/>
                  <a:pt x="471830" y="112959"/>
                  <a:pt x="471830" y="94288"/>
                </a:cubicBezTo>
                <a:cubicBezTo>
                  <a:pt x="471830" y="76688"/>
                  <a:pt x="475510" y="63560"/>
                  <a:pt x="482872" y="54903"/>
                </a:cubicBezTo>
                <a:cubicBezTo>
                  <a:pt x="490233" y="46246"/>
                  <a:pt x="500740" y="41918"/>
                  <a:pt x="514390" y="41918"/>
                </a:cubicBezTo>
                <a:cubicBezTo>
                  <a:pt x="540191" y="41918"/>
                  <a:pt x="553092" y="56569"/>
                  <a:pt x="553092" y="85872"/>
                </a:cubicBezTo>
                <a:lnTo>
                  <a:pt x="553092" y="94663"/>
                </a:lnTo>
                <a:lnTo>
                  <a:pt x="491127" y="94663"/>
                </a:lnTo>
                <a:moveTo>
                  <a:pt x="514390" y="50494"/>
                </a:moveTo>
                <a:cubicBezTo>
                  <a:pt x="506957" y="50494"/>
                  <a:pt x="501258" y="53496"/>
                  <a:pt x="497291" y="59499"/>
                </a:cubicBezTo>
                <a:cubicBezTo>
                  <a:pt x="493324" y="65503"/>
                  <a:pt x="491341" y="74365"/>
                  <a:pt x="491341" y="86086"/>
                </a:cubicBezTo>
                <a:lnTo>
                  <a:pt x="534438" y="86086"/>
                </a:lnTo>
                <a:cubicBezTo>
                  <a:pt x="534438" y="73293"/>
                  <a:pt x="532794" y="64163"/>
                  <a:pt x="529506" y="58695"/>
                </a:cubicBezTo>
                <a:cubicBezTo>
                  <a:pt x="526219" y="53228"/>
                  <a:pt x="521180" y="50494"/>
                  <a:pt x="514390" y="50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51AFDA54-BAA1-4F96-8AA0-15495E3C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270" y="1794739"/>
            <a:ext cx="794593" cy="147623"/>
          </a:xfrm>
          <a:custGeom xmlns:a="http://schemas.openxmlformats.org/drawingml/2006/main">
            <a:pathLst>
              <a:path w="794593" h="147623">
                <a:moveTo>
                  <a:pt x="86086" y="145478"/>
                </a:moveTo>
                <a:lnTo>
                  <a:pt x="82334" y="145478"/>
                </a:lnTo>
                <a:lnTo>
                  <a:pt x="29696" y="21763"/>
                </a:lnTo>
                <a:lnTo>
                  <a:pt x="29696" y="136902"/>
                </a:lnTo>
                <a:lnTo>
                  <a:pt x="48993" y="139797"/>
                </a:lnTo>
                <a:lnTo>
                  <a:pt x="48993" y="145478"/>
                </a:lnTo>
                <a:lnTo>
                  <a:pt x="0" y="145478"/>
                </a:lnTo>
                <a:lnTo>
                  <a:pt x="0" y="139797"/>
                </a:lnTo>
                <a:lnTo>
                  <a:pt x="18439" y="136902"/>
                </a:lnTo>
                <a:lnTo>
                  <a:pt x="18439" y="10077"/>
                </a:lnTo>
                <a:lnTo>
                  <a:pt x="0" y="7290"/>
                </a:lnTo>
                <a:lnTo>
                  <a:pt x="0" y="1608"/>
                </a:lnTo>
                <a:lnTo>
                  <a:pt x="43526" y="1608"/>
                </a:lnTo>
                <a:lnTo>
                  <a:pt x="90267" y="111039"/>
                </a:lnTo>
                <a:lnTo>
                  <a:pt x="141297" y="1608"/>
                </a:lnTo>
                <a:lnTo>
                  <a:pt x="182464" y="1608"/>
                </a:lnTo>
                <a:lnTo>
                  <a:pt x="182464" y="7290"/>
                </a:lnTo>
                <a:lnTo>
                  <a:pt x="164025" y="10077"/>
                </a:lnTo>
                <a:lnTo>
                  <a:pt x="164025" y="136902"/>
                </a:lnTo>
                <a:lnTo>
                  <a:pt x="182464" y="139797"/>
                </a:lnTo>
                <a:lnTo>
                  <a:pt x="182464" y="145478"/>
                </a:lnTo>
                <a:lnTo>
                  <a:pt x="124144" y="145478"/>
                </a:lnTo>
                <a:lnTo>
                  <a:pt x="124144" y="139797"/>
                </a:lnTo>
                <a:lnTo>
                  <a:pt x="143442" y="136902"/>
                </a:lnTo>
                <a:lnTo>
                  <a:pt x="143442" y="21763"/>
                </a:lnTo>
                <a:lnTo>
                  <a:pt x="86086" y="145478"/>
                </a:lnTo>
                <a:close/>
                <a:moveTo>
                  <a:pt x="222417" y="116747"/>
                </a:moveTo>
                <a:cubicBezTo>
                  <a:pt x="222417" y="129040"/>
                  <a:pt x="228135" y="135187"/>
                  <a:pt x="239570" y="135187"/>
                </a:cubicBezTo>
                <a:cubicBezTo>
                  <a:pt x="248433" y="135187"/>
                  <a:pt x="256723" y="134079"/>
                  <a:pt x="264442" y="131863"/>
                </a:cubicBezTo>
                <a:lnTo>
                  <a:pt x="264442" y="52209"/>
                </a:lnTo>
                <a:lnTo>
                  <a:pt x="249219" y="49529"/>
                </a:lnTo>
                <a:lnTo>
                  <a:pt x="249219" y="44705"/>
                </a:lnTo>
                <a:lnTo>
                  <a:pt x="282131" y="44705"/>
                </a:lnTo>
                <a:lnTo>
                  <a:pt x="282131" y="137974"/>
                </a:lnTo>
                <a:lnTo>
                  <a:pt x="294888" y="140654"/>
                </a:lnTo>
                <a:lnTo>
                  <a:pt x="294888" y="145478"/>
                </a:lnTo>
                <a:lnTo>
                  <a:pt x="265514" y="145478"/>
                </a:lnTo>
                <a:lnTo>
                  <a:pt x="264656" y="137331"/>
                </a:lnTo>
                <a:cubicBezTo>
                  <a:pt x="259582" y="140118"/>
                  <a:pt x="253721" y="142530"/>
                  <a:pt x="247075" y="144567"/>
                </a:cubicBezTo>
                <a:cubicBezTo>
                  <a:pt x="240428" y="146604"/>
                  <a:pt x="234853" y="147623"/>
                  <a:pt x="230351" y="147623"/>
                </a:cubicBezTo>
                <a:cubicBezTo>
                  <a:pt x="213198" y="147623"/>
                  <a:pt x="204621" y="137760"/>
                  <a:pt x="204621" y="118034"/>
                </a:cubicBezTo>
                <a:lnTo>
                  <a:pt x="204621" y="52209"/>
                </a:lnTo>
                <a:lnTo>
                  <a:pt x="191756" y="49529"/>
                </a:lnTo>
                <a:lnTo>
                  <a:pt x="191756" y="44705"/>
                </a:lnTo>
                <a:lnTo>
                  <a:pt x="222417" y="44705"/>
                </a:lnTo>
                <a:lnTo>
                  <a:pt x="222417" y="116747"/>
                </a:lnTo>
                <a:close/>
                <a:moveTo>
                  <a:pt x="334448" y="147623"/>
                </a:moveTo>
                <a:cubicBezTo>
                  <a:pt x="327587" y="147623"/>
                  <a:pt x="322459" y="145586"/>
                  <a:pt x="319064" y="141512"/>
                </a:cubicBezTo>
                <a:cubicBezTo>
                  <a:pt x="315669" y="137438"/>
                  <a:pt x="313972" y="131720"/>
                  <a:pt x="313972" y="124359"/>
                </a:cubicBezTo>
                <a:lnTo>
                  <a:pt x="313972" y="53710"/>
                </a:lnTo>
                <a:lnTo>
                  <a:pt x="300785" y="53710"/>
                </a:lnTo>
                <a:lnTo>
                  <a:pt x="300785" y="48886"/>
                </a:lnTo>
                <a:lnTo>
                  <a:pt x="314186" y="44705"/>
                </a:lnTo>
                <a:lnTo>
                  <a:pt x="325014" y="21870"/>
                </a:lnTo>
                <a:lnTo>
                  <a:pt x="331768" y="21870"/>
                </a:lnTo>
                <a:lnTo>
                  <a:pt x="331768" y="44705"/>
                </a:lnTo>
                <a:lnTo>
                  <a:pt x="354817" y="44705"/>
                </a:lnTo>
                <a:lnTo>
                  <a:pt x="354817" y="53710"/>
                </a:lnTo>
                <a:lnTo>
                  <a:pt x="331768" y="53710"/>
                </a:lnTo>
                <a:lnTo>
                  <a:pt x="331768" y="122429"/>
                </a:lnTo>
                <a:cubicBezTo>
                  <a:pt x="331768" y="127075"/>
                  <a:pt x="332822" y="130577"/>
                  <a:pt x="334930" y="132935"/>
                </a:cubicBezTo>
                <a:cubicBezTo>
                  <a:pt x="337039" y="135294"/>
                  <a:pt x="339808" y="136473"/>
                  <a:pt x="343239" y="136473"/>
                </a:cubicBezTo>
                <a:cubicBezTo>
                  <a:pt x="347384" y="136473"/>
                  <a:pt x="352423" y="135901"/>
                  <a:pt x="358355" y="134758"/>
                </a:cubicBezTo>
                <a:lnTo>
                  <a:pt x="358355" y="141726"/>
                </a:lnTo>
                <a:cubicBezTo>
                  <a:pt x="355853" y="143442"/>
                  <a:pt x="352244" y="144853"/>
                  <a:pt x="347527" y="145961"/>
                </a:cubicBezTo>
                <a:cubicBezTo>
                  <a:pt x="342810" y="147069"/>
                  <a:pt x="338450" y="147623"/>
                  <a:pt x="334448" y="147623"/>
                </a:cubicBezTo>
                <a:close/>
                <a:moveTo>
                  <a:pt x="409309" y="42346"/>
                </a:moveTo>
                <a:cubicBezTo>
                  <a:pt x="420316" y="42346"/>
                  <a:pt x="428410" y="44601"/>
                  <a:pt x="433591" y="49110"/>
                </a:cubicBezTo>
                <a:cubicBezTo>
                  <a:pt x="438773" y="53617"/>
                  <a:pt x="441364" y="60521"/>
                  <a:pt x="441364" y="69821"/>
                </a:cubicBezTo>
                <a:lnTo>
                  <a:pt x="441364" y="137974"/>
                </a:lnTo>
                <a:lnTo>
                  <a:pt x="453907" y="140654"/>
                </a:lnTo>
                <a:lnTo>
                  <a:pt x="453907" y="145478"/>
                </a:lnTo>
                <a:lnTo>
                  <a:pt x="426248" y="145478"/>
                </a:lnTo>
                <a:lnTo>
                  <a:pt x="424211" y="135401"/>
                </a:lnTo>
                <a:cubicBezTo>
                  <a:pt x="416063" y="143549"/>
                  <a:pt x="405664" y="147623"/>
                  <a:pt x="393014" y="147623"/>
                </a:cubicBezTo>
                <a:cubicBezTo>
                  <a:pt x="375789" y="147623"/>
                  <a:pt x="367177" y="137599"/>
                  <a:pt x="367177" y="117551"/>
                </a:cubicBezTo>
                <a:cubicBezTo>
                  <a:pt x="367177" y="110822"/>
                  <a:pt x="368481" y="105256"/>
                  <a:pt x="371090" y="100854"/>
                </a:cubicBezTo>
                <a:cubicBezTo>
                  <a:pt x="373699" y="96450"/>
                  <a:pt x="377862" y="93084"/>
                  <a:pt x="383580" y="90757"/>
                </a:cubicBezTo>
                <a:cubicBezTo>
                  <a:pt x="389297" y="88429"/>
                  <a:pt x="397588" y="87158"/>
                  <a:pt x="408451" y="86944"/>
                </a:cubicBezTo>
                <a:lnTo>
                  <a:pt x="423567" y="86515"/>
                </a:lnTo>
                <a:lnTo>
                  <a:pt x="423567" y="70756"/>
                </a:lnTo>
                <a:cubicBezTo>
                  <a:pt x="423567" y="63823"/>
                  <a:pt x="422299" y="58713"/>
                  <a:pt x="419762" y="55425"/>
                </a:cubicBezTo>
                <a:cubicBezTo>
                  <a:pt x="417224" y="52138"/>
                  <a:pt x="413311" y="50494"/>
                  <a:pt x="408023" y="50494"/>
                </a:cubicBezTo>
                <a:cubicBezTo>
                  <a:pt x="400876" y="50494"/>
                  <a:pt x="394336" y="52174"/>
                  <a:pt x="388404" y="55533"/>
                </a:cubicBezTo>
                <a:lnTo>
                  <a:pt x="384759" y="68076"/>
                </a:lnTo>
                <a:lnTo>
                  <a:pt x="378755" y="68076"/>
                </a:lnTo>
                <a:lnTo>
                  <a:pt x="378755" y="46099"/>
                </a:lnTo>
                <a:cubicBezTo>
                  <a:pt x="390334" y="43597"/>
                  <a:pt x="400518" y="42346"/>
                  <a:pt x="409309" y="42346"/>
                </a:cubicBezTo>
                <a:moveTo>
                  <a:pt x="423567" y="94020"/>
                </a:moveTo>
                <a:lnTo>
                  <a:pt x="409523" y="94448"/>
                </a:lnTo>
                <a:cubicBezTo>
                  <a:pt x="399946" y="94808"/>
                  <a:pt x="393460" y="96672"/>
                  <a:pt x="390066" y="100040"/>
                </a:cubicBezTo>
                <a:cubicBezTo>
                  <a:pt x="386671" y="103406"/>
                  <a:pt x="384973" y="109031"/>
                  <a:pt x="384973" y="116915"/>
                </a:cubicBezTo>
                <a:cubicBezTo>
                  <a:pt x="384973" y="129525"/>
                  <a:pt x="390083" y="135830"/>
                  <a:pt x="400304" y="135830"/>
                </a:cubicBezTo>
                <a:cubicBezTo>
                  <a:pt x="405164" y="135830"/>
                  <a:pt x="409363" y="135276"/>
                  <a:pt x="412900" y="134168"/>
                </a:cubicBezTo>
                <a:cubicBezTo>
                  <a:pt x="416438" y="133060"/>
                  <a:pt x="419994" y="131649"/>
                  <a:pt x="423567" y="129934"/>
                </a:cubicBezTo>
                <a:lnTo>
                  <a:pt x="423567" y="94020"/>
                </a:lnTo>
                <a:close/>
                <a:moveTo>
                  <a:pt x="492530" y="147623"/>
                </a:moveTo>
                <a:cubicBezTo>
                  <a:pt x="485668" y="147623"/>
                  <a:pt x="480540" y="145586"/>
                  <a:pt x="477145" y="141512"/>
                </a:cubicBezTo>
                <a:cubicBezTo>
                  <a:pt x="473751" y="137438"/>
                  <a:pt x="472053" y="131720"/>
                  <a:pt x="472053" y="124359"/>
                </a:cubicBezTo>
                <a:lnTo>
                  <a:pt x="472053" y="53710"/>
                </a:lnTo>
                <a:lnTo>
                  <a:pt x="458867" y="53710"/>
                </a:lnTo>
                <a:lnTo>
                  <a:pt x="458867" y="48886"/>
                </a:lnTo>
                <a:lnTo>
                  <a:pt x="472268" y="44705"/>
                </a:lnTo>
                <a:lnTo>
                  <a:pt x="483095" y="21870"/>
                </a:lnTo>
                <a:lnTo>
                  <a:pt x="489849" y="21870"/>
                </a:lnTo>
                <a:lnTo>
                  <a:pt x="489849" y="44705"/>
                </a:lnTo>
                <a:lnTo>
                  <a:pt x="512899" y="44705"/>
                </a:lnTo>
                <a:lnTo>
                  <a:pt x="512899" y="53710"/>
                </a:lnTo>
                <a:lnTo>
                  <a:pt x="489849" y="53710"/>
                </a:lnTo>
                <a:lnTo>
                  <a:pt x="489849" y="122429"/>
                </a:lnTo>
                <a:cubicBezTo>
                  <a:pt x="489849" y="127075"/>
                  <a:pt x="490904" y="130577"/>
                  <a:pt x="493012" y="132935"/>
                </a:cubicBezTo>
                <a:cubicBezTo>
                  <a:pt x="495120" y="135294"/>
                  <a:pt x="497890" y="136473"/>
                  <a:pt x="501320" y="136473"/>
                </a:cubicBezTo>
                <a:cubicBezTo>
                  <a:pt x="505466" y="136473"/>
                  <a:pt x="510504" y="135901"/>
                  <a:pt x="516436" y="134758"/>
                </a:cubicBezTo>
                <a:lnTo>
                  <a:pt x="516436" y="141726"/>
                </a:lnTo>
                <a:cubicBezTo>
                  <a:pt x="513935" y="143442"/>
                  <a:pt x="510326" y="144853"/>
                  <a:pt x="505609" y="145961"/>
                </a:cubicBezTo>
                <a:cubicBezTo>
                  <a:pt x="500892" y="147069"/>
                  <a:pt x="496532" y="147623"/>
                  <a:pt x="492530" y="147623"/>
                </a:cubicBezTo>
                <a:close/>
                <a:moveTo>
                  <a:pt x="558172" y="11685"/>
                </a:moveTo>
                <a:cubicBezTo>
                  <a:pt x="558172" y="14830"/>
                  <a:pt x="557028" y="17546"/>
                  <a:pt x="554741" y="19833"/>
                </a:cubicBezTo>
                <a:cubicBezTo>
                  <a:pt x="552454" y="22120"/>
                  <a:pt x="549702" y="23264"/>
                  <a:pt x="546486" y="23264"/>
                </a:cubicBezTo>
                <a:cubicBezTo>
                  <a:pt x="543342" y="23264"/>
                  <a:pt x="540626" y="22120"/>
                  <a:pt x="538339" y="19833"/>
                </a:cubicBezTo>
                <a:cubicBezTo>
                  <a:pt x="536052" y="17546"/>
                  <a:pt x="534908" y="14830"/>
                  <a:pt x="534908" y="11685"/>
                </a:cubicBezTo>
                <a:cubicBezTo>
                  <a:pt x="534908" y="8469"/>
                  <a:pt x="536052" y="5718"/>
                  <a:pt x="538339" y="3431"/>
                </a:cubicBezTo>
                <a:cubicBezTo>
                  <a:pt x="540626" y="1144"/>
                  <a:pt x="543342" y="0"/>
                  <a:pt x="546486" y="0"/>
                </a:cubicBezTo>
                <a:cubicBezTo>
                  <a:pt x="549702" y="0"/>
                  <a:pt x="552454" y="1144"/>
                  <a:pt x="554741" y="3431"/>
                </a:cubicBezTo>
                <a:cubicBezTo>
                  <a:pt x="557028" y="5718"/>
                  <a:pt x="558172" y="8469"/>
                  <a:pt x="558172" y="11685"/>
                </a:cubicBezTo>
                <a:moveTo>
                  <a:pt x="557100" y="137974"/>
                </a:moveTo>
                <a:lnTo>
                  <a:pt x="574360" y="140654"/>
                </a:lnTo>
                <a:lnTo>
                  <a:pt x="574360" y="145478"/>
                </a:lnTo>
                <a:lnTo>
                  <a:pt x="522150" y="145478"/>
                </a:lnTo>
                <a:lnTo>
                  <a:pt x="522150" y="140654"/>
                </a:lnTo>
                <a:lnTo>
                  <a:pt x="539303" y="137974"/>
                </a:lnTo>
                <a:lnTo>
                  <a:pt x="539303" y="52209"/>
                </a:lnTo>
                <a:lnTo>
                  <a:pt x="525045" y="49529"/>
                </a:lnTo>
                <a:lnTo>
                  <a:pt x="525045" y="44705"/>
                </a:lnTo>
                <a:lnTo>
                  <a:pt x="557100" y="44705"/>
                </a:lnTo>
                <a:lnTo>
                  <a:pt x="557100" y="137974"/>
                </a:lnTo>
                <a:close/>
                <a:moveTo>
                  <a:pt x="679775" y="94502"/>
                </a:moveTo>
                <a:cubicBezTo>
                  <a:pt x="679775" y="129916"/>
                  <a:pt x="664051" y="147623"/>
                  <a:pt x="632604" y="147623"/>
                </a:cubicBezTo>
                <a:cubicBezTo>
                  <a:pt x="617452" y="147623"/>
                  <a:pt x="606017" y="143080"/>
                  <a:pt x="598298" y="133994"/>
                </a:cubicBezTo>
                <a:cubicBezTo>
                  <a:pt x="590579" y="124908"/>
                  <a:pt x="586720" y="111744"/>
                  <a:pt x="586720" y="94502"/>
                </a:cubicBezTo>
                <a:cubicBezTo>
                  <a:pt x="586720" y="77474"/>
                  <a:pt x="590579" y="64453"/>
                  <a:pt x="598298" y="55439"/>
                </a:cubicBezTo>
                <a:cubicBezTo>
                  <a:pt x="606017" y="46425"/>
                  <a:pt x="617738" y="41918"/>
                  <a:pt x="633462" y="41918"/>
                </a:cubicBezTo>
                <a:cubicBezTo>
                  <a:pt x="648756" y="41918"/>
                  <a:pt x="660299" y="46335"/>
                  <a:pt x="668089" y="55171"/>
                </a:cubicBezTo>
                <a:cubicBezTo>
                  <a:pt x="675880" y="64006"/>
                  <a:pt x="679775" y="77117"/>
                  <a:pt x="679775" y="94502"/>
                </a:cubicBezTo>
                <a:moveTo>
                  <a:pt x="660478" y="94502"/>
                </a:moveTo>
                <a:cubicBezTo>
                  <a:pt x="660478" y="79047"/>
                  <a:pt x="658226" y="67848"/>
                  <a:pt x="653724" y="60906"/>
                </a:cubicBezTo>
                <a:cubicBezTo>
                  <a:pt x="649221" y="53965"/>
                  <a:pt x="642181" y="50494"/>
                  <a:pt x="632604" y="50494"/>
                </a:cubicBezTo>
                <a:cubicBezTo>
                  <a:pt x="623241" y="50494"/>
                  <a:pt x="616470" y="53822"/>
                  <a:pt x="612289" y="60478"/>
                </a:cubicBezTo>
                <a:cubicBezTo>
                  <a:pt x="608108" y="67131"/>
                  <a:pt x="606017" y="78473"/>
                  <a:pt x="606017" y="94502"/>
                </a:cubicBezTo>
                <a:cubicBezTo>
                  <a:pt x="606017" y="110746"/>
                  <a:pt x="608143" y="122249"/>
                  <a:pt x="612396" y="129012"/>
                </a:cubicBezTo>
                <a:cubicBezTo>
                  <a:pt x="616648" y="135773"/>
                  <a:pt x="623384" y="139153"/>
                  <a:pt x="632604" y="139153"/>
                </a:cubicBezTo>
                <a:cubicBezTo>
                  <a:pt x="642038" y="139153"/>
                  <a:pt x="649042" y="135647"/>
                  <a:pt x="653616" y="128634"/>
                </a:cubicBezTo>
                <a:cubicBezTo>
                  <a:pt x="658191" y="121621"/>
                  <a:pt x="660478" y="110243"/>
                  <a:pt x="660478" y="94502"/>
                </a:cubicBezTo>
                <a:close/>
                <a:moveTo>
                  <a:pt x="722872" y="52745"/>
                </a:moveTo>
                <a:cubicBezTo>
                  <a:pt x="728375" y="49601"/>
                  <a:pt x="734236" y="47010"/>
                  <a:pt x="740454" y="44973"/>
                </a:cubicBezTo>
                <a:cubicBezTo>
                  <a:pt x="746672" y="42936"/>
                  <a:pt x="751853" y="41918"/>
                  <a:pt x="755999" y="41918"/>
                </a:cubicBezTo>
                <a:cubicBezTo>
                  <a:pt x="764718" y="41918"/>
                  <a:pt x="771293" y="44458"/>
                  <a:pt x="775725" y="49539"/>
                </a:cubicBezTo>
                <a:cubicBezTo>
                  <a:pt x="780156" y="54618"/>
                  <a:pt x="782371" y="61987"/>
                  <a:pt x="782371" y="71647"/>
                </a:cubicBezTo>
                <a:lnTo>
                  <a:pt x="782371" y="137974"/>
                </a:lnTo>
                <a:lnTo>
                  <a:pt x="794593" y="140654"/>
                </a:lnTo>
                <a:lnTo>
                  <a:pt x="794593" y="145478"/>
                </a:lnTo>
                <a:lnTo>
                  <a:pt x="751174" y="145478"/>
                </a:lnTo>
                <a:lnTo>
                  <a:pt x="751174" y="140654"/>
                </a:lnTo>
                <a:lnTo>
                  <a:pt x="764575" y="137974"/>
                </a:lnTo>
                <a:lnTo>
                  <a:pt x="764575" y="73567"/>
                </a:lnTo>
                <a:cubicBezTo>
                  <a:pt x="764575" y="67628"/>
                  <a:pt x="763128" y="62959"/>
                  <a:pt x="760233" y="59560"/>
                </a:cubicBezTo>
                <a:cubicBezTo>
                  <a:pt x="757339" y="56160"/>
                  <a:pt x="752854" y="54461"/>
                  <a:pt x="746779" y="54461"/>
                </a:cubicBezTo>
                <a:cubicBezTo>
                  <a:pt x="740347" y="54461"/>
                  <a:pt x="732449" y="55497"/>
                  <a:pt x="723086" y="57570"/>
                </a:cubicBezTo>
                <a:lnTo>
                  <a:pt x="723086" y="137974"/>
                </a:lnTo>
                <a:lnTo>
                  <a:pt x="736702" y="140654"/>
                </a:lnTo>
                <a:lnTo>
                  <a:pt x="736702" y="145478"/>
                </a:lnTo>
                <a:lnTo>
                  <a:pt x="693176" y="145478"/>
                </a:lnTo>
                <a:lnTo>
                  <a:pt x="693176" y="140654"/>
                </a:lnTo>
                <a:lnTo>
                  <a:pt x="705290" y="137974"/>
                </a:lnTo>
                <a:lnTo>
                  <a:pt x="705290" y="52209"/>
                </a:lnTo>
                <a:lnTo>
                  <a:pt x="693176" y="49529"/>
                </a:lnTo>
                <a:lnTo>
                  <a:pt x="693176" y="44705"/>
                </a:lnTo>
                <a:lnTo>
                  <a:pt x="721907" y="44705"/>
                </a:lnTo>
                <a:lnTo>
                  <a:pt x="722872" y="52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Strategy">
            <a:extLst xmlns:a="http://schemas.openxmlformats.org/drawingml/2006/main">
              <a:ext uri="{FF2B5EF4-FFF2-40B4-BE49-F238E27FC236}">
                <a16:creationId xmlns:a16="http://schemas.microsoft.com/office/drawing/2014/main" id="{48DE75E5-B5FA-4BA2-BFFA-347B47A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296" y="2014404"/>
            <a:ext cx="715364" cy="192756"/>
          </a:xfrm>
          <a:custGeom xmlns:a="http://schemas.openxmlformats.org/drawingml/2006/main">
            <a:pathLst>
              <a:path w="715364" h="192756">
                <a:moveTo>
                  <a:pt x="214" y="106670"/>
                </a:moveTo>
                <a:lnTo>
                  <a:pt x="7183" y="106670"/>
                </a:lnTo>
                <a:lnTo>
                  <a:pt x="10935" y="126074"/>
                </a:lnTo>
                <a:cubicBezTo>
                  <a:pt x="13579" y="129433"/>
                  <a:pt x="18136" y="132399"/>
                  <a:pt x="24604" y="134972"/>
                </a:cubicBezTo>
                <a:cubicBezTo>
                  <a:pt x="31072" y="137545"/>
                  <a:pt x="37451" y="138832"/>
                  <a:pt x="43740" y="138832"/>
                </a:cubicBezTo>
                <a:cubicBezTo>
                  <a:pt x="53746" y="138832"/>
                  <a:pt x="61554" y="136277"/>
                  <a:pt x="67165" y="131166"/>
                </a:cubicBezTo>
                <a:cubicBezTo>
                  <a:pt x="72775" y="126056"/>
                  <a:pt x="75580" y="118999"/>
                  <a:pt x="75580" y="109993"/>
                </a:cubicBezTo>
                <a:cubicBezTo>
                  <a:pt x="75580" y="104847"/>
                  <a:pt x="74490" y="100595"/>
                  <a:pt x="72310" y="97236"/>
                </a:cubicBezTo>
                <a:cubicBezTo>
                  <a:pt x="70131" y="93877"/>
                  <a:pt x="67272" y="91036"/>
                  <a:pt x="63734" y="88713"/>
                </a:cubicBezTo>
                <a:cubicBezTo>
                  <a:pt x="60196" y="86390"/>
                  <a:pt x="56176" y="84425"/>
                  <a:pt x="51673" y="82817"/>
                </a:cubicBezTo>
                <a:cubicBezTo>
                  <a:pt x="47171" y="81208"/>
                  <a:pt x="42543" y="79583"/>
                  <a:pt x="37790" y="77939"/>
                </a:cubicBezTo>
                <a:cubicBezTo>
                  <a:pt x="33037" y="76295"/>
                  <a:pt x="28410" y="74472"/>
                  <a:pt x="23907" y="72471"/>
                </a:cubicBezTo>
                <a:cubicBezTo>
                  <a:pt x="19404" y="70470"/>
                  <a:pt x="15384" y="67933"/>
                  <a:pt x="11846" y="64860"/>
                </a:cubicBezTo>
                <a:cubicBezTo>
                  <a:pt x="8308" y="61786"/>
                  <a:pt x="5450" y="57981"/>
                  <a:pt x="3270" y="53442"/>
                </a:cubicBezTo>
                <a:cubicBezTo>
                  <a:pt x="1090" y="48904"/>
                  <a:pt x="0" y="43311"/>
                  <a:pt x="0" y="36664"/>
                </a:cubicBezTo>
                <a:cubicBezTo>
                  <a:pt x="0" y="25229"/>
                  <a:pt x="4288" y="16260"/>
                  <a:pt x="12865" y="9756"/>
                </a:cubicBezTo>
                <a:cubicBezTo>
                  <a:pt x="21441" y="3252"/>
                  <a:pt x="33341" y="0"/>
                  <a:pt x="48564" y="0"/>
                </a:cubicBezTo>
                <a:cubicBezTo>
                  <a:pt x="60143" y="0"/>
                  <a:pt x="72721" y="1537"/>
                  <a:pt x="86301" y="4610"/>
                </a:cubicBezTo>
                <a:lnTo>
                  <a:pt x="86301" y="34520"/>
                </a:lnTo>
                <a:lnTo>
                  <a:pt x="79332" y="34520"/>
                </a:lnTo>
                <a:lnTo>
                  <a:pt x="75580" y="16939"/>
                </a:lnTo>
                <a:cubicBezTo>
                  <a:pt x="68290" y="11650"/>
                  <a:pt x="59285" y="9005"/>
                  <a:pt x="48564" y="9005"/>
                </a:cubicBezTo>
                <a:cubicBezTo>
                  <a:pt x="38987" y="9005"/>
                  <a:pt x="31501" y="10953"/>
                  <a:pt x="26105" y="14848"/>
                </a:cubicBezTo>
                <a:cubicBezTo>
                  <a:pt x="20709" y="18743"/>
                  <a:pt x="18011" y="24121"/>
                  <a:pt x="18011" y="30983"/>
                </a:cubicBezTo>
                <a:cubicBezTo>
                  <a:pt x="18011" y="35628"/>
                  <a:pt x="19101" y="39488"/>
                  <a:pt x="21280" y="42561"/>
                </a:cubicBezTo>
                <a:cubicBezTo>
                  <a:pt x="23460" y="45634"/>
                  <a:pt x="26319" y="48261"/>
                  <a:pt x="29857" y="50440"/>
                </a:cubicBezTo>
                <a:cubicBezTo>
                  <a:pt x="33395" y="52620"/>
                  <a:pt x="37433" y="54496"/>
                  <a:pt x="41971" y="56069"/>
                </a:cubicBezTo>
                <a:cubicBezTo>
                  <a:pt x="46509" y="57641"/>
                  <a:pt x="51155" y="59267"/>
                  <a:pt x="55908" y="60947"/>
                </a:cubicBezTo>
                <a:cubicBezTo>
                  <a:pt x="60661" y="62626"/>
                  <a:pt x="65306" y="64520"/>
                  <a:pt x="69845" y="66628"/>
                </a:cubicBezTo>
                <a:cubicBezTo>
                  <a:pt x="74383" y="68737"/>
                  <a:pt x="78421" y="71417"/>
                  <a:pt x="81959" y="74669"/>
                </a:cubicBezTo>
                <a:cubicBezTo>
                  <a:pt x="85497" y="77921"/>
                  <a:pt x="88356" y="81887"/>
                  <a:pt x="90535" y="86569"/>
                </a:cubicBezTo>
                <a:cubicBezTo>
                  <a:pt x="92715" y="91250"/>
                  <a:pt x="93805" y="97021"/>
                  <a:pt x="93805" y="103883"/>
                </a:cubicBezTo>
                <a:cubicBezTo>
                  <a:pt x="93805" y="117748"/>
                  <a:pt x="89553" y="128486"/>
                  <a:pt x="81048" y="136098"/>
                </a:cubicBezTo>
                <a:cubicBezTo>
                  <a:pt x="72543" y="143710"/>
                  <a:pt x="60285" y="147515"/>
                  <a:pt x="44276" y="147515"/>
                </a:cubicBezTo>
                <a:cubicBezTo>
                  <a:pt x="36557" y="147515"/>
                  <a:pt x="28803" y="146836"/>
                  <a:pt x="21012" y="145478"/>
                </a:cubicBezTo>
                <a:cubicBezTo>
                  <a:pt x="13222" y="144120"/>
                  <a:pt x="6289" y="142262"/>
                  <a:pt x="214" y="139904"/>
                </a:cubicBezTo>
                <a:lnTo>
                  <a:pt x="214" y="106670"/>
                </a:lnTo>
                <a:close/>
                <a:moveTo>
                  <a:pt x="143194" y="147515"/>
                </a:moveTo>
                <a:cubicBezTo>
                  <a:pt x="136333" y="147515"/>
                  <a:pt x="131205" y="145478"/>
                  <a:pt x="127810" y="141405"/>
                </a:cubicBezTo>
                <a:cubicBezTo>
                  <a:pt x="124415" y="137331"/>
                  <a:pt x="122718" y="131613"/>
                  <a:pt x="122718" y="124252"/>
                </a:cubicBezTo>
                <a:lnTo>
                  <a:pt x="122718" y="53603"/>
                </a:lnTo>
                <a:lnTo>
                  <a:pt x="109531" y="53603"/>
                </a:lnTo>
                <a:lnTo>
                  <a:pt x="109531" y="48779"/>
                </a:lnTo>
                <a:lnTo>
                  <a:pt x="122932" y="44598"/>
                </a:lnTo>
                <a:lnTo>
                  <a:pt x="133760" y="21763"/>
                </a:lnTo>
                <a:lnTo>
                  <a:pt x="140514" y="21763"/>
                </a:lnTo>
                <a:lnTo>
                  <a:pt x="140514" y="44598"/>
                </a:lnTo>
                <a:lnTo>
                  <a:pt x="163563" y="44598"/>
                </a:lnTo>
                <a:lnTo>
                  <a:pt x="163563" y="53603"/>
                </a:lnTo>
                <a:lnTo>
                  <a:pt x="140514" y="53603"/>
                </a:lnTo>
                <a:lnTo>
                  <a:pt x="140514" y="122322"/>
                </a:lnTo>
                <a:cubicBezTo>
                  <a:pt x="140514" y="126968"/>
                  <a:pt x="141568" y="130470"/>
                  <a:pt x="143676" y="132828"/>
                </a:cubicBezTo>
                <a:cubicBezTo>
                  <a:pt x="145785" y="135187"/>
                  <a:pt x="148554" y="136366"/>
                  <a:pt x="151985" y="136366"/>
                </a:cubicBezTo>
                <a:cubicBezTo>
                  <a:pt x="156130" y="136366"/>
                  <a:pt x="161169" y="135794"/>
                  <a:pt x="167101" y="134651"/>
                </a:cubicBezTo>
                <a:lnTo>
                  <a:pt x="167101" y="141619"/>
                </a:lnTo>
                <a:cubicBezTo>
                  <a:pt x="164599" y="143334"/>
                  <a:pt x="160990" y="144746"/>
                  <a:pt x="156273" y="145854"/>
                </a:cubicBezTo>
                <a:cubicBezTo>
                  <a:pt x="151556" y="146961"/>
                  <a:pt x="147196" y="147515"/>
                  <a:pt x="143194" y="147515"/>
                </a:cubicBezTo>
                <a:close/>
                <a:moveTo>
                  <a:pt x="239390" y="41810"/>
                </a:moveTo>
                <a:lnTo>
                  <a:pt x="239390" y="69041"/>
                </a:lnTo>
                <a:lnTo>
                  <a:pt x="234780" y="69041"/>
                </a:lnTo>
                <a:lnTo>
                  <a:pt x="228562" y="57248"/>
                </a:lnTo>
                <a:cubicBezTo>
                  <a:pt x="224988" y="57248"/>
                  <a:pt x="220754" y="57730"/>
                  <a:pt x="215858" y="58695"/>
                </a:cubicBezTo>
                <a:cubicBezTo>
                  <a:pt x="210962" y="59660"/>
                  <a:pt x="206727" y="60929"/>
                  <a:pt x="203154" y="62501"/>
                </a:cubicBezTo>
                <a:lnTo>
                  <a:pt x="203154" y="137867"/>
                </a:lnTo>
                <a:lnTo>
                  <a:pt x="220414" y="140547"/>
                </a:lnTo>
                <a:lnTo>
                  <a:pt x="220414" y="145371"/>
                </a:lnTo>
                <a:lnTo>
                  <a:pt x="172600" y="145371"/>
                </a:lnTo>
                <a:lnTo>
                  <a:pt x="172600" y="140547"/>
                </a:lnTo>
                <a:lnTo>
                  <a:pt x="185358" y="137867"/>
                </a:lnTo>
                <a:lnTo>
                  <a:pt x="185358" y="52102"/>
                </a:lnTo>
                <a:lnTo>
                  <a:pt x="172600" y="49422"/>
                </a:lnTo>
                <a:lnTo>
                  <a:pt x="172600" y="44598"/>
                </a:lnTo>
                <a:lnTo>
                  <a:pt x="201975" y="44598"/>
                </a:lnTo>
                <a:lnTo>
                  <a:pt x="202940" y="57034"/>
                </a:lnTo>
                <a:cubicBezTo>
                  <a:pt x="207228" y="53460"/>
                  <a:pt x="213035" y="50029"/>
                  <a:pt x="220360" y="46742"/>
                </a:cubicBezTo>
                <a:cubicBezTo>
                  <a:pt x="227686" y="43454"/>
                  <a:pt x="233493" y="41810"/>
                  <a:pt x="237781" y="41810"/>
                </a:cubicBezTo>
                <a:lnTo>
                  <a:pt x="239390" y="41810"/>
                </a:lnTo>
                <a:close/>
                <a:moveTo>
                  <a:pt x="291168" y="42239"/>
                </a:moveTo>
                <a:cubicBezTo>
                  <a:pt x="302175" y="42239"/>
                  <a:pt x="310269" y="44494"/>
                  <a:pt x="315450" y="49003"/>
                </a:cubicBezTo>
                <a:cubicBezTo>
                  <a:pt x="320632" y="53510"/>
                  <a:pt x="323223" y="60414"/>
                  <a:pt x="323223" y="69714"/>
                </a:cubicBezTo>
                <a:lnTo>
                  <a:pt x="323223" y="137867"/>
                </a:lnTo>
                <a:lnTo>
                  <a:pt x="335766" y="140547"/>
                </a:lnTo>
                <a:lnTo>
                  <a:pt x="335766" y="145371"/>
                </a:lnTo>
                <a:lnTo>
                  <a:pt x="308107" y="145371"/>
                </a:lnTo>
                <a:lnTo>
                  <a:pt x="306070" y="135294"/>
                </a:lnTo>
                <a:cubicBezTo>
                  <a:pt x="297922" y="143442"/>
                  <a:pt x="287523" y="147515"/>
                  <a:pt x="274873" y="147515"/>
                </a:cubicBezTo>
                <a:cubicBezTo>
                  <a:pt x="257648" y="147515"/>
                  <a:pt x="249036" y="137492"/>
                  <a:pt x="249036" y="117444"/>
                </a:cubicBezTo>
                <a:cubicBezTo>
                  <a:pt x="249036" y="110715"/>
                  <a:pt x="250341" y="105149"/>
                  <a:pt x="252949" y="100747"/>
                </a:cubicBezTo>
                <a:cubicBezTo>
                  <a:pt x="255558" y="96342"/>
                  <a:pt x="259721" y="92977"/>
                  <a:pt x="265439" y="90649"/>
                </a:cubicBezTo>
                <a:cubicBezTo>
                  <a:pt x="271156" y="88322"/>
                  <a:pt x="279447" y="87051"/>
                  <a:pt x="290310" y="86837"/>
                </a:cubicBezTo>
                <a:lnTo>
                  <a:pt x="305427" y="86408"/>
                </a:lnTo>
                <a:lnTo>
                  <a:pt x="305427" y="70649"/>
                </a:lnTo>
                <a:cubicBezTo>
                  <a:pt x="305427" y="63716"/>
                  <a:pt x="304158" y="58606"/>
                  <a:pt x="301621" y="55318"/>
                </a:cubicBezTo>
                <a:cubicBezTo>
                  <a:pt x="299083" y="52031"/>
                  <a:pt x="295170" y="50387"/>
                  <a:pt x="289882" y="50387"/>
                </a:cubicBezTo>
                <a:cubicBezTo>
                  <a:pt x="282735" y="50387"/>
                  <a:pt x="276195" y="52066"/>
                  <a:pt x="270263" y="55425"/>
                </a:cubicBezTo>
                <a:lnTo>
                  <a:pt x="266618" y="67969"/>
                </a:lnTo>
                <a:lnTo>
                  <a:pt x="260614" y="67969"/>
                </a:lnTo>
                <a:lnTo>
                  <a:pt x="260614" y="45991"/>
                </a:lnTo>
                <a:cubicBezTo>
                  <a:pt x="272193" y="43490"/>
                  <a:pt x="282377" y="42239"/>
                  <a:pt x="291168" y="42239"/>
                </a:cubicBezTo>
                <a:moveTo>
                  <a:pt x="305427" y="93912"/>
                </a:moveTo>
                <a:lnTo>
                  <a:pt x="291383" y="94341"/>
                </a:lnTo>
                <a:cubicBezTo>
                  <a:pt x="281805" y="94701"/>
                  <a:pt x="275320" y="96565"/>
                  <a:pt x="271925" y="99933"/>
                </a:cubicBezTo>
                <a:cubicBezTo>
                  <a:pt x="268530" y="103298"/>
                  <a:pt x="266832" y="108923"/>
                  <a:pt x="266832" y="116808"/>
                </a:cubicBezTo>
                <a:cubicBezTo>
                  <a:pt x="266832" y="129418"/>
                  <a:pt x="271943" y="135723"/>
                  <a:pt x="282163" y="135723"/>
                </a:cubicBezTo>
                <a:cubicBezTo>
                  <a:pt x="287023" y="135723"/>
                  <a:pt x="291222" y="135169"/>
                  <a:pt x="294760" y="134061"/>
                </a:cubicBezTo>
                <a:cubicBezTo>
                  <a:pt x="298297" y="132953"/>
                  <a:pt x="301853" y="131542"/>
                  <a:pt x="305427" y="129826"/>
                </a:cubicBezTo>
                <a:lnTo>
                  <a:pt x="305427" y="93912"/>
                </a:lnTo>
                <a:close/>
                <a:moveTo>
                  <a:pt x="374389" y="147515"/>
                </a:moveTo>
                <a:cubicBezTo>
                  <a:pt x="367527" y="147515"/>
                  <a:pt x="362399" y="145478"/>
                  <a:pt x="359005" y="141405"/>
                </a:cubicBezTo>
                <a:cubicBezTo>
                  <a:pt x="355610" y="137331"/>
                  <a:pt x="353912" y="131613"/>
                  <a:pt x="353912" y="124252"/>
                </a:cubicBezTo>
                <a:lnTo>
                  <a:pt x="353912" y="53603"/>
                </a:lnTo>
                <a:lnTo>
                  <a:pt x="340726" y="53603"/>
                </a:lnTo>
                <a:lnTo>
                  <a:pt x="340726" y="48779"/>
                </a:lnTo>
                <a:lnTo>
                  <a:pt x="354127" y="44598"/>
                </a:lnTo>
                <a:lnTo>
                  <a:pt x="364954" y="21763"/>
                </a:lnTo>
                <a:lnTo>
                  <a:pt x="371708" y="21763"/>
                </a:lnTo>
                <a:lnTo>
                  <a:pt x="371708" y="44598"/>
                </a:lnTo>
                <a:lnTo>
                  <a:pt x="394758" y="44598"/>
                </a:lnTo>
                <a:lnTo>
                  <a:pt x="394758" y="53603"/>
                </a:lnTo>
                <a:lnTo>
                  <a:pt x="371708" y="53603"/>
                </a:lnTo>
                <a:lnTo>
                  <a:pt x="371708" y="122322"/>
                </a:lnTo>
                <a:cubicBezTo>
                  <a:pt x="371708" y="126968"/>
                  <a:pt x="372763" y="130470"/>
                  <a:pt x="374871" y="132828"/>
                </a:cubicBezTo>
                <a:cubicBezTo>
                  <a:pt x="376979" y="135187"/>
                  <a:pt x="379749" y="136366"/>
                  <a:pt x="383179" y="136366"/>
                </a:cubicBezTo>
                <a:cubicBezTo>
                  <a:pt x="387325" y="136366"/>
                  <a:pt x="392363" y="135794"/>
                  <a:pt x="398296" y="134651"/>
                </a:cubicBezTo>
                <a:lnTo>
                  <a:pt x="398296" y="141619"/>
                </a:lnTo>
                <a:cubicBezTo>
                  <a:pt x="395794" y="143334"/>
                  <a:pt x="392185" y="144746"/>
                  <a:pt x="387468" y="145854"/>
                </a:cubicBezTo>
                <a:cubicBezTo>
                  <a:pt x="382751" y="146961"/>
                  <a:pt x="378391" y="147515"/>
                  <a:pt x="374389" y="147515"/>
                </a:cubicBezTo>
                <a:close/>
                <a:moveTo>
                  <a:pt x="427273" y="94556"/>
                </a:moveTo>
                <a:lnTo>
                  <a:pt x="427273" y="96489"/>
                </a:lnTo>
                <a:cubicBezTo>
                  <a:pt x="427273" y="106378"/>
                  <a:pt x="428363" y="114064"/>
                  <a:pt x="430543" y="119545"/>
                </a:cubicBezTo>
                <a:cubicBezTo>
                  <a:pt x="432723" y="125026"/>
                  <a:pt x="436082" y="129200"/>
                  <a:pt x="440620" y="132068"/>
                </a:cubicBezTo>
                <a:cubicBezTo>
                  <a:pt x="445159" y="134933"/>
                  <a:pt x="451109" y="136366"/>
                  <a:pt x="458470" y="136366"/>
                </a:cubicBezTo>
                <a:cubicBezTo>
                  <a:pt x="462330" y="136366"/>
                  <a:pt x="466904" y="136044"/>
                  <a:pt x="472193" y="135401"/>
                </a:cubicBezTo>
                <a:cubicBezTo>
                  <a:pt x="477481" y="134758"/>
                  <a:pt x="481841" y="134043"/>
                  <a:pt x="485272" y="133257"/>
                </a:cubicBezTo>
                <a:lnTo>
                  <a:pt x="485272" y="139260"/>
                </a:lnTo>
                <a:cubicBezTo>
                  <a:pt x="481841" y="141476"/>
                  <a:pt x="477178" y="143406"/>
                  <a:pt x="471281" y="145050"/>
                </a:cubicBezTo>
                <a:cubicBezTo>
                  <a:pt x="465385" y="146693"/>
                  <a:pt x="459364" y="147515"/>
                  <a:pt x="453217" y="147515"/>
                </a:cubicBezTo>
                <a:cubicBezTo>
                  <a:pt x="437565" y="147515"/>
                  <a:pt x="426112" y="143294"/>
                  <a:pt x="418858" y="134852"/>
                </a:cubicBezTo>
                <a:cubicBezTo>
                  <a:pt x="411603" y="126409"/>
                  <a:pt x="407976" y="112852"/>
                  <a:pt x="407976" y="94180"/>
                </a:cubicBezTo>
                <a:cubicBezTo>
                  <a:pt x="407976" y="76581"/>
                  <a:pt x="411657" y="63453"/>
                  <a:pt x="419018" y="54796"/>
                </a:cubicBezTo>
                <a:cubicBezTo>
                  <a:pt x="426380" y="46139"/>
                  <a:pt x="436886" y="41810"/>
                  <a:pt x="450537" y="41810"/>
                </a:cubicBezTo>
                <a:cubicBezTo>
                  <a:pt x="476338" y="41810"/>
                  <a:pt x="489238" y="56462"/>
                  <a:pt x="489238" y="85765"/>
                </a:cubicBezTo>
                <a:lnTo>
                  <a:pt x="489238" y="94556"/>
                </a:lnTo>
                <a:lnTo>
                  <a:pt x="427273" y="94556"/>
                </a:lnTo>
                <a:moveTo>
                  <a:pt x="450537" y="50387"/>
                </a:moveTo>
                <a:cubicBezTo>
                  <a:pt x="443104" y="50387"/>
                  <a:pt x="437404" y="53389"/>
                  <a:pt x="433438" y="59392"/>
                </a:cubicBezTo>
                <a:cubicBezTo>
                  <a:pt x="429471" y="65396"/>
                  <a:pt x="427488" y="74258"/>
                  <a:pt x="427488" y="85979"/>
                </a:cubicBezTo>
                <a:lnTo>
                  <a:pt x="470584" y="85979"/>
                </a:lnTo>
                <a:cubicBezTo>
                  <a:pt x="470584" y="73186"/>
                  <a:pt x="468941" y="64056"/>
                  <a:pt x="465653" y="58588"/>
                </a:cubicBezTo>
                <a:cubicBezTo>
                  <a:pt x="462365" y="53121"/>
                  <a:pt x="457327" y="50387"/>
                  <a:pt x="450537" y="50387"/>
                </a:cubicBezTo>
                <a:close/>
                <a:moveTo>
                  <a:pt x="589933" y="76331"/>
                </a:moveTo>
                <a:cubicBezTo>
                  <a:pt x="589933" y="87909"/>
                  <a:pt x="586466" y="96664"/>
                  <a:pt x="579534" y="102596"/>
                </a:cubicBezTo>
                <a:cubicBezTo>
                  <a:pt x="572601" y="108528"/>
                  <a:pt x="562631" y="111494"/>
                  <a:pt x="549623" y="111494"/>
                </a:cubicBezTo>
                <a:cubicBezTo>
                  <a:pt x="543763" y="111494"/>
                  <a:pt x="538331" y="110958"/>
                  <a:pt x="533328" y="109886"/>
                </a:cubicBezTo>
                <a:lnTo>
                  <a:pt x="526574" y="124010"/>
                </a:lnTo>
                <a:cubicBezTo>
                  <a:pt x="526788" y="125232"/>
                  <a:pt x="528182" y="126382"/>
                  <a:pt x="530755" y="127461"/>
                </a:cubicBezTo>
                <a:cubicBezTo>
                  <a:pt x="533328" y="128538"/>
                  <a:pt x="536544" y="129076"/>
                  <a:pt x="540404" y="129076"/>
                </a:cubicBezTo>
                <a:lnTo>
                  <a:pt x="570207" y="129076"/>
                </a:lnTo>
                <a:cubicBezTo>
                  <a:pt x="581070" y="129076"/>
                  <a:pt x="589129" y="131434"/>
                  <a:pt x="594382" y="136152"/>
                </a:cubicBezTo>
                <a:cubicBezTo>
                  <a:pt x="599635" y="140869"/>
                  <a:pt x="602261" y="147372"/>
                  <a:pt x="602261" y="155663"/>
                </a:cubicBezTo>
                <a:cubicBezTo>
                  <a:pt x="602261" y="163167"/>
                  <a:pt x="600171" y="169707"/>
                  <a:pt x="595990" y="175282"/>
                </a:cubicBezTo>
                <a:cubicBezTo>
                  <a:pt x="591809" y="180856"/>
                  <a:pt x="585680" y="185162"/>
                  <a:pt x="577604" y="188200"/>
                </a:cubicBezTo>
                <a:cubicBezTo>
                  <a:pt x="569528" y="191238"/>
                  <a:pt x="559736" y="192756"/>
                  <a:pt x="548230" y="192756"/>
                </a:cubicBezTo>
                <a:cubicBezTo>
                  <a:pt x="534507" y="192756"/>
                  <a:pt x="524055" y="190648"/>
                  <a:pt x="516872" y="186431"/>
                </a:cubicBezTo>
                <a:cubicBezTo>
                  <a:pt x="509689" y="182214"/>
                  <a:pt x="506098" y="176211"/>
                  <a:pt x="506098" y="168421"/>
                </a:cubicBezTo>
                <a:cubicBezTo>
                  <a:pt x="506098" y="164633"/>
                  <a:pt x="507384" y="160898"/>
                  <a:pt x="509957" y="157217"/>
                </a:cubicBezTo>
                <a:cubicBezTo>
                  <a:pt x="512530" y="153537"/>
                  <a:pt x="517247" y="149231"/>
                  <a:pt x="524108" y="144299"/>
                </a:cubicBezTo>
                <a:cubicBezTo>
                  <a:pt x="520034" y="142937"/>
                  <a:pt x="516604" y="140607"/>
                  <a:pt x="513817" y="137311"/>
                </a:cubicBezTo>
                <a:cubicBezTo>
                  <a:pt x="511029" y="134014"/>
                  <a:pt x="509635" y="130466"/>
                  <a:pt x="509635" y="126667"/>
                </a:cubicBezTo>
                <a:lnTo>
                  <a:pt x="526574" y="107528"/>
                </a:lnTo>
                <a:cubicBezTo>
                  <a:pt x="515282" y="102239"/>
                  <a:pt x="509635" y="91840"/>
                  <a:pt x="509635" y="76331"/>
                </a:cubicBezTo>
                <a:cubicBezTo>
                  <a:pt x="509635" y="65324"/>
                  <a:pt x="513120" y="56819"/>
                  <a:pt x="520088" y="50816"/>
                </a:cubicBezTo>
                <a:cubicBezTo>
                  <a:pt x="527056" y="44812"/>
                  <a:pt x="537187" y="41810"/>
                  <a:pt x="550481" y="41810"/>
                </a:cubicBezTo>
                <a:cubicBezTo>
                  <a:pt x="553125" y="41810"/>
                  <a:pt x="556520" y="42078"/>
                  <a:pt x="560665" y="42614"/>
                </a:cubicBezTo>
                <a:cubicBezTo>
                  <a:pt x="564811" y="43150"/>
                  <a:pt x="567991" y="43776"/>
                  <a:pt x="570207" y="44490"/>
                </a:cubicBezTo>
                <a:lnTo>
                  <a:pt x="593899" y="32591"/>
                </a:lnTo>
                <a:lnTo>
                  <a:pt x="597652" y="37200"/>
                </a:lnTo>
                <a:lnTo>
                  <a:pt x="582750" y="52638"/>
                </a:lnTo>
                <a:cubicBezTo>
                  <a:pt x="587538" y="57998"/>
                  <a:pt x="589933" y="65896"/>
                  <a:pt x="589933" y="76331"/>
                </a:cubicBezTo>
                <a:moveTo>
                  <a:pt x="585537" y="158986"/>
                </a:moveTo>
                <a:cubicBezTo>
                  <a:pt x="585537" y="154913"/>
                  <a:pt x="584287" y="151732"/>
                  <a:pt x="581785" y="149445"/>
                </a:cubicBezTo>
                <a:cubicBezTo>
                  <a:pt x="579284" y="147158"/>
                  <a:pt x="575496" y="146014"/>
                  <a:pt x="570421" y="146014"/>
                </a:cubicBezTo>
                <a:lnTo>
                  <a:pt x="531398" y="146014"/>
                </a:lnTo>
                <a:cubicBezTo>
                  <a:pt x="528397" y="148587"/>
                  <a:pt x="525949" y="151857"/>
                  <a:pt x="524055" y="155824"/>
                </a:cubicBezTo>
                <a:cubicBezTo>
                  <a:pt x="522161" y="159790"/>
                  <a:pt x="521214" y="163489"/>
                  <a:pt x="521214" y="166920"/>
                </a:cubicBezTo>
                <a:cubicBezTo>
                  <a:pt x="521214" y="173066"/>
                  <a:pt x="523429" y="177479"/>
                  <a:pt x="527860" y="180160"/>
                </a:cubicBezTo>
                <a:cubicBezTo>
                  <a:pt x="532292" y="182840"/>
                  <a:pt x="539081" y="184180"/>
                  <a:pt x="548230" y="184180"/>
                </a:cubicBezTo>
                <a:cubicBezTo>
                  <a:pt x="560165" y="184180"/>
                  <a:pt x="569367" y="181964"/>
                  <a:pt x="575835" y="177533"/>
                </a:cubicBezTo>
                <a:cubicBezTo>
                  <a:pt x="582303" y="173102"/>
                  <a:pt x="585537" y="166920"/>
                  <a:pt x="585537" y="158986"/>
                </a:cubicBezTo>
                <a:moveTo>
                  <a:pt x="549838" y="103347"/>
                </a:moveTo>
                <a:cubicBezTo>
                  <a:pt x="557628" y="103347"/>
                  <a:pt x="563149" y="101113"/>
                  <a:pt x="566401" y="96646"/>
                </a:cubicBezTo>
                <a:cubicBezTo>
                  <a:pt x="569653" y="92179"/>
                  <a:pt x="571279" y="85407"/>
                  <a:pt x="571279" y="76331"/>
                </a:cubicBezTo>
                <a:cubicBezTo>
                  <a:pt x="571279" y="66825"/>
                  <a:pt x="569599" y="60053"/>
                  <a:pt x="566240" y="56015"/>
                </a:cubicBezTo>
                <a:cubicBezTo>
                  <a:pt x="562881" y="51977"/>
                  <a:pt x="557485" y="49958"/>
                  <a:pt x="550052" y="49958"/>
                </a:cubicBezTo>
                <a:cubicBezTo>
                  <a:pt x="542548" y="49958"/>
                  <a:pt x="537044" y="51995"/>
                  <a:pt x="533542" y="56069"/>
                </a:cubicBezTo>
                <a:cubicBezTo>
                  <a:pt x="530040" y="60143"/>
                  <a:pt x="528289" y="66896"/>
                  <a:pt x="528289" y="76331"/>
                </a:cubicBezTo>
                <a:cubicBezTo>
                  <a:pt x="528289" y="85765"/>
                  <a:pt x="530005" y="92626"/>
                  <a:pt x="533435" y="96914"/>
                </a:cubicBezTo>
                <a:cubicBezTo>
                  <a:pt x="536866" y="101202"/>
                  <a:pt x="542333" y="103347"/>
                  <a:pt x="549838" y="103347"/>
                </a:cubicBezTo>
                <a:close/>
                <a:moveTo>
                  <a:pt x="627777" y="192756"/>
                </a:moveTo>
                <a:cubicBezTo>
                  <a:pt x="622202" y="192756"/>
                  <a:pt x="616699" y="192113"/>
                  <a:pt x="611267" y="190827"/>
                </a:cubicBezTo>
                <a:lnTo>
                  <a:pt x="611267" y="169064"/>
                </a:lnTo>
                <a:lnTo>
                  <a:pt x="616306" y="169064"/>
                </a:lnTo>
                <a:lnTo>
                  <a:pt x="619843" y="179356"/>
                </a:lnTo>
                <a:cubicBezTo>
                  <a:pt x="622059" y="180999"/>
                  <a:pt x="625132" y="181821"/>
                  <a:pt x="629063" y="181821"/>
                </a:cubicBezTo>
                <a:cubicBezTo>
                  <a:pt x="632780" y="181821"/>
                  <a:pt x="636210" y="180749"/>
                  <a:pt x="639355" y="178605"/>
                </a:cubicBezTo>
                <a:cubicBezTo>
                  <a:pt x="642500" y="176461"/>
                  <a:pt x="645376" y="173281"/>
                  <a:pt x="647985" y="169064"/>
                </a:cubicBezTo>
                <a:cubicBezTo>
                  <a:pt x="650594" y="164847"/>
                  <a:pt x="653863" y="157307"/>
                  <a:pt x="657794" y="146443"/>
                </a:cubicBezTo>
                <a:lnTo>
                  <a:pt x="619415" y="52102"/>
                </a:lnTo>
                <a:lnTo>
                  <a:pt x="609123" y="49422"/>
                </a:lnTo>
                <a:lnTo>
                  <a:pt x="609123" y="44598"/>
                </a:lnTo>
                <a:lnTo>
                  <a:pt x="655865" y="44598"/>
                </a:lnTo>
                <a:lnTo>
                  <a:pt x="655865" y="49422"/>
                </a:lnTo>
                <a:lnTo>
                  <a:pt x="639998" y="52316"/>
                </a:lnTo>
                <a:lnTo>
                  <a:pt x="667228" y="122751"/>
                </a:lnTo>
                <a:lnTo>
                  <a:pt x="693601" y="52102"/>
                </a:lnTo>
                <a:lnTo>
                  <a:pt x="677842" y="49422"/>
                </a:lnTo>
                <a:lnTo>
                  <a:pt x="677842" y="44598"/>
                </a:lnTo>
                <a:lnTo>
                  <a:pt x="715364" y="44598"/>
                </a:lnTo>
                <a:lnTo>
                  <a:pt x="715364" y="49422"/>
                </a:lnTo>
                <a:lnTo>
                  <a:pt x="704858" y="51673"/>
                </a:lnTo>
                <a:lnTo>
                  <a:pt x="665513" y="151696"/>
                </a:lnTo>
                <a:cubicBezTo>
                  <a:pt x="660868" y="163489"/>
                  <a:pt x="656829" y="171958"/>
                  <a:pt x="653399" y="177104"/>
                </a:cubicBezTo>
                <a:cubicBezTo>
                  <a:pt x="649968" y="182250"/>
                  <a:pt x="646180" y="186145"/>
                  <a:pt x="642035" y="188790"/>
                </a:cubicBezTo>
                <a:cubicBezTo>
                  <a:pt x="637890" y="191434"/>
                  <a:pt x="633137" y="192756"/>
                  <a:pt x="627777" y="192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87C94-F123-409D-9D97-C98AAED3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79" y="1122529"/>
            <a:ext cx="1649014" cy="547476"/>
          </a:xfrm>
          <a:custGeom xmlns:a="http://schemas.openxmlformats.org/drawingml/2006/main">
            <a:pathLst>
              <a:path w="1649014" h="547476">
                <a:moveTo>
                  <a:pt x="0" y="0"/>
                </a:moveTo>
                <a:lnTo>
                  <a:pt x="1649014" y="0"/>
                </a:lnTo>
                <a:lnTo>
                  <a:pt x="1649014" y="547476"/>
                </a:lnTo>
                <a:lnTo>
                  <a:pt x="0" y="5474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4D1C8-413E-4099-B5D9-6D4AC9AE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79" y="1122529"/>
            <a:ext cx="1649014" cy="547476"/>
          </a:xfrm>
          <a:custGeom xmlns:a="http://schemas.openxmlformats.org/drawingml/2006/main">
            <a:pathLst>
              <a:path w="1649014" h="547476" fill="none">
                <a:moveTo>
                  <a:pt x="0" y="0"/>
                </a:moveTo>
                <a:lnTo>
                  <a:pt x="1649014" y="0"/>
                </a:lnTo>
                <a:lnTo>
                  <a:pt x="1649014" y="547476"/>
                </a:lnTo>
                <a:lnTo>
                  <a:pt x="0" y="5474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20" name="Text Under-constrained">
            <a:extLst xmlns:a="http://schemas.openxmlformats.org/drawingml/2006/main">
              <a:ext uri="{FF2B5EF4-FFF2-40B4-BE49-F238E27FC236}">
                <a16:creationId xmlns:a16="http://schemas.microsoft.com/office/drawing/2014/main" id="{2E574425-59DA-4B74-8B60-D1540F3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607" y="1218655"/>
            <a:ext cx="1519641" cy="144929"/>
          </a:xfrm>
          <a:custGeom xmlns:a="http://schemas.openxmlformats.org/drawingml/2006/main">
            <a:pathLst>
              <a:path w="1519641" h="144929">
                <a:moveTo>
                  <a:pt x="112164" y="15980"/>
                </a:moveTo>
                <a:lnTo>
                  <a:pt x="94073" y="13367"/>
                </a:lnTo>
                <a:lnTo>
                  <a:pt x="94073" y="8040"/>
                </a:lnTo>
                <a:lnTo>
                  <a:pt x="140004" y="8040"/>
                </a:lnTo>
                <a:lnTo>
                  <a:pt x="140004" y="13367"/>
                </a:lnTo>
                <a:lnTo>
                  <a:pt x="122717" y="15980"/>
                </a:lnTo>
                <a:lnTo>
                  <a:pt x="122717" y="96548"/>
                </a:lnTo>
                <a:cubicBezTo>
                  <a:pt x="122717" y="112708"/>
                  <a:pt x="118278" y="124812"/>
                  <a:pt x="109400" y="132859"/>
                </a:cubicBezTo>
                <a:cubicBezTo>
                  <a:pt x="100522" y="140906"/>
                  <a:pt x="87641" y="144929"/>
                  <a:pt x="70756" y="144929"/>
                </a:cubicBezTo>
                <a:cubicBezTo>
                  <a:pt x="52866" y="144929"/>
                  <a:pt x="39482" y="140889"/>
                  <a:pt x="30604" y="132809"/>
                </a:cubicBezTo>
                <a:cubicBezTo>
                  <a:pt x="21726" y="124728"/>
                  <a:pt x="17287" y="113278"/>
                  <a:pt x="17287" y="98458"/>
                </a:cubicBezTo>
                <a:lnTo>
                  <a:pt x="17287" y="15980"/>
                </a:lnTo>
                <a:lnTo>
                  <a:pt x="0" y="13367"/>
                </a:lnTo>
                <a:lnTo>
                  <a:pt x="0" y="8040"/>
                </a:lnTo>
                <a:lnTo>
                  <a:pt x="53871" y="8040"/>
                </a:lnTo>
                <a:lnTo>
                  <a:pt x="53871" y="13367"/>
                </a:lnTo>
                <a:lnTo>
                  <a:pt x="36584" y="15980"/>
                </a:lnTo>
                <a:lnTo>
                  <a:pt x="36584" y="96956"/>
                </a:lnTo>
                <a:cubicBezTo>
                  <a:pt x="36584" y="121434"/>
                  <a:pt x="48477" y="133672"/>
                  <a:pt x="72263" y="133672"/>
                </a:cubicBezTo>
                <a:cubicBezTo>
                  <a:pt x="85128" y="133672"/>
                  <a:pt x="94994" y="130621"/>
                  <a:pt x="101862" y="124520"/>
                </a:cubicBezTo>
                <a:cubicBezTo>
                  <a:pt x="108730" y="118416"/>
                  <a:pt x="112164" y="109362"/>
                  <a:pt x="112164" y="97358"/>
                </a:cubicBezTo>
                <a:lnTo>
                  <a:pt x="112164" y="15980"/>
                </a:lnTo>
                <a:close/>
                <a:moveTo>
                  <a:pt x="176855" y="55982"/>
                </a:moveTo>
                <a:cubicBezTo>
                  <a:pt x="182014" y="53033"/>
                  <a:pt x="187509" y="50604"/>
                  <a:pt x="193338" y="48695"/>
                </a:cubicBezTo>
                <a:cubicBezTo>
                  <a:pt x="199167" y="46785"/>
                  <a:pt x="204025" y="45830"/>
                  <a:pt x="207911" y="45830"/>
                </a:cubicBezTo>
                <a:cubicBezTo>
                  <a:pt x="216086" y="45830"/>
                  <a:pt x="222250" y="48212"/>
                  <a:pt x="226404" y="52976"/>
                </a:cubicBezTo>
                <a:cubicBezTo>
                  <a:pt x="230559" y="57737"/>
                  <a:pt x="232636" y="64646"/>
                  <a:pt x="232636" y="73702"/>
                </a:cubicBezTo>
                <a:lnTo>
                  <a:pt x="232636" y="135883"/>
                </a:lnTo>
                <a:lnTo>
                  <a:pt x="244093" y="138396"/>
                </a:lnTo>
                <a:lnTo>
                  <a:pt x="244093" y="142919"/>
                </a:lnTo>
                <a:lnTo>
                  <a:pt x="203389" y="142919"/>
                </a:lnTo>
                <a:lnTo>
                  <a:pt x="203389" y="138396"/>
                </a:lnTo>
                <a:lnTo>
                  <a:pt x="215952" y="135883"/>
                </a:lnTo>
                <a:lnTo>
                  <a:pt x="215952" y="75502"/>
                </a:lnTo>
                <a:cubicBezTo>
                  <a:pt x="215952" y="69934"/>
                  <a:pt x="214595" y="65557"/>
                  <a:pt x="211881" y="62370"/>
                </a:cubicBezTo>
                <a:cubicBezTo>
                  <a:pt x="209168" y="59183"/>
                  <a:pt x="204963" y="57590"/>
                  <a:pt x="199268" y="57590"/>
                </a:cubicBezTo>
                <a:cubicBezTo>
                  <a:pt x="193238" y="57590"/>
                  <a:pt x="185834" y="58561"/>
                  <a:pt x="177056" y="60504"/>
                </a:cubicBezTo>
                <a:lnTo>
                  <a:pt x="177056" y="135883"/>
                </a:lnTo>
                <a:lnTo>
                  <a:pt x="189820" y="138396"/>
                </a:lnTo>
                <a:lnTo>
                  <a:pt x="189820" y="142919"/>
                </a:lnTo>
                <a:lnTo>
                  <a:pt x="149015" y="142919"/>
                </a:lnTo>
                <a:lnTo>
                  <a:pt x="149015" y="138396"/>
                </a:lnTo>
                <a:lnTo>
                  <a:pt x="160372" y="135883"/>
                </a:lnTo>
                <a:lnTo>
                  <a:pt x="160372" y="55479"/>
                </a:lnTo>
                <a:lnTo>
                  <a:pt x="149015" y="52966"/>
                </a:lnTo>
                <a:lnTo>
                  <a:pt x="149015" y="48444"/>
                </a:lnTo>
                <a:lnTo>
                  <a:pt x="175951" y="48444"/>
                </a:lnTo>
                <a:lnTo>
                  <a:pt x="176855" y="55982"/>
                </a:lnTo>
                <a:close/>
                <a:moveTo>
                  <a:pt x="319875" y="135883"/>
                </a:moveTo>
                <a:cubicBezTo>
                  <a:pt x="312303" y="141914"/>
                  <a:pt x="303459" y="144929"/>
                  <a:pt x="293341" y="144929"/>
                </a:cubicBezTo>
                <a:cubicBezTo>
                  <a:pt x="267545" y="144929"/>
                  <a:pt x="254647" y="128798"/>
                  <a:pt x="254647" y="96535"/>
                </a:cubicBezTo>
                <a:cubicBezTo>
                  <a:pt x="254647" y="79969"/>
                  <a:pt x="258298" y="67376"/>
                  <a:pt x="265602" y="58758"/>
                </a:cubicBezTo>
                <a:cubicBezTo>
                  <a:pt x="272905" y="50140"/>
                  <a:pt x="283659" y="45830"/>
                  <a:pt x="297864" y="45830"/>
                </a:cubicBezTo>
                <a:cubicBezTo>
                  <a:pt x="305100" y="45830"/>
                  <a:pt x="312437" y="46601"/>
                  <a:pt x="319875" y="48142"/>
                </a:cubicBezTo>
                <a:cubicBezTo>
                  <a:pt x="319473" y="45931"/>
                  <a:pt x="319272" y="40370"/>
                  <a:pt x="319272" y="31458"/>
                </a:cubicBezTo>
                <a:lnTo>
                  <a:pt x="319272" y="6935"/>
                </a:lnTo>
                <a:lnTo>
                  <a:pt x="303392" y="4523"/>
                </a:lnTo>
                <a:lnTo>
                  <a:pt x="303392" y="0"/>
                </a:lnTo>
                <a:lnTo>
                  <a:pt x="335955" y="0"/>
                </a:lnTo>
                <a:lnTo>
                  <a:pt x="335955" y="135883"/>
                </a:lnTo>
                <a:lnTo>
                  <a:pt x="347614" y="138396"/>
                </a:lnTo>
                <a:lnTo>
                  <a:pt x="347614" y="142919"/>
                </a:lnTo>
                <a:lnTo>
                  <a:pt x="321081" y="142919"/>
                </a:lnTo>
                <a:lnTo>
                  <a:pt x="319875" y="135883"/>
                </a:lnTo>
                <a:moveTo>
                  <a:pt x="272738" y="96539"/>
                </a:moveTo>
                <a:cubicBezTo>
                  <a:pt x="272738" y="109286"/>
                  <a:pt x="274882" y="118796"/>
                  <a:pt x="279170" y="125070"/>
                </a:cubicBezTo>
                <a:cubicBezTo>
                  <a:pt x="283458" y="131341"/>
                  <a:pt x="290024" y="134476"/>
                  <a:pt x="298869" y="134476"/>
                </a:cubicBezTo>
                <a:cubicBezTo>
                  <a:pt x="306440" y="134476"/>
                  <a:pt x="313241" y="133170"/>
                  <a:pt x="319272" y="130557"/>
                </a:cubicBezTo>
                <a:lnTo>
                  <a:pt x="319272" y="55784"/>
                </a:lnTo>
                <a:cubicBezTo>
                  <a:pt x="313308" y="54643"/>
                  <a:pt x="306507" y="54072"/>
                  <a:pt x="298869" y="54072"/>
                </a:cubicBezTo>
                <a:cubicBezTo>
                  <a:pt x="281448" y="54072"/>
                  <a:pt x="272738" y="68227"/>
                  <a:pt x="272738" y="96539"/>
                </a:cubicBezTo>
                <a:close/>
                <a:moveTo>
                  <a:pt x="376257" y="95279"/>
                </a:moveTo>
                <a:lnTo>
                  <a:pt x="376257" y="97091"/>
                </a:lnTo>
                <a:cubicBezTo>
                  <a:pt x="376257" y="106363"/>
                  <a:pt x="377279" y="113568"/>
                  <a:pt x="379323" y="118706"/>
                </a:cubicBezTo>
                <a:cubicBezTo>
                  <a:pt x="381366" y="123845"/>
                  <a:pt x="384516" y="127758"/>
                  <a:pt x="388770" y="130447"/>
                </a:cubicBezTo>
                <a:cubicBezTo>
                  <a:pt x="393025" y="133133"/>
                  <a:pt x="398603" y="134476"/>
                  <a:pt x="405504" y="134476"/>
                </a:cubicBezTo>
                <a:cubicBezTo>
                  <a:pt x="409123" y="134476"/>
                  <a:pt x="413411" y="134175"/>
                  <a:pt x="418369" y="133572"/>
                </a:cubicBezTo>
                <a:cubicBezTo>
                  <a:pt x="423327" y="132969"/>
                  <a:pt x="427415" y="132299"/>
                  <a:pt x="430631" y="131562"/>
                </a:cubicBezTo>
                <a:lnTo>
                  <a:pt x="430631" y="137190"/>
                </a:lnTo>
                <a:cubicBezTo>
                  <a:pt x="427415" y="139267"/>
                  <a:pt x="423043" y="141076"/>
                  <a:pt x="417515" y="142617"/>
                </a:cubicBezTo>
                <a:cubicBezTo>
                  <a:pt x="411987" y="144158"/>
                  <a:pt x="406342" y="144929"/>
                  <a:pt x="400580" y="144929"/>
                </a:cubicBezTo>
                <a:cubicBezTo>
                  <a:pt x="385906" y="144929"/>
                  <a:pt x="375169" y="140971"/>
                  <a:pt x="368368" y="133057"/>
                </a:cubicBezTo>
                <a:cubicBezTo>
                  <a:pt x="361567" y="125142"/>
                  <a:pt x="358166" y="112432"/>
                  <a:pt x="358166" y="94927"/>
                </a:cubicBezTo>
                <a:cubicBezTo>
                  <a:pt x="358166" y="78428"/>
                  <a:pt x="361617" y="66120"/>
                  <a:pt x="368518" y="58004"/>
                </a:cubicBezTo>
                <a:cubicBezTo>
                  <a:pt x="375420" y="49888"/>
                  <a:pt x="385269" y="45830"/>
                  <a:pt x="398067" y="45830"/>
                </a:cubicBezTo>
                <a:cubicBezTo>
                  <a:pt x="422255" y="45830"/>
                  <a:pt x="434350" y="59566"/>
                  <a:pt x="434350" y="87038"/>
                </a:cubicBezTo>
                <a:lnTo>
                  <a:pt x="434350" y="95279"/>
                </a:lnTo>
                <a:lnTo>
                  <a:pt x="376257" y="95279"/>
                </a:lnTo>
                <a:moveTo>
                  <a:pt x="398067" y="53871"/>
                </a:moveTo>
                <a:cubicBezTo>
                  <a:pt x="391099" y="53871"/>
                  <a:pt x="385755" y="56685"/>
                  <a:pt x="382036" y="62313"/>
                </a:cubicBezTo>
                <a:cubicBezTo>
                  <a:pt x="378318" y="67942"/>
                  <a:pt x="376458" y="76250"/>
                  <a:pt x="376458" y="87239"/>
                </a:cubicBezTo>
                <a:lnTo>
                  <a:pt x="416862" y="87239"/>
                </a:lnTo>
                <a:cubicBezTo>
                  <a:pt x="416862" y="75245"/>
                  <a:pt x="415321" y="66685"/>
                  <a:pt x="412238" y="61560"/>
                </a:cubicBezTo>
                <a:cubicBezTo>
                  <a:pt x="409156" y="56434"/>
                  <a:pt x="404432" y="53871"/>
                  <a:pt x="398067" y="53871"/>
                </a:cubicBezTo>
                <a:close/>
                <a:moveTo>
                  <a:pt x="508047" y="45830"/>
                </a:moveTo>
                <a:lnTo>
                  <a:pt x="508047" y="71359"/>
                </a:lnTo>
                <a:lnTo>
                  <a:pt x="503726" y="71359"/>
                </a:lnTo>
                <a:lnTo>
                  <a:pt x="497896" y="60303"/>
                </a:lnTo>
                <a:cubicBezTo>
                  <a:pt x="494546" y="60303"/>
                  <a:pt x="490576" y="60756"/>
                  <a:pt x="485986" y="61660"/>
                </a:cubicBezTo>
                <a:cubicBezTo>
                  <a:pt x="481397" y="62565"/>
                  <a:pt x="477427" y="63754"/>
                  <a:pt x="474076" y="65228"/>
                </a:cubicBezTo>
                <a:lnTo>
                  <a:pt x="474076" y="135883"/>
                </a:lnTo>
                <a:lnTo>
                  <a:pt x="490258" y="138396"/>
                </a:lnTo>
                <a:lnTo>
                  <a:pt x="490258" y="142919"/>
                </a:lnTo>
                <a:lnTo>
                  <a:pt x="445432" y="142919"/>
                </a:lnTo>
                <a:lnTo>
                  <a:pt x="445432" y="138396"/>
                </a:lnTo>
                <a:lnTo>
                  <a:pt x="457393" y="135883"/>
                </a:lnTo>
                <a:lnTo>
                  <a:pt x="457393" y="55479"/>
                </a:lnTo>
                <a:lnTo>
                  <a:pt x="445432" y="52966"/>
                </a:lnTo>
                <a:lnTo>
                  <a:pt x="445432" y="48444"/>
                </a:lnTo>
                <a:lnTo>
                  <a:pt x="472971" y="48444"/>
                </a:lnTo>
                <a:lnTo>
                  <a:pt x="473875" y="60102"/>
                </a:lnTo>
                <a:cubicBezTo>
                  <a:pt x="477896" y="56752"/>
                  <a:pt x="483340" y="53536"/>
                  <a:pt x="490208" y="50454"/>
                </a:cubicBezTo>
                <a:cubicBezTo>
                  <a:pt x="497075" y="47372"/>
                  <a:pt x="502519" y="45830"/>
                  <a:pt x="506540" y="45830"/>
                </a:cubicBezTo>
                <a:lnTo>
                  <a:pt x="508047" y="45830"/>
                </a:lnTo>
                <a:close/>
                <a:moveTo>
                  <a:pt x="513377" y="102013"/>
                </a:moveTo>
                <a:lnTo>
                  <a:pt x="513377" y="86636"/>
                </a:lnTo>
                <a:lnTo>
                  <a:pt x="566846" y="86636"/>
                </a:lnTo>
                <a:lnTo>
                  <a:pt x="566846" y="102013"/>
                </a:lnTo>
                <a:lnTo>
                  <a:pt x="513377" y="102013"/>
                </a:lnTo>
                <a:close/>
                <a:moveTo>
                  <a:pt x="659310" y="137190"/>
                </a:moveTo>
                <a:cubicBezTo>
                  <a:pt x="656026" y="139602"/>
                  <a:pt x="651504" y="141495"/>
                  <a:pt x="645741" y="142868"/>
                </a:cubicBezTo>
                <a:cubicBezTo>
                  <a:pt x="639979" y="144242"/>
                  <a:pt x="634083" y="144929"/>
                  <a:pt x="628052" y="144929"/>
                </a:cubicBezTo>
                <a:cubicBezTo>
                  <a:pt x="597432" y="144929"/>
                  <a:pt x="582121" y="128262"/>
                  <a:pt x="582121" y="94927"/>
                </a:cubicBezTo>
                <a:cubicBezTo>
                  <a:pt x="582121" y="79165"/>
                  <a:pt x="586024" y="67041"/>
                  <a:pt x="593830" y="58557"/>
                </a:cubicBezTo>
                <a:cubicBezTo>
                  <a:pt x="601636" y="50073"/>
                  <a:pt x="612809" y="45830"/>
                  <a:pt x="627349" y="45830"/>
                </a:cubicBezTo>
                <a:cubicBezTo>
                  <a:pt x="636394" y="45830"/>
                  <a:pt x="646277" y="46869"/>
                  <a:pt x="656998" y="48946"/>
                </a:cubicBezTo>
                <a:lnTo>
                  <a:pt x="656998" y="75279"/>
                </a:lnTo>
                <a:lnTo>
                  <a:pt x="651470" y="75279"/>
                </a:lnTo>
                <a:lnTo>
                  <a:pt x="647148" y="58595"/>
                </a:lnTo>
                <a:cubicBezTo>
                  <a:pt x="641587" y="55446"/>
                  <a:pt x="634920" y="53871"/>
                  <a:pt x="627148" y="53871"/>
                </a:cubicBezTo>
                <a:cubicBezTo>
                  <a:pt x="609191" y="53871"/>
                  <a:pt x="600212" y="67556"/>
                  <a:pt x="600212" y="94927"/>
                </a:cubicBezTo>
                <a:cubicBezTo>
                  <a:pt x="600212" y="109151"/>
                  <a:pt x="602943" y="119299"/>
                  <a:pt x="608404" y="125371"/>
                </a:cubicBezTo>
                <a:cubicBezTo>
                  <a:pt x="613864" y="131441"/>
                  <a:pt x="622324" y="134476"/>
                  <a:pt x="633781" y="134476"/>
                </a:cubicBezTo>
                <a:cubicBezTo>
                  <a:pt x="643564" y="134476"/>
                  <a:pt x="652073" y="133371"/>
                  <a:pt x="659310" y="131160"/>
                </a:cubicBezTo>
                <a:lnTo>
                  <a:pt x="659310" y="137190"/>
                </a:lnTo>
                <a:close/>
                <a:moveTo>
                  <a:pt x="760545" y="95128"/>
                </a:moveTo>
                <a:cubicBezTo>
                  <a:pt x="760545" y="128329"/>
                  <a:pt x="745804" y="144929"/>
                  <a:pt x="716323" y="144929"/>
                </a:cubicBezTo>
                <a:cubicBezTo>
                  <a:pt x="702118" y="144929"/>
                  <a:pt x="691397" y="140670"/>
                  <a:pt x="684161" y="132152"/>
                </a:cubicBezTo>
                <a:cubicBezTo>
                  <a:pt x="676924" y="123634"/>
                  <a:pt x="673306" y="111293"/>
                  <a:pt x="673306" y="95128"/>
                </a:cubicBezTo>
                <a:cubicBezTo>
                  <a:pt x="673306" y="79165"/>
                  <a:pt x="676924" y="66958"/>
                  <a:pt x="684161" y="58507"/>
                </a:cubicBezTo>
                <a:cubicBezTo>
                  <a:pt x="691397" y="50056"/>
                  <a:pt x="702386" y="45830"/>
                  <a:pt x="717127" y="45830"/>
                </a:cubicBezTo>
                <a:cubicBezTo>
                  <a:pt x="731465" y="45830"/>
                  <a:pt x="742286" y="49972"/>
                  <a:pt x="749590" y="58255"/>
                </a:cubicBezTo>
                <a:cubicBezTo>
                  <a:pt x="756893" y="66539"/>
                  <a:pt x="760545" y="78830"/>
                  <a:pt x="760545" y="95128"/>
                </a:cubicBezTo>
                <a:moveTo>
                  <a:pt x="742454" y="95128"/>
                </a:moveTo>
                <a:cubicBezTo>
                  <a:pt x="742454" y="80639"/>
                  <a:pt x="740343" y="70140"/>
                  <a:pt x="736122" y="63633"/>
                </a:cubicBezTo>
                <a:cubicBezTo>
                  <a:pt x="731901" y="57125"/>
                  <a:pt x="725301" y="53871"/>
                  <a:pt x="716323" y="53871"/>
                </a:cubicBezTo>
                <a:cubicBezTo>
                  <a:pt x="707545" y="53871"/>
                  <a:pt x="701197" y="56991"/>
                  <a:pt x="697277" y="63230"/>
                </a:cubicBezTo>
                <a:cubicBezTo>
                  <a:pt x="693357" y="69468"/>
                  <a:pt x="691397" y="80101"/>
                  <a:pt x="691397" y="95128"/>
                </a:cubicBezTo>
                <a:cubicBezTo>
                  <a:pt x="691397" y="110357"/>
                  <a:pt x="693391" y="121142"/>
                  <a:pt x="697377" y="127482"/>
                </a:cubicBezTo>
                <a:cubicBezTo>
                  <a:pt x="701364" y="133820"/>
                  <a:pt x="707679" y="136989"/>
                  <a:pt x="716323" y="136989"/>
                </a:cubicBezTo>
                <a:cubicBezTo>
                  <a:pt x="725167" y="136989"/>
                  <a:pt x="731733" y="133702"/>
                  <a:pt x="736022" y="127127"/>
                </a:cubicBezTo>
                <a:cubicBezTo>
                  <a:pt x="740310" y="120552"/>
                  <a:pt x="742454" y="109886"/>
                  <a:pt x="742454" y="95128"/>
                </a:cubicBezTo>
                <a:close/>
                <a:moveTo>
                  <a:pt x="800948" y="55982"/>
                </a:moveTo>
                <a:cubicBezTo>
                  <a:pt x="806108" y="53033"/>
                  <a:pt x="811602" y="50604"/>
                  <a:pt x="817431" y="48695"/>
                </a:cubicBezTo>
                <a:cubicBezTo>
                  <a:pt x="823261" y="46785"/>
                  <a:pt x="828118" y="45830"/>
                  <a:pt x="832005" y="45830"/>
                </a:cubicBezTo>
                <a:cubicBezTo>
                  <a:pt x="840179" y="45830"/>
                  <a:pt x="846343" y="48212"/>
                  <a:pt x="850498" y="52976"/>
                </a:cubicBezTo>
                <a:cubicBezTo>
                  <a:pt x="854652" y="57737"/>
                  <a:pt x="856729" y="64646"/>
                  <a:pt x="856729" y="73702"/>
                </a:cubicBezTo>
                <a:lnTo>
                  <a:pt x="856729" y="135883"/>
                </a:lnTo>
                <a:lnTo>
                  <a:pt x="868186" y="138396"/>
                </a:lnTo>
                <a:lnTo>
                  <a:pt x="868186" y="142919"/>
                </a:lnTo>
                <a:lnTo>
                  <a:pt x="827482" y="142919"/>
                </a:lnTo>
                <a:lnTo>
                  <a:pt x="827482" y="138396"/>
                </a:lnTo>
                <a:lnTo>
                  <a:pt x="840045" y="135883"/>
                </a:lnTo>
                <a:lnTo>
                  <a:pt x="840045" y="75502"/>
                </a:lnTo>
                <a:cubicBezTo>
                  <a:pt x="840045" y="69934"/>
                  <a:pt x="838688" y="65557"/>
                  <a:pt x="835974" y="62370"/>
                </a:cubicBezTo>
                <a:cubicBezTo>
                  <a:pt x="833261" y="59183"/>
                  <a:pt x="829056" y="57590"/>
                  <a:pt x="823361" y="57590"/>
                </a:cubicBezTo>
                <a:cubicBezTo>
                  <a:pt x="817331" y="57590"/>
                  <a:pt x="809927" y="58561"/>
                  <a:pt x="801149" y="60504"/>
                </a:cubicBezTo>
                <a:lnTo>
                  <a:pt x="801149" y="135883"/>
                </a:lnTo>
                <a:lnTo>
                  <a:pt x="813914" y="138396"/>
                </a:lnTo>
                <a:lnTo>
                  <a:pt x="813914" y="142919"/>
                </a:lnTo>
                <a:lnTo>
                  <a:pt x="773108" y="142919"/>
                </a:lnTo>
                <a:lnTo>
                  <a:pt x="773108" y="138396"/>
                </a:lnTo>
                <a:lnTo>
                  <a:pt x="784465" y="135883"/>
                </a:lnTo>
                <a:lnTo>
                  <a:pt x="784465" y="55479"/>
                </a:lnTo>
                <a:lnTo>
                  <a:pt x="773108" y="52966"/>
                </a:lnTo>
                <a:lnTo>
                  <a:pt x="773108" y="48444"/>
                </a:lnTo>
                <a:lnTo>
                  <a:pt x="800044" y="48444"/>
                </a:lnTo>
                <a:lnTo>
                  <a:pt x="800948" y="55982"/>
                </a:lnTo>
                <a:close/>
                <a:moveTo>
                  <a:pt x="943967" y="116357"/>
                </a:moveTo>
                <a:cubicBezTo>
                  <a:pt x="943967" y="125746"/>
                  <a:pt x="941002" y="132856"/>
                  <a:pt x="935072" y="137686"/>
                </a:cubicBezTo>
                <a:cubicBezTo>
                  <a:pt x="929143" y="142515"/>
                  <a:pt x="920382" y="144929"/>
                  <a:pt x="908790" y="144929"/>
                </a:cubicBezTo>
                <a:cubicBezTo>
                  <a:pt x="904100" y="144929"/>
                  <a:pt x="898924" y="144443"/>
                  <a:pt x="893262" y="143472"/>
                </a:cubicBezTo>
                <a:cubicBezTo>
                  <a:pt x="887600" y="142500"/>
                  <a:pt x="883161" y="141411"/>
                  <a:pt x="879945" y="140205"/>
                </a:cubicBezTo>
                <a:lnTo>
                  <a:pt x="879945" y="116988"/>
                </a:lnTo>
                <a:lnTo>
                  <a:pt x="884468" y="116988"/>
                </a:lnTo>
                <a:lnTo>
                  <a:pt x="889393" y="130155"/>
                </a:lnTo>
                <a:cubicBezTo>
                  <a:pt x="894418" y="134711"/>
                  <a:pt x="900951" y="136989"/>
                  <a:pt x="908991" y="136989"/>
                </a:cubicBezTo>
                <a:cubicBezTo>
                  <a:pt x="921990" y="136989"/>
                  <a:pt x="928489" y="131419"/>
                  <a:pt x="928489" y="120280"/>
                </a:cubicBezTo>
                <a:cubicBezTo>
                  <a:pt x="928489" y="112097"/>
                  <a:pt x="923364" y="106261"/>
                  <a:pt x="913112" y="102773"/>
                </a:cubicBezTo>
                <a:lnTo>
                  <a:pt x="904167" y="99855"/>
                </a:lnTo>
                <a:cubicBezTo>
                  <a:pt x="897400" y="97642"/>
                  <a:pt x="892475" y="95395"/>
                  <a:pt x="889393" y="93115"/>
                </a:cubicBezTo>
                <a:cubicBezTo>
                  <a:pt x="886311" y="90835"/>
                  <a:pt x="883932" y="88035"/>
                  <a:pt x="882257" y="84717"/>
                </a:cubicBezTo>
                <a:cubicBezTo>
                  <a:pt x="880582" y="81396"/>
                  <a:pt x="879744" y="77388"/>
                  <a:pt x="879744" y="72694"/>
                </a:cubicBezTo>
                <a:cubicBezTo>
                  <a:pt x="879744" y="64377"/>
                  <a:pt x="882575" y="57821"/>
                  <a:pt x="888237" y="53026"/>
                </a:cubicBezTo>
                <a:cubicBezTo>
                  <a:pt x="893899" y="48229"/>
                  <a:pt x="901554" y="45830"/>
                  <a:pt x="911202" y="45830"/>
                </a:cubicBezTo>
                <a:cubicBezTo>
                  <a:pt x="918104" y="45830"/>
                  <a:pt x="926747" y="46869"/>
                  <a:pt x="937133" y="48946"/>
                </a:cubicBezTo>
                <a:lnTo>
                  <a:pt x="937133" y="69550"/>
                </a:lnTo>
                <a:lnTo>
                  <a:pt x="932409" y="69550"/>
                </a:lnTo>
                <a:lnTo>
                  <a:pt x="928188" y="58595"/>
                </a:lnTo>
                <a:cubicBezTo>
                  <a:pt x="924637" y="55446"/>
                  <a:pt x="919042" y="53871"/>
                  <a:pt x="911403" y="53871"/>
                </a:cubicBezTo>
                <a:cubicBezTo>
                  <a:pt x="905976" y="53871"/>
                  <a:pt x="901839" y="55213"/>
                  <a:pt x="898991" y="57897"/>
                </a:cubicBezTo>
                <a:cubicBezTo>
                  <a:pt x="896143" y="60582"/>
                  <a:pt x="894719" y="64205"/>
                  <a:pt x="894719" y="68768"/>
                </a:cubicBezTo>
                <a:cubicBezTo>
                  <a:pt x="894719" y="72591"/>
                  <a:pt x="896009" y="75810"/>
                  <a:pt x="898589" y="78426"/>
                </a:cubicBezTo>
                <a:cubicBezTo>
                  <a:pt x="901169" y="81041"/>
                  <a:pt x="905072" y="83221"/>
                  <a:pt x="910298" y="84965"/>
                </a:cubicBezTo>
                <a:cubicBezTo>
                  <a:pt x="920147" y="88319"/>
                  <a:pt x="926580" y="90768"/>
                  <a:pt x="929595" y="92311"/>
                </a:cubicBezTo>
                <a:cubicBezTo>
                  <a:pt x="932610" y="93852"/>
                  <a:pt x="935173" y="95747"/>
                  <a:pt x="937284" y="97996"/>
                </a:cubicBezTo>
                <a:cubicBezTo>
                  <a:pt x="939394" y="100243"/>
                  <a:pt x="941036" y="102809"/>
                  <a:pt x="942208" y="105694"/>
                </a:cubicBezTo>
                <a:cubicBezTo>
                  <a:pt x="943381" y="108577"/>
                  <a:pt x="943967" y="112132"/>
                  <a:pt x="943967" y="116357"/>
                </a:cubicBezTo>
                <a:close/>
                <a:moveTo>
                  <a:pt x="984941" y="144929"/>
                </a:moveTo>
                <a:cubicBezTo>
                  <a:pt x="978508" y="144929"/>
                  <a:pt x="973701" y="143019"/>
                  <a:pt x="970518" y="139200"/>
                </a:cubicBezTo>
                <a:cubicBezTo>
                  <a:pt x="967336" y="135381"/>
                  <a:pt x="965744" y="130021"/>
                  <a:pt x="965744" y="123119"/>
                </a:cubicBezTo>
                <a:lnTo>
                  <a:pt x="965744" y="56886"/>
                </a:lnTo>
                <a:lnTo>
                  <a:pt x="953382" y="56886"/>
                </a:lnTo>
                <a:lnTo>
                  <a:pt x="953382" y="52363"/>
                </a:lnTo>
                <a:lnTo>
                  <a:pt x="965945" y="48444"/>
                </a:lnTo>
                <a:lnTo>
                  <a:pt x="976096" y="27036"/>
                </a:lnTo>
                <a:lnTo>
                  <a:pt x="982428" y="27036"/>
                </a:lnTo>
                <a:lnTo>
                  <a:pt x="982428" y="48444"/>
                </a:lnTo>
                <a:lnTo>
                  <a:pt x="1004037" y="48444"/>
                </a:lnTo>
                <a:lnTo>
                  <a:pt x="1004037" y="56886"/>
                </a:lnTo>
                <a:lnTo>
                  <a:pt x="982428" y="56886"/>
                </a:lnTo>
                <a:lnTo>
                  <a:pt x="982428" y="121310"/>
                </a:lnTo>
                <a:cubicBezTo>
                  <a:pt x="982428" y="125665"/>
                  <a:pt x="983416" y="128948"/>
                  <a:pt x="985393" y="131160"/>
                </a:cubicBezTo>
                <a:cubicBezTo>
                  <a:pt x="987370" y="133371"/>
                  <a:pt x="989966" y="134476"/>
                  <a:pt x="993182" y="134476"/>
                </a:cubicBezTo>
                <a:cubicBezTo>
                  <a:pt x="997068" y="134476"/>
                  <a:pt x="1001792" y="133940"/>
                  <a:pt x="1007354" y="132868"/>
                </a:cubicBezTo>
                <a:lnTo>
                  <a:pt x="1007354" y="139401"/>
                </a:lnTo>
                <a:cubicBezTo>
                  <a:pt x="1005008" y="141009"/>
                  <a:pt x="1001625" y="142332"/>
                  <a:pt x="997202" y="143371"/>
                </a:cubicBezTo>
                <a:cubicBezTo>
                  <a:pt x="992780" y="144410"/>
                  <a:pt x="988693" y="144929"/>
                  <a:pt x="984941" y="144929"/>
                </a:cubicBezTo>
                <a:close/>
                <a:moveTo>
                  <a:pt x="1075124" y="45830"/>
                </a:moveTo>
                <a:lnTo>
                  <a:pt x="1075124" y="71359"/>
                </a:lnTo>
                <a:lnTo>
                  <a:pt x="1070802" y="71359"/>
                </a:lnTo>
                <a:lnTo>
                  <a:pt x="1064973" y="60303"/>
                </a:lnTo>
                <a:cubicBezTo>
                  <a:pt x="1061623" y="60303"/>
                  <a:pt x="1057653" y="60756"/>
                  <a:pt x="1053063" y="61660"/>
                </a:cubicBezTo>
                <a:cubicBezTo>
                  <a:pt x="1048473" y="62565"/>
                  <a:pt x="1044503" y="63754"/>
                  <a:pt x="1041153" y="65228"/>
                </a:cubicBezTo>
                <a:lnTo>
                  <a:pt x="1041153" y="135883"/>
                </a:lnTo>
                <a:lnTo>
                  <a:pt x="1057334" y="138396"/>
                </a:lnTo>
                <a:lnTo>
                  <a:pt x="1057334" y="142919"/>
                </a:lnTo>
                <a:lnTo>
                  <a:pt x="1012509" y="142919"/>
                </a:lnTo>
                <a:lnTo>
                  <a:pt x="1012509" y="138396"/>
                </a:lnTo>
                <a:lnTo>
                  <a:pt x="1024469" y="135883"/>
                </a:lnTo>
                <a:lnTo>
                  <a:pt x="1024469" y="55479"/>
                </a:lnTo>
                <a:lnTo>
                  <a:pt x="1012509" y="52966"/>
                </a:lnTo>
                <a:lnTo>
                  <a:pt x="1012509" y="48444"/>
                </a:lnTo>
                <a:lnTo>
                  <a:pt x="1040047" y="48444"/>
                </a:lnTo>
                <a:lnTo>
                  <a:pt x="1040952" y="60102"/>
                </a:lnTo>
                <a:cubicBezTo>
                  <a:pt x="1044972" y="56752"/>
                  <a:pt x="1050416" y="53536"/>
                  <a:pt x="1057284" y="50454"/>
                </a:cubicBezTo>
                <a:cubicBezTo>
                  <a:pt x="1064152" y="47372"/>
                  <a:pt x="1069596" y="45830"/>
                  <a:pt x="1073616" y="45830"/>
                </a:cubicBezTo>
                <a:lnTo>
                  <a:pt x="1075124" y="45830"/>
                </a:lnTo>
                <a:close/>
                <a:moveTo>
                  <a:pt x="1123667" y="46233"/>
                </a:moveTo>
                <a:cubicBezTo>
                  <a:pt x="1133985" y="46233"/>
                  <a:pt x="1141573" y="48346"/>
                  <a:pt x="1146431" y="52574"/>
                </a:cubicBezTo>
                <a:cubicBezTo>
                  <a:pt x="1151289" y="56799"/>
                  <a:pt x="1153718" y="63271"/>
                  <a:pt x="1153718" y="71990"/>
                </a:cubicBezTo>
                <a:lnTo>
                  <a:pt x="1153718" y="135883"/>
                </a:lnTo>
                <a:lnTo>
                  <a:pt x="1165477" y="138396"/>
                </a:lnTo>
                <a:lnTo>
                  <a:pt x="1165477" y="142919"/>
                </a:lnTo>
                <a:lnTo>
                  <a:pt x="1139547" y="142919"/>
                </a:lnTo>
                <a:lnTo>
                  <a:pt x="1137637" y="133471"/>
                </a:lnTo>
                <a:cubicBezTo>
                  <a:pt x="1129999" y="141110"/>
                  <a:pt x="1120250" y="144929"/>
                  <a:pt x="1108390" y="144929"/>
                </a:cubicBezTo>
                <a:cubicBezTo>
                  <a:pt x="1092242" y="144929"/>
                  <a:pt x="1084168" y="135532"/>
                  <a:pt x="1084168" y="116737"/>
                </a:cubicBezTo>
                <a:cubicBezTo>
                  <a:pt x="1084168" y="110428"/>
                  <a:pt x="1085391" y="105210"/>
                  <a:pt x="1087837" y="101083"/>
                </a:cubicBezTo>
                <a:cubicBezTo>
                  <a:pt x="1090282" y="96954"/>
                  <a:pt x="1094185" y="93799"/>
                  <a:pt x="1099545" y="91617"/>
                </a:cubicBezTo>
                <a:cubicBezTo>
                  <a:pt x="1104906" y="89435"/>
                  <a:pt x="1112678" y="88244"/>
                  <a:pt x="1122863" y="88043"/>
                </a:cubicBezTo>
                <a:lnTo>
                  <a:pt x="1137034" y="87641"/>
                </a:lnTo>
                <a:lnTo>
                  <a:pt x="1137034" y="72866"/>
                </a:lnTo>
                <a:cubicBezTo>
                  <a:pt x="1137034" y="66367"/>
                  <a:pt x="1135845" y="61576"/>
                  <a:pt x="1133466" y="58494"/>
                </a:cubicBezTo>
                <a:cubicBezTo>
                  <a:pt x="1131087" y="55412"/>
                  <a:pt x="1127419" y="53871"/>
                  <a:pt x="1122461" y="53871"/>
                </a:cubicBezTo>
                <a:cubicBezTo>
                  <a:pt x="1115760" y="53871"/>
                  <a:pt x="1109629" y="55446"/>
                  <a:pt x="1104068" y="58595"/>
                </a:cubicBezTo>
                <a:lnTo>
                  <a:pt x="1100651" y="70354"/>
                </a:lnTo>
                <a:lnTo>
                  <a:pt x="1095023" y="70354"/>
                </a:lnTo>
                <a:lnTo>
                  <a:pt x="1095023" y="49750"/>
                </a:lnTo>
                <a:cubicBezTo>
                  <a:pt x="1105877" y="47405"/>
                  <a:pt x="1115425" y="46233"/>
                  <a:pt x="1123667" y="46233"/>
                </a:cubicBezTo>
                <a:moveTo>
                  <a:pt x="1137034" y="94676"/>
                </a:moveTo>
                <a:lnTo>
                  <a:pt x="1123868" y="95078"/>
                </a:lnTo>
                <a:cubicBezTo>
                  <a:pt x="1114889" y="95415"/>
                  <a:pt x="1108809" y="97163"/>
                  <a:pt x="1105626" y="100320"/>
                </a:cubicBezTo>
                <a:cubicBezTo>
                  <a:pt x="1102443" y="103476"/>
                  <a:pt x="1100852" y="108749"/>
                  <a:pt x="1100852" y="116140"/>
                </a:cubicBezTo>
                <a:cubicBezTo>
                  <a:pt x="1100852" y="127962"/>
                  <a:pt x="1105643" y="133873"/>
                  <a:pt x="1115224" y="133873"/>
                </a:cubicBezTo>
                <a:cubicBezTo>
                  <a:pt x="1119781" y="133873"/>
                  <a:pt x="1123717" y="133354"/>
                  <a:pt x="1127034" y="132315"/>
                </a:cubicBezTo>
                <a:cubicBezTo>
                  <a:pt x="1130350" y="131277"/>
                  <a:pt x="1133684" y="129954"/>
                  <a:pt x="1137034" y="128345"/>
                </a:cubicBezTo>
                <a:lnTo>
                  <a:pt x="1137034" y="94676"/>
                </a:lnTo>
                <a:close/>
                <a:moveTo>
                  <a:pt x="1206208" y="17488"/>
                </a:moveTo>
                <a:cubicBezTo>
                  <a:pt x="1206208" y="20436"/>
                  <a:pt x="1205136" y="22982"/>
                  <a:pt x="1202992" y="25126"/>
                </a:cubicBezTo>
                <a:cubicBezTo>
                  <a:pt x="1200848" y="27270"/>
                  <a:pt x="1198268" y="28343"/>
                  <a:pt x="1195253" y="28343"/>
                </a:cubicBezTo>
                <a:cubicBezTo>
                  <a:pt x="1192305" y="28343"/>
                  <a:pt x="1189759" y="27270"/>
                  <a:pt x="1187615" y="25126"/>
                </a:cubicBezTo>
                <a:cubicBezTo>
                  <a:pt x="1185471" y="22982"/>
                  <a:pt x="1184399" y="20436"/>
                  <a:pt x="1184399" y="17488"/>
                </a:cubicBezTo>
                <a:cubicBezTo>
                  <a:pt x="1184399" y="14473"/>
                  <a:pt x="1185471" y="11893"/>
                  <a:pt x="1187615" y="9749"/>
                </a:cubicBezTo>
                <a:cubicBezTo>
                  <a:pt x="1189759" y="7605"/>
                  <a:pt x="1192305" y="6533"/>
                  <a:pt x="1195253" y="6533"/>
                </a:cubicBezTo>
                <a:cubicBezTo>
                  <a:pt x="1198268" y="6533"/>
                  <a:pt x="1200848" y="7605"/>
                  <a:pt x="1202992" y="9749"/>
                </a:cubicBezTo>
                <a:cubicBezTo>
                  <a:pt x="1205136" y="11893"/>
                  <a:pt x="1206208" y="14473"/>
                  <a:pt x="1206208" y="17488"/>
                </a:cubicBezTo>
                <a:moveTo>
                  <a:pt x="1205203" y="135883"/>
                </a:moveTo>
                <a:lnTo>
                  <a:pt x="1221385" y="138396"/>
                </a:lnTo>
                <a:lnTo>
                  <a:pt x="1221385" y="142919"/>
                </a:lnTo>
                <a:lnTo>
                  <a:pt x="1172439" y="142919"/>
                </a:lnTo>
                <a:lnTo>
                  <a:pt x="1172439" y="138396"/>
                </a:lnTo>
                <a:lnTo>
                  <a:pt x="1188519" y="135883"/>
                </a:lnTo>
                <a:lnTo>
                  <a:pt x="1188519" y="55479"/>
                </a:lnTo>
                <a:lnTo>
                  <a:pt x="1175152" y="52966"/>
                </a:lnTo>
                <a:lnTo>
                  <a:pt x="1175152" y="48444"/>
                </a:lnTo>
                <a:lnTo>
                  <a:pt x="1205203" y="48444"/>
                </a:lnTo>
                <a:lnTo>
                  <a:pt x="1205203" y="135883"/>
                </a:lnTo>
                <a:close/>
                <a:moveTo>
                  <a:pt x="1257697" y="55982"/>
                </a:moveTo>
                <a:cubicBezTo>
                  <a:pt x="1262857" y="53033"/>
                  <a:pt x="1268351" y="50604"/>
                  <a:pt x="1274180" y="48695"/>
                </a:cubicBezTo>
                <a:cubicBezTo>
                  <a:pt x="1280010" y="46785"/>
                  <a:pt x="1284867" y="45830"/>
                  <a:pt x="1288754" y="45830"/>
                </a:cubicBezTo>
                <a:cubicBezTo>
                  <a:pt x="1296928" y="45830"/>
                  <a:pt x="1303092" y="48212"/>
                  <a:pt x="1307247" y="52976"/>
                </a:cubicBezTo>
                <a:cubicBezTo>
                  <a:pt x="1311401" y="57737"/>
                  <a:pt x="1313478" y="64646"/>
                  <a:pt x="1313478" y="73702"/>
                </a:cubicBezTo>
                <a:lnTo>
                  <a:pt x="1313478" y="135883"/>
                </a:lnTo>
                <a:lnTo>
                  <a:pt x="1324936" y="138396"/>
                </a:lnTo>
                <a:lnTo>
                  <a:pt x="1324936" y="142919"/>
                </a:lnTo>
                <a:lnTo>
                  <a:pt x="1284231" y="142919"/>
                </a:lnTo>
                <a:lnTo>
                  <a:pt x="1284231" y="138396"/>
                </a:lnTo>
                <a:lnTo>
                  <a:pt x="1296794" y="135883"/>
                </a:lnTo>
                <a:lnTo>
                  <a:pt x="1296794" y="75502"/>
                </a:lnTo>
                <a:cubicBezTo>
                  <a:pt x="1296794" y="69934"/>
                  <a:pt x="1295437" y="65557"/>
                  <a:pt x="1292724" y="62370"/>
                </a:cubicBezTo>
                <a:cubicBezTo>
                  <a:pt x="1290010" y="59183"/>
                  <a:pt x="1285805" y="57590"/>
                  <a:pt x="1280110" y="57590"/>
                </a:cubicBezTo>
                <a:cubicBezTo>
                  <a:pt x="1274080" y="57590"/>
                  <a:pt x="1266676" y="58561"/>
                  <a:pt x="1257898" y="60504"/>
                </a:cubicBezTo>
                <a:lnTo>
                  <a:pt x="1257898" y="135883"/>
                </a:lnTo>
                <a:lnTo>
                  <a:pt x="1270663" y="138396"/>
                </a:lnTo>
                <a:lnTo>
                  <a:pt x="1270663" y="142919"/>
                </a:lnTo>
                <a:lnTo>
                  <a:pt x="1229857" y="142919"/>
                </a:lnTo>
                <a:lnTo>
                  <a:pt x="1229857" y="138396"/>
                </a:lnTo>
                <a:lnTo>
                  <a:pt x="1241215" y="135883"/>
                </a:lnTo>
                <a:lnTo>
                  <a:pt x="1241215" y="55479"/>
                </a:lnTo>
                <a:lnTo>
                  <a:pt x="1229857" y="52966"/>
                </a:lnTo>
                <a:lnTo>
                  <a:pt x="1229857" y="48444"/>
                </a:lnTo>
                <a:lnTo>
                  <a:pt x="1256793" y="48444"/>
                </a:lnTo>
                <a:lnTo>
                  <a:pt x="1257697" y="55982"/>
                </a:lnTo>
                <a:close/>
                <a:moveTo>
                  <a:pt x="1354182" y="95279"/>
                </a:moveTo>
                <a:lnTo>
                  <a:pt x="1354182" y="97091"/>
                </a:lnTo>
                <a:cubicBezTo>
                  <a:pt x="1354182" y="106363"/>
                  <a:pt x="1355204" y="113568"/>
                  <a:pt x="1357248" y="118706"/>
                </a:cubicBezTo>
                <a:cubicBezTo>
                  <a:pt x="1359291" y="123845"/>
                  <a:pt x="1362440" y="127758"/>
                  <a:pt x="1366695" y="130447"/>
                </a:cubicBezTo>
                <a:cubicBezTo>
                  <a:pt x="1370950" y="133133"/>
                  <a:pt x="1376528" y="134476"/>
                  <a:pt x="1383429" y="134476"/>
                </a:cubicBezTo>
                <a:cubicBezTo>
                  <a:pt x="1387047" y="134476"/>
                  <a:pt x="1391336" y="134175"/>
                  <a:pt x="1396294" y="133572"/>
                </a:cubicBezTo>
                <a:cubicBezTo>
                  <a:pt x="1401252" y="132969"/>
                  <a:pt x="1405339" y="132299"/>
                  <a:pt x="1408556" y="131562"/>
                </a:cubicBezTo>
                <a:lnTo>
                  <a:pt x="1408556" y="137190"/>
                </a:lnTo>
                <a:cubicBezTo>
                  <a:pt x="1405339" y="139267"/>
                  <a:pt x="1400967" y="141076"/>
                  <a:pt x="1395440" y="142617"/>
                </a:cubicBezTo>
                <a:cubicBezTo>
                  <a:pt x="1389912" y="144158"/>
                  <a:pt x="1384267" y="144929"/>
                  <a:pt x="1378505" y="144929"/>
                </a:cubicBezTo>
                <a:cubicBezTo>
                  <a:pt x="1363831" y="144929"/>
                  <a:pt x="1353093" y="140971"/>
                  <a:pt x="1346293" y="133057"/>
                </a:cubicBezTo>
                <a:cubicBezTo>
                  <a:pt x="1339492" y="125142"/>
                  <a:pt x="1336091" y="112432"/>
                  <a:pt x="1336091" y="94927"/>
                </a:cubicBezTo>
                <a:cubicBezTo>
                  <a:pt x="1336091" y="78428"/>
                  <a:pt x="1339542" y="66120"/>
                  <a:pt x="1346443" y="58004"/>
                </a:cubicBezTo>
                <a:cubicBezTo>
                  <a:pt x="1353345" y="49888"/>
                  <a:pt x="1363194" y="45830"/>
                  <a:pt x="1375992" y="45830"/>
                </a:cubicBezTo>
                <a:cubicBezTo>
                  <a:pt x="1400180" y="45830"/>
                  <a:pt x="1412274" y="59566"/>
                  <a:pt x="1412274" y="87038"/>
                </a:cubicBezTo>
                <a:lnTo>
                  <a:pt x="1412274" y="95279"/>
                </a:lnTo>
                <a:lnTo>
                  <a:pt x="1354182" y="95279"/>
                </a:lnTo>
                <a:moveTo>
                  <a:pt x="1375992" y="53871"/>
                </a:moveTo>
                <a:cubicBezTo>
                  <a:pt x="1369024" y="53871"/>
                  <a:pt x="1363680" y="56685"/>
                  <a:pt x="1359961" y="62313"/>
                </a:cubicBezTo>
                <a:cubicBezTo>
                  <a:pt x="1356243" y="67942"/>
                  <a:pt x="1354383" y="76250"/>
                  <a:pt x="1354383" y="87239"/>
                </a:cubicBezTo>
                <a:lnTo>
                  <a:pt x="1394786" y="87239"/>
                </a:lnTo>
                <a:cubicBezTo>
                  <a:pt x="1394786" y="75245"/>
                  <a:pt x="1393245" y="66685"/>
                  <a:pt x="1390163" y="61560"/>
                </a:cubicBezTo>
                <a:cubicBezTo>
                  <a:pt x="1387081" y="56434"/>
                  <a:pt x="1382357" y="53871"/>
                  <a:pt x="1375992" y="53871"/>
                </a:cubicBezTo>
                <a:close/>
                <a:moveTo>
                  <a:pt x="1491902" y="135883"/>
                </a:moveTo>
                <a:cubicBezTo>
                  <a:pt x="1484330" y="141914"/>
                  <a:pt x="1475486" y="144929"/>
                  <a:pt x="1465368" y="144929"/>
                </a:cubicBezTo>
                <a:cubicBezTo>
                  <a:pt x="1439572" y="144929"/>
                  <a:pt x="1426674" y="128798"/>
                  <a:pt x="1426674" y="96535"/>
                </a:cubicBezTo>
                <a:cubicBezTo>
                  <a:pt x="1426674" y="79969"/>
                  <a:pt x="1430325" y="67376"/>
                  <a:pt x="1437629" y="58758"/>
                </a:cubicBezTo>
                <a:cubicBezTo>
                  <a:pt x="1444932" y="50140"/>
                  <a:pt x="1455686" y="45830"/>
                  <a:pt x="1469891" y="45830"/>
                </a:cubicBezTo>
                <a:cubicBezTo>
                  <a:pt x="1477127" y="45830"/>
                  <a:pt x="1484464" y="46601"/>
                  <a:pt x="1491902" y="48142"/>
                </a:cubicBezTo>
                <a:cubicBezTo>
                  <a:pt x="1491500" y="45931"/>
                  <a:pt x="1491299" y="40370"/>
                  <a:pt x="1491299" y="31458"/>
                </a:cubicBezTo>
                <a:lnTo>
                  <a:pt x="1491299" y="6935"/>
                </a:lnTo>
                <a:lnTo>
                  <a:pt x="1475419" y="4523"/>
                </a:lnTo>
                <a:lnTo>
                  <a:pt x="1475419" y="0"/>
                </a:lnTo>
                <a:lnTo>
                  <a:pt x="1507982" y="0"/>
                </a:lnTo>
                <a:lnTo>
                  <a:pt x="1507982" y="135883"/>
                </a:lnTo>
                <a:lnTo>
                  <a:pt x="1519641" y="138396"/>
                </a:lnTo>
                <a:lnTo>
                  <a:pt x="1519641" y="142919"/>
                </a:lnTo>
                <a:lnTo>
                  <a:pt x="1493108" y="142919"/>
                </a:lnTo>
                <a:lnTo>
                  <a:pt x="1491902" y="135883"/>
                </a:lnTo>
                <a:moveTo>
                  <a:pt x="1444765" y="96539"/>
                </a:moveTo>
                <a:cubicBezTo>
                  <a:pt x="1444765" y="109286"/>
                  <a:pt x="1446909" y="118796"/>
                  <a:pt x="1451197" y="125070"/>
                </a:cubicBezTo>
                <a:cubicBezTo>
                  <a:pt x="1455485" y="131341"/>
                  <a:pt x="1462052" y="134476"/>
                  <a:pt x="1470896" y="134476"/>
                </a:cubicBezTo>
                <a:cubicBezTo>
                  <a:pt x="1478467" y="134476"/>
                  <a:pt x="1485268" y="133170"/>
                  <a:pt x="1491299" y="130557"/>
                </a:cubicBezTo>
                <a:lnTo>
                  <a:pt x="1491299" y="55784"/>
                </a:lnTo>
                <a:cubicBezTo>
                  <a:pt x="1485335" y="54643"/>
                  <a:pt x="1478534" y="54072"/>
                  <a:pt x="1470896" y="54072"/>
                </a:cubicBezTo>
                <a:cubicBezTo>
                  <a:pt x="1453475" y="54072"/>
                  <a:pt x="1444765" y="68227"/>
                  <a:pt x="1444765" y="96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StateMutation">
            <a:extLst xmlns:a="http://schemas.openxmlformats.org/drawingml/2006/main">
              <a:ext uri="{FF2B5EF4-FFF2-40B4-BE49-F238E27FC236}">
                <a16:creationId xmlns:a16="http://schemas.microsoft.com/office/drawing/2014/main" id="{A0AD7E38-CEA8-4B11-A44B-4B22947C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984" y="1431023"/>
            <a:ext cx="1199396" cy="138396"/>
          </a:xfrm>
          <a:custGeom xmlns:a="http://schemas.openxmlformats.org/drawingml/2006/main">
            <a:pathLst>
              <a:path w="1199396" h="138396">
                <a:moveTo>
                  <a:pt x="201" y="100103"/>
                </a:moveTo>
                <a:lnTo>
                  <a:pt x="6734" y="100103"/>
                </a:lnTo>
                <a:lnTo>
                  <a:pt x="10252" y="118295"/>
                </a:lnTo>
                <a:cubicBezTo>
                  <a:pt x="12731" y="121444"/>
                  <a:pt x="17002" y="124225"/>
                  <a:pt x="23066" y="126637"/>
                </a:cubicBezTo>
                <a:cubicBezTo>
                  <a:pt x="29130" y="129049"/>
                  <a:pt x="35110" y="130255"/>
                  <a:pt x="41006" y="130255"/>
                </a:cubicBezTo>
                <a:cubicBezTo>
                  <a:pt x="50387" y="130255"/>
                  <a:pt x="57707" y="127860"/>
                  <a:pt x="62967" y="123069"/>
                </a:cubicBezTo>
                <a:cubicBezTo>
                  <a:pt x="68226" y="118278"/>
                  <a:pt x="70856" y="111662"/>
                  <a:pt x="70856" y="103219"/>
                </a:cubicBezTo>
                <a:cubicBezTo>
                  <a:pt x="70856" y="98395"/>
                  <a:pt x="69835" y="94408"/>
                  <a:pt x="67791" y="91259"/>
                </a:cubicBezTo>
                <a:cubicBezTo>
                  <a:pt x="65747" y="88110"/>
                  <a:pt x="63067" y="85446"/>
                  <a:pt x="59750" y="83269"/>
                </a:cubicBezTo>
                <a:cubicBezTo>
                  <a:pt x="56434" y="81091"/>
                  <a:pt x="52665" y="79249"/>
                  <a:pt x="48444" y="77741"/>
                </a:cubicBezTo>
                <a:cubicBezTo>
                  <a:pt x="44222" y="76233"/>
                  <a:pt x="39884" y="74709"/>
                  <a:pt x="35428" y="73168"/>
                </a:cubicBezTo>
                <a:cubicBezTo>
                  <a:pt x="30972" y="71627"/>
                  <a:pt x="26634" y="69918"/>
                  <a:pt x="22413" y="68042"/>
                </a:cubicBezTo>
                <a:cubicBezTo>
                  <a:pt x="18191" y="66166"/>
                  <a:pt x="14423" y="63787"/>
                  <a:pt x="11106" y="60906"/>
                </a:cubicBezTo>
                <a:cubicBezTo>
                  <a:pt x="7789" y="58025"/>
                  <a:pt x="5109" y="54457"/>
                  <a:pt x="3065" y="50202"/>
                </a:cubicBezTo>
                <a:cubicBezTo>
                  <a:pt x="1022" y="45948"/>
                  <a:pt x="0" y="40705"/>
                  <a:pt x="0" y="34473"/>
                </a:cubicBezTo>
                <a:cubicBezTo>
                  <a:pt x="0" y="23753"/>
                  <a:pt x="4020" y="15344"/>
                  <a:pt x="12061" y="9247"/>
                </a:cubicBezTo>
                <a:cubicBezTo>
                  <a:pt x="20101" y="3149"/>
                  <a:pt x="31257" y="101"/>
                  <a:pt x="45529" y="101"/>
                </a:cubicBezTo>
                <a:cubicBezTo>
                  <a:pt x="56384" y="101"/>
                  <a:pt x="68176" y="1541"/>
                  <a:pt x="80907" y="4422"/>
                </a:cubicBezTo>
                <a:lnTo>
                  <a:pt x="80907" y="32463"/>
                </a:lnTo>
                <a:lnTo>
                  <a:pt x="74374" y="32463"/>
                </a:lnTo>
                <a:lnTo>
                  <a:pt x="70856" y="15980"/>
                </a:lnTo>
                <a:cubicBezTo>
                  <a:pt x="64022" y="11022"/>
                  <a:pt x="55580" y="8543"/>
                  <a:pt x="45529" y="8543"/>
                </a:cubicBezTo>
                <a:cubicBezTo>
                  <a:pt x="36550" y="8543"/>
                  <a:pt x="29532" y="10369"/>
                  <a:pt x="24473" y="14021"/>
                </a:cubicBezTo>
                <a:cubicBezTo>
                  <a:pt x="19414" y="17672"/>
                  <a:pt x="16885" y="22714"/>
                  <a:pt x="16885" y="29147"/>
                </a:cubicBezTo>
                <a:cubicBezTo>
                  <a:pt x="16885" y="33502"/>
                  <a:pt x="17907" y="37120"/>
                  <a:pt x="19950" y="40001"/>
                </a:cubicBezTo>
                <a:cubicBezTo>
                  <a:pt x="21994" y="42882"/>
                  <a:pt x="24674" y="45345"/>
                  <a:pt x="27991" y="47388"/>
                </a:cubicBezTo>
                <a:cubicBezTo>
                  <a:pt x="31307" y="49432"/>
                  <a:pt x="35093" y="51191"/>
                  <a:pt x="39348" y="52665"/>
                </a:cubicBezTo>
                <a:cubicBezTo>
                  <a:pt x="43603" y="54139"/>
                  <a:pt x="47958" y="55663"/>
                  <a:pt x="52414" y="57238"/>
                </a:cubicBezTo>
                <a:cubicBezTo>
                  <a:pt x="56869" y="58812"/>
                  <a:pt x="61225" y="60588"/>
                  <a:pt x="65479" y="62565"/>
                </a:cubicBezTo>
                <a:cubicBezTo>
                  <a:pt x="69734" y="64541"/>
                  <a:pt x="73520" y="67054"/>
                  <a:pt x="76836" y="70103"/>
                </a:cubicBezTo>
                <a:cubicBezTo>
                  <a:pt x="80153" y="73151"/>
                  <a:pt x="82833" y="76870"/>
                  <a:pt x="84877" y="81259"/>
                </a:cubicBezTo>
                <a:cubicBezTo>
                  <a:pt x="86920" y="85647"/>
                  <a:pt x="87942" y="91058"/>
                  <a:pt x="87942" y="97490"/>
                </a:cubicBezTo>
                <a:cubicBezTo>
                  <a:pt x="87942" y="110489"/>
                  <a:pt x="83956" y="120556"/>
                  <a:pt x="75982" y="127692"/>
                </a:cubicBezTo>
                <a:cubicBezTo>
                  <a:pt x="68009" y="134828"/>
                  <a:pt x="56518" y="138396"/>
                  <a:pt x="41509" y="138396"/>
                </a:cubicBezTo>
                <a:cubicBezTo>
                  <a:pt x="34272" y="138396"/>
                  <a:pt x="27002" y="137759"/>
                  <a:pt x="19699" y="136486"/>
                </a:cubicBezTo>
                <a:cubicBezTo>
                  <a:pt x="12396" y="135213"/>
                  <a:pt x="5896" y="133471"/>
                  <a:pt x="201" y="131260"/>
                </a:cubicBezTo>
                <a:lnTo>
                  <a:pt x="201" y="100103"/>
                </a:lnTo>
                <a:close/>
                <a:moveTo>
                  <a:pt x="134244" y="138396"/>
                </a:moveTo>
                <a:cubicBezTo>
                  <a:pt x="127812" y="138396"/>
                  <a:pt x="123004" y="136486"/>
                  <a:pt x="119822" y="132667"/>
                </a:cubicBezTo>
                <a:cubicBezTo>
                  <a:pt x="116639" y="128848"/>
                  <a:pt x="115048" y="123488"/>
                  <a:pt x="115048" y="116586"/>
                </a:cubicBezTo>
                <a:lnTo>
                  <a:pt x="115048" y="50353"/>
                </a:lnTo>
                <a:lnTo>
                  <a:pt x="102685" y="50353"/>
                </a:lnTo>
                <a:lnTo>
                  <a:pt x="102685" y="45830"/>
                </a:lnTo>
                <a:lnTo>
                  <a:pt x="115249" y="41911"/>
                </a:lnTo>
                <a:lnTo>
                  <a:pt x="125400" y="20503"/>
                </a:lnTo>
                <a:lnTo>
                  <a:pt x="131732" y="20503"/>
                </a:lnTo>
                <a:lnTo>
                  <a:pt x="131732" y="41911"/>
                </a:lnTo>
                <a:lnTo>
                  <a:pt x="153340" y="41911"/>
                </a:lnTo>
                <a:lnTo>
                  <a:pt x="153340" y="50353"/>
                </a:lnTo>
                <a:lnTo>
                  <a:pt x="131732" y="50353"/>
                </a:lnTo>
                <a:lnTo>
                  <a:pt x="131732" y="114777"/>
                </a:lnTo>
                <a:cubicBezTo>
                  <a:pt x="131732" y="119132"/>
                  <a:pt x="132720" y="122416"/>
                  <a:pt x="134696" y="124627"/>
                </a:cubicBezTo>
                <a:cubicBezTo>
                  <a:pt x="136673" y="126838"/>
                  <a:pt x="139269" y="127943"/>
                  <a:pt x="142486" y="127943"/>
                </a:cubicBezTo>
                <a:cubicBezTo>
                  <a:pt x="146372" y="127943"/>
                  <a:pt x="151096" y="127407"/>
                  <a:pt x="156657" y="126335"/>
                </a:cubicBezTo>
                <a:lnTo>
                  <a:pt x="156657" y="132868"/>
                </a:lnTo>
                <a:cubicBezTo>
                  <a:pt x="154312" y="134476"/>
                  <a:pt x="150928" y="135800"/>
                  <a:pt x="146506" y="136838"/>
                </a:cubicBezTo>
                <a:cubicBezTo>
                  <a:pt x="142084" y="137877"/>
                  <a:pt x="137996" y="138396"/>
                  <a:pt x="134244" y="138396"/>
                </a:cubicBezTo>
                <a:close/>
                <a:moveTo>
                  <a:pt x="204426" y="39700"/>
                </a:moveTo>
                <a:cubicBezTo>
                  <a:pt x="214745" y="39700"/>
                  <a:pt x="222333" y="41813"/>
                  <a:pt x="227191" y="46041"/>
                </a:cubicBezTo>
                <a:cubicBezTo>
                  <a:pt x="232049" y="50266"/>
                  <a:pt x="234477" y="56738"/>
                  <a:pt x="234477" y="65457"/>
                </a:cubicBezTo>
                <a:lnTo>
                  <a:pt x="234477" y="129351"/>
                </a:lnTo>
                <a:lnTo>
                  <a:pt x="246237" y="131863"/>
                </a:lnTo>
                <a:lnTo>
                  <a:pt x="246237" y="136386"/>
                </a:lnTo>
                <a:lnTo>
                  <a:pt x="220306" y="136386"/>
                </a:lnTo>
                <a:lnTo>
                  <a:pt x="218397" y="126938"/>
                </a:lnTo>
                <a:cubicBezTo>
                  <a:pt x="210758" y="134577"/>
                  <a:pt x="201009" y="138396"/>
                  <a:pt x="189150" y="138396"/>
                </a:cubicBezTo>
                <a:cubicBezTo>
                  <a:pt x="173002" y="138396"/>
                  <a:pt x="164928" y="128999"/>
                  <a:pt x="164928" y="110204"/>
                </a:cubicBezTo>
                <a:cubicBezTo>
                  <a:pt x="164928" y="103895"/>
                  <a:pt x="166151" y="98678"/>
                  <a:pt x="168596" y="94551"/>
                </a:cubicBezTo>
                <a:cubicBezTo>
                  <a:pt x="171042" y="90421"/>
                  <a:pt x="174945" y="87266"/>
                  <a:pt x="180305" y="85084"/>
                </a:cubicBezTo>
                <a:cubicBezTo>
                  <a:pt x="185665" y="82902"/>
                  <a:pt x="193438" y="81711"/>
                  <a:pt x="203622" y="81510"/>
                </a:cubicBezTo>
                <a:lnTo>
                  <a:pt x="217794" y="81108"/>
                </a:lnTo>
                <a:lnTo>
                  <a:pt x="217794" y="66334"/>
                </a:lnTo>
                <a:cubicBezTo>
                  <a:pt x="217794" y="59834"/>
                  <a:pt x="216604" y="55043"/>
                  <a:pt x="214226" y="51961"/>
                </a:cubicBezTo>
                <a:cubicBezTo>
                  <a:pt x="211847" y="48879"/>
                  <a:pt x="208179" y="47338"/>
                  <a:pt x="203220" y="47338"/>
                </a:cubicBezTo>
                <a:cubicBezTo>
                  <a:pt x="196520" y="47338"/>
                  <a:pt x="190389" y="48913"/>
                  <a:pt x="184828" y="52062"/>
                </a:cubicBezTo>
                <a:lnTo>
                  <a:pt x="181411" y="63821"/>
                </a:lnTo>
                <a:lnTo>
                  <a:pt x="175782" y="63821"/>
                </a:lnTo>
                <a:lnTo>
                  <a:pt x="175782" y="43217"/>
                </a:lnTo>
                <a:cubicBezTo>
                  <a:pt x="186637" y="40872"/>
                  <a:pt x="196185" y="39700"/>
                  <a:pt x="204426" y="39700"/>
                </a:cubicBezTo>
                <a:moveTo>
                  <a:pt x="217794" y="88143"/>
                </a:moveTo>
                <a:lnTo>
                  <a:pt x="204627" y="88545"/>
                </a:lnTo>
                <a:cubicBezTo>
                  <a:pt x="195649" y="88882"/>
                  <a:pt x="189568" y="90630"/>
                  <a:pt x="186386" y="93787"/>
                </a:cubicBezTo>
                <a:cubicBezTo>
                  <a:pt x="183203" y="96943"/>
                  <a:pt x="181612" y="102216"/>
                  <a:pt x="181612" y="109607"/>
                </a:cubicBezTo>
                <a:cubicBezTo>
                  <a:pt x="181612" y="121429"/>
                  <a:pt x="186402" y="127340"/>
                  <a:pt x="195984" y="127340"/>
                </a:cubicBezTo>
                <a:cubicBezTo>
                  <a:pt x="200540" y="127340"/>
                  <a:pt x="204477" y="126821"/>
                  <a:pt x="207793" y="125783"/>
                </a:cubicBezTo>
                <a:cubicBezTo>
                  <a:pt x="211110" y="124744"/>
                  <a:pt x="214443" y="123421"/>
                  <a:pt x="217794" y="121813"/>
                </a:cubicBezTo>
                <a:lnTo>
                  <a:pt x="217794" y="88143"/>
                </a:lnTo>
                <a:close/>
                <a:moveTo>
                  <a:pt x="282445" y="138396"/>
                </a:moveTo>
                <a:cubicBezTo>
                  <a:pt x="276013" y="138396"/>
                  <a:pt x="271205" y="136486"/>
                  <a:pt x="268022" y="132667"/>
                </a:cubicBezTo>
                <a:cubicBezTo>
                  <a:pt x="264840" y="128848"/>
                  <a:pt x="263248" y="123488"/>
                  <a:pt x="263248" y="116586"/>
                </a:cubicBezTo>
                <a:lnTo>
                  <a:pt x="263248" y="50353"/>
                </a:lnTo>
                <a:lnTo>
                  <a:pt x="250886" y="50353"/>
                </a:lnTo>
                <a:lnTo>
                  <a:pt x="250886" y="45830"/>
                </a:lnTo>
                <a:lnTo>
                  <a:pt x="263449" y="41911"/>
                </a:lnTo>
                <a:lnTo>
                  <a:pt x="273600" y="20503"/>
                </a:lnTo>
                <a:lnTo>
                  <a:pt x="279932" y="20503"/>
                </a:lnTo>
                <a:lnTo>
                  <a:pt x="279932" y="41911"/>
                </a:lnTo>
                <a:lnTo>
                  <a:pt x="301541" y="41911"/>
                </a:lnTo>
                <a:lnTo>
                  <a:pt x="301541" y="50353"/>
                </a:lnTo>
                <a:lnTo>
                  <a:pt x="279932" y="50353"/>
                </a:lnTo>
                <a:lnTo>
                  <a:pt x="279932" y="114777"/>
                </a:lnTo>
                <a:cubicBezTo>
                  <a:pt x="279932" y="119132"/>
                  <a:pt x="280921" y="122416"/>
                  <a:pt x="282897" y="124627"/>
                </a:cubicBezTo>
                <a:cubicBezTo>
                  <a:pt x="284874" y="126838"/>
                  <a:pt x="287470" y="127943"/>
                  <a:pt x="290686" y="127943"/>
                </a:cubicBezTo>
                <a:cubicBezTo>
                  <a:pt x="294573" y="127943"/>
                  <a:pt x="299296" y="127407"/>
                  <a:pt x="304858" y="126335"/>
                </a:cubicBezTo>
                <a:lnTo>
                  <a:pt x="304858" y="132868"/>
                </a:lnTo>
                <a:cubicBezTo>
                  <a:pt x="302513" y="134476"/>
                  <a:pt x="299129" y="135800"/>
                  <a:pt x="294707" y="136838"/>
                </a:cubicBezTo>
                <a:cubicBezTo>
                  <a:pt x="290284" y="137877"/>
                  <a:pt x="286197" y="138396"/>
                  <a:pt x="282445" y="138396"/>
                </a:cubicBezTo>
                <a:close/>
                <a:moveTo>
                  <a:pt x="332024" y="88746"/>
                </a:moveTo>
                <a:lnTo>
                  <a:pt x="332024" y="90559"/>
                </a:lnTo>
                <a:cubicBezTo>
                  <a:pt x="332024" y="99830"/>
                  <a:pt x="333046" y="107035"/>
                  <a:pt x="335090" y="112174"/>
                </a:cubicBezTo>
                <a:cubicBezTo>
                  <a:pt x="337133" y="117312"/>
                  <a:pt x="340282" y="121225"/>
                  <a:pt x="344537" y="123914"/>
                </a:cubicBezTo>
                <a:cubicBezTo>
                  <a:pt x="348792" y="126600"/>
                  <a:pt x="354370" y="127943"/>
                  <a:pt x="361271" y="127943"/>
                </a:cubicBezTo>
                <a:cubicBezTo>
                  <a:pt x="364889" y="127943"/>
                  <a:pt x="369178" y="127642"/>
                  <a:pt x="374136" y="127039"/>
                </a:cubicBezTo>
                <a:cubicBezTo>
                  <a:pt x="379094" y="126436"/>
                  <a:pt x="383181" y="125766"/>
                  <a:pt x="386398" y="125029"/>
                </a:cubicBezTo>
                <a:lnTo>
                  <a:pt x="386398" y="130657"/>
                </a:lnTo>
                <a:cubicBezTo>
                  <a:pt x="383181" y="132734"/>
                  <a:pt x="378809" y="134543"/>
                  <a:pt x="373282" y="136084"/>
                </a:cubicBezTo>
                <a:cubicBezTo>
                  <a:pt x="367754" y="137625"/>
                  <a:pt x="362109" y="138396"/>
                  <a:pt x="356346" y="138396"/>
                </a:cubicBezTo>
                <a:cubicBezTo>
                  <a:pt x="341673" y="138396"/>
                  <a:pt x="330935" y="134439"/>
                  <a:pt x="324134" y="126524"/>
                </a:cubicBezTo>
                <a:cubicBezTo>
                  <a:pt x="317334" y="118609"/>
                  <a:pt x="313933" y="105899"/>
                  <a:pt x="313933" y="88395"/>
                </a:cubicBezTo>
                <a:cubicBezTo>
                  <a:pt x="313933" y="71895"/>
                  <a:pt x="317384" y="59587"/>
                  <a:pt x="324285" y="51471"/>
                </a:cubicBezTo>
                <a:cubicBezTo>
                  <a:pt x="331187" y="43356"/>
                  <a:pt x="341036" y="39298"/>
                  <a:pt x="353834" y="39298"/>
                </a:cubicBezTo>
                <a:cubicBezTo>
                  <a:pt x="378022" y="39298"/>
                  <a:pt x="390116" y="53033"/>
                  <a:pt x="390116" y="80505"/>
                </a:cubicBezTo>
                <a:lnTo>
                  <a:pt x="390116" y="88746"/>
                </a:lnTo>
                <a:lnTo>
                  <a:pt x="332024" y="88746"/>
                </a:lnTo>
                <a:moveTo>
                  <a:pt x="353834" y="47338"/>
                </a:moveTo>
                <a:cubicBezTo>
                  <a:pt x="346865" y="47338"/>
                  <a:pt x="341522" y="50152"/>
                  <a:pt x="337803" y="55781"/>
                </a:cubicBezTo>
                <a:cubicBezTo>
                  <a:pt x="334084" y="61409"/>
                  <a:pt x="332225" y="69717"/>
                  <a:pt x="332225" y="80706"/>
                </a:cubicBezTo>
                <a:lnTo>
                  <a:pt x="372628" y="80706"/>
                </a:lnTo>
                <a:cubicBezTo>
                  <a:pt x="372628" y="68712"/>
                  <a:pt x="371087" y="60153"/>
                  <a:pt x="368005" y="55027"/>
                </a:cubicBezTo>
                <a:cubicBezTo>
                  <a:pt x="364923" y="49901"/>
                  <a:pt x="360199" y="47338"/>
                  <a:pt x="353834" y="47338"/>
                </a:cubicBezTo>
                <a:close/>
                <a:moveTo>
                  <a:pt x="535172" y="136386"/>
                </a:moveTo>
                <a:lnTo>
                  <a:pt x="531654" y="136386"/>
                </a:lnTo>
                <a:lnTo>
                  <a:pt x="482306" y="20403"/>
                </a:lnTo>
                <a:lnTo>
                  <a:pt x="482306" y="128345"/>
                </a:lnTo>
                <a:lnTo>
                  <a:pt x="500397" y="131059"/>
                </a:lnTo>
                <a:lnTo>
                  <a:pt x="500397" y="136386"/>
                </a:lnTo>
                <a:lnTo>
                  <a:pt x="454466" y="136386"/>
                </a:lnTo>
                <a:lnTo>
                  <a:pt x="454466" y="131059"/>
                </a:lnTo>
                <a:lnTo>
                  <a:pt x="471753" y="128345"/>
                </a:lnTo>
                <a:lnTo>
                  <a:pt x="471753" y="9448"/>
                </a:lnTo>
                <a:lnTo>
                  <a:pt x="454466" y="6834"/>
                </a:lnTo>
                <a:lnTo>
                  <a:pt x="454466" y="1508"/>
                </a:lnTo>
                <a:lnTo>
                  <a:pt x="495271" y="1508"/>
                </a:lnTo>
                <a:lnTo>
                  <a:pt x="539092" y="104099"/>
                </a:lnTo>
                <a:lnTo>
                  <a:pt x="586932" y="1508"/>
                </a:lnTo>
                <a:lnTo>
                  <a:pt x="625526" y="1508"/>
                </a:lnTo>
                <a:lnTo>
                  <a:pt x="625526" y="6834"/>
                </a:lnTo>
                <a:lnTo>
                  <a:pt x="608239" y="9448"/>
                </a:lnTo>
                <a:lnTo>
                  <a:pt x="608239" y="128345"/>
                </a:lnTo>
                <a:lnTo>
                  <a:pt x="625526" y="131059"/>
                </a:lnTo>
                <a:lnTo>
                  <a:pt x="625526" y="136386"/>
                </a:lnTo>
                <a:lnTo>
                  <a:pt x="570851" y="136386"/>
                </a:lnTo>
                <a:lnTo>
                  <a:pt x="570851" y="131059"/>
                </a:lnTo>
                <a:lnTo>
                  <a:pt x="588942" y="128345"/>
                </a:lnTo>
                <a:lnTo>
                  <a:pt x="588942" y="20403"/>
                </a:lnTo>
                <a:lnTo>
                  <a:pt x="535172" y="136386"/>
                </a:lnTo>
                <a:close/>
                <a:moveTo>
                  <a:pt x="662982" y="109450"/>
                </a:moveTo>
                <a:cubicBezTo>
                  <a:pt x="662982" y="120975"/>
                  <a:pt x="668342" y="126737"/>
                  <a:pt x="679063" y="126737"/>
                </a:cubicBezTo>
                <a:cubicBezTo>
                  <a:pt x="687371" y="126737"/>
                  <a:pt x="695144" y="125699"/>
                  <a:pt x="702380" y="123622"/>
                </a:cubicBezTo>
                <a:lnTo>
                  <a:pt x="702380" y="48946"/>
                </a:lnTo>
                <a:lnTo>
                  <a:pt x="688108" y="46434"/>
                </a:lnTo>
                <a:lnTo>
                  <a:pt x="688108" y="41911"/>
                </a:lnTo>
                <a:lnTo>
                  <a:pt x="718963" y="41911"/>
                </a:lnTo>
                <a:lnTo>
                  <a:pt x="718963" y="129351"/>
                </a:lnTo>
                <a:lnTo>
                  <a:pt x="730924" y="131863"/>
                </a:lnTo>
                <a:lnTo>
                  <a:pt x="730924" y="136386"/>
                </a:lnTo>
                <a:lnTo>
                  <a:pt x="703385" y="136386"/>
                </a:lnTo>
                <a:lnTo>
                  <a:pt x="702581" y="128747"/>
                </a:lnTo>
                <a:cubicBezTo>
                  <a:pt x="697824" y="131361"/>
                  <a:pt x="692329" y="133622"/>
                  <a:pt x="686098" y="135532"/>
                </a:cubicBezTo>
                <a:cubicBezTo>
                  <a:pt x="679867" y="137441"/>
                  <a:pt x="674641" y="138396"/>
                  <a:pt x="670419" y="138396"/>
                </a:cubicBezTo>
                <a:cubicBezTo>
                  <a:pt x="654338" y="138396"/>
                  <a:pt x="646298" y="129150"/>
                  <a:pt x="646298" y="110657"/>
                </a:cubicBezTo>
                <a:lnTo>
                  <a:pt x="646298" y="48946"/>
                </a:lnTo>
                <a:lnTo>
                  <a:pt x="634237" y="46434"/>
                </a:lnTo>
                <a:lnTo>
                  <a:pt x="634237" y="41911"/>
                </a:lnTo>
                <a:lnTo>
                  <a:pt x="662982" y="41911"/>
                </a:lnTo>
                <a:lnTo>
                  <a:pt x="662982" y="109450"/>
                </a:lnTo>
                <a:close/>
                <a:moveTo>
                  <a:pt x="768010" y="138396"/>
                </a:moveTo>
                <a:cubicBezTo>
                  <a:pt x="761578" y="138396"/>
                  <a:pt x="756770" y="136486"/>
                  <a:pt x="753588" y="132667"/>
                </a:cubicBezTo>
                <a:cubicBezTo>
                  <a:pt x="750405" y="128848"/>
                  <a:pt x="748814" y="123488"/>
                  <a:pt x="748814" y="116586"/>
                </a:cubicBezTo>
                <a:lnTo>
                  <a:pt x="748814" y="50353"/>
                </a:lnTo>
                <a:lnTo>
                  <a:pt x="736452" y="50353"/>
                </a:lnTo>
                <a:lnTo>
                  <a:pt x="736452" y="45830"/>
                </a:lnTo>
                <a:lnTo>
                  <a:pt x="749015" y="41911"/>
                </a:lnTo>
                <a:lnTo>
                  <a:pt x="759166" y="20503"/>
                </a:lnTo>
                <a:lnTo>
                  <a:pt x="765498" y="20503"/>
                </a:lnTo>
                <a:lnTo>
                  <a:pt x="765498" y="41911"/>
                </a:lnTo>
                <a:lnTo>
                  <a:pt x="787106" y="41911"/>
                </a:lnTo>
                <a:lnTo>
                  <a:pt x="787106" y="50353"/>
                </a:lnTo>
                <a:lnTo>
                  <a:pt x="765498" y="50353"/>
                </a:lnTo>
                <a:lnTo>
                  <a:pt x="765498" y="114777"/>
                </a:lnTo>
                <a:cubicBezTo>
                  <a:pt x="765498" y="119132"/>
                  <a:pt x="766486" y="122416"/>
                  <a:pt x="768463" y="124627"/>
                </a:cubicBezTo>
                <a:cubicBezTo>
                  <a:pt x="770439" y="126838"/>
                  <a:pt x="773036" y="127943"/>
                  <a:pt x="776252" y="127943"/>
                </a:cubicBezTo>
                <a:cubicBezTo>
                  <a:pt x="780138" y="127943"/>
                  <a:pt x="784862" y="127407"/>
                  <a:pt x="790423" y="126335"/>
                </a:cubicBezTo>
                <a:lnTo>
                  <a:pt x="790423" y="132868"/>
                </a:lnTo>
                <a:cubicBezTo>
                  <a:pt x="788078" y="134476"/>
                  <a:pt x="784694" y="135800"/>
                  <a:pt x="780272" y="136838"/>
                </a:cubicBezTo>
                <a:cubicBezTo>
                  <a:pt x="775850" y="137877"/>
                  <a:pt x="771762" y="138396"/>
                  <a:pt x="768010" y="138396"/>
                </a:cubicBezTo>
                <a:close/>
                <a:moveTo>
                  <a:pt x="838193" y="39700"/>
                </a:moveTo>
                <a:cubicBezTo>
                  <a:pt x="848512" y="39700"/>
                  <a:pt x="856100" y="41813"/>
                  <a:pt x="860957" y="46041"/>
                </a:cubicBezTo>
                <a:cubicBezTo>
                  <a:pt x="865815" y="50266"/>
                  <a:pt x="868244" y="56738"/>
                  <a:pt x="868244" y="65457"/>
                </a:cubicBezTo>
                <a:lnTo>
                  <a:pt x="868244" y="129351"/>
                </a:lnTo>
                <a:lnTo>
                  <a:pt x="880003" y="131863"/>
                </a:lnTo>
                <a:lnTo>
                  <a:pt x="880003" y="136386"/>
                </a:lnTo>
                <a:lnTo>
                  <a:pt x="854073" y="136386"/>
                </a:lnTo>
                <a:lnTo>
                  <a:pt x="852163" y="126938"/>
                </a:lnTo>
                <a:cubicBezTo>
                  <a:pt x="844525" y="134577"/>
                  <a:pt x="834776" y="138396"/>
                  <a:pt x="822916" y="138396"/>
                </a:cubicBezTo>
                <a:cubicBezTo>
                  <a:pt x="806768" y="138396"/>
                  <a:pt x="798694" y="128999"/>
                  <a:pt x="798694" y="110204"/>
                </a:cubicBezTo>
                <a:cubicBezTo>
                  <a:pt x="798694" y="103895"/>
                  <a:pt x="799917" y="98678"/>
                  <a:pt x="802363" y="94551"/>
                </a:cubicBezTo>
                <a:cubicBezTo>
                  <a:pt x="804808" y="90421"/>
                  <a:pt x="808711" y="87266"/>
                  <a:pt x="814072" y="85084"/>
                </a:cubicBezTo>
                <a:cubicBezTo>
                  <a:pt x="819432" y="82902"/>
                  <a:pt x="827204" y="81711"/>
                  <a:pt x="837389" y="81510"/>
                </a:cubicBezTo>
                <a:lnTo>
                  <a:pt x="851560" y="81108"/>
                </a:lnTo>
                <a:lnTo>
                  <a:pt x="851560" y="66334"/>
                </a:lnTo>
                <a:cubicBezTo>
                  <a:pt x="851560" y="59834"/>
                  <a:pt x="850371" y="55043"/>
                  <a:pt x="847992" y="51961"/>
                </a:cubicBezTo>
                <a:cubicBezTo>
                  <a:pt x="845614" y="48879"/>
                  <a:pt x="841945" y="47338"/>
                  <a:pt x="836987" y="47338"/>
                </a:cubicBezTo>
                <a:cubicBezTo>
                  <a:pt x="830287" y="47338"/>
                  <a:pt x="824156" y="48913"/>
                  <a:pt x="818594" y="52062"/>
                </a:cubicBezTo>
                <a:lnTo>
                  <a:pt x="815177" y="63821"/>
                </a:lnTo>
                <a:lnTo>
                  <a:pt x="809549" y="63821"/>
                </a:lnTo>
                <a:lnTo>
                  <a:pt x="809549" y="43217"/>
                </a:lnTo>
                <a:cubicBezTo>
                  <a:pt x="820404" y="40872"/>
                  <a:pt x="829952" y="39700"/>
                  <a:pt x="838193" y="39700"/>
                </a:cubicBezTo>
                <a:moveTo>
                  <a:pt x="851560" y="88143"/>
                </a:moveTo>
                <a:lnTo>
                  <a:pt x="838394" y="88545"/>
                </a:lnTo>
                <a:cubicBezTo>
                  <a:pt x="829416" y="88882"/>
                  <a:pt x="823335" y="90630"/>
                  <a:pt x="820152" y="93787"/>
                </a:cubicBezTo>
                <a:cubicBezTo>
                  <a:pt x="816970" y="96943"/>
                  <a:pt x="815378" y="102216"/>
                  <a:pt x="815378" y="109607"/>
                </a:cubicBezTo>
                <a:cubicBezTo>
                  <a:pt x="815378" y="121429"/>
                  <a:pt x="820169" y="127340"/>
                  <a:pt x="829751" y="127340"/>
                </a:cubicBezTo>
                <a:cubicBezTo>
                  <a:pt x="834307" y="127340"/>
                  <a:pt x="838243" y="126821"/>
                  <a:pt x="841560" y="125783"/>
                </a:cubicBezTo>
                <a:cubicBezTo>
                  <a:pt x="844877" y="124744"/>
                  <a:pt x="848210" y="123421"/>
                  <a:pt x="851560" y="121813"/>
                </a:cubicBezTo>
                <a:lnTo>
                  <a:pt x="851560" y="88143"/>
                </a:lnTo>
                <a:close/>
                <a:moveTo>
                  <a:pt x="916212" y="138396"/>
                </a:moveTo>
                <a:cubicBezTo>
                  <a:pt x="909779" y="138396"/>
                  <a:pt x="904972" y="136486"/>
                  <a:pt x="901789" y="132667"/>
                </a:cubicBezTo>
                <a:cubicBezTo>
                  <a:pt x="898606" y="128848"/>
                  <a:pt x="897015" y="123488"/>
                  <a:pt x="897015" y="116586"/>
                </a:cubicBezTo>
                <a:lnTo>
                  <a:pt x="897015" y="50353"/>
                </a:lnTo>
                <a:lnTo>
                  <a:pt x="884653" y="50353"/>
                </a:lnTo>
                <a:lnTo>
                  <a:pt x="884653" y="45830"/>
                </a:lnTo>
                <a:lnTo>
                  <a:pt x="897216" y="41911"/>
                </a:lnTo>
                <a:lnTo>
                  <a:pt x="907367" y="20503"/>
                </a:lnTo>
                <a:lnTo>
                  <a:pt x="913699" y="20503"/>
                </a:lnTo>
                <a:lnTo>
                  <a:pt x="913699" y="41911"/>
                </a:lnTo>
                <a:lnTo>
                  <a:pt x="935308" y="41911"/>
                </a:lnTo>
                <a:lnTo>
                  <a:pt x="935308" y="50353"/>
                </a:lnTo>
                <a:lnTo>
                  <a:pt x="913699" y="50353"/>
                </a:lnTo>
                <a:lnTo>
                  <a:pt x="913699" y="114777"/>
                </a:lnTo>
                <a:cubicBezTo>
                  <a:pt x="913699" y="119132"/>
                  <a:pt x="914687" y="122416"/>
                  <a:pt x="916664" y="124627"/>
                </a:cubicBezTo>
                <a:cubicBezTo>
                  <a:pt x="918640" y="126838"/>
                  <a:pt x="921237" y="127943"/>
                  <a:pt x="924453" y="127943"/>
                </a:cubicBezTo>
                <a:cubicBezTo>
                  <a:pt x="928339" y="127943"/>
                  <a:pt x="933063" y="127407"/>
                  <a:pt x="938624" y="126335"/>
                </a:cubicBezTo>
                <a:lnTo>
                  <a:pt x="938624" y="132868"/>
                </a:lnTo>
                <a:cubicBezTo>
                  <a:pt x="936279" y="134476"/>
                  <a:pt x="932896" y="135800"/>
                  <a:pt x="928473" y="136838"/>
                </a:cubicBezTo>
                <a:cubicBezTo>
                  <a:pt x="924051" y="137877"/>
                  <a:pt x="919964" y="138396"/>
                  <a:pt x="916212" y="138396"/>
                </a:cubicBezTo>
                <a:close/>
                <a:moveTo>
                  <a:pt x="977751" y="10955"/>
                </a:moveTo>
                <a:cubicBezTo>
                  <a:pt x="977751" y="13903"/>
                  <a:pt x="976679" y="16449"/>
                  <a:pt x="974535" y="18594"/>
                </a:cubicBezTo>
                <a:cubicBezTo>
                  <a:pt x="972391" y="20738"/>
                  <a:pt x="969811" y="21810"/>
                  <a:pt x="966796" y="21810"/>
                </a:cubicBezTo>
                <a:cubicBezTo>
                  <a:pt x="963848" y="21810"/>
                  <a:pt x="961302" y="20738"/>
                  <a:pt x="959157" y="18594"/>
                </a:cubicBezTo>
                <a:cubicBezTo>
                  <a:pt x="957013" y="16449"/>
                  <a:pt x="955941" y="13903"/>
                  <a:pt x="955941" y="10955"/>
                </a:cubicBezTo>
                <a:cubicBezTo>
                  <a:pt x="955941" y="7940"/>
                  <a:pt x="957013" y="5360"/>
                  <a:pt x="959157" y="3216"/>
                </a:cubicBezTo>
                <a:cubicBezTo>
                  <a:pt x="961302" y="1072"/>
                  <a:pt x="963848" y="0"/>
                  <a:pt x="966796" y="0"/>
                </a:cubicBezTo>
                <a:cubicBezTo>
                  <a:pt x="969811" y="0"/>
                  <a:pt x="972391" y="1072"/>
                  <a:pt x="974535" y="3216"/>
                </a:cubicBezTo>
                <a:cubicBezTo>
                  <a:pt x="976679" y="5360"/>
                  <a:pt x="977751" y="7940"/>
                  <a:pt x="977751" y="10955"/>
                </a:cubicBezTo>
                <a:moveTo>
                  <a:pt x="976746" y="129351"/>
                </a:moveTo>
                <a:lnTo>
                  <a:pt x="992927" y="131863"/>
                </a:lnTo>
                <a:lnTo>
                  <a:pt x="992927" y="136386"/>
                </a:lnTo>
                <a:lnTo>
                  <a:pt x="943981" y="136386"/>
                </a:lnTo>
                <a:lnTo>
                  <a:pt x="943981" y="131863"/>
                </a:lnTo>
                <a:lnTo>
                  <a:pt x="960062" y="129351"/>
                </a:lnTo>
                <a:lnTo>
                  <a:pt x="960062" y="48946"/>
                </a:lnTo>
                <a:lnTo>
                  <a:pt x="946695" y="46434"/>
                </a:lnTo>
                <a:lnTo>
                  <a:pt x="946695" y="41911"/>
                </a:lnTo>
                <a:lnTo>
                  <a:pt x="976746" y="41911"/>
                </a:lnTo>
                <a:lnTo>
                  <a:pt x="976746" y="129351"/>
                </a:lnTo>
                <a:close/>
                <a:moveTo>
                  <a:pt x="1091754" y="88596"/>
                </a:moveTo>
                <a:cubicBezTo>
                  <a:pt x="1091754" y="121796"/>
                  <a:pt x="1077014" y="138396"/>
                  <a:pt x="1047532" y="138396"/>
                </a:cubicBezTo>
                <a:cubicBezTo>
                  <a:pt x="1033327" y="138396"/>
                  <a:pt x="1022607" y="134137"/>
                  <a:pt x="1015370" y="125619"/>
                </a:cubicBezTo>
                <a:cubicBezTo>
                  <a:pt x="1008134" y="117101"/>
                  <a:pt x="1004516" y="104760"/>
                  <a:pt x="1004516" y="88596"/>
                </a:cubicBezTo>
                <a:cubicBezTo>
                  <a:pt x="1004516" y="72632"/>
                  <a:pt x="1008134" y="60425"/>
                  <a:pt x="1015370" y="51974"/>
                </a:cubicBezTo>
                <a:cubicBezTo>
                  <a:pt x="1022607" y="43523"/>
                  <a:pt x="1033595" y="39298"/>
                  <a:pt x="1048336" y="39298"/>
                </a:cubicBezTo>
                <a:cubicBezTo>
                  <a:pt x="1062675" y="39298"/>
                  <a:pt x="1073496" y="43439"/>
                  <a:pt x="1080799" y="51723"/>
                </a:cubicBezTo>
                <a:cubicBezTo>
                  <a:pt x="1088103" y="60006"/>
                  <a:pt x="1091754" y="72297"/>
                  <a:pt x="1091754" y="88596"/>
                </a:cubicBezTo>
                <a:moveTo>
                  <a:pt x="1073663" y="88596"/>
                </a:moveTo>
                <a:cubicBezTo>
                  <a:pt x="1073663" y="74106"/>
                  <a:pt x="1071553" y="63607"/>
                  <a:pt x="1067332" y="57100"/>
                </a:cubicBezTo>
                <a:cubicBezTo>
                  <a:pt x="1063110" y="50592"/>
                  <a:pt x="1056510" y="47338"/>
                  <a:pt x="1047532" y="47338"/>
                </a:cubicBezTo>
                <a:cubicBezTo>
                  <a:pt x="1038754" y="47338"/>
                  <a:pt x="1032406" y="50458"/>
                  <a:pt x="1028486" y="56698"/>
                </a:cubicBezTo>
                <a:cubicBezTo>
                  <a:pt x="1024566" y="62935"/>
                  <a:pt x="1022607" y="73568"/>
                  <a:pt x="1022607" y="88596"/>
                </a:cubicBezTo>
                <a:cubicBezTo>
                  <a:pt x="1022607" y="103824"/>
                  <a:pt x="1024600" y="114609"/>
                  <a:pt x="1028587" y="120949"/>
                </a:cubicBezTo>
                <a:cubicBezTo>
                  <a:pt x="1032573" y="127287"/>
                  <a:pt x="1038888" y="130456"/>
                  <a:pt x="1047532" y="130456"/>
                </a:cubicBezTo>
                <a:cubicBezTo>
                  <a:pt x="1056376" y="130456"/>
                  <a:pt x="1062943" y="127169"/>
                  <a:pt x="1067231" y="120594"/>
                </a:cubicBezTo>
                <a:cubicBezTo>
                  <a:pt x="1071519" y="114019"/>
                  <a:pt x="1073663" y="103353"/>
                  <a:pt x="1073663" y="88596"/>
                </a:cubicBezTo>
                <a:close/>
                <a:moveTo>
                  <a:pt x="1132157" y="49449"/>
                </a:moveTo>
                <a:cubicBezTo>
                  <a:pt x="1137317" y="46501"/>
                  <a:pt x="1142811" y="44072"/>
                  <a:pt x="1148640" y="42162"/>
                </a:cubicBezTo>
                <a:cubicBezTo>
                  <a:pt x="1154470" y="40252"/>
                  <a:pt x="1159327" y="39298"/>
                  <a:pt x="1163214" y="39298"/>
                </a:cubicBezTo>
                <a:cubicBezTo>
                  <a:pt x="1171388" y="39298"/>
                  <a:pt x="1177552" y="41679"/>
                  <a:pt x="1181707" y="46443"/>
                </a:cubicBezTo>
                <a:cubicBezTo>
                  <a:pt x="1185861" y="51204"/>
                  <a:pt x="1187938" y="58113"/>
                  <a:pt x="1187938" y="67169"/>
                </a:cubicBezTo>
                <a:lnTo>
                  <a:pt x="1187938" y="129351"/>
                </a:lnTo>
                <a:lnTo>
                  <a:pt x="1199396" y="131863"/>
                </a:lnTo>
                <a:lnTo>
                  <a:pt x="1199396" y="136386"/>
                </a:lnTo>
                <a:lnTo>
                  <a:pt x="1158691" y="136386"/>
                </a:lnTo>
                <a:lnTo>
                  <a:pt x="1158691" y="131863"/>
                </a:lnTo>
                <a:lnTo>
                  <a:pt x="1171254" y="129351"/>
                </a:lnTo>
                <a:lnTo>
                  <a:pt x="1171254" y="68969"/>
                </a:lnTo>
                <a:cubicBezTo>
                  <a:pt x="1171254" y="63401"/>
                  <a:pt x="1169897" y="59024"/>
                  <a:pt x="1167184" y="55837"/>
                </a:cubicBezTo>
                <a:cubicBezTo>
                  <a:pt x="1164470" y="52650"/>
                  <a:pt x="1160265" y="51057"/>
                  <a:pt x="1154570" y="51057"/>
                </a:cubicBezTo>
                <a:cubicBezTo>
                  <a:pt x="1148540" y="51057"/>
                  <a:pt x="1141136" y="52028"/>
                  <a:pt x="1132358" y="53971"/>
                </a:cubicBezTo>
                <a:lnTo>
                  <a:pt x="1132358" y="129351"/>
                </a:lnTo>
                <a:lnTo>
                  <a:pt x="1145123" y="131863"/>
                </a:lnTo>
                <a:lnTo>
                  <a:pt x="1145123" y="136386"/>
                </a:lnTo>
                <a:lnTo>
                  <a:pt x="1104317" y="136386"/>
                </a:lnTo>
                <a:lnTo>
                  <a:pt x="1104317" y="131863"/>
                </a:lnTo>
                <a:lnTo>
                  <a:pt x="1115674" y="129351"/>
                </a:lnTo>
                <a:lnTo>
                  <a:pt x="1115674" y="48946"/>
                </a:lnTo>
                <a:lnTo>
                  <a:pt x="1104317" y="46434"/>
                </a:lnTo>
                <a:lnTo>
                  <a:pt x="1104317" y="41911"/>
                </a:lnTo>
                <a:lnTo>
                  <a:pt x="1131253" y="41911"/>
                </a:lnTo>
                <a:lnTo>
                  <a:pt x="1132157" y="49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Target">
            <a:extLst xmlns:a="http://schemas.openxmlformats.org/drawingml/2006/main">
              <a:ext uri="{FF2B5EF4-FFF2-40B4-BE49-F238E27FC236}">
                <a16:creationId xmlns:a16="http://schemas.microsoft.com/office/drawing/2014/main" id="{9EDE27CC-AA43-46F1-9EE7-59156885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" y="1796261"/>
            <a:ext cx="513539" cy="179302"/>
          </a:xfrm>
          <a:custGeom xmlns:a="http://schemas.openxmlformats.org/drawingml/2006/main">
            <a:pathLst>
              <a:path w="513539" h="179302">
                <a:moveTo>
                  <a:pt x="27941" y="134878"/>
                </a:moveTo>
                <a:lnTo>
                  <a:pt x="27941" y="129552"/>
                </a:lnTo>
                <a:lnTo>
                  <a:pt x="49348" y="126838"/>
                </a:lnTo>
                <a:lnTo>
                  <a:pt x="49348" y="8643"/>
                </a:lnTo>
                <a:lnTo>
                  <a:pt x="44222" y="8643"/>
                </a:lnTo>
                <a:cubicBezTo>
                  <a:pt x="27270" y="8643"/>
                  <a:pt x="15679" y="9310"/>
                  <a:pt x="9448" y="10644"/>
                </a:cubicBezTo>
                <a:lnTo>
                  <a:pt x="6734" y="31559"/>
                </a:lnTo>
                <a:lnTo>
                  <a:pt x="0" y="31559"/>
                </a:lnTo>
                <a:lnTo>
                  <a:pt x="0" y="0"/>
                </a:lnTo>
                <a:lnTo>
                  <a:pt x="118596" y="0"/>
                </a:lnTo>
                <a:lnTo>
                  <a:pt x="118596" y="31559"/>
                </a:lnTo>
                <a:lnTo>
                  <a:pt x="111762" y="31559"/>
                </a:lnTo>
                <a:lnTo>
                  <a:pt x="109048" y="10644"/>
                </a:lnTo>
                <a:cubicBezTo>
                  <a:pt x="107038" y="10177"/>
                  <a:pt x="102650" y="9761"/>
                  <a:pt x="95882" y="9394"/>
                </a:cubicBezTo>
                <a:cubicBezTo>
                  <a:pt x="89115" y="9028"/>
                  <a:pt x="81711" y="8844"/>
                  <a:pt x="73670" y="8844"/>
                </a:cubicBezTo>
                <a:lnTo>
                  <a:pt x="68746" y="8844"/>
                </a:lnTo>
                <a:lnTo>
                  <a:pt x="68746" y="126838"/>
                </a:lnTo>
                <a:lnTo>
                  <a:pt x="90153" y="129552"/>
                </a:lnTo>
                <a:lnTo>
                  <a:pt x="90153" y="134878"/>
                </a:lnTo>
                <a:lnTo>
                  <a:pt x="27941" y="134878"/>
                </a:lnTo>
                <a:close/>
                <a:moveTo>
                  <a:pt x="154167" y="38192"/>
                </a:moveTo>
                <a:cubicBezTo>
                  <a:pt x="164486" y="38192"/>
                  <a:pt x="172074" y="40306"/>
                  <a:pt x="176932" y="44533"/>
                </a:cubicBezTo>
                <a:cubicBezTo>
                  <a:pt x="181790" y="48759"/>
                  <a:pt x="184218" y="55231"/>
                  <a:pt x="184218" y="63950"/>
                </a:cubicBezTo>
                <a:lnTo>
                  <a:pt x="184218" y="127843"/>
                </a:lnTo>
                <a:lnTo>
                  <a:pt x="195978" y="130356"/>
                </a:lnTo>
                <a:lnTo>
                  <a:pt x="195978" y="134878"/>
                </a:lnTo>
                <a:lnTo>
                  <a:pt x="170047" y="134878"/>
                </a:lnTo>
                <a:lnTo>
                  <a:pt x="168138" y="125431"/>
                </a:lnTo>
                <a:cubicBezTo>
                  <a:pt x="160499" y="133069"/>
                  <a:pt x="150750" y="136888"/>
                  <a:pt x="138890" y="136888"/>
                </a:cubicBezTo>
                <a:cubicBezTo>
                  <a:pt x="122743" y="136888"/>
                  <a:pt x="114669" y="127491"/>
                  <a:pt x="114669" y="108697"/>
                </a:cubicBezTo>
                <a:cubicBezTo>
                  <a:pt x="114669" y="102388"/>
                  <a:pt x="115891" y="97170"/>
                  <a:pt x="118337" y="93043"/>
                </a:cubicBezTo>
                <a:cubicBezTo>
                  <a:pt x="120783" y="88914"/>
                  <a:pt x="124686" y="85758"/>
                  <a:pt x="130046" y="83577"/>
                </a:cubicBezTo>
                <a:cubicBezTo>
                  <a:pt x="135406" y="81395"/>
                  <a:pt x="143179" y="80203"/>
                  <a:pt x="153363" y="80002"/>
                </a:cubicBezTo>
                <a:lnTo>
                  <a:pt x="167535" y="79600"/>
                </a:lnTo>
                <a:lnTo>
                  <a:pt x="167535" y="64826"/>
                </a:lnTo>
                <a:cubicBezTo>
                  <a:pt x="167535" y="58327"/>
                  <a:pt x="166345" y="53536"/>
                  <a:pt x="163967" y="50454"/>
                </a:cubicBezTo>
                <a:cubicBezTo>
                  <a:pt x="161588" y="47372"/>
                  <a:pt x="157920" y="45830"/>
                  <a:pt x="152961" y="45830"/>
                </a:cubicBezTo>
                <a:cubicBezTo>
                  <a:pt x="146261" y="45830"/>
                  <a:pt x="140130" y="47405"/>
                  <a:pt x="134569" y="50554"/>
                </a:cubicBezTo>
                <a:lnTo>
                  <a:pt x="131152" y="62313"/>
                </a:lnTo>
                <a:lnTo>
                  <a:pt x="125523" y="62313"/>
                </a:lnTo>
                <a:lnTo>
                  <a:pt x="125523" y="41710"/>
                </a:lnTo>
                <a:cubicBezTo>
                  <a:pt x="136378" y="39365"/>
                  <a:pt x="145926" y="38192"/>
                  <a:pt x="154167" y="38192"/>
                </a:cubicBezTo>
                <a:moveTo>
                  <a:pt x="167535" y="86636"/>
                </a:moveTo>
                <a:lnTo>
                  <a:pt x="154368" y="87038"/>
                </a:lnTo>
                <a:cubicBezTo>
                  <a:pt x="145390" y="87375"/>
                  <a:pt x="139309" y="89122"/>
                  <a:pt x="136127" y="92280"/>
                </a:cubicBezTo>
                <a:cubicBezTo>
                  <a:pt x="132944" y="95435"/>
                  <a:pt x="131353" y="100709"/>
                  <a:pt x="131353" y="108100"/>
                </a:cubicBezTo>
                <a:cubicBezTo>
                  <a:pt x="131353" y="119922"/>
                  <a:pt x="136143" y="125833"/>
                  <a:pt x="145725" y="125833"/>
                </a:cubicBezTo>
                <a:cubicBezTo>
                  <a:pt x="150281" y="125833"/>
                  <a:pt x="154218" y="125314"/>
                  <a:pt x="157534" y="124275"/>
                </a:cubicBezTo>
                <a:cubicBezTo>
                  <a:pt x="160851" y="123236"/>
                  <a:pt x="164184" y="121913"/>
                  <a:pt x="167535" y="120305"/>
                </a:cubicBezTo>
                <a:lnTo>
                  <a:pt x="167535" y="86636"/>
                </a:lnTo>
                <a:close/>
                <a:moveTo>
                  <a:pt x="265353" y="37790"/>
                </a:moveTo>
                <a:lnTo>
                  <a:pt x="265353" y="63318"/>
                </a:lnTo>
                <a:lnTo>
                  <a:pt x="261031" y="63318"/>
                </a:lnTo>
                <a:lnTo>
                  <a:pt x="255202" y="52263"/>
                </a:lnTo>
                <a:cubicBezTo>
                  <a:pt x="251852" y="52263"/>
                  <a:pt x="247882" y="52715"/>
                  <a:pt x="243292" y="53620"/>
                </a:cubicBezTo>
                <a:cubicBezTo>
                  <a:pt x="238702" y="54524"/>
                  <a:pt x="234732" y="55714"/>
                  <a:pt x="231382" y="57188"/>
                </a:cubicBezTo>
                <a:lnTo>
                  <a:pt x="231382" y="127843"/>
                </a:lnTo>
                <a:lnTo>
                  <a:pt x="247563" y="130356"/>
                </a:lnTo>
                <a:lnTo>
                  <a:pt x="247563" y="134878"/>
                </a:lnTo>
                <a:lnTo>
                  <a:pt x="202738" y="134878"/>
                </a:lnTo>
                <a:lnTo>
                  <a:pt x="202738" y="130356"/>
                </a:lnTo>
                <a:lnTo>
                  <a:pt x="214698" y="127843"/>
                </a:lnTo>
                <a:lnTo>
                  <a:pt x="214698" y="47439"/>
                </a:lnTo>
                <a:lnTo>
                  <a:pt x="202738" y="44926"/>
                </a:lnTo>
                <a:lnTo>
                  <a:pt x="202738" y="40403"/>
                </a:lnTo>
                <a:lnTo>
                  <a:pt x="230276" y="40403"/>
                </a:lnTo>
                <a:lnTo>
                  <a:pt x="231181" y="52062"/>
                </a:lnTo>
                <a:cubicBezTo>
                  <a:pt x="235201" y="48712"/>
                  <a:pt x="240645" y="45495"/>
                  <a:pt x="247513" y="42413"/>
                </a:cubicBezTo>
                <a:cubicBezTo>
                  <a:pt x="254381" y="39331"/>
                  <a:pt x="259825" y="37790"/>
                  <a:pt x="263845" y="37790"/>
                </a:cubicBezTo>
                <a:lnTo>
                  <a:pt x="265353" y="37790"/>
                </a:lnTo>
                <a:close/>
                <a:moveTo>
                  <a:pt x="350895" y="70153"/>
                </a:moveTo>
                <a:cubicBezTo>
                  <a:pt x="350895" y="81007"/>
                  <a:pt x="347645" y="89215"/>
                  <a:pt x="341146" y="94777"/>
                </a:cubicBezTo>
                <a:cubicBezTo>
                  <a:pt x="334647" y="100338"/>
                  <a:pt x="325300" y="103119"/>
                  <a:pt x="313105" y="103119"/>
                </a:cubicBezTo>
                <a:cubicBezTo>
                  <a:pt x="307611" y="103119"/>
                  <a:pt x="302518" y="102616"/>
                  <a:pt x="297828" y="101611"/>
                </a:cubicBezTo>
                <a:lnTo>
                  <a:pt x="291496" y="114853"/>
                </a:lnTo>
                <a:cubicBezTo>
                  <a:pt x="291697" y="115998"/>
                  <a:pt x="293004" y="117076"/>
                  <a:pt x="295416" y="118088"/>
                </a:cubicBezTo>
                <a:cubicBezTo>
                  <a:pt x="297828" y="119097"/>
                  <a:pt x="300843" y="119601"/>
                  <a:pt x="304462" y="119601"/>
                </a:cubicBezTo>
                <a:lnTo>
                  <a:pt x="332402" y="119601"/>
                </a:lnTo>
                <a:cubicBezTo>
                  <a:pt x="342587" y="119601"/>
                  <a:pt x="350141" y="121813"/>
                  <a:pt x="355066" y="126235"/>
                </a:cubicBezTo>
                <a:cubicBezTo>
                  <a:pt x="359991" y="130657"/>
                  <a:pt x="362453" y="136754"/>
                  <a:pt x="362453" y="144527"/>
                </a:cubicBezTo>
                <a:cubicBezTo>
                  <a:pt x="362453" y="151562"/>
                  <a:pt x="360493" y="157693"/>
                  <a:pt x="356574" y="162919"/>
                </a:cubicBezTo>
                <a:cubicBezTo>
                  <a:pt x="352654" y="168146"/>
                  <a:pt x="346908" y="172183"/>
                  <a:pt x="339337" y="175030"/>
                </a:cubicBezTo>
                <a:cubicBezTo>
                  <a:pt x="331766" y="177878"/>
                  <a:pt x="322586" y="179302"/>
                  <a:pt x="311798" y="179302"/>
                </a:cubicBezTo>
                <a:cubicBezTo>
                  <a:pt x="298934" y="179302"/>
                  <a:pt x="289134" y="177325"/>
                  <a:pt x="282401" y="173372"/>
                </a:cubicBezTo>
                <a:cubicBezTo>
                  <a:pt x="275667" y="169419"/>
                  <a:pt x="272300" y="163790"/>
                  <a:pt x="272300" y="156487"/>
                </a:cubicBezTo>
                <a:cubicBezTo>
                  <a:pt x="272300" y="152936"/>
                  <a:pt x="273506" y="149435"/>
                  <a:pt x="275918" y="145984"/>
                </a:cubicBezTo>
                <a:cubicBezTo>
                  <a:pt x="278330" y="142533"/>
                  <a:pt x="282752" y="138497"/>
                  <a:pt x="289185" y="133873"/>
                </a:cubicBezTo>
                <a:cubicBezTo>
                  <a:pt x="285366" y="132596"/>
                  <a:pt x="282149" y="130412"/>
                  <a:pt x="279536" y="127322"/>
                </a:cubicBezTo>
                <a:cubicBezTo>
                  <a:pt x="276923" y="124231"/>
                  <a:pt x="275616" y="120905"/>
                  <a:pt x="275616" y="117343"/>
                </a:cubicBezTo>
                <a:lnTo>
                  <a:pt x="291496" y="99400"/>
                </a:lnTo>
                <a:cubicBezTo>
                  <a:pt x="280910" y="94442"/>
                  <a:pt x="275616" y="84693"/>
                  <a:pt x="275616" y="70153"/>
                </a:cubicBezTo>
                <a:cubicBezTo>
                  <a:pt x="275616" y="59834"/>
                  <a:pt x="278883" y="51861"/>
                  <a:pt x="285416" y="46233"/>
                </a:cubicBezTo>
                <a:cubicBezTo>
                  <a:pt x="291949" y="40604"/>
                  <a:pt x="301446" y="37790"/>
                  <a:pt x="313909" y="37790"/>
                </a:cubicBezTo>
                <a:cubicBezTo>
                  <a:pt x="316388" y="37790"/>
                  <a:pt x="319571" y="38041"/>
                  <a:pt x="323457" y="38544"/>
                </a:cubicBezTo>
                <a:cubicBezTo>
                  <a:pt x="327343" y="39046"/>
                  <a:pt x="330325" y="39633"/>
                  <a:pt x="332402" y="40303"/>
                </a:cubicBezTo>
                <a:lnTo>
                  <a:pt x="354614" y="29147"/>
                </a:lnTo>
                <a:lnTo>
                  <a:pt x="358131" y="33468"/>
                </a:lnTo>
                <a:lnTo>
                  <a:pt x="344161" y="47941"/>
                </a:lnTo>
                <a:cubicBezTo>
                  <a:pt x="348650" y="52966"/>
                  <a:pt x="350895" y="60370"/>
                  <a:pt x="350895" y="70153"/>
                </a:cubicBezTo>
                <a:moveTo>
                  <a:pt x="346774" y="147643"/>
                </a:moveTo>
                <a:cubicBezTo>
                  <a:pt x="346774" y="143823"/>
                  <a:pt x="345602" y="140842"/>
                  <a:pt x="343257" y="138698"/>
                </a:cubicBezTo>
                <a:cubicBezTo>
                  <a:pt x="340912" y="136553"/>
                  <a:pt x="337360" y="135481"/>
                  <a:pt x="332603" y="135481"/>
                </a:cubicBezTo>
                <a:lnTo>
                  <a:pt x="296019" y="135481"/>
                </a:lnTo>
                <a:cubicBezTo>
                  <a:pt x="293205" y="137893"/>
                  <a:pt x="290910" y="140959"/>
                  <a:pt x="289134" y="144678"/>
                </a:cubicBezTo>
                <a:cubicBezTo>
                  <a:pt x="287359" y="148396"/>
                  <a:pt x="286471" y="151864"/>
                  <a:pt x="286471" y="155080"/>
                </a:cubicBezTo>
                <a:cubicBezTo>
                  <a:pt x="286471" y="160842"/>
                  <a:pt x="288548" y="164980"/>
                  <a:pt x="292702" y="167492"/>
                </a:cubicBezTo>
                <a:cubicBezTo>
                  <a:pt x="296857" y="170005"/>
                  <a:pt x="303222" y="171261"/>
                  <a:pt x="311798" y="171261"/>
                </a:cubicBezTo>
                <a:cubicBezTo>
                  <a:pt x="322988" y="171261"/>
                  <a:pt x="331615" y="169184"/>
                  <a:pt x="337679" y="165030"/>
                </a:cubicBezTo>
                <a:cubicBezTo>
                  <a:pt x="343742" y="160876"/>
                  <a:pt x="346774" y="155080"/>
                  <a:pt x="346774" y="147643"/>
                </a:cubicBezTo>
                <a:moveTo>
                  <a:pt x="313306" y="95480"/>
                </a:moveTo>
                <a:cubicBezTo>
                  <a:pt x="320609" y="95480"/>
                  <a:pt x="325785" y="93386"/>
                  <a:pt x="328834" y="89199"/>
                </a:cubicBezTo>
                <a:cubicBezTo>
                  <a:pt x="331883" y="85011"/>
                  <a:pt x="333407" y="78662"/>
                  <a:pt x="333407" y="70153"/>
                </a:cubicBezTo>
                <a:cubicBezTo>
                  <a:pt x="333407" y="61241"/>
                  <a:pt x="331833" y="54893"/>
                  <a:pt x="328683" y="51107"/>
                </a:cubicBezTo>
                <a:cubicBezTo>
                  <a:pt x="325534" y="47321"/>
                  <a:pt x="320475" y="45428"/>
                  <a:pt x="313507" y="45428"/>
                </a:cubicBezTo>
                <a:cubicBezTo>
                  <a:pt x="306472" y="45428"/>
                  <a:pt x="301312" y="47338"/>
                  <a:pt x="298029" y="51157"/>
                </a:cubicBezTo>
                <a:cubicBezTo>
                  <a:pt x="294746" y="54976"/>
                  <a:pt x="293104" y="61308"/>
                  <a:pt x="293104" y="70153"/>
                </a:cubicBezTo>
                <a:cubicBezTo>
                  <a:pt x="293104" y="78997"/>
                  <a:pt x="294713" y="85430"/>
                  <a:pt x="297929" y="89450"/>
                </a:cubicBezTo>
                <a:cubicBezTo>
                  <a:pt x="301145" y="93470"/>
                  <a:pt x="306271" y="95480"/>
                  <a:pt x="313306" y="95480"/>
                </a:cubicBezTo>
                <a:close/>
                <a:moveTo>
                  <a:pt x="392504" y="87239"/>
                </a:moveTo>
                <a:lnTo>
                  <a:pt x="392504" y="89051"/>
                </a:lnTo>
                <a:cubicBezTo>
                  <a:pt x="392504" y="98323"/>
                  <a:pt x="393526" y="105528"/>
                  <a:pt x="395570" y="110666"/>
                </a:cubicBezTo>
                <a:cubicBezTo>
                  <a:pt x="397613" y="115804"/>
                  <a:pt x="400762" y="119718"/>
                  <a:pt x="405017" y="122406"/>
                </a:cubicBezTo>
                <a:cubicBezTo>
                  <a:pt x="409272" y="125093"/>
                  <a:pt x="414850" y="126436"/>
                  <a:pt x="421751" y="126436"/>
                </a:cubicBezTo>
                <a:cubicBezTo>
                  <a:pt x="425370" y="126436"/>
                  <a:pt x="429658" y="126134"/>
                  <a:pt x="434616" y="125531"/>
                </a:cubicBezTo>
                <a:cubicBezTo>
                  <a:pt x="439574" y="124928"/>
                  <a:pt x="443662" y="124258"/>
                  <a:pt x="446878" y="123521"/>
                </a:cubicBezTo>
                <a:lnTo>
                  <a:pt x="446878" y="129150"/>
                </a:lnTo>
                <a:cubicBezTo>
                  <a:pt x="443662" y="131227"/>
                  <a:pt x="439290" y="133036"/>
                  <a:pt x="433762" y="134577"/>
                </a:cubicBezTo>
                <a:cubicBezTo>
                  <a:pt x="428234" y="136118"/>
                  <a:pt x="422589" y="136888"/>
                  <a:pt x="416827" y="136888"/>
                </a:cubicBezTo>
                <a:cubicBezTo>
                  <a:pt x="402153" y="136888"/>
                  <a:pt x="391415" y="132931"/>
                  <a:pt x="384615" y="125016"/>
                </a:cubicBezTo>
                <a:cubicBezTo>
                  <a:pt x="377814" y="117101"/>
                  <a:pt x="374413" y="104392"/>
                  <a:pt x="374413" y="86887"/>
                </a:cubicBezTo>
                <a:cubicBezTo>
                  <a:pt x="374413" y="70387"/>
                  <a:pt x="377864" y="58080"/>
                  <a:pt x="384765" y="49964"/>
                </a:cubicBezTo>
                <a:cubicBezTo>
                  <a:pt x="391667" y="41848"/>
                  <a:pt x="401516" y="37790"/>
                  <a:pt x="414314" y="37790"/>
                </a:cubicBezTo>
                <a:cubicBezTo>
                  <a:pt x="438502" y="37790"/>
                  <a:pt x="450596" y="51526"/>
                  <a:pt x="450596" y="78997"/>
                </a:cubicBezTo>
                <a:lnTo>
                  <a:pt x="450596" y="87239"/>
                </a:lnTo>
                <a:lnTo>
                  <a:pt x="392504" y="87239"/>
                </a:lnTo>
                <a:moveTo>
                  <a:pt x="414314" y="45830"/>
                </a:moveTo>
                <a:cubicBezTo>
                  <a:pt x="407346" y="45830"/>
                  <a:pt x="402002" y="48645"/>
                  <a:pt x="398283" y="54273"/>
                </a:cubicBezTo>
                <a:cubicBezTo>
                  <a:pt x="394565" y="59901"/>
                  <a:pt x="392705" y="68210"/>
                  <a:pt x="392705" y="79198"/>
                </a:cubicBezTo>
                <a:lnTo>
                  <a:pt x="433108" y="79198"/>
                </a:lnTo>
                <a:cubicBezTo>
                  <a:pt x="433108" y="67205"/>
                  <a:pt x="431567" y="58645"/>
                  <a:pt x="428485" y="53519"/>
                </a:cubicBezTo>
                <a:cubicBezTo>
                  <a:pt x="425403" y="48393"/>
                  <a:pt x="420679" y="45830"/>
                  <a:pt x="414314" y="45830"/>
                </a:cubicBezTo>
                <a:close/>
                <a:moveTo>
                  <a:pt x="491127" y="136888"/>
                </a:moveTo>
                <a:cubicBezTo>
                  <a:pt x="484694" y="136888"/>
                  <a:pt x="479887" y="134979"/>
                  <a:pt x="476704" y="131160"/>
                </a:cubicBezTo>
                <a:cubicBezTo>
                  <a:pt x="473521" y="127340"/>
                  <a:pt x="471930" y="121980"/>
                  <a:pt x="471930" y="115079"/>
                </a:cubicBezTo>
                <a:lnTo>
                  <a:pt x="471930" y="48846"/>
                </a:lnTo>
                <a:lnTo>
                  <a:pt x="459568" y="48846"/>
                </a:lnTo>
                <a:lnTo>
                  <a:pt x="459568" y="44323"/>
                </a:lnTo>
                <a:lnTo>
                  <a:pt x="472131" y="40403"/>
                </a:lnTo>
                <a:lnTo>
                  <a:pt x="482282" y="18996"/>
                </a:lnTo>
                <a:lnTo>
                  <a:pt x="488614" y="18996"/>
                </a:lnTo>
                <a:lnTo>
                  <a:pt x="488614" y="40403"/>
                </a:lnTo>
                <a:lnTo>
                  <a:pt x="510223" y="40403"/>
                </a:lnTo>
                <a:lnTo>
                  <a:pt x="510223" y="48846"/>
                </a:lnTo>
                <a:lnTo>
                  <a:pt x="488614" y="48846"/>
                </a:lnTo>
                <a:lnTo>
                  <a:pt x="488614" y="113270"/>
                </a:lnTo>
                <a:cubicBezTo>
                  <a:pt x="488614" y="117625"/>
                  <a:pt x="489602" y="120908"/>
                  <a:pt x="491579" y="123119"/>
                </a:cubicBezTo>
                <a:cubicBezTo>
                  <a:pt x="493556" y="125330"/>
                  <a:pt x="496152" y="126436"/>
                  <a:pt x="499368" y="126436"/>
                </a:cubicBezTo>
                <a:cubicBezTo>
                  <a:pt x="503254" y="126436"/>
                  <a:pt x="507978" y="125900"/>
                  <a:pt x="513539" y="124828"/>
                </a:cubicBezTo>
                <a:lnTo>
                  <a:pt x="513539" y="131361"/>
                </a:lnTo>
                <a:cubicBezTo>
                  <a:pt x="511194" y="132969"/>
                  <a:pt x="507811" y="134292"/>
                  <a:pt x="503388" y="135331"/>
                </a:cubicBezTo>
                <a:cubicBezTo>
                  <a:pt x="498966" y="136369"/>
                  <a:pt x="494879" y="136888"/>
                  <a:pt x="491127" y="136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Binary">
            <a:extLst xmlns:a="http://schemas.openxmlformats.org/drawingml/2006/main">
              <a:ext uri="{FF2B5EF4-FFF2-40B4-BE49-F238E27FC236}">
                <a16:creationId xmlns:a16="http://schemas.microsoft.com/office/drawing/2014/main" id="{866D74E6-79E5-4419-A803-12378EC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" y="2052048"/>
            <a:ext cx="552932" cy="180809"/>
          </a:xfrm>
          <a:custGeom xmlns:a="http://schemas.openxmlformats.org/drawingml/2006/main">
            <a:pathLst>
              <a:path w="552932" h="180809">
                <a:moveTo>
                  <a:pt x="90354" y="34219"/>
                </a:moveTo>
                <a:cubicBezTo>
                  <a:pt x="90354" y="25961"/>
                  <a:pt x="87775" y="19952"/>
                  <a:pt x="82615" y="16194"/>
                </a:cubicBezTo>
                <a:cubicBezTo>
                  <a:pt x="77456" y="12433"/>
                  <a:pt x="69081" y="10553"/>
                  <a:pt x="57489" y="10553"/>
                </a:cubicBezTo>
                <a:lnTo>
                  <a:pt x="36684" y="10553"/>
                </a:lnTo>
                <a:lnTo>
                  <a:pt x="36684" y="61610"/>
                </a:lnTo>
                <a:lnTo>
                  <a:pt x="58695" y="61610"/>
                </a:lnTo>
                <a:cubicBezTo>
                  <a:pt x="69550" y="61610"/>
                  <a:pt x="77540" y="59462"/>
                  <a:pt x="82666" y="55165"/>
                </a:cubicBezTo>
                <a:cubicBezTo>
                  <a:pt x="87792" y="50868"/>
                  <a:pt x="90354" y="43886"/>
                  <a:pt x="90354" y="34219"/>
                </a:cubicBezTo>
                <a:moveTo>
                  <a:pt x="100505" y="97993"/>
                </a:moveTo>
                <a:cubicBezTo>
                  <a:pt x="100505" y="88545"/>
                  <a:pt x="97356" y="81627"/>
                  <a:pt x="91058" y="77238"/>
                </a:cubicBezTo>
                <a:cubicBezTo>
                  <a:pt x="84760" y="72850"/>
                  <a:pt x="74676" y="70655"/>
                  <a:pt x="60806" y="70655"/>
                </a:cubicBezTo>
                <a:lnTo>
                  <a:pt x="36684" y="70655"/>
                </a:lnTo>
                <a:lnTo>
                  <a:pt x="36684" y="127340"/>
                </a:lnTo>
                <a:cubicBezTo>
                  <a:pt x="45931" y="127742"/>
                  <a:pt x="55781" y="127943"/>
                  <a:pt x="66233" y="127943"/>
                </a:cubicBezTo>
                <a:cubicBezTo>
                  <a:pt x="77691" y="127943"/>
                  <a:pt x="86267" y="125515"/>
                  <a:pt x="91962" y="120657"/>
                </a:cubicBezTo>
                <a:cubicBezTo>
                  <a:pt x="97658" y="115799"/>
                  <a:pt x="100505" y="108244"/>
                  <a:pt x="100505" y="97993"/>
                </a:cubicBezTo>
                <a:moveTo>
                  <a:pt x="0" y="136386"/>
                </a:moveTo>
                <a:lnTo>
                  <a:pt x="0" y="131059"/>
                </a:lnTo>
                <a:lnTo>
                  <a:pt x="17287" y="128345"/>
                </a:lnTo>
                <a:lnTo>
                  <a:pt x="17287" y="9448"/>
                </a:lnTo>
                <a:lnTo>
                  <a:pt x="0" y="6834"/>
                </a:lnTo>
                <a:lnTo>
                  <a:pt x="0" y="1508"/>
                </a:lnTo>
                <a:lnTo>
                  <a:pt x="61610" y="1508"/>
                </a:lnTo>
                <a:cubicBezTo>
                  <a:pt x="78696" y="1508"/>
                  <a:pt x="91192" y="4041"/>
                  <a:pt x="99098" y="9108"/>
                </a:cubicBezTo>
                <a:cubicBezTo>
                  <a:pt x="107005" y="14175"/>
                  <a:pt x="110958" y="22212"/>
                  <a:pt x="110958" y="33217"/>
                </a:cubicBezTo>
                <a:cubicBezTo>
                  <a:pt x="110958" y="41136"/>
                  <a:pt x="108529" y="47881"/>
                  <a:pt x="103671" y="53453"/>
                </a:cubicBezTo>
                <a:cubicBezTo>
                  <a:pt x="98814" y="59023"/>
                  <a:pt x="91996" y="62747"/>
                  <a:pt x="83219" y="64625"/>
                </a:cubicBezTo>
                <a:cubicBezTo>
                  <a:pt x="95346" y="65898"/>
                  <a:pt x="104727" y="69433"/>
                  <a:pt x="111360" y="75228"/>
                </a:cubicBezTo>
                <a:cubicBezTo>
                  <a:pt x="117993" y="81024"/>
                  <a:pt x="121310" y="88478"/>
                  <a:pt x="121310" y="97591"/>
                </a:cubicBezTo>
                <a:cubicBezTo>
                  <a:pt x="121310" y="110522"/>
                  <a:pt x="116838" y="120322"/>
                  <a:pt x="107893" y="126989"/>
                </a:cubicBezTo>
                <a:cubicBezTo>
                  <a:pt x="98948" y="133655"/>
                  <a:pt x="85899" y="136989"/>
                  <a:pt x="68746" y="136989"/>
                </a:cubicBezTo>
                <a:lnTo>
                  <a:pt x="25729" y="136386"/>
                </a:lnTo>
                <a:lnTo>
                  <a:pt x="0" y="136386"/>
                </a:lnTo>
                <a:close/>
                <a:moveTo>
                  <a:pt x="169248" y="10955"/>
                </a:moveTo>
                <a:cubicBezTo>
                  <a:pt x="169248" y="13903"/>
                  <a:pt x="168176" y="16449"/>
                  <a:pt x="166032" y="18594"/>
                </a:cubicBezTo>
                <a:cubicBezTo>
                  <a:pt x="163888" y="20738"/>
                  <a:pt x="161308" y="21810"/>
                  <a:pt x="158293" y="21810"/>
                </a:cubicBezTo>
                <a:cubicBezTo>
                  <a:pt x="155345" y="21810"/>
                  <a:pt x="152799" y="20738"/>
                  <a:pt x="150654" y="18594"/>
                </a:cubicBezTo>
                <a:cubicBezTo>
                  <a:pt x="148510" y="16449"/>
                  <a:pt x="147438" y="13903"/>
                  <a:pt x="147438" y="10955"/>
                </a:cubicBezTo>
                <a:cubicBezTo>
                  <a:pt x="147438" y="7940"/>
                  <a:pt x="148510" y="5360"/>
                  <a:pt x="150654" y="3216"/>
                </a:cubicBezTo>
                <a:cubicBezTo>
                  <a:pt x="152799" y="1072"/>
                  <a:pt x="155345" y="0"/>
                  <a:pt x="158293" y="0"/>
                </a:cubicBezTo>
                <a:cubicBezTo>
                  <a:pt x="161308" y="0"/>
                  <a:pt x="163888" y="1072"/>
                  <a:pt x="166032" y="3216"/>
                </a:cubicBezTo>
                <a:cubicBezTo>
                  <a:pt x="168176" y="5360"/>
                  <a:pt x="169248" y="7940"/>
                  <a:pt x="169248" y="10955"/>
                </a:cubicBezTo>
                <a:moveTo>
                  <a:pt x="168243" y="129351"/>
                </a:moveTo>
                <a:lnTo>
                  <a:pt x="184424" y="131863"/>
                </a:lnTo>
                <a:lnTo>
                  <a:pt x="184424" y="136386"/>
                </a:lnTo>
                <a:lnTo>
                  <a:pt x="135478" y="136386"/>
                </a:lnTo>
                <a:lnTo>
                  <a:pt x="135478" y="131863"/>
                </a:lnTo>
                <a:lnTo>
                  <a:pt x="151559" y="129351"/>
                </a:lnTo>
                <a:lnTo>
                  <a:pt x="151559" y="48946"/>
                </a:lnTo>
                <a:lnTo>
                  <a:pt x="138192" y="46434"/>
                </a:lnTo>
                <a:lnTo>
                  <a:pt x="138192" y="41911"/>
                </a:lnTo>
                <a:lnTo>
                  <a:pt x="168243" y="41911"/>
                </a:lnTo>
                <a:lnTo>
                  <a:pt x="168243" y="129351"/>
                </a:lnTo>
                <a:close/>
                <a:moveTo>
                  <a:pt x="220736" y="49449"/>
                </a:moveTo>
                <a:cubicBezTo>
                  <a:pt x="225896" y="46501"/>
                  <a:pt x="231390" y="44072"/>
                  <a:pt x="237219" y="42162"/>
                </a:cubicBezTo>
                <a:cubicBezTo>
                  <a:pt x="243049" y="40252"/>
                  <a:pt x="247906" y="39298"/>
                  <a:pt x="251793" y="39298"/>
                </a:cubicBezTo>
                <a:cubicBezTo>
                  <a:pt x="259967" y="39298"/>
                  <a:pt x="266131" y="41679"/>
                  <a:pt x="270286" y="46443"/>
                </a:cubicBezTo>
                <a:cubicBezTo>
                  <a:pt x="274440" y="51204"/>
                  <a:pt x="276517" y="58113"/>
                  <a:pt x="276517" y="67169"/>
                </a:cubicBezTo>
                <a:lnTo>
                  <a:pt x="276517" y="129351"/>
                </a:lnTo>
                <a:lnTo>
                  <a:pt x="287975" y="131863"/>
                </a:lnTo>
                <a:lnTo>
                  <a:pt x="287975" y="136386"/>
                </a:lnTo>
                <a:lnTo>
                  <a:pt x="247270" y="136386"/>
                </a:lnTo>
                <a:lnTo>
                  <a:pt x="247270" y="131863"/>
                </a:lnTo>
                <a:lnTo>
                  <a:pt x="259833" y="129351"/>
                </a:lnTo>
                <a:lnTo>
                  <a:pt x="259833" y="68969"/>
                </a:lnTo>
                <a:cubicBezTo>
                  <a:pt x="259833" y="63401"/>
                  <a:pt x="258476" y="59024"/>
                  <a:pt x="255763" y="55837"/>
                </a:cubicBezTo>
                <a:cubicBezTo>
                  <a:pt x="253049" y="52650"/>
                  <a:pt x="248844" y="51057"/>
                  <a:pt x="243149" y="51057"/>
                </a:cubicBezTo>
                <a:cubicBezTo>
                  <a:pt x="237119" y="51057"/>
                  <a:pt x="229715" y="52028"/>
                  <a:pt x="220937" y="53971"/>
                </a:cubicBezTo>
                <a:lnTo>
                  <a:pt x="220937" y="129351"/>
                </a:lnTo>
                <a:lnTo>
                  <a:pt x="233702" y="131863"/>
                </a:lnTo>
                <a:lnTo>
                  <a:pt x="233702" y="136386"/>
                </a:lnTo>
                <a:lnTo>
                  <a:pt x="192896" y="136386"/>
                </a:lnTo>
                <a:lnTo>
                  <a:pt x="192896" y="131863"/>
                </a:lnTo>
                <a:lnTo>
                  <a:pt x="204254" y="129351"/>
                </a:lnTo>
                <a:lnTo>
                  <a:pt x="204254" y="48946"/>
                </a:lnTo>
                <a:lnTo>
                  <a:pt x="192896" y="46434"/>
                </a:lnTo>
                <a:lnTo>
                  <a:pt x="192896" y="41911"/>
                </a:lnTo>
                <a:lnTo>
                  <a:pt x="219832" y="41911"/>
                </a:lnTo>
                <a:lnTo>
                  <a:pt x="220736" y="49449"/>
                </a:lnTo>
                <a:close/>
                <a:moveTo>
                  <a:pt x="337825" y="39700"/>
                </a:moveTo>
                <a:cubicBezTo>
                  <a:pt x="348144" y="39700"/>
                  <a:pt x="355732" y="41813"/>
                  <a:pt x="360590" y="46041"/>
                </a:cubicBezTo>
                <a:cubicBezTo>
                  <a:pt x="365448" y="50266"/>
                  <a:pt x="367876" y="56738"/>
                  <a:pt x="367876" y="65457"/>
                </a:cubicBezTo>
                <a:lnTo>
                  <a:pt x="367876" y="129351"/>
                </a:lnTo>
                <a:lnTo>
                  <a:pt x="379636" y="131863"/>
                </a:lnTo>
                <a:lnTo>
                  <a:pt x="379636" y="136386"/>
                </a:lnTo>
                <a:lnTo>
                  <a:pt x="353705" y="136386"/>
                </a:lnTo>
                <a:lnTo>
                  <a:pt x="351796" y="126938"/>
                </a:lnTo>
                <a:cubicBezTo>
                  <a:pt x="344157" y="134577"/>
                  <a:pt x="334408" y="138396"/>
                  <a:pt x="322549" y="138396"/>
                </a:cubicBezTo>
                <a:cubicBezTo>
                  <a:pt x="306401" y="138396"/>
                  <a:pt x="298327" y="128999"/>
                  <a:pt x="298327" y="110204"/>
                </a:cubicBezTo>
                <a:cubicBezTo>
                  <a:pt x="298327" y="103895"/>
                  <a:pt x="299550" y="98678"/>
                  <a:pt x="301995" y="94551"/>
                </a:cubicBezTo>
                <a:cubicBezTo>
                  <a:pt x="304441" y="90421"/>
                  <a:pt x="308344" y="87266"/>
                  <a:pt x="313704" y="85084"/>
                </a:cubicBezTo>
                <a:cubicBezTo>
                  <a:pt x="319064" y="82902"/>
                  <a:pt x="326837" y="81711"/>
                  <a:pt x="337021" y="81510"/>
                </a:cubicBezTo>
                <a:lnTo>
                  <a:pt x="351193" y="81108"/>
                </a:lnTo>
                <a:lnTo>
                  <a:pt x="351193" y="66334"/>
                </a:lnTo>
                <a:cubicBezTo>
                  <a:pt x="351193" y="59834"/>
                  <a:pt x="350003" y="55043"/>
                  <a:pt x="347625" y="51961"/>
                </a:cubicBezTo>
                <a:cubicBezTo>
                  <a:pt x="345246" y="48879"/>
                  <a:pt x="341578" y="47338"/>
                  <a:pt x="336619" y="47338"/>
                </a:cubicBezTo>
                <a:cubicBezTo>
                  <a:pt x="329919" y="47338"/>
                  <a:pt x="323788" y="48913"/>
                  <a:pt x="318227" y="52062"/>
                </a:cubicBezTo>
                <a:lnTo>
                  <a:pt x="314810" y="63821"/>
                </a:lnTo>
                <a:lnTo>
                  <a:pt x="309181" y="63821"/>
                </a:lnTo>
                <a:lnTo>
                  <a:pt x="309181" y="43217"/>
                </a:lnTo>
                <a:cubicBezTo>
                  <a:pt x="320036" y="40872"/>
                  <a:pt x="329584" y="39700"/>
                  <a:pt x="337825" y="39700"/>
                </a:cubicBezTo>
                <a:moveTo>
                  <a:pt x="351193" y="88143"/>
                </a:moveTo>
                <a:lnTo>
                  <a:pt x="338026" y="88545"/>
                </a:lnTo>
                <a:cubicBezTo>
                  <a:pt x="329048" y="88882"/>
                  <a:pt x="322967" y="90630"/>
                  <a:pt x="319785" y="93787"/>
                </a:cubicBezTo>
                <a:cubicBezTo>
                  <a:pt x="316602" y="96943"/>
                  <a:pt x="315011" y="102216"/>
                  <a:pt x="315011" y="109607"/>
                </a:cubicBezTo>
                <a:cubicBezTo>
                  <a:pt x="315011" y="121429"/>
                  <a:pt x="319801" y="127340"/>
                  <a:pt x="329383" y="127340"/>
                </a:cubicBezTo>
                <a:cubicBezTo>
                  <a:pt x="333939" y="127340"/>
                  <a:pt x="337876" y="126821"/>
                  <a:pt x="341192" y="125783"/>
                </a:cubicBezTo>
                <a:cubicBezTo>
                  <a:pt x="344509" y="124744"/>
                  <a:pt x="347842" y="123421"/>
                  <a:pt x="351193" y="121813"/>
                </a:cubicBezTo>
                <a:lnTo>
                  <a:pt x="351193" y="88143"/>
                </a:lnTo>
                <a:close/>
                <a:moveTo>
                  <a:pt x="449011" y="39298"/>
                </a:moveTo>
                <a:lnTo>
                  <a:pt x="449011" y="64826"/>
                </a:lnTo>
                <a:lnTo>
                  <a:pt x="444689" y="64826"/>
                </a:lnTo>
                <a:lnTo>
                  <a:pt x="438860" y="53770"/>
                </a:lnTo>
                <a:cubicBezTo>
                  <a:pt x="435510" y="53770"/>
                  <a:pt x="431540" y="54223"/>
                  <a:pt x="426950" y="55127"/>
                </a:cubicBezTo>
                <a:cubicBezTo>
                  <a:pt x="422360" y="56032"/>
                  <a:pt x="418390" y="57221"/>
                  <a:pt x="415040" y="58695"/>
                </a:cubicBezTo>
                <a:lnTo>
                  <a:pt x="415040" y="129351"/>
                </a:lnTo>
                <a:lnTo>
                  <a:pt x="431221" y="131863"/>
                </a:lnTo>
                <a:lnTo>
                  <a:pt x="431221" y="136386"/>
                </a:lnTo>
                <a:lnTo>
                  <a:pt x="386396" y="136386"/>
                </a:lnTo>
                <a:lnTo>
                  <a:pt x="386396" y="131863"/>
                </a:lnTo>
                <a:lnTo>
                  <a:pt x="398356" y="129351"/>
                </a:lnTo>
                <a:lnTo>
                  <a:pt x="398356" y="48946"/>
                </a:lnTo>
                <a:lnTo>
                  <a:pt x="386396" y="46434"/>
                </a:lnTo>
                <a:lnTo>
                  <a:pt x="386396" y="41911"/>
                </a:lnTo>
                <a:lnTo>
                  <a:pt x="413934" y="41911"/>
                </a:lnTo>
                <a:lnTo>
                  <a:pt x="414839" y="53569"/>
                </a:lnTo>
                <a:cubicBezTo>
                  <a:pt x="418859" y="50219"/>
                  <a:pt x="424303" y="47003"/>
                  <a:pt x="431171" y="43921"/>
                </a:cubicBezTo>
                <a:cubicBezTo>
                  <a:pt x="438039" y="40839"/>
                  <a:pt x="443483" y="39298"/>
                  <a:pt x="447503" y="39298"/>
                </a:cubicBezTo>
                <a:lnTo>
                  <a:pt x="449011" y="39298"/>
                </a:lnTo>
                <a:close/>
                <a:moveTo>
                  <a:pt x="470819" y="180809"/>
                </a:moveTo>
                <a:cubicBezTo>
                  <a:pt x="465593" y="180809"/>
                  <a:pt x="460433" y="180206"/>
                  <a:pt x="455341" y="179000"/>
                </a:cubicBezTo>
                <a:lnTo>
                  <a:pt x="455341" y="158598"/>
                </a:lnTo>
                <a:lnTo>
                  <a:pt x="460065" y="158598"/>
                </a:lnTo>
                <a:lnTo>
                  <a:pt x="463382" y="168246"/>
                </a:lnTo>
                <a:cubicBezTo>
                  <a:pt x="465459" y="169787"/>
                  <a:pt x="468340" y="170558"/>
                  <a:pt x="472025" y="170558"/>
                </a:cubicBezTo>
                <a:cubicBezTo>
                  <a:pt x="475509" y="170558"/>
                  <a:pt x="478725" y="169553"/>
                  <a:pt x="481674" y="167543"/>
                </a:cubicBezTo>
                <a:cubicBezTo>
                  <a:pt x="484622" y="165532"/>
                  <a:pt x="487319" y="162551"/>
                  <a:pt x="489764" y="158598"/>
                </a:cubicBezTo>
                <a:cubicBezTo>
                  <a:pt x="492210" y="154644"/>
                  <a:pt x="495275" y="147576"/>
                  <a:pt x="498960" y="137391"/>
                </a:cubicBezTo>
                <a:lnTo>
                  <a:pt x="462980" y="48946"/>
                </a:lnTo>
                <a:lnTo>
                  <a:pt x="453331" y="46434"/>
                </a:lnTo>
                <a:lnTo>
                  <a:pt x="453331" y="41911"/>
                </a:lnTo>
                <a:lnTo>
                  <a:pt x="497151" y="41911"/>
                </a:lnTo>
                <a:lnTo>
                  <a:pt x="497151" y="46434"/>
                </a:lnTo>
                <a:lnTo>
                  <a:pt x="482277" y="49147"/>
                </a:lnTo>
                <a:lnTo>
                  <a:pt x="507805" y="115179"/>
                </a:lnTo>
                <a:lnTo>
                  <a:pt x="532529" y="48946"/>
                </a:lnTo>
                <a:lnTo>
                  <a:pt x="517755" y="46434"/>
                </a:lnTo>
                <a:lnTo>
                  <a:pt x="517755" y="41911"/>
                </a:lnTo>
                <a:lnTo>
                  <a:pt x="552932" y="41911"/>
                </a:lnTo>
                <a:lnTo>
                  <a:pt x="552932" y="46434"/>
                </a:lnTo>
                <a:lnTo>
                  <a:pt x="543082" y="48544"/>
                </a:lnTo>
                <a:lnTo>
                  <a:pt x="506197" y="142316"/>
                </a:lnTo>
                <a:cubicBezTo>
                  <a:pt x="501842" y="153371"/>
                  <a:pt x="498056" y="161311"/>
                  <a:pt x="494840" y="166136"/>
                </a:cubicBezTo>
                <a:cubicBezTo>
                  <a:pt x="491624" y="170960"/>
                  <a:pt x="488072" y="174611"/>
                  <a:pt x="484186" y="177091"/>
                </a:cubicBezTo>
                <a:cubicBezTo>
                  <a:pt x="480300" y="179570"/>
                  <a:pt x="475844" y="180809"/>
                  <a:pt x="470819" y="180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Crashing">
            <a:extLst xmlns:a="http://schemas.openxmlformats.org/drawingml/2006/main">
              <a:ext uri="{FF2B5EF4-FFF2-40B4-BE49-F238E27FC236}">
                <a16:creationId xmlns:a16="http://schemas.microsoft.com/office/drawing/2014/main" id="{0B4D0685-FF4D-4F82-BA03-FA2BFEE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636" y="636871"/>
            <a:ext cx="697098" cy="196263"/>
          </a:xfrm>
          <a:custGeom xmlns:a="http://schemas.openxmlformats.org/drawingml/2006/main">
            <a:pathLst>
              <a:path w="697098" h="196263">
                <a:moveTo>
                  <a:pt x="66196" y="151830"/>
                </a:moveTo>
                <a:cubicBezTo>
                  <a:pt x="45346" y="151830"/>
                  <a:pt x="29101" y="145601"/>
                  <a:pt x="17461" y="133141"/>
                </a:cubicBezTo>
                <a:cubicBezTo>
                  <a:pt x="5820" y="120682"/>
                  <a:pt x="0" y="103221"/>
                  <a:pt x="0" y="80759"/>
                </a:cubicBezTo>
                <a:cubicBezTo>
                  <a:pt x="0" y="56471"/>
                  <a:pt x="5596" y="38098"/>
                  <a:pt x="16789" y="25638"/>
                </a:cubicBezTo>
                <a:cubicBezTo>
                  <a:pt x="27982" y="13179"/>
                  <a:pt x="44579" y="6949"/>
                  <a:pt x="66580" y="6949"/>
                </a:cubicBezTo>
                <a:cubicBezTo>
                  <a:pt x="79947" y="6949"/>
                  <a:pt x="94306" y="8739"/>
                  <a:pt x="109656" y="12319"/>
                </a:cubicBezTo>
                <a:lnTo>
                  <a:pt x="110231" y="43170"/>
                </a:lnTo>
                <a:lnTo>
                  <a:pt x="103900" y="43170"/>
                </a:lnTo>
                <a:lnTo>
                  <a:pt x="101022" y="24849"/>
                </a:lnTo>
                <a:cubicBezTo>
                  <a:pt x="96544" y="21830"/>
                  <a:pt x="91348" y="19496"/>
                  <a:pt x="85432" y="17847"/>
                </a:cubicBezTo>
                <a:cubicBezTo>
                  <a:pt x="79516" y="16197"/>
                  <a:pt x="73488" y="15373"/>
                  <a:pt x="67348" y="15373"/>
                </a:cubicBezTo>
                <a:cubicBezTo>
                  <a:pt x="50911" y="15373"/>
                  <a:pt x="38918" y="20672"/>
                  <a:pt x="31371" y="31272"/>
                </a:cubicBezTo>
                <a:cubicBezTo>
                  <a:pt x="23824" y="41871"/>
                  <a:pt x="20051" y="58296"/>
                  <a:pt x="20051" y="80548"/>
                </a:cubicBezTo>
                <a:cubicBezTo>
                  <a:pt x="20051" y="101045"/>
                  <a:pt x="24000" y="116698"/>
                  <a:pt x="31899" y="127508"/>
                </a:cubicBezTo>
                <a:cubicBezTo>
                  <a:pt x="39798" y="138318"/>
                  <a:pt x="51294" y="143723"/>
                  <a:pt x="66388" y="143723"/>
                </a:cubicBezTo>
                <a:cubicBezTo>
                  <a:pt x="73680" y="143723"/>
                  <a:pt x="80555" y="142758"/>
                  <a:pt x="87015" y="140827"/>
                </a:cubicBezTo>
                <a:cubicBezTo>
                  <a:pt x="93474" y="138897"/>
                  <a:pt x="98591" y="136317"/>
                  <a:pt x="102365" y="133089"/>
                </a:cubicBezTo>
                <a:lnTo>
                  <a:pt x="105914" y="112030"/>
                </a:lnTo>
                <a:lnTo>
                  <a:pt x="112150" y="112030"/>
                </a:lnTo>
                <a:lnTo>
                  <a:pt x="111575" y="145197"/>
                </a:lnTo>
                <a:cubicBezTo>
                  <a:pt x="97504" y="149619"/>
                  <a:pt x="82378" y="151830"/>
                  <a:pt x="66196" y="151830"/>
                </a:cubicBezTo>
                <a:close/>
                <a:moveTo>
                  <a:pt x="186499" y="48013"/>
                </a:moveTo>
                <a:lnTo>
                  <a:pt x="186499" y="74757"/>
                </a:lnTo>
                <a:lnTo>
                  <a:pt x="182374" y="74757"/>
                </a:lnTo>
                <a:lnTo>
                  <a:pt x="176810" y="63175"/>
                </a:lnTo>
                <a:cubicBezTo>
                  <a:pt x="173612" y="63175"/>
                  <a:pt x="169822" y="63649"/>
                  <a:pt x="165441" y="64596"/>
                </a:cubicBezTo>
                <a:cubicBezTo>
                  <a:pt x="161060" y="65544"/>
                  <a:pt x="157271" y="66790"/>
                  <a:pt x="154073" y="68334"/>
                </a:cubicBezTo>
                <a:lnTo>
                  <a:pt x="154073" y="142354"/>
                </a:lnTo>
                <a:lnTo>
                  <a:pt x="169519" y="144986"/>
                </a:lnTo>
                <a:lnTo>
                  <a:pt x="169519" y="149725"/>
                </a:lnTo>
                <a:lnTo>
                  <a:pt x="126731" y="149725"/>
                </a:lnTo>
                <a:lnTo>
                  <a:pt x="126731" y="144986"/>
                </a:lnTo>
                <a:lnTo>
                  <a:pt x="138147" y="142354"/>
                </a:lnTo>
                <a:lnTo>
                  <a:pt x="138147" y="58121"/>
                </a:lnTo>
                <a:lnTo>
                  <a:pt x="126731" y="55489"/>
                </a:lnTo>
                <a:lnTo>
                  <a:pt x="126731" y="50751"/>
                </a:lnTo>
                <a:lnTo>
                  <a:pt x="153017" y="50751"/>
                </a:lnTo>
                <a:lnTo>
                  <a:pt x="153881" y="62964"/>
                </a:lnTo>
                <a:cubicBezTo>
                  <a:pt x="157718" y="59455"/>
                  <a:pt x="162915" y="56085"/>
                  <a:pt x="169471" y="52856"/>
                </a:cubicBezTo>
                <a:cubicBezTo>
                  <a:pt x="176026" y="49627"/>
                  <a:pt x="181223" y="48013"/>
                  <a:pt x="185060" y="48013"/>
                </a:cubicBezTo>
                <a:lnTo>
                  <a:pt x="186499" y="48013"/>
                </a:lnTo>
                <a:close/>
                <a:moveTo>
                  <a:pt x="232835" y="48434"/>
                </a:moveTo>
                <a:cubicBezTo>
                  <a:pt x="242685" y="48434"/>
                  <a:pt x="249928" y="50649"/>
                  <a:pt x="254565" y="55077"/>
                </a:cubicBezTo>
                <a:cubicBezTo>
                  <a:pt x="259202" y="59504"/>
                  <a:pt x="261520" y="66284"/>
                  <a:pt x="261520" y="75418"/>
                </a:cubicBezTo>
                <a:lnTo>
                  <a:pt x="261520" y="142354"/>
                </a:lnTo>
                <a:lnTo>
                  <a:pt x="272745" y="144986"/>
                </a:lnTo>
                <a:lnTo>
                  <a:pt x="272745" y="149725"/>
                </a:lnTo>
                <a:lnTo>
                  <a:pt x="247993" y="149725"/>
                </a:lnTo>
                <a:lnTo>
                  <a:pt x="246171" y="139827"/>
                </a:lnTo>
                <a:cubicBezTo>
                  <a:pt x="238879" y="147829"/>
                  <a:pt x="229573" y="151830"/>
                  <a:pt x="218253" y="151830"/>
                </a:cubicBezTo>
                <a:cubicBezTo>
                  <a:pt x="202839" y="151830"/>
                  <a:pt x="195132" y="141986"/>
                  <a:pt x="195132" y="122296"/>
                </a:cubicBezTo>
                <a:cubicBezTo>
                  <a:pt x="195132" y="115687"/>
                  <a:pt x="196299" y="110221"/>
                  <a:pt x="198634" y="105897"/>
                </a:cubicBezTo>
                <a:cubicBezTo>
                  <a:pt x="200968" y="101571"/>
                  <a:pt x="204694" y="98266"/>
                  <a:pt x="209810" y="95980"/>
                </a:cubicBezTo>
                <a:cubicBezTo>
                  <a:pt x="214927" y="93694"/>
                  <a:pt x="222346" y="92446"/>
                  <a:pt x="232068" y="92235"/>
                </a:cubicBezTo>
                <a:lnTo>
                  <a:pt x="245595" y="91814"/>
                </a:lnTo>
                <a:lnTo>
                  <a:pt x="245595" y="76336"/>
                </a:lnTo>
                <a:cubicBezTo>
                  <a:pt x="245595" y="69528"/>
                  <a:pt x="244460" y="64509"/>
                  <a:pt x="242189" y="61280"/>
                </a:cubicBezTo>
                <a:cubicBezTo>
                  <a:pt x="239919" y="58051"/>
                  <a:pt x="236417" y="56436"/>
                  <a:pt x="231684" y="56436"/>
                </a:cubicBezTo>
                <a:cubicBezTo>
                  <a:pt x="225288" y="56436"/>
                  <a:pt x="219436" y="58086"/>
                  <a:pt x="214128" y="61385"/>
                </a:cubicBezTo>
                <a:lnTo>
                  <a:pt x="210866" y="73704"/>
                </a:lnTo>
                <a:lnTo>
                  <a:pt x="205493" y="73704"/>
                </a:lnTo>
                <a:lnTo>
                  <a:pt x="205493" y="52119"/>
                </a:lnTo>
                <a:cubicBezTo>
                  <a:pt x="215855" y="49663"/>
                  <a:pt x="224969" y="48434"/>
                  <a:pt x="232835" y="48434"/>
                </a:cubicBezTo>
                <a:moveTo>
                  <a:pt x="245595" y="99185"/>
                </a:moveTo>
                <a:lnTo>
                  <a:pt x="233027" y="99606"/>
                </a:lnTo>
                <a:cubicBezTo>
                  <a:pt x="224457" y="99959"/>
                  <a:pt x="218653" y="101790"/>
                  <a:pt x="215615" y="105097"/>
                </a:cubicBezTo>
                <a:cubicBezTo>
                  <a:pt x="212577" y="108403"/>
                  <a:pt x="211058" y="113928"/>
                  <a:pt x="211058" y="121671"/>
                </a:cubicBezTo>
                <a:cubicBezTo>
                  <a:pt x="211058" y="134056"/>
                  <a:pt x="215631" y="140248"/>
                  <a:pt x="224777" y="140248"/>
                </a:cubicBezTo>
                <a:cubicBezTo>
                  <a:pt x="229126" y="140248"/>
                  <a:pt x="232883" y="139704"/>
                  <a:pt x="236049" y="138616"/>
                </a:cubicBezTo>
                <a:cubicBezTo>
                  <a:pt x="239215" y="137528"/>
                  <a:pt x="242397" y="136142"/>
                  <a:pt x="245595" y="134457"/>
                </a:cubicBezTo>
                <a:lnTo>
                  <a:pt x="245595" y="99185"/>
                </a:lnTo>
                <a:close/>
                <a:moveTo>
                  <a:pt x="344628" y="121898"/>
                </a:moveTo>
                <a:cubicBezTo>
                  <a:pt x="344628" y="131734"/>
                  <a:pt x="341798" y="139182"/>
                  <a:pt x="336137" y="144243"/>
                </a:cubicBezTo>
                <a:cubicBezTo>
                  <a:pt x="330477" y="149301"/>
                  <a:pt x="322114" y="151830"/>
                  <a:pt x="311050" y="151830"/>
                </a:cubicBezTo>
                <a:cubicBezTo>
                  <a:pt x="306573" y="151830"/>
                  <a:pt x="301632" y="151322"/>
                  <a:pt x="296227" y="150304"/>
                </a:cubicBezTo>
                <a:cubicBezTo>
                  <a:pt x="290823" y="149286"/>
                  <a:pt x="286586" y="148145"/>
                  <a:pt x="283516" y="146882"/>
                </a:cubicBezTo>
                <a:lnTo>
                  <a:pt x="283516" y="122559"/>
                </a:lnTo>
                <a:lnTo>
                  <a:pt x="287833" y="122559"/>
                </a:lnTo>
                <a:lnTo>
                  <a:pt x="292534" y="136353"/>
                </a:lnTo>
                <a:cubicBezTo>
                  <a:pt x="297331" y="141126"/>
                  <a:pt x="303567" y="143512"/>
                  <a:pt x="311242" y="143512"/>
                </a:cubicBezTo>
                <a:cubicBezTo>
                  <a:pt x="323649" y="143512"/>
                  <a:pt x="329853" y="137677"/>
                  <a:pt x="329853" y="126008"/>
                </a:cubicBezTo>
                <a:cubicBezTo>
                  <a:pt x="329853" y="117435"/>
                  <a:pt x="324961" y="111322"/>
                  <a:pt x="315175" y="107667"/>
                </a:cubicBezTo>
                <a:lnTo>
                  <a:pt x="306637" y="104610"/>
                </a:lnTo>
                <a:cubicBezTo>
                  <a:pt x="300177" y="102292"/>
                  <a:pt x="295476" y="99938"/>
                  <a:pt x="292534" y="97549"/>
                </a:cubicBezTo>
                <a:cubicBezTo>
                  <a:pt x="289592" y="95161"/>
                  <a:pt x="287321" y="92228"/>
                  <a:pt x="285722" y="88751"/>
                </a:cubicBezTo>
                <a:cubicBezTo>
                  <a:pt x="284123" y="85272"/>
                  <a:pt x="283324" y="81073"/>
                  <a:pt x="283324" y="76155"/>
                </a:cubicBezTo>
                <a:cubicBezTo>
                  <a:pt x="283324" y="67443"/>
                  <a:pt x="286026" y="60574"/>
                  <a:pt x="291431" y="55551"/>
                </a:cubicBezTo>
                <a:cubicBezTo>
                  <a:pt x="296835" y="50526"/>
                  <a:pt x="304142" y="48013"/>
                  <a:pt x="313352" y="48013"/>
                </a:cubicBezTo>
                <a:cubicBezTo>
                  <a:pt x="319940" y="48013"/>
                  <a:pt x="328190" y="49101"/>
                  <a:pt x="338104" y="51277"/>
                </a:cubicBezTo>
                <a:lnTo>
                  <a:pt x="338104" y="72862"/>
                </a:lnTo>
                <a:lnTo>
                  <a:pt x="333595" y="72862"/>
                </a:lnTo>
                <a:lnTo>
                  <a:pt x="329566" y="61385"/>
                </a:lnTo>
                <a:cubicBezTo>
                  <a:pt x="326176" y="58086"/>
                  <a:pt x="320835" y="56436"/>
                  <a:pt x="313544" y="56436"/>
                </a:cubicBezTo>
                <a:cubicBezTo>
                  <a:pt x="308364" y="56436"/>
                  <a:pt x="304414" y="57842"/>
                  <a:pt x="301696" y="60655"/>
                </a:cubicBezTo>
                <a:cubicBezTo>
                  <a:pt x="298978" y="63467"/>
                  <a:pt x="297619" y="67263"/>
                  <a:pt x="297619" y="72042"/>
                </a:cubicBezTo>
                <a:cubicBezTo>
                  <a:pt x="297619" y="76048"/>
                  <a:pt x="298850" y="79421"/>
                  <a:pt x="301312" y="82160"/>
                </a:cubicBezTo>
                <a:cubicBezTo>
                  <a:pt x="303775" y="84900"/>
                  <a:pt x="307500" y="87184"/>
                  <a:pt x="312489" y="89011"/>
                </a:cubicBezTo>
                <a:cubicBezTo>
                  <a:pt x="321891" y="92525"/>
                  <a:pt x="328031" y="95090"/>
                  <a:pt x="330909" y="96707"/>
                </a:cubicBezTo>
                <a:cubicBezTo>
                  <a:pt x="333787" y="98321"/>
                  <a:pt x="336233" y="100307"/>
                  <a:pt x="338248" y="102663"/>
                </a:cubicBezTo>
                <a:cubicBezTo>
                  <a:pt x="340263" y="105016"/>
                  <a:pt x="341829" y="107704"/>
                  <a:pt x="342949" y="110727"/>
                </a:cubicBezTo>
                <a:cubicBezTo>
                  <a:pt x="344068" y="113748"/>
                  <a:pt x="344628" y="117471"/>
                  <a:pt x="344628" y="121898"/>
                </a:cubicBezTo>
                <a:close/>
                <a:moveTo>
                  <a:pt x="382970" y="42854"/>
                </a:moveTo>
                <a:cubicBezTo>
                  <a:pt x="382970" y="50154"/>
                  <a:pt x="382746" y="55418"/>
                  <a:pt x="382299" y="58647"/>
                </a:cubicBezTo>
                <a:cubicBezTo>
                  <a:pt x="386904" y="55769"/>
                  <a:pt x="392132" y="53278"/>
                  <a:pt x="397984" y="51172"/>
                </a:cubicBezTo>
                <a:cubicBezTo>
                  <a:pt x="403837" y="49066"/>
                  <a:pt x="408777" y="48013"/>
                  <a:pt x="412807" y="48013"/>
                </a:cubicBezTo>
                <a:cubicBezTo>
                  <a:pt x="420609" y="48013"/>
                  <a:pt x="426494" y="50508"/>
                  <a:pt x="430459" y="55499"/>
                </a:cubicBezTo>
                <a:cubicBezTo>
                  <a:pt x="434424" y="60487"/>
                  <a:pt x="436407" y="67724"/>
                  <a:pt x="436407" y="77212"/>
                </a:cubicBezTo>
                <a:lnTo>
                  <a:pt x="436407" y="142354"/>
                </a:lnTo>
                <a:lnTo>
                  <a:pt x="447344" y="144986"/>
                </a:lnTo>
                <a:lnTo>
                  <a:pt x="447344" y="149725"/>
                </a:lnTo>
                <a:lnTo>
                  <a:pt x="408489" y="149725"/>
                </a:lnTo>
                <a:lnTo>
                  <a:pt x="408489" y="144986"/>
                </a:lnTo>
                <a:lnTo>
                  <a:pt x="420482" y="142354"/>
                </a:lnTo>
                <a:lnTo>
                  <a:pt x="420482" y="78465"/>
                </a:lnTo>
                <a:cubicBezTo>
                  <a:pt x="420482" y="66376"/>
                  <a:pt x="415173" y="60332"/>
                  <a:pt x="404556" y="60332"/>
                </a:cubicBezTo>
                <a:cubicBezTo>
                  <a:pt x="398544" y="60332"/>
                  <a:pt x="391349" y="61350"/>
                  <a:pt x="382970" y="63386"/>
                </a:cubicBezTo>
                <a:lnTo>
                  <a:pt x="382970" y="142354"/>
                </a:lnTo>
                <a:lnTo>
                  <a:pt x="395154" y="144986"/>
                </a:lnTo>
                <a:lnTo>
                  <a:pt x="395154" y="149725"/>
                </a:lnTo>
                <a:lnTo>
                  <a:pt x="355628" y="149725"/>
                </a:lnTo>
                <a:lnTo>
                  <a:pt x="355628" y="144986"/>
                </a:lnTo>
                <a:lnTo>
                  <a:pt x="367045" y="142354"/>
                </a:lnTo>
                <a:lnTo>
                  <a:pt x="367045" y="7265"/>
                </a:lnTo>
                <a:lnTo>
                  <a:pt x="353614" y="4738"/>
                </a:lnTo>
                <a:lnTo>
                  <a:pt x="353614" y="0"/>
                </a:lnTo>
                <a:lnTo>
                  <a:pt x="382970" y="0"/>
                </a:lnTo>
                <a:lnTo>
                  <a:pt x="382970" y="42854"/>
                </a:lnTo>
                <a:close/>
                <a:moveTo>
                  <a:pt x="486295" y="18321"/>
                </a:moveTo>
                <a:cubicBezTo>
                  <a:pt x="486295" y="21409"/>
                  <a:pt x="485272" y="24077"/>
                  <a:pt x="483225" y="26323"/>
                </a:cubicBezTo>
                <a:cubicBezTo>
                  <a:pt x="481179" y="28569"/>
                  <a:pt x="478716" y="29692"/>
                  <a:pt x="475838" y="29692"/>
                </a:cubicBezTo>
                <a:cubicBezTo>
                  <a:pt x="473024" y="29692"/>
                  <a:pt x="470594" y="28569"/>
                  <a:pt x="468547" y="26323"/>
                </a:cubicBezTo>
                <a:cubicBezTo>
                  <a:pt x="466500" y="24077"/>
                  <a:pt x="465477" y="21409"/>
                  <a:pt x="465477" y="18321"/>
                </a:cubicBezTo>
                <a:cubicBezTo>
                  <a:pt x="465477" y="15162"/>
                  <a:pt x="466500" y="12460"/>
                  <a:pt x="468547" y="10213"/>
                </a:cubicBezTo>
                <a:cubicBezTo>
                  <a:pt x="470594" y="7967"/>
                  <a:pt x="473024" y="6844"/>
                  <a:pt x="475838" y="6844"/>
                </a:cubicBezTo>
                <a:cubicBezTo>
                  <a:pt x="478716" y="6844"/>
                  <a:pt x="481179" y="7967"/>
                  <a:pt x="483225" y="10213"/>
                </a:cubicBezTo>
                <a:cubicBezTo>
                  <a:pt x="485272" y="12460"/>
                  <a:pt x="486295" y="15162"/>
                  <a:pt x="486295" y="18321"/>
                </a:cubicBezTo>
                <a:moveTo>
                  <a:pt x="485336" y="142354"/>
                </a:moveTo>
                <a:lnTo>
                  <a:pt x="500782" y="144986"/>
                </a:lnTo>
                <a:lnTo>
                  <a:pt x="500782" y="149725"/>
                </a:lnTo>
                <a:lnTo>
                  <a:pt x="454060" y="149725"/>
                </a:lnTo>
                <a:lnTo>
                  <a:pt x="454060" y="144986"/>
                </a:lnTo>
                <a:lnTo>
                  <a:pt x="469410" y="142354"/>
                </a:lnTo>
                <a:lnTo>
                  <a:pt x="469410" y="58121"/>
                </a:lnTo>
                <a:lnTo>
                  <a:pt x="456651" y="55489"/>
                </a:lnTo>
                <a:lnTo>
                  <a:pt x="456651" y="50751"/>
                </a:lnTo>
                <a:lnTo>
                  <a:pt x="485336" y="50751"/>
                </a:lnTo>
                <a:lnTo>
                  <a:pt x="485336" y="142354"/>
                </a:lnTo>
                <a:close/>
                <a:moveTo>
                  <a:pt x="535445" y="58647"/>
                </a:moveTo>
                <a:cubicBezTo>
                  <a:pt x="540369" y="55559"/>
                  <a:pt x="545614" y="53014"/>
                  <a:pt x="551178" y="51014"/>
                </a:cubicBezTo>
                <a:cubicBezTo>
                  <a:pt x="556743" y="49013"/>
                  <a:pt x="561380" y="48013"/>
                  <a:pt x="565089" y="48013"/>
                </a:cubicBezTo>
                <a:cubicBezTo>
                  <a:pt x="572892" y="48013"/>
                  <a:pt x="578776" y="50508"/>
                  <a:pt x="582741" y="55499"/>
                </a:cubicBezTo>
                <a:cubicBezTo>
                  <a:pt x="586707" y="60487"/>
                  <a:pt x="588690" y="67724"/>
                  <a:pt x="588690" y="77212"/>
                </a:cubicBezTo>
                <a:lnTo>
                  <a:pt x="588690" y="142354"/>
                </a:lnTo>
                <a:lnTo>
                  <a:pt x="599626" y="144986"/>
                </a:lnTo>
                <a:lnTo>
                  <a:pt x="599626" y="149725"/>
                </a:lnTo>
                <a:lnTo>
                  <a:pt x="560772" y="149725"/>
                </a:lnTo>
                <a:lnTo>
                  <a:pt x="560772" y="144986"/>
                </a:lnTo>
                <a:lnTo>
                  <a:pt x="572764" y="142354"/>
                </a:lnTo>
                <a:lnTo>
                  <a:pt x="572764" y="79097"/>
                </a:lnTo>
                <a:cubicBezTo>
                  <a:pt x="572764" y="73264"/>
                  <a:pt x="571469" y="68679"/>
                  <a:pt x="568879" y="65340"/>
                </a:cubicBezTo>
                <a:cubicBezTo>
                  <a:pt x="566288" y="62001"/>
                  <a:pt x="562275" y="60332"/>
                  <a:pt x="556839" y="60332"/>
                </a:cubicBezTo>
                <a:cubicBezTo>
                  <a:pt x="551082" y="60332"/>
                  <a:pt x="544015" y="61350"/>
                  <a:pt x="535636" y="63386"/>
                </a:cubicBezTo>
                <a:lnTo>
                  <a:pt x="535636" y="142354"/>
                </a:lnTo>
                <a:lnTo>
                  <a:pt x="547820" y="144986"/>
                </a:lnTo>
                <a:lnTo>
                  <a:pt x="547820" y="149725"/>
                </a:lnTo>
                <a:lnTo>
                  <a:pt x="508870" y="149725"/>
                </a:lnTo>
                <a:lnTo>
                  <a:pt x="508870" y="144986"/>
                </a:lnTo>
                <a:lnTo>
                  <a:pt x="519711" y="142354"/>
                </a:lnTo>
                <a:lnTo>
                  <a:pt x="519711" y="58121"/>
                </a:lnTo>
                <a:lnTo>
                  <a:pt x="508870" y="55489"/>
                </a:lnTo>
                <a:lnTo>
                  <a:pt x="508870" y="50751"/>
                </a:lnTo>
                <a:lnTo>
                  <a:pt x="534581" y="50751"/>
                </a:lnTo>
                <a:lnTo>
                  <a:pt x="535445" y="58647"/>
                </a:lnTo>
                <a:close/>
                <a:moveTo>
                  <a:pt x="686066" y="81917"/>
                </a:moveTo>
                <a:cubicBezTo>
                  <a:pt x="686066" y="93288"/>
                  <a:pt x="682964" y="101887"/>
                  <a:pt x="676760" y="107713"/>
                </a:cubicBezTo>
                <a:cubicBezTo>
                  <a:pt x="670556" y="113539"/>
                  <a:pt x="661634" y="116452"/>
                  <a:pt x="649993" y="116452"/>
                </a:cubicBezTo>
                <a:cubicBezTo>
                  <a:pt x="644749" y="116452"/>
                  <a:pt x="639888" y="115926"/>
                  <a:pt x="635411" y="114873"/>
                </a:cubicBezTo>
                <a:lnTo>
                  <a:pt x="629367" y="128745"/>
                </a:lnTo>
                <a:cubicBezTo>
                  <a:pt x="629559" y="129945"/>
                  <a:pt x="630806" y="131075"/>
                  <a:pt x="633108" y="132134"/>
                </a:cubicBezTo>
                <a:cubicBezTo>
                  <a:pt x="635411" y="133192"/>
                  <a:pt x="638289" y="133720"/>
                  <a:pt x="641743" y="133720"/>
                </a:cubicBezTo>
                <a:lnTo>
                  <a:pt x="668413" y="133720"/>
                </a:lnTo>
                <a:cubicBezTo>
                  <a:pt x="678135" y="133720"/>
                  <a:pt x="685346" y="136037"/>
                  <a:pt x="690047" y="140670"/>
                </a:cubicBezTo>
                <a:cubicBezTo>
                  <a:pt x="694748" y="145302"/>
                  <a:pt x="697098" y="151690"/>
                  <a:pt x="697098" y="159833"/>
                </a:cubicBezTo>
                <a:cubicBezTo>
                  <a:pt x="697098" y="167203"/>
                  <a:pt x="695228" y="173626"/>
                  <a:pt x="691486" y="179101"/>
                </a:cubicBezTo>
                <a:cubicBezTo>
                  <a:pt x="687744" y="184576"/>
                  <a:pt x="682260" y="188805"/>
                  <a:pt x="675033" y="191789"/>
                </a:cubicBezTo>
                <a:cubicBezTo>
                  <a:pt x="667806" y="194772"/>
                  <a:pt x="659043" y="196263"/>
                  <a:pt x="648746" y="196263"/>
                </a:cubicBezTo>
                <a:cubicBezTo>
                  <a:pt x="636466" y="196263"/>
                  <a:pt x="627112" y="194193"/>
                  <a:pt x="620685" y="190051"/>
                </a:cubicBezTo>
                <a:cubicBezTo>
                  <a:pt x="614257" y="185910"/>
                  <a:pt x="611043" y="180013"/>
                  <a:pt x="611043" y="172362"/>
                </a:cubicBezTo>
                <a:cubicBezTo>
                  <a:pt x="611043" y="168642"/>
                  <a:pt x="612194" y="164974"/>
                  <a:pt x="614497" y="161359"/>
                </a:cubicBezTo>
                <a:cubicBezTo>
                  <a:pt x="616799" y="157744"/>
                  <a:pt x="621020" y="153515"/>
                  <a:pt x="627160" y="148672"/>
                </a:cubicBezTo>
                <a:cubicBezTo>
                  <a:pt x="623515" y="147334"/>
                  <a:pt x="620445" y="145046"/>
                  <a:pt x="617950" y="141808"/>
                </a:cubicBezTo>
                <a:cubicBezTo>
                  <a:pt x="615456" y="138570"/>
                  <a:pt x="614209" y="135086"/>
                  <a:pt x="614209" y="131355"/>
                </a:cubicBezTo>
                <a:lnTo>
                  <a:pt x="629367" y="112557"/>
                </a:lnTo>
                <a:cubicBezTo>
                  <a:pt x="619262" y="107362"/>
                  <a:pt x="614209" y="97149"/>
                  <a:pt x="614209" y="81917"/>
                </a:cubicBezTo>
                <a:cubicBezTo>
                  <a:pt x="614209" y="71107"/>
                  <a:pt x="617327" y="62754"/>
                  <a:pt x="623563" y="56857"/>
                </a:cubicBezTo>
                <a:cubicBezTo>
                  <a:pt x="629799" y="50961"/>
                  <a:pt x="638865" y="48013"/>
                  <a:pt x="650761" y="48013"/>
                </a:cubicBezTo>
                <a:cubicBezTo>
                  <a:pt x="653127" y="48013"/>
                  <a:pt x="656165" y="48276"/>
                  <a:pt x="659875" y="48803"/>
                </a:cubicBezTo>
                <a:cubicBezTo>
                  <a:pt x="663584" y="49329"/>
                  <a:pt x="666430" y="49943"/>
                  <a:pt x="668413" y="50645"/>
                </a:cubicBezTo>
                <a:lnTo>
                  <a:pt x="689615" y="38958"/>
                </a:lnTo>
                <a:lnTo>
                  <a:pt x="692973" y="43485"/>
                </a:lnTo>
                <a:lnTo>
                  <a:pt x="679638" y="58647"/>
                </a:lnTo>
                <a:cubicBezTo>
                  <a:pt x="683923" y="63912"/>
                  <a:pt x="686066" y="71668"/>
                  <a:pt x="686066" y="81917"/>
                </a:cubicBezTo>
                <a:moveTo>
                  <a:pt x="682132" y="163097"/>
                </a:moveTo>
                <a:cubicBezTo>
                  <a:pt x="682132" y="159096"/>
                  <a:pt x="681013" y="155972"/>
                  <a:pt x="678774" y="153726"/>
                </a:cubicBezTo>
                <a:cubicBezTo>
                  <a:pt x="676536" y="151479"/>
                  <a:pt x="673146" y="150356"/>
                  <a:pt x="668605" y="150356"/>
                </a:cubicBezTo>
                <a:lnTo>
                  <a:pt x="633684" y="150356"/>
                </a:lnTo>
                <a:cubicBezTo>
                  <a:pt x="630998" y="152883"/>
                  <a:pt x="628807" y="156095"/>
                  <a:pt x="627112" y="159991"/>
                </a:cubicBezTo>
                <a:cubicBezTo>
                  <a:pt x="625417" y="163886"/>
                  <a:pt x="624570" y="167519"/>
                  <a:pt x="624570" y="170888"/>
                </a:cubicBezTo>
                <a:cubicBezTo>
                  <a:pt x="624570" y="176925"/>
                  <a:pt x="626553" y="181259"/>
                  <a:pt x="630518" y="183892"/>
                </a:cubicBezTo>
                <a:cubicBezTo>
                  <a:pt x="634484" y="186524"/>
                  <a:pt x="640560" y="187840"/>
                  <a:pt x="648746" y="187840"/>
                </a:cubicBezTo>
                <a:cubicBezTo>
                  <a:pt x="659427" y="187840"/>
                  <a:pt x="667662" y="185664"/>
                  <a:pt x="673450" y="181312"/>
                </a:cubicBezTo>
                <a:cubicBezTo>
                  <a:pt x="679238" y="176960"/>
                  <a:pt x="682132" y="170888"/>
                  <a:pt x="682132" y="163097"/>
                </a:cubicBezTo>
                <a:moveTo>
                  <a:pt x="650185" y="108450"/>
                </a:moveTo>
                <a:cubicBezTo>
                  <a:pt x="657157" y="108450"/>
                  <a:pt x="662097" y="106257"/>
                  <a:pt x="665007" y="101870"/>
                </a:cubicBezTo>
                <a:cubicBezTo>
                  <a:pt x="667917" y="97482"/>
                  <a:pt x="669373" y="90832"/>
                  <a:pt x="669373" y="81917"/>
                </a:cubicBezTo>
                <a:cubicBezTo>
                  <a:pt x="669373" y="72581"/>
                  <a:pt x="667870" y="65930"/>
                  <a:pt x="664864" y="61964"/>
                </a:cubicBezTo>
                <a:cubicBezTo>
                  <a:pt x="661857" y="57998"/>
                  <a:pt x="657029" y="56015"/>
                  <a:pt x="650377" y="56015"/>
                </a:cubicBezTo>
                <a:cubicBezTo>
                  <a:pt x="643661" y="56015"/>
                  <a:pt x="638737" y="58016"/>
                  <a:pt x="635603" y="62017"/>
                </a:cubicBezTo>
                <a:cubicBezTo>
                  <a:pt x="632469" y="66018"/>
                  <a:pt x="630902" y="72651"/>
                  <a:pt x="630902" y="81917"/>
                </a:cubicBezTo>
                <a:cubicBezTo>
                  <a:pt x="630902" y="91182"/>
                  <a:pt x="632437" y="97921"/>
                  <a:pt x="635507" y="102133"/>
                </a:cubicBezTo>
                <a:cubicBezTo>
                  <a:pt x="638577" y="106344"/>
                  <a:pt x="643470" y="108450"/>
                  <a:pt x="650185" y="108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Condition">
            <a:extLst xmlns:a="http://schemas.openxmlformats.org/drawingml/2006/main">
              <a:ext uri="{FF2B5EF4-FFF2-40B4-BE49-F238E27FC236}">
                <a16:creationId xmlns:a16="http://schemas.microsoft.com/office/drawing/2014/main" id="{EA5A0358-4203-4424-928D-EBF28FA8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9358" y="852508"/>
            <a:ext cx="774296" cy="151830"/>
          </a:xfrm>
          <a:custGeom xmlns:a="http://schemas.openxmlformats.org/drawingml/2006/main">
            <a:pathLst>
              <a:path w="774296" h="151830">
                <a:moveTo>
                  <a:pt x="66196" y="151830"/>
                </a:moveTo>
                <a:cubicBezTo>
                  <a:pt x="45346" y="151830"/>
                  <a:pt x="29101" y="145601"/>
                  <a:pt x="17461" y="133141"/>
                </a:cubicBezTo>
                <a:cubicBezTo>
                  <a:pt x="5820" y="120682"/>
                  <a:pt x="0" y="103221"/>
                  <a:pt x="0" y="80759"/>
                </a:cubicBezTo>
                <a:cubicBezTo>
                  <a:pt x="0" y="56471"/>
                  <a:pt x="5596" y="38098"/>
                  <a:pt x="16789" y="25638"/>
                </a:cubicBezTo>
                <a:cubicBezTo>
                  <a:pt x="27982" y="13179"/>
                  <a:pt x="44579" y="6949"/>
                  <a:pt x="66580" y="6949"/>
                </a:cubicBezTo>
                <a:cubicBezTo>
                  <a:pt x="79947" y="6949"/>
                  <a:pt x="94306" y="8739"/>
                  <a:pt x="109656" y="12319"/>
                </a:cubicBezTo>
                <a:lnTo>
                  <a:pt x="110231" y="43170"/>
                </a:lnTo>
                <a:lnTo>
                  <a:pt x="103900" y="43170"/>
                </a:lnTo>
                <a:lnTo>
                  <a:pt x="101022" y="24849"/>
                </a:lnTo>
                <a:cubicBezTo>
                  <a:pt x="96544" y="21830"/>
                  <a:pt x="91348" y="19496"/>
                  <a:pt x="85432" y="17847"/>
                </a:cubicBezTo>
                <a:cubicBezTo>
                  <a:pt x="79516" y="16197"/>
                  <a:pt x="73488" y="15373"/>
                  <a:pt x="67348" y="15373"/>
                </a:cubicBezTo>
                <a:cubicBezTo>
                  <a:pt x="50911" y="15373"/>
                  <a:pt x="38918" y="20672"/>
                  <a:pt x="31371" y="31272"/>
                </a:cubicBezTo>
                <a:cubicBezTo>
                  <a:pt x="23824" y="41871"/>
                  <a:pt x="20051" y="58296"/>
                  <a:pt x="20051" y="80548"/>
                </a:cubicBezTo>
                <a:cubicBezTo>
                  <a:pt x="20051" y="101045"/>
                  <a:pt x="24000" y="116698"/>
                  <a:pt x="31899" y="127508"/>
                </a:cubicBezTo>
                <a:cubicBezTo>
                  <a:pt x="39798" y="138318"/>
                  <a:pt x="51294" y="143723"/>
                  <a:pt x="66388" y="143723"/>
                </a:cubicBezTo>
                <a:cubicBezTo>
                  <a:pt x="73680" y="143723"/>
                  <a:pt x="80555" y="142758"/>
                  <a:pt x="87015" y="140827"/>
                </a:cubicBezTo>
                <a:cubicBezTo>
                  <a:pt x="93474" y="138897"/>
                  <a:pt x="98591" y="136317"/>
                  <a:pt x="102365" y="133089"/>
                </a:cubicBezTo>
                <a:lnTo>
                  <a:pt x="105914" y="112030"/>
                </a:lnTo>
                <a:lnTo>
                  <a:pt x="112150" y="112030"/>
                </a:lnTo>
                <a:lnTo>
                  <a:pt x="111575" y="145197"/>
                </a:lnTo>
                <a:cubicBezTo>
                  <a:pt x="97504" y="149619"/>
                  <a:pt x="82378" y="151830"/>
                  <a:pt x="66196" y="151830"/>
                </a:cubicBezTo>
                <a:close/>
                <a:moveTo>
                  <a:pt x="213553" y="99658"/>
                </a:moveTo>
                <a:cubicBezTo>
                  <a:pt x="213553" y="134440"/>
                  <a:pt x="199482" y="151830"/>
                  <a:pt x="171340" y="151830"/>
                </a:cubicBezTo>
                <a:cubicBezTo>
                  <a:pt x="157781" y="151830"/>
                  <a:pt x="147548" y="147369"/>
                  <a:pt x="140640" y="138445"/>
                </a:cubicBezTo>
                <a:cubicBezTo>
                  <a:pt x="133733" y="129522"/>
                  <a:pt x="130279" y="116593"/>
                  <a:pt x="130279" y="99658"/>
                </a:cubicBezTo>
                <a:cubicBezTo>
                  <a:pt x="130279" y="82935"/>
                  <a:pt x="133733" y="70146"/>
                  <a:pt x="140640" y="61293"/>
                </a:cubicBezTo>
                <a:cubicBezTo>
                  <a:pt x="147548" y="52440"/>
                  <a:pt x="158037" y="48013"/>
                  <a:pt x="172108" y="48013"/>
                </a:cubicBezTo>
                <a:cubicBezTo>
                  <a:pt x="185795" y="48013"/>
                  <a:pt x="196124" y="52352"/>
                  <a:pt x="203095" y="61030"/>
                </a:cubicBezTo>
                <a:cubicBezTo>
                  <a:pt x="210067" y="69707"/>
                  <a:pt x="213553" y="82584"/>
                  <a:pt x="213553" y="99658"/>
                </a:cubicBezTo>
                <a:moveTo>
                  <a:pt x="196284" y="99658"/>
                </a:moveTo>
                <a:cubicBezTo>
                  <a:pt x="196284" y="84479"/>
                  <a:pt x="194269" y="73480"/>
                  <a:pt x="190240" y="66663"/>
                </a:cubicBezTo>
                <a:cubicBezTo>
                  <a:pt x="186210" y="59845"/>
                  <a:pt x="179911" y="56436"/>
                  <a:pt x="171340" y="56436"/>
                </a:cubicBezTo>
                <a:cubicBezTo>
                  <a:pt x="162962" y="56436"/>
                  <a:pt x="156902" y="59705"/>
                  <a:pt x="153160" y="66242"/>
                </a:cubicBezTo>
                <a:cubicBezTo>
                  <a:pt x="149419" y="72776"/>
                  <a:pt x="147548" y="83915"/>
                  <a:pt x="147548" y="99658"/>
                </a:cubicBezTo>
                <a:cubicBezTo>
                  <a:pt x="147548" y="115612"/>
                  <a:pt x="149451" y="126910"/>
                  <a:pt x="153256" y="133552"/>
                </a:cubicBezTo>
                <a:cubicBezTo>
                  <a:pt x="157062" y="140192"/>
                  <a:pt x="163090" y="143512"/>
                  <a:pt x="171340" y="143512"/>
                </a:cubicBezTo>
                <a:cubicBezTo>
                  <a:pt x="179783" y="143512"/>
                  <a:pt x="186051" y="140068"/>
                  <a:pt x="190144" y="133181"/>
                </a:cubicBezTo>
                <a:cubicBezTo>
                  <a:pt x="194237" y="126293"/>
                  <a:pt x="196284" y="115119"/>
                  <a:pt x="196284" y="99658"/>
                </a:cubicBezTo>
                <a:close/>
                <a:moveTo>
                  <a:pt x="252120" y="58647"/>
                </a:moveTo>
                <a:cubicBezTo>
                  <a:pt x="257045" y="55559"/>
                  <a:pt x="262290" y="53014"/>
                  <a:pt x="267854" y="51014"/>
                </a:cubicBezTo>
                <a:cubicBezTo>
                  <a:pt x="273418" y="49013"/>
                  <a:pt x="278055" y="48013"/>
                  <a:pt x="281765" y="48013"/>
                </a:cubicBezTo>
                <a:cubicBezTo>
                  <a:pt x="289568" y="48013"/>
                  <a:pt x="295452" y="50508"/>
                  <a:pt x="299417" y="55499"/>
                </a:cubicBezTo>
                <a:cubicBezTo>
                  <a:pt x="303383" y="60487"/>
                  <a:pt x="305365" y="67724"/>
                  <a:pt x="305365" y="77212"/>
                </a:cubicBezTo>
                <a:lnTo>
                  <a:pt x="305365" y="142354"/>
                </a:lnTo>
                <a:lnTo>
                  <a:pt x="316302" y="144986"/>
                </a:lnTo>
                <a:lnTo>
                  <a:pt x="316302" y="149725"/>
                </a:lnTo>
                <a:lnTo>
                  <a:pt x="277448" y="149725"/>
                </a:lnTo>
                <a:lnTo>
                  <a:pt x="277448" y="144986"/>
                </a:lnTo>
                <a:lnTo>
                  <a:pt x="289440" y="142354"/>
                </a:lnTo>
                <a:lnTo>
                  <a:pt x="289440" y="79097"/>
                </a:lnTo>
                <a:cubicBezTo>
                  <a:pt x="289440" y="73264"/>
                  <a:pt x="288145" y="68679"/>
                  <a:pt x="285554" y="65340"/>
                </a:cubicBezTo>
                <a:cubicBezTo>
                  <a:pt x="282964" y="62001"/>
                  <a:pt x="278951" y="60332"/>
                  <a:pt x="273514" y="60332"/>
                </a:cubicBezTo>
                <a:cubicBezTo>
                  <a:pt x="267758" y="60332"/>
                  <a:pt x="260691" y="61350"/>
                  <a:pt x="252312" y="63386"/>
                </a:cubicBezTo>
                <a:lnTo>
                  <a:pt x="252312" y="142354"/>
                </a:lnTo>
                <a:lnTo>
                  <a:pt x="264496" y="144986"/>
                </a:lnTo>
                <a:lnTo>
                  <a:pt x="264496" y="149725"/>
                </a:lnTo>
                <a:lnTo>
                  <a:pt x="225546" y="149725"/>
                </a:lnTo>
                <a:lnTo>
                  <a:pt x="225546" y="144986"/>
                </a:lnTo>
                <a:lnTo>
                  <a:pt x="236387" y="142354"/>
                </a:lnTo>
                <a:lnTo>
                  <a:pt x="236387" y="58121"/>
                </a:lnTo>
                <a:lnTo>
                  <a:pt x="225546" y="55489"/>
                </a:lnTo>
                <a:lnTo>
                  <a:pt x="225546" y="50751"/>
                </a:lnTo>
                <a:lnTo>
                  <a:pt x="251257" y="50751"/>
                </a:lnTo>
                <a:lnTo>
                  <a:pt x="252120" y="58647"/>
                </a:lnTo>
                <a:close/>
                <a:moveTo>
                  <a:pt x="388639" y="142354"/>
                </a:moveTo>
                <a:cubicBezTo>
                  <a:pt x="381411" y="148672"/>
                  <a:pt x="372969" y="151830"/>
                  <a:pt x="363311" y="151830"/>
                </a:cubicBezTo>
                <a:cubicBezTo>
                  <a:pt x="338687" y="151830"/>
                  <a:pt x="326376" y="134931"/>
                  <a:pt x="326376" y="101133"/>
                </a:cubicBezTo>
                <a:cubicBezTo>
                  <a:pt x="326376" y="83777"/>
                  <a:pt x="329861" y="70585"/>
                  <a:pt x="336833" y="61556"/>
                </a:cubicBezTo>
                <a:cubicBezTo>
                  <a:pt x="343804" y="52527"/>
                  <a:pt x="354069" y="48013"/>
                  <a:pt x="367628" y="48013"/>
                </a:cubicBezTo>
                <a:cubicBezTo>
                  <a:pt x="374536" y="48013"/>
                  <a:pt x="381539" y="48820"/>
                  <a:pt x="388639" y="50435"/>
                </a:cubicBezTo>
                <a:cubicBezTo>
                  <a:pt x="388255" y="48118"/>
                  <a:pt x="388063" y="42292"/>
                  <a:pt x="388063" y="32956"/>
                </a:cubicBezTo>
                <a:lnTo>
                  <a:pt x="388063" y="7265"/>
                </a:lnTo>
                <a:lnTo>
                  <a:pt x="372905" y="4738"/>
                </a:lnTo>
                <a:lnTo>
                  <a:pt x="372905" y="0"/>
                </a:lnTo>
                <a:lnTo>
                  <a:pt x="403988" y="0"/>
                </a:lnTo>
                <a:lnTo>
                  <a:pt x="403988" y="142354"/>
                </a:lnTo>
                <a:lnTo>
                  <a:pt x="415117" y="144986"/>
                </a:lnTo>
                <a:lnTo>
                  <a:pt x="415117" y="149725"/>
                </a:lnTo>
                <a:lnTo>
                  <a:pt x="389790" y="149725"/>
                </a:lnTo>
                <a:lnTo>
                  <a:pt x="388639" y="142354"/>
                </a:lnTo>
                <a:moveTo>
                  <a:pt x="343644" y="101136"/>
                </a:moveTo>
                <a:cubicBezTo>
                  <a:pt x="343644" y="114490"/>
                  <a:pt x="345691" y="124454"/>
                  <a:pt x="349784" y="131025"/>
                </a:cubicBezTo>
                <a:cubicBezTo>
                  <a:pt x="353877" y="137595"/>
                  <a:pt x="360145" y="140880"/>
                  <a:pt x="368588" y="140880"/>
                </a:cubicBezTo>
                <a:cubicBezTo>
                  <a:pt x="375815" y="140880"/>
                  <a:pt x="382307" y="139511"/>
                  <a:pt x="388063" y="136774"/>
                </a:cubicBezTo>
                <a:lnTo>
                  <a:pt x="388063" y="58440"/>
                </a:lnTo>
                <a:cubicBezTo>
                  <a:pt x="382371" y="57245"/>
                  <a:pt x="375879" y="56647"/>
                  <a:pt x="368588" y="56647"/>
                </a:cubicBezTo>
                <a:cubicBezTo>
                  <a:pt x="351959" y="56647"/>
                  <a:pt x="343644" y="71477"/>
                  <a:pt x="343644" y="101136"/>
                </a:cubicBezTo>
                <a:close/>
                <a:moveTo>
                  <a:pt x="453876" y="18321"/>
                </a:moveTo>
                <a:cubicBezTo>
                  <a:pt x="453876" y="21409"/>
                  <a:pt x="452853" y="24077"/>
                  <a:pt x="450806" y="26323"/>
                </a:cubicBezTo>
                <a:cubicBezTo>
                  <a:pt x="448759" y="28569"/>
                  <a:pt x="446297" y="29692"/>
                  <a:pt x="443419" y="29692"/>
                </a:cubicBezTo>
                <a:cubicBezTo>
                  <a:pt x="440605" y="29692"/>
                  <a:pt x="438174" y="28569"/>
                  <a:pt x="436128" y="26323"/>
                </a:cubicBezTo>
                <a:cubicBezTo>
                  <a:pt x="434081" y="24077"/>
                  <a:pt x="433058" y="21409"/>
                  <a:pt x="433058" y="18321"/>
                </a:cubicBezTo>
                <a:cubicBezTo>
                  <a:pt x="433058" y="15162"/>
                  <a:pt x="434081" y="12460"/>
                  <a:pt x="436128" y="10213"/>
                </a:cubicBezTo>
                <a:cubicBezTo>
                  <a:pt x="438174" y="7967"/>
                  <a:pt x="440605" y="6844"/>
                  <a:pt x="443419" y="6844"/>
                </a:cubicBezTo>
                <a:cubicBezTo>
                  <a:pt x="446297" y="6844"/>
                  <a:pt x="448759" y="7967"/>
                  <a:pt x="450806" y="10213"/>
                </a:cubicBezTo>
                <a:cubicBezTo>
                  <a:pt x="452853" y="12460"/>
                  <a:pt x="453876" y="15162"/>
                  <a:pt x="453876" y="18321"/>
                </a:cubicBezTo>
                <a:moveTo>
                  <a:pt x="452917" y="142354"/>
                </a:moveTo>
                <a:lnTo>
                  <a:pt x="468362" y="144986"/>
                </a:lnTo>
                <a:lnTo>
                  <a:pt x="468362" y="149725"/>
                </a:lnTo>
                <a:lnTo>
                  <a:pt x="421641" y="149725"/>
                </a:lnTo>
                <a:lnTo>
                  <a:pt x="421641" y="144986"/>
                </a:lnTo>
                <a:lnTo>
                  <a:pt x="436991" y="142354"/>
                </a:lnTo>
                <a:lnTo>
                  <a:pt x="436991" y="58121"/>
                </a:lnTo>
                <a:lnTo>
                  <a:pt x="424232" y="55489"/>
                </a:lnTo>
                <a:lnTo>
                  <a:pt x="424232" y="50751"/>
                </a:lnTo>
                <a:lnTo>
                  <a:pt x="452917" y="50751"/>
                </a:lnTo>
                <a:lnTo>
                  <a:pt x="452917" y="142354"/>
                </a:lnTo>
                <a:close/>
                <a:moveTo>
                  <a:pt x="503983" y="151830"/>
                </a:moveTo>
                <a:cubicBezTo>
                  <a:pt x="497843" y="151830"/>
                  <a:pt x="493254" y="149830"/>
                  <a:pt x="490216" y="145829"/>
                </a:cubicBezTo>
                <a:cubicBezTo>
                  <a:pt x="487178" y="141828"/>
                  <a:pt x="485659" y="136212"/>
                  <a:pt x="485659" y="128982"/>
                </a:cubicBezTo>
                <a:lnTo>
                  <a:pt x="485659" y="59595"/>
                </a:lnTo>
                <a:lnTo>
                  <a:pt x="473859" y="59595"/>
                </a:lnTo>
                <a:lnTo>
                  <a:pt x="473859" y="54857"/>
                </a:lnTo>
                <a:lnTo>
                  <a:pt x="485851" y="50751"/>
                </a:lnTo>
                <a:lnTo>
                  <a:pt x="495541" y="28323"/>
                </a:lnTo>
                <a:lnTo>
                  <a:pt x="501585" y="28323"/>
                </a:lnTo>
                <a:lnTo>
                  <a:pt x="501585" y="50751"/>
                </a:lnTo>
                <a:lnTo>
                  <a:pt x="522211" y="50751"/>
                </a:lnTo>
                <a:lnTo>
                  <a:pt x="522211" y="59595"/>
                </a:lnTo>
                <a:lnTo>
                  <a:pt x="501585" y="59595"/>
                </a:lnTo>
                <a:lnTo>
                  <a:pt x="501585" y="127087"/>
                </a:lnTo>
                <a:cubicBezTo>
                  <a:pt x="501585" y="131650"/>
                  <a:pt x="502528" y="135089"/>
                  <a:pt x="504415" y="137405"/>
                </a:cubicBezTo>
                <a:cubicBezTo>
                  <a:pt x="506302" y="139722"/>
                  <a:pt x="508780" y="140880"/>
                  <a:pt x="511850" y="140880"/>
                </a:cubicBezTo>
                <a:cubicBezTo>
                  <a:pt x="515559" y="140880"/>
                  <a:pt x="520068" y="140319"/>
                  <a:pt x="525377" y="139195"/>
                </a:cubicBezTo>
                <a:lnTo>
                  <a:pt x="525377" y="146039"/>
                </a:lnTo>
                <a:cubicBezTo>
                  <a:pt x="523138" y="147724"/>
                  <a:pt x="519909" y="149110"/>
                  <a:pt x="515687" y="150198"/>
                </a:cubicBezTo>
                <a:cubicBezTo>
                  <a:pt x="511466" y="151286"/>
                  <a:pt x="507565" y="151830"/>
                  <a:pt x="503983" y="151830"/>
                </a:cubicBezTo>
                <a:close/>
                <a:moveTo>
                  <a:pt x="562727" y="18321"/>
                </a:moveTo>
                <a:cubicBezTo>
                  <a:pt x="562727" y="21409"/>
                  <a:pt x="561703" y="24077"/>
                  <a:pt x="559657" y="26323"/>
                </a:cubicBezTo>
                <a:cubicBezTo>
                  <a:pt x="557610" y="28569"/>
                  <a:pt x="555148" y="29692"/>
                  <a:pt x="552270" y="29692"/>
                </a:cubicBezTo>
                <a:cubicBezTo>
                  <a:pt x="549455" y="29692"/>
                  <a:pt x="547025" y="28569"/>
                  <a:pt x="544978" y="26323"/>
                </a:cubicBezTo>
                <a:cubicBezTo>
                  <a:pt x="542932" y="24077"/>
                  <a:pt x="541908" y="21409"/>
                  <a:pt x="541908" y="18321"/>
                </a:cubicBezTo>
                <a:cubicBezTo>
                  <a:pt x="541908" y="15162"/>
                  <a:pt x="542932" y="12460"/>
                  <a:pt x="544978" y="10213"/>
                </a:cubicBezTo>
                <a:cubicBezTo>
                  <a:pt x="547025" y="7967"/>
                  <a:pt x="549455" y="6844"/>
                  <a:pt x="552270" y="6844"/>
                </a:cubicBezTo>
                <a:cubicBezTo>
                  <a:pt x="555148" y="6844"/>
                  <a:pt x="557610" y="7967"/>
                  <a:pt x="559657" y="10213"/>
                </a:cubicBezTo>
                <a:cubicBezTo>
                  <a:pt x="561703" y="12460"/>
                  <a:pt x="562727" y="15162"/>
                  <a:pt x="562727" y="18321"/>
                </a:cubicBezTo>
                <a:moveTo>
                  <a:pt x="561767" y="142354"/>
                </a:moveTo>
                <a:lnTo>
                  <a:pt x="577213" y="144986"/>
                </a:lnTo>
                <a:lnTo>
                  <a:pt x="577213" y="149725"/>
                </a:lnTo>
                <a:lnTo>
                  <a:pt x="530492" y="149725"/>
                </a:lnTo>
                <a:lnTo>
                  <a:pt x="530492" y="144986"/>
                </a:lnTo>
                <a:lnTo>
                  <a:pt x="545842" y="142354"/>
                </a:lnTo>
                <a:lnTo>
                  <a:pt x="545842" y="58121"/>
                </a:lnTo>
                <a:lnTo>
                  <a:pt x="533082" y="55489"/>
                </a:lnTo>
                <a:lnTo>
                  <a:pt x="533082" y="50751"/>
                </a:lnTo>
                <a:lnTo>
                  <a:pt x="561767" y="50751"/>
                </a:lnTo>
                <a:lnTo>
                  <a:pt x="561767" y="142354"/>
                </a:lnTo>
                <a:close/>
                <a:moveTo>
                  <a:pt x="671547" y="99658"/>
                </a:moveTo>
                <a:cubicBezTo>
                  <a:pt x="671547" y="134440"/>
                  <a:pt x="657476" y="151830"/>
                  <a:pt x="629335" y="151830"/>
                </a:cubicBezTo>
                <a:cubicBezTo>
                  <a:pt x="615776" y="151830"/>
                  <a:pt x="605543" y="147369"/>
                  <a:pt x="598635" y="138445"/>
                </a:cubicBezTo>
                <a:cubicBezTo>
                  <a:pt x="591728" y="129522"/>
                  <a:pt x="588274" y="116593"/>
                  <a:pt x="588274" y="99658"/>
                </a:cubicBezTo>
                <a:cubicBezTo>
                  <a:pt x="588274" y="82935"/>
                  <a:pt x="591728" y="70146"/>
                  <a:pt x="598635" y="61293"/>
                </a:cubicBezTo>
                <a:cubicBezTo>
                  <a:pt x="605543" y="52440"/>
                  <a:pt x="616032" y="48013"/>
                  <a:pt x="630102" y="48013"/>
                </a:cubicBezTo>
                <a:cubicBezTo>
                  <a:pt x="643789" y="48013"/>
                  <a:pt x="654119" y="52352"/>
                  <a:pt x="661090" y="61030"/>
                </a:cubicBezTo>
                <a:cubicBezTo>
                  <a:pt x="668061" y="69707"/>
                  <a:pt x="671547" y="82584"/>
                  <a:pt x="671547" y="99658"/>
                </a:cubicBezTo>
                <a:moveTo>
                  <a:pt x="654279" y="99658"/>
                </a:moveTo>
                <a:cubicBezTo>
                  <a:pt x="654279" y="84479"/>
                  <a:pt x="652264" y="73480"/>
                  <a:pt x="648235" y="66663"/>
                </a:cubicBezTo>
                <a:cubicBezTo>
                  <a:pt x="644205" y="59845"/>
                  <a:pt x="637905" y="56436"/>
                  <a:pt x="629335" y="56436"/>
                </a:cubicBezTo>
                <a:cubicBezTo>
                  <a:pt x="620956" y="56436"/>
                  <a:pt x="614896" y="59705"/>
                  <a:pt x="611155" y="66242"/>
                </a:cubicBezTo>
                <a:cubicBezTo>
                  <a:pt x="607413" y="72776"/>
                  <a:pt x="605543" y="83915"/>
                  <a:pt x="605543" y="99658"/>
                </a:cubicBezTo>
                <a:cubicBezTo>
                  <a:pt x="605543" y="115612"/>
                  <a:pt x="607445" y="126910"/>
                  <a:pt x="611251" y="133552"/>
                </a:cubicBezTo>
                <a:cubicBezTo>
                  <a:pt x="615056" y="140192"/>
                  <a:pt x="621084" y="143512"/>
                  <a:pt x="629335" y="143512"/>
                </a:cubicBezTo>
                <a:cubicBezTo>
                  <a:pt x="637777" y="143512"/>
                  <a:pt x="644045" y="140068"/>
                  <a:pt x="648139" y="133181"/>
                </a:cubicBezTo>
                <a:cubicBezTo>
                  <a:pt x="652232" y="126293"/>
                  <a:pt x="654279" y="115119"/>
                  <a:pt x="654279" y="99658"/>
                </a:cubicBezTo>
                <a:close/>
                <a:moveTo>
                  <a:pt x="710115" y="58647"/>
                </a:moveTo>
                <a:cubicBezTo>
                  <a:pt x="715039" y="55559"/>
                  <a:pt x="720284" y="53014"/>
                  <a:pt x="725848" y="51014"/>
                </a:cubicBezTo>
                <a:cubicBezTo>
                  <a:pt x="731413" y="49013"/>
                  <a:pt x="736050" y="48013"/>
                  <a:pt x="739759" y="48013"/>
                </a:cubicBezTo>
                <a:cubicBezTo>
                  <a:pt x="747562" y="48013"/>
                  <a:pt x="753446" y="50508"/>
                  <a:pt x="757412" y="55499"/>
                </a:cubicBezTo>
                <a:cubicBezTo>
                  <a:pt x="761377" y="60487"/>
                  <a:pt x="763360" y="67724"/>
                  <a:pt x="763360" y="77212"/>
                </a:cubicBezTo>
                <a:lnTo>
                  <a:pt x="763360" y="142354"/>
                </a:lnTo>
                <a:lnTo>
                  <a:pt x="774296" y="144986"/>
                </a:lnTo>
                <a:lnTo>
                  <a:pt x="774296" y="149725"/>
                </a:lnTo>
                <a:lnTo>
                  <a:pt x="735442" y="149725"/>
                </a:lnTo>
                <a:lnTo>
                  <a:pt x="735442" y="144986"/>
                </a:lnTo>
                <a:lnTo>
                  <a:pt x="747434" y="142354"/>
                </a:lnTo>
                <a:lnTo>
                  <a:pt x="747434" y="79097"/>
                </a:lnTo>
                <a:cubicBezTo>
                  <a:pt x="747434" y="73264"/>
                  <a:pt x="746139" y="68679"/>
                  <a:pt x="743549" y="65340"/>
                </a:cubicBezTo>
                <a:cubicBezTo>
                  <a:pt x="740958" y="62001"/>
                  <a:pt x="736945" y="60332"/>
                  <a:pt x="731509" y="60332"/>
                </a:cubicBezTo>
                <a:cubicBezTo>
                  <a:pt x="725752" y="60332"/>
                  <a:pt x="718685" y="61350"/>
                  <a:pt x="710307" y="63386"/>
                </a:cubicBezTo>
                <a:lnTo>
                  <a:pt x="710307" y="142354"/>
                </a:lnTo>
                <a:lnTo>
                  <a:pt x="722491" y="144986"/>
                </a:lnTo>
                <a:lnTo>
                  <a:pt x="722491" y="149725"/>
                </a:lnTo>
                <a:lnTo>
                  <a:pt x="683540" y="149725"/>
                </a:lnTo>
                <a:lnTo>
                  <a:pt x="683540" y="144986"/>
                </a:lnTo>
                <a:lnTo>
                  <a:pt x="694381" y="142354"/>
                </a:lnTo>
                <a:lnTo>
                  <a:pt x="694381" y="58121"/>
                </a:lnTo>
                <a:lnTo>
                  <a:pt x="683540" y="55489"/>
                </a:lnTo>
                <a:lnTo>
                  <a:pt x="683540" y="50751"/>
                </a:lnTo>
                <a:lnTo>
                  <a:pt x="709251" y="50751"/>
                </a:lnTo>
                <a:lnTo>
                  <a:pt x="710115" y="586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ProgramBehaviorExploration(">
            <a:extLst xmlns:a="http://schemas.openxmlformats.org/drawingml/2006/main">
              <a:ext uri="{FF2B5EF4-FFF2-40B4-BE49-F238E27FC236}">
                <a16:creationId xmlns:a16="http://schemas.microsoft.com/office/drawing/2014/main" id="{C1D0CEF0-74CC-4B80-A587-E97CB13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530" y="182337"/>
            <a:ext cx="3034224" cy="200904"/>
          </a:xfrm>
          <a:custGeom xmlns:a="http://schemas.openxmlformats.org/drawingml/2006/main">
            <a:pathLst>
              <a:path w="3034224" h="200904">
                <a:moveTo>
                  <a:pt x="89624" y="51187"/>
                </a:moveTo>
                <a:cubicBezTo>
                  <a:pt x="89624" y="39734"/>
                  <a:pt x="87498" y="31735"/>
                  <a:pt x="83245" y="27190"/>
                </a:cubicBezTo>
                <a:cubicBezTo>
                  <a:pt x="78993" y="22643"/>
                  <a:pt x="71506" y="20369"/>
                  <a:pt x="60786" y="20369"/>
                </a:cubicBezTo>
                <a:lnTo>
                  <a:pt x="52316" y="20369"/>
                </a:lnTo>
                <a:lnTo>
                  <a:pt x="52316" y="84264"/>
                </a:lnTo>
                <a:lnTo>
                  <a:pt x="61215" y="84264"/>
                </a:lnTo>
                <a:cubicBezTo>
                  <a:pt x="71149" y="84264"/>
                  <a:pt x="78368" y="81758"/>
                  <a:pt x="82870" y="76746"/>
                </a:cubicBezTo>
                <a:cubicBezTo>
                  <a:pt x="87373" y="71734"/>
                  <a:pt x="89624" y="63215"/>
                  <a:pt x="89624" y="51187"/>
                </a:cubicBezTo>
                <a:moveTo>
                  <a:pt x="52316" y="96057"/>
                </a:moveTo>
                <a:lnTo>
                  <a:pt x="52316" y="141726"/>
                </a:lnTo>
                <a:lnTo>
                  <a:pt x="76223" y="144621"/>
                </a:lnTo>
                <a:lnTo>
                  <a:pt x="76223" y="152447"/>
                </a:lnTo>
                <a:lnTo>
                  <a:pt x="1394" y="152447"/>
                </a:lnTo>
                <a:lnTo>
                  <a:pt x="1394" y="144621"/>
                </a:lnTo>
                <a:lnTo>
                  <a:pt x="18439" y="141726"/>
                </a:lnTo>
                <a:lnTo>
                  <a:pt x="18439" y="19190"/>
                </a:lnTo>
                <a:lnTo>
                  <a:pt x="0" y="16403"/>
                </a:lnTo>
                <a:lnTo>
                  <a:pt x="0" y="8576"/>
                </a:lnTo>
                <a:lnTo>
                  <a:pt x="63359" y="8576"/>
                </a:lnTo>
                <a:cubicBezTo>
                  <a:pt x="83728" y="8576"/>
                  <a:pt x="98951" y="11994"/>
                  <a:pt x="109028" y="18828"/>
                </a:cubicBezTo>
                <a:cubicBezTo>
                  <a:pt x="119106" y="25662"/>
                  <a:pt x="124144" y="36379"/>
                  <a:pt x="124144" y="50976"/>
                </a:cubicBezTo>
                <a:cubicBezTo>
                  <a:pt x="124144" y="81030"/>
                  <a:pt x="106634" y="96057"/>
                  <a:pt x="71614" y="96057"/>
                </a:cubicBezTo>
                <a:lnTo>
                  <a:pt x="52316" y="96057"/>
                </a:lnTo>
                <a:close/>
                <a:moveTo>
                  <a:pt x="179600" y="72578"/>
                </a:moveTo>
                <a:cubicBezTo>
                  <a:pt x="187319" y="64002"/>
                  <a:pt x="194234" y="57838"/>
                  <a:pt x="200345" y="54085"/>
                </a:cubicBezTo>
                <a:cubicBezTo>
                  <a:pt x="206455" y="50333"/>
                  <a:pt x="212048" y="48457"/>
                  <a:pt x="217122" y="48457"/>
                </a:cubicBezTo>
                <a:lnTo>
                  <a:pt x="222911" y="48457"/>
                </a:lnTo>
                <a:lnTo>
                  <a:pt x="222911" y="85229"/>
                </a:lnTo>
                <a:lnTo>
                  <a:pt x="216908" y="85229"/>
                </a:lnTo>
                <a:lnTo>
                  <a:pt x="210583" y="71721"/>
                </a:lnTo>
                <a:cubicBezTo>
                  <a:pt x="206080" y="71721"/>
                  <a:pt x="200970" y="72703"/>
                  <a:pt x="195252" y="74669"/>
                </a:cubicBezTo>
                <a:cubicBezTo>
                  <a:pt x="189535" y="76634"/>
                  <a:pt x="184496" y="78939"/>
                  <a:pt x="180136" y="81584"/>
                </a:cubicBezTo>
                <a:lnTo>
                  <a:pt x="180136" y="142798"/>
                </a:lnTo>
                <a:lnTo>
                  <a:pt x="196324" y="145371"/>
                </a:lnTo>
                <a:lnTo>
                  <a:pt x="196324" y="152447"/>
                </a:lnTo>
                <a:lnTo>
                  <a:pt x="136075" y="152447"/>
                </a:lnTo>
                <a:lnTo>
                  <a:pt x="136075" y="145371"/>
                </a:lnTo>
                <a:lnTo>
                  <a:pt x="149154" y="142798"/>
                </a:lnTo>
                <a:lnTo>
                  <a:pt x="149154" y="61322"/>
                </a:lnTo>
                <a:lnTo>
                  <a:pt x="136075" y="58749"/>
                </a:lnTo>
                <a:lnTo>
                  <a:pt x="136075" y="51673"/>
                </a:lnTo>
                <a:lnTo>
                  <a:pt x="178421" y="51673"/>
                </a:lnTo>
                <a:lnTo>
                  <a:pt x="179600" y="72578"/>
                </a:lnTo>
                <a:close/>
                <a:moveTo>
                  <a:pt x="324907" y="101470"/>
                </a:moveTo>
                <a:cubicBezTo>
                  <a:pt x="324907" y="119570"/>
                  <a:pt x="321030" y="132949"/>
                  <a:pt x="313275" y="141606"/>
                </a:cubicBezTo>
                <a:cubicBezTo>
                  <a:pt x="305521" y="150263"/>
                  <a:pt x="293674" y="154591"/>
                  <a:pt x="277736" y="154591"/>
                </a:cubicBezTo>
                <a:cubicBezTo>
                  <a:pt x="262299" y="154591"/>
                  <a:pt x="250792" y="150209"/>
                  <a:pt x="243216" y="141445"/>
                </a:cubicBezTo>
                <a:cubicBezTo>
                  <a:pt x="235640" y="132681"/>
                  <a:pt x="231852" y="119356"/>
                  <a:pt x="231852" y="101470"/>
                </a:cubicBezTo>
                <a:cubicBezTo>
                  <a:pt x="231852" y="83656"/>
                  <a:pt x="235694" y="70439"/>
                  <a:pt x="243377" y="61818"/>
                </a:cubicBezTo>
                <a:cubicBezTo>
                  <a:pt x="251060" y="53196"/>
                  <a:pt x="262799" y="48886"/>
                  <a:pt x="278594" y="48886"/>
                </a:cubicBezTo>
                <a:cubicBezTo>
                  <a:pt x="294532" y="48886"/>
                  <a:pt x="306235" y="53339"/>
                  <a:pt x="313704" y="62246"/>
                </a:cubicBezTo>
                <a:cubicBezTo>
                  <a:pt x="321173" y="71153"/>
                  <a:pt x="324907" y="84228"/>
                  <a:pt x="324907" y="101470"/>
                </a:cubicBezTo>
                <a:moveTo>
                  <a:pt x="293496" y="101470"/>
                </a:moveTo>
                <a:cubicBezTo>
                  <a:pt x="293496" y="85727"/>
                  <a:pt x="292334" y="74832"/>
                  <a:pt x="290011" y="68786"/>
                </a:cubicBezTo>
                <a:cubicBezTo>
                  <a:pt x="287689" y="62738"/>
                  <a:pt x="283668" y="59714"/>
                  <a:pt x="277951" y="59714"/>
                </a:cubicBezTo>
                <a:cubicBezTo>
                  <a:pt x="272448" y="59714"/>
                  <a:pt x="268624" y="62613"/>
                  <a:pt x="266480" y="68411"/>
                </a:cubicBezTo>
                <a:cubicBezTo>
                  <a:pt x="264336" y="74207"/>
                  <a:pt x="263264" y="85226"/>
                  <a:pt x="263264" y="101470"/>
                </a:cubicBezTo>
                <a:cubicBezTo>
                  <a:pt x="263264" y="118000"/>
                  <a:pt x="264354" y="129200"/>
                  <a:pt x="266533" y="135069"/>
                </a:cubicBezTo>
                <a:cubicBezTo>
                  <a:pt x="268713" y="140937"/>
                  <a:pt x="272519" y="143870"/>
                  <a:pt x="277951" y="143870"/>
                </a:cubicBezTo>
                <a:cubicBezTo>
                  <a:pt x="283597" y="143870"/>
                  <a:pt x="287599" y="140776"/>
                  <a:pt x="289958" y="134587"/>
                </a:cubicBezTo>
                <a:cubicBezTo>
                  <a:pt x="292316" y="128396"/>
                  <a:pt x="293496" y="117357"/>
                  <a:pt x="293496" y="101470"/>
                </a:cubicBezTo>
                <a:close/>
                <a:moveTo>
                  <a:pt x="360821" y="115240"/>
                </a:moveTo>
                <a:cubicBezTo>
                  <a:pt x="348099" y="109870"/>
                  <a:pt x="341738" y="99384"/>
                  <a:pt x="341738" y="83781"/>
                </a:cubicBezTo>
                <a:cubicBezTo>
                  <a:pt x="341738" y="72614"/>
                  <a:pt x="345633" y="64006"/>
                  <a:pt x="353424" y="57958"/>
                </a:cubicBezTo>
                <a:cubicBezTo>
                  <a:pt x="361214" y="51910"/>
                  <a:pt x="372363" y="48886"/>
                  <a:pt x="386872" y="48886"/>
                </a:cubicBezTo>
                <a:cubicBezTo>
                  <a:pt x="389945" y="48886"/>
                  <a:pt x="393894" y="49155"/>
                  <a:pt x="398718" y="49693"/>
                </a:cubicBezTo>
                <a:cubicBezTo>
                  <a:pt x="403543" y="50229"/>
                  <a:pt x="407062" y="50855"/>
                  <a:pt x="409278" y="51569"/>
                </a:cubicBezTo>
                <a:lnTo>
                  <a:pt x="433399" y="39670"/>
                </a:lnTo>
                <a:lnTo>
                  <a:pt x="437152" y="44279"/>
                </a:lnTo>
                <a:lnTo>
                  <a:pt x="424930" y="61664"/>
                </a:lnTo>
                <a:cubicBezTo>
                  <a:pt x="429361" y="67104"/>
                  <a:pt x="431577" y="74477"/>
                  <a:pt x="431577" y="83781"/>
                </a:cubicBezTo>
                <a:cubicBezTo>
                  <a:pt x="431577" y="95163"/>
                  <a:pt x="427735" y="103914"/>
                  <a:pt x="420052" y="110033"/>
                </a:cubicBezTo>
                <a:cubicBezTo>
                  <a:pt x="412369" y="116153"/>
                  <a:pt x="401166" y="119213"/>
                  <a:pt x="386443" y="119213"/>
                </a:cubicBezTo>
                <a:cubicBezTo>
                  <a:pt x="380797" y="119213"/>
                  <a:pt x="375330" y="118783"/>
                  <a:pt x="370041" y="117923"/>
                </a:cubicBezTo>
                <a:lnTo>
                  <a:pt x="367468" y="126071"/>
                </a:lnTo>
                <a:cubicBezTo>
                  <a:pt x="367611" y="128146"/>
                  <a:pt x="368933" y="130094"/>
                  <a:pt x="371434" y="131917"/>
                </a:cubicBezTo>
                <a:cubicBezTo>
                  <a:pt x="373936" y="133739"/>
                  <a:pt x="377009" y="134651"/>
                  <a:pt x="380654" y="134651"/>
                </a:cubicBezTo>
                <a:lnTo>
                  <a:pt x="404132" y="134651"/>
                </a:lnTo>
                <a:cubicBezTo>
                  <a:pt x="428647" y="134651"/>
                  <a:pt x="440904" y="144085"/>
                  <a:pt x="440904" y="162953"/>
                </a:cubicBezTo>
                <a:cubicBezTo>
                  <a:pt x="440904" y="170743"/>
                  <a:pt x="438778" y="177444"/>
                  <a:pt x="434525" y="183054"/>
                </a:cubicBezTo>
                <a:cubicBezTo>
                  <a:pt x="430273" y="188665"/>
                  <a:pt x="424019" y="193042"/>
                  <a:pt x="415764" y="196187"/>
                </a:cubicBezTo>
                <a:cubicBezTo>
                  <a:pt x="407509" y="199332"/>
                  <a:pt x="397235" y="200904"/>
                  <a:pt x="384942" y="200904"/>
                </a:cubicBezTo>
                <a:cubicBezTo>
                  <a:pt x="370362" y="200904"/>
                  <a:pt x="359070" y="198813"/>
                  <a:pt x="351065" y="194632"/>
                </a:cubicBezTo>
                <a:cubicBezTo>
                  <a:pt x="343061" y="190451"/>
                  <a:pt x="339058" y="184716"/>
                  <a:pt x="339058" y="177426"/>
                </a:cubicBezTo>
                <a:cubicBezTo>
                  <a:pt x="339058" y="174210"/>
                  <a:pt x="340363" y="171101"/>
                  <a:pt x="342971" y="168099"/>
                </a:cubicBezTo>
                <a:cubicBezTo>
                  <a:pt x="345580" y="165097"/>
                  <a:pt x="350636" y="161416"/>
                  <a:pt x="358141" y="157057"/>
                </a:cubicBezTo>
                <a:cubicBezTo>
                  <a:pt x="353924" y="155413"/>
                  <a:pt x="350333" y="152554"/>
                  <a:pt x="347367" y="148480"/>
                </a:cubicBezTo>
                <a:cubicBezTo>
                  <a:pt x="344401" y="144404"/>
                  <a:pt x="342918" y="140115"/>
                  <a:pt x="342918" y="135612"/>
                </a:cubicBezTo>
                <a:lnTo>
                  <a:pt x="360821" y="115240"/>
                </a:lnTo>
                <a:moveTo>
                  <a:pt x="417426" y="170243"/>
                </a:moveTo>
                <a:cubicBezTo>
                  <a:pt x="417426" y="163453"/>
                  <a:pt x="412887" y="160058"/>
                  <a:pt x="403811" y="160058"/>
                </a:cubicBezTo>
                <a:lnTo>
                  <a:pt x="369826" y="160058"/>
                </a:lnTo>
                <a:cubicBezTo>
                  <a:pt x="363537" y="164633"/>
                  <a:pt x="360392" y="169814"/>
                  <a:pt x="360392" y="175603"/>
                </a:cubicBezTo>
                <a:cubicBezTo>
                  <a:pt x="360392" y="180177"/>
                  <a:pt x="362590" y="183608"/>
                  <a:pt x="366985" y="185895"/>
                </a:cubicBezTo>
                <a:cubicBezTo>
                  <a:pt x="371381" y="188182"/>
                  <a:pt x="377402" y="189326"/>
                  <a:pt x="385050" y="189326"/>
                </a:cubicBezTo>
                <a:cubicBezTo>
                  <a:pt x="395413" y="189326"/>
                  <a:pt x="403400" y="187646"/>
                  <a:pt x="409010" y="184287"/>
                </a:cubicBezTo>
                <a:cubicBezTo>
                  <a:pt x="414620" y="180928"/>
                  <a:pt x="417426" y="176247"/>
                  <a:pt x="417426" y="170243"/>
                </a:cubicBezTo>
                <a:moveTo>
                  <a:pt x="386229" y="108492"/>
                </a:moveTo>
                <a:cubicBezTo>
                  <a:pt x="391518" y="108492"/>
                  <a:pt x="395341" y="106433"/>
                  <a:pt x="397700" y="102315"/>
                </a:cubicBezTo>
                <a:cubicBezTo>
                  <a:pt x="400058" y="98196"/>
                  <a:pt x="401238" y="92018"/>
                  <a:pt x="401238" y="83781"/>
                </a:cubicBezTo>
                <a:cubicBezTo>
                  <a:pt x="401238" y="75544"/>
                  <a:pt x="400076" y="69474"/>
                  <a:pt x="397753" y="65570"/>
                </a:cubicBezTo>
                <a:cubicBezTo>
                  <a:pt x="395431" y="61666"/>
                  <a:pt x="391589" y="59714"/>
                  <a:pt x="386229" y="59714"/>
                </a:cubicBezTo>
                <a:cubicBezTo>
                  <a:pt x="381297" y="59714"/>
                  <a:pt x="377706" y="61666"/>
                  <a:pt x="375455" y="65570"/>
                </a:cubicBezTo>
                <a:cubicBezTo>
                  <a:pt x="373203" y="69474"/>
                  <a:pt x="372078" y="75544"/>
                  <a:pt x="372078" y="83781"/>
                </a:cubicBezTo>
                <a:cubicBezTo>
                  <a:pt x="372078" y="92018"/>
                  <a:pt x="373185" y="98196"/>
                  <a:pt x="375401" y="102315"/>
                </a:cubicBezTo>
                <a:cubicBezTo>
                  <a:pt x="377617" y="106433"/>
                  <a:pt x="381226" y="108492"/>
                  <a:pt x="386229" y="108492"/>
                </a:cubicBezTo>
                <a:close/>
                <a:moveTo>
                  <a:pt x="492470" y="72578"/>
                </a:moveTo>
                <a:cubicBezTo>
                  <a:pt x="500189" y="64002"/>
                  <a:pt x="507103" y="57838"/>
                  <a:pt x="513214" y="54085"/>
                </a:cubicBezTo>
                <a:cubicBezTo>
                  <a:pt x="519325" y="50333"/>
                  <a:pt x="524918" y="48457"/>
                  <a:pt x="529992" y="48457"/>
                </a:cubicBezTo>
                <a:lnTo>
                  <a:pt x="535781" y="48457"/>
                </a:lnTo>
                <a:lnTo>
                  <a:pt x="535781" y="85229"/>
                </a:lnTo>
                <a:lnTo>
                  <a:pt x="529778" y="85229"/>
                </a:lnTo>
                <a:lnTo>
                  <a:pt x="523452" y="71721"/>
                </a:lnTo>
                <a:cubicBezTo>
                  <a:pt x="518950" y="71721"/>
                  <a:pt x="513840" y="72703"/>
                  <a:pt x="508122" y="74669"/>
                </a:cubicBezTo>
                <a:cubicBezTo>
                  <a:pt x="502404" y="76634"/>
                  <a:pt x="497366" y="78939"/>
                  <a:pt x="493006" y="81584"/>
                </a:cubicBezTo>
                <a:lnTo>
                  <a:pt x="493006" y="142798"/>
                </a:lnTo>
                <a:lnTo>
                  <a:pt x="509194" y="145371"/>
                </a:lnTo>
                <a:lnTo>
                  <a:pt x="509194" y="152447"/>
                </a:lnTo>
                <a:lnTo>
                  <a:pt x="448944" y="152447"/>
                </a:lnTo>
                <a:lnTo>
                  <a:pt x="448944" y="145371"/>
                </a:lnTo>
                <a:lnTo>
                  <a:pt x="462023" y="142798"/>
                </a:lnTo>
                <a:lnTo>
                  <a:pt x="462023" y="61322"/>
                </a:lnTo>
                <a:lnTo>
                  <a:pt x="448944" y="58749"/>
                </a:lnTo>
                <a:lnTo>
                  <a:pt x="448944" y="51673"/>
                </a:lnTo>
                <a:lnTo>
                  <a:pt x="491291" y="51673"/>
                </a:lnTo>
                <a:lnTo>
                  <a:pt x="492470" y="72578"/>
                </a:lnTo>
                <a:close/>
                <a:moveTo>
                  <a:pt x="598846" y="49315"/>
                </a:moveTo>
                <a:cubicBezTo>
                  <a:pt x="624075" y="49315"/>
                  <a:pt x="636690" y="58617"/>
                  <a:pt x="636690" y="77222"/>
                </a:cubicBezTo>
                <a:lnTo>
                  <a:pt x="636690" y="142798"/>
                </a:lnTo>
                <a:lnTo>
                  <a:pt x="646767" y="145371"/>
                </a:lnTo>
                <a:lnTo>
                  <a:pt x="646767" y="152447"/>
                </a:lnTo>
                <a:lnTo>
                  <a:pt x="609674" y="152447"/>
                </a:lnTo>
                <a:lnTo>
                  <a:pt x="607315" y="144728"/>
                </a:lnTo>
                <a:cubicBezTo>
                  <a:pt x="601741" y="148516"/>
                  <a:pt x="596702" y="151107"/>
                  <a:pt x="592199" y="152500"/>
                </a:cubicBezTo>
                <a:cubicBezTo>
                  <a:pt x="587697" y="153894"/>
                  <a:pt x="583158" y="154591"/>
                  <a:pt x="578584" y="154591"/>
                </a:cubicBezTo>
                <a:cubicBezTo>
                  <a:pt x="557786" y="154591"/>
                  <a:pt x="547387" y="144568"/>
                  <a:pt x="547387" y="124523"/>
                </a:cubicBezTo>
                <a:cubicBezTo>
                  <a:pt x="547387" y="116934"/>
                  <a:pt x="548924" y="110867"/>
                  <a:pt x="551997" y="106321"/>
                </a:cubicBezTo>
                <a:cubicBezTo>
                  <a:pt x="555070" y="101774"/>
                  <a:pt x="559502" y="98408"/>
                  <a:pt x="565291" y="96224"/>
                </a:cubicBezTo>
                <a:cubicBezTo>
                  <a:pt x="571080" y="94040"/>
                  <a:pt x="580192" y="92805"/>
                  <a:pt x="592628" y="92519"/>
                </a:cubicBezTo>
                <a:lnTo>
                  <a:pt x="605707" y="92197"/>
                </a:lnTo>
                <a:lnTo>
                  <a:pt x="605707" y="77510"/>
                </a:lnTo>
                <a:cubicBezTo>
                  <a:pt x="605707" y="65360"/>
                  <a:pt x="600740" y="59285"/>
                  <a:pt x="590806" y="59285"/>
                </a:cubicBezTo>
                <a:cubicBezTo>
                  <a:pt x="584802" y="59285"/>
                  <a:pt x="578084" y="61143"/>
                  <a:pt x="570651" y="64860"/>
                </a:cubicBezTo>
                <a:lnTo>
                  <a:pt x="566577" y="77403"/>
                </a:lnTo>
                <a:lnTo>
                  <a:pt x="559502" y="77403"/>
                </a:lnTo>
                <a:lnTo>
                  <a:pt x="559502" y="53067"/>
                </a:lnTo>
                <a:cubicBezTo>
                  <a:pt x="570294" y="51423"/>
                  <a:pt x="578227" y="50387"/>
                  <a:pt x="583301" y="49958"/>
                </a:cubicBezTo>
                <a:cubicBezTo>
                  <a:pt x="588376" y="49529"/>
                  <a:pt x="593557" y="49315"/>
                  <a:pt x="598846" y="49315"/>
                </a:cubicBezTo>
                <a:moveTo>
                  <a:pt x="605707" y="101738"/>
                </a:moveTo>
                <a:lnTo>
                  <a:pt x="596702" y="102060"/>
                </a:lnTo>
                <a:cubicBezTo>
                  <a:pt x="589769" y="102348"/>
                  <a:pt x="584963" y="104176"/>
                  <a:pt x="582283" y="107544"/>
                </a:cubicBezTo>
                <a:cubicBezTo>
                  <a:pt x="579603" y="110912"/>
                  <a:pt x="578263" y="116359"/>
                  <a:pt x="578263" y="123883"/>
                </a:cubicBezTo>
                <a:cubicBezTo>
                  <a:pt x="578263" y="129974"/>
                  <a:pt x="579335" y="134453"/>
                  <a:pt x="581479" y="137321"/>
                </a:cubicBezTo>
                <a:cubicBezTo>
                  <a:pt x="583623" y="140186"/>
                  <a:pt x="586410" y="141619"/>
                  <a:pt x="589841" y="141619"/>
                </a:cubicBezTo>
                <a:cubicBezTo>
                  <a:pt x="594701" y="141619"/>
                  <a:pt x="599990" y="140365"/>
                  <a:pt x="605707" y="137857"/>
                </a:cubicBezTo>
                <a:lnTo>
                  <a:pt x="605707" y="101738"/>
                </a:lnTo>
                <a:close/>
                <a:moveTo>
                  <a:pt x="696618" y="60357"/>
                </a:moveTo>
                <a:lnTo>
                  <a:pt x="703908" y="56605"/>
                </a:lnTo>
                <a:cubicBezTo>
                  <a:pt x="713914" y="51459"/>
                  <a:pt x="722883" y="48886"/>
                  <a:pt x="730817" y="48886"/>
                </a:cubicBezTo>
                <a:cubicBezTo>
                  <a:pt x="742824" y="48886"/>
                  <a:pt x="750828" y="53246"/>
                  <a:pt x="754831" y="61965"/>
                </a:cubicBezTo>
                <a:cubicBezTo>
                  <a:pt x="769482" y="53246"/>
                  <a:pt x="781847" y="48886"/>
                  <a:pt x="791924" y="48886"/>
                </a:cubicBezTo>
                <a:cubicBezTo>
                  <a:pt x="810078" y="48886"/>
                  <a:pt x="819154" y="58796"/>
                  <a:pt x="819154" y="78615"/>
                </a:cubicBezTo>
                <a:lnTo>
                  <a:pt x="819154" y="142798"/>
                </a:lnTo>
                <a:lnTo>
                  <a:pt x="829232" y="145371"/>
                </a:lnTo>
                <a:lnTo>
                  <a:pt x="829232" y="152447"/>
                </a:lnTo>
                <a:lnTo>
                  <a:pt x="779167" y="152447"/>
                </a:lnTo>
                <a:lnTo>
                  <a:pt x="779167" y="145371"/>
                </a:lnTo>
                <a:lnTo>
                  <a:pt x="788172" y="142798"/>
                </a:lnTo>
                <a:lnTo>
                  <a:pt x="788172" y="82790"/>
                </a:lnTo>
                <a:cubicBezTo>
                  <a:pt x="788172" y="76777"/>
                  <a:pt x="787010" y="72089"/>
                  <a:pt x="784688" y="68726"/>
                </a:cubicBezTo>
                <a:cubicBezTo>
                  <a:pt x="782365" y="65362"/>
                  <a:pt x="778845" y="63680"/>
                  <a:pt x="774128" y="63680"/>
                </a:cubicBezTo>
                <a:cubicBezTo>
                  <a:pt x="768839" y="63680"/>
                  <a:pt x="763121" y="65183"/>
                  <a:pt x="756975" y="68190"/>
                </a:cubicBezTo>
                <a:cubicBezTo>
                  <a:pt x="757690" y="71196"/>
                  <a:pt x="758047" y="74667"/>
                  <a:pt x="758047" y="78602"/>
                </a:cubicBezTo>
                <a:lnTo>
                  <a:pt x="758047" y="142798"/>
                </a:lnTo>
                <a:lnTo>
                  <a:pt x="768124" y="145371"/>
                </a:lnTo>
                <a:lnTo>
                  <a:pt x="768124" y="152447"/>
                </a:lnTo>
                <a:lnTo>
                  <a:pt x="718059" y="152447"/>
                </a:lnTo>
                <a:lnTo>
                  <a:pt x="718059" y="145371"/>
                </a:lnTo>
                <a:lnTo>
                  <a:pt x="727065" y="142798"/>
                </a:lnTo>
                <a:lnTo>
                  <a:pt x="727065" y="82790"/>
                </a:lnTo>
                <a:cubicBezTo>
                  <a:pt x="727065" y="76777"/>
                  <a:pt x="725903" y="72089"/>
                  <a:pt x="723580" y="68726"/>
                </a:cubicBezTo>
                <a:cubicBezTo>
                  <a:pt x="721258" y="65362"/>
                  <a:pt x="717738" y="63680"/>
                  <a:pt x="713021" y="63680"/>
                </a:cubicBezTo>
                <a:cubicBezTo>
                  <a:pt x="708303" y="63680"/>
                  <a:pt x="702907" y="65076"/>
                  <a:pt x="696832" y="67868"/>
                </a:cubicBezTo>
                <a:lnTo>
                  <a:pt x="696832" y="142798"/>
                </a:lnTo>
                <a:lnTo>
                  <a:pt x="706052" y="145371"/>
                </a:lnTo>
                <a:lnTo>
                  <a:pt x="706052" y="152447"/>
                </a:lnTo>
                <a:lnTo>
                  <a:pt x="655987" y="152447"/>
                </a:lnTo>
                <a:lnTo>
                  <a:pt x="655987" y="145371"/>
                </a:lnTo>
                <a:lnTo>
                  <a:pt x="665850" y="142798"/>
                </a:lnTo>
                <a:lnTo>
                  <a:pt x="665850" y="61322"/>
                </a:lnTo>
                <a:lnTo>
                  <a:pt x="655987" y="58749"/>
                </a:lnTo>
                <a:lnTo>
                  <a:pt x="655987" y="51673"/>
                </a:lnTo>
                <a:lnTo>
                  <a:pt x="695117" y="51673"/>
                </a:lnTo>
                <a:lnTo>
                  <a:pt x="696618" y="60357"/>
                </a:lnTo>
                <a:close/>
                <a:moveTo>
                  <a:pt x="981998" y="44112"/>
                </a:moveTo>
                <a:cubicBezTo>
                  <a:pt x="981998" y="35732"/>
                  <a:pt x="980193" y="29680"/>
                  <a:pt x="976584" y="25957"/>
                </a:cubicBezTo>
                <a:cubicBezTo>
                  <a:pt x="972975" y="22232"/>
                  <a:pt x="967025" y="20369"/>
                  <a:pt x="958734" y="20369"/>
                </a:cubicBezTo>
                <a:lnTo>
                  <a:pt x="943832" y="20369"/>
                </a:lnTo>
                <a:lnTo>
                  <a:pt x="943832" y="70542"/>
                </a:lnTo>
                <a:lnTo>
                  <a:pt x="959592" y="70542"/>
                </a:lnTo>
                <a:cubicBezTo>
                  <a:pt x="967239" y="70542"/>
                  <a:pt x="972885" y="68536"/>
                  <a:pt x="976530" y="64525"/>
                </a:cubicBezTo>
                <a:cubicBezTo>
                  <a:pt x="980175" y="60513"/>
                  <a:pt x="981998" y="53709"/>
                  <a:pt x="981998" y="44112"/>
                </a:cubicBezTo>
                <a:moveTo>
                  <a:pt x="992826" y="110529"/>
                </a:moveTo>
                <a:cubicBezTo>
                  <a:pt x="992826" y="101024"/>
                  <a:pt x="990449" y="93948"/>
                  <a:pt x="985696" y="89303"/>
                </a:cubicBezTo>
                <a:cubicBezTo>
                  <a:pt x="980944" y="84657"/>
                  <a:pt x="973171" y="82334"/>
                  <a:pt x="962379" y="82334"/>
                </a:cubicBezTo>
                <a:lnTo>
                  <a:pt x="943832" y="82334"/>
                </a:lnTo>
                <a:lnTo>
                  <a:pt x="943832" y="140654"/>
                </a:lnTo>
                <a:cubicBezTo>
                  <a:pt x="954124" y="141083"/>
                  <a:pt x="962236" y="141297"/>
                  <a:pt x="968168" y="141297"/>
                </a:cubicBezTo>
                <a:cubicBezTo>
                  <a:pt x="976530" y="141297"/>
                  <a:pt x="982730" y="138760"/>
                  <a:pt x="986768" y="133686"/>
                </a:cubicBezTo>
                <a:cubicBezTo>
                  <a:pt x="990807" y="128611"/>
                  <a:pt x="992826" y="120893"/>
                  <a:pt x="992826" y="110529"/>
                </a:cubicBezTo>
                <a:moveTo>
                  <a:pt x="891516" y="152447"/>
                </a:moveTo>
                <a:lnTo>
                  <a:pt x="891516" y="144621"/>
                </a:lnTo>
                <a:lnTo>
                  <a:pt x="910063" y="141726"/>
                </a:lnTo>
                <a:lnTo>
                  <a:pt x="910063" y="19190"/>
                </a:lnTo>
                <a:lnTo>
                  <a:pt x="891516" y="16403"/>
                </a:lnTo>
                <a:lnTo>
                  <a:pt x="891516" y="8576"/>
                </a:lnTo>
                <a:lnTo>
                  <a:pt x="961307" y="8576"/>
                </a:lnTo>
                <a:cubicBezTo>
                  <a:pt x="980390" y="8576"/>
                  <a:pt x="994469" y="11136"/>
                  <a:pt x="1003546" y="16255"/>
                </a:cubicBezTo>
                <a:cubicBezTo>
                  <a:pt x="1012623" y="21372"/>
                  <a:pt x="1017161" y="29658"/>
                  <a:pt x="1017161" y="41113"/>
                </a:cubicBezTo>
                <a:cubicBezTo>
                  <a:pt x="1017161" y="49703"/>
                  <a:pt x="1014481" y="57113"/>
                  <a:pt x="1009121" y="63342"/>
                </a:cubicBezTo>
                <a:cubicBezTo>
                  <a:pt x="1003761" y="69569"/>
                  <a:pt x="996578" y="73648"/>
                  <a:pt x="987572" y="75580"/>
                </a:cubicBezTo>
                <a:cubicBezTo>
                  <a:pt x="1000937" y="76938"/>
                  <a:pt x="1011051" y="80565"/>
                  <a:pt x="1017912" y="86462"/>
                </a:cubicBezTo>
                <a:cubicBezTo>
                  <a:pt x="1024773" y="92358"/>
                  <a:pt x="1028204" y="100380"/>
                  <a:pt x="1028204" y="110529"/>
                </a:cubicBezTo>
                <a:cubicBezTo>
                  <a:pt x="1028204" y="124466"/>
                  <a:pt x="1023058" y="135044"/>
                  <a:pt x="1012766" y="142262"/>
                </a:cubicBezTo>
                <a:cubicBezTo>
                  <a:pt x="1002474" y="149481"/>
                  <a:pt x="987715" y="153090"/>
                  <a:pt x="968490" y="153090"/>
                </a:cubicBezTo>
                <a:lnTo>
                  <a:pt x="919604" y="152447"/>
                </a:lnTo>
                <a:lnTo>
                  <a:pt x="891516" y="152447"/>
                </a:lnTo>
                <a:close/>
                <a:moveTo>
                  <a:pt x="1087057" y="49100"/>
                </a:moveTo>
                <a:cubicBezTo>
                  <a:pt x="1100708" y="49100"/>
                  <a:pt x="1110588" y="52745"/>
                  <a:pt x="1116699" y="60035"/>
                </a:cubicBezTo>
                <a:cubicBezTo>
                  <a:pt x="1122810" y="67325"/>
                  <a:pt x="1125865" y="78653"/>
                  <a:pt x="1125865" y="94020"/>
                </a:cubicBezTo>
                <a:lnTo>
                  <a:pt x="1125865" y="102810"/>
                </a:lnTo>
                <a:lnTo>
                  <a:pt x="1073013" y="102810"/>
                </a:lnTo>
                <a:lnTo>
                  <a:pt x="1073013" y="104536"/>
                </a:lnTo>
                <a:cubicBezTo>
                  <a:pt x="1073013" y="115245"/>
                  <a:pt x="1073870" y="122864"/>
                  <a:pt x="1075586" y="127391"/>
                </a:cubicBezTo>
                <a:cubicBezTo>
                  <a:pt x="1077301" y="131918"/>
                  <a:pt x="1080088" y="135368"/>
                  <a:pt x="1083948" y="137740"/>
                </a:cubicBezTo>
                <a:cubicBezTo>
                  <a:pt x="1087807" y="140111"/>
                  <a:pt x="1093096" y="141297"/>
                  <a:pt x="1099814" y="141297"/>
                </a:cubicBezTo>
                <a:cubicBezTo>
                  <a:pt x="1106104" y="141297"/>
                  <a:pt x="1114037" y="140261"/>
                  <a:pt x="1123614" y="138188"/>
                </a:cubicBezTo>
                <a:lnTo>
                  <a:pt x="1123614" y="146443"/>
                </a:lnTo>
                <a:cubicBezTo>
                  <a:pt x="1119683" y="148802"/>
                  <a:pt x="1114591" y="150749"/>
                  <a:pt x="1108337" y="152286"/>
                </a:cubicBezTo>
                <a:cubicBezTo>
                  <a:pt x="1102083" y="153823"/>
                  <a:pt x="1095990" y="154591"/>
                  <a:pt x="1090058" y="154591"/>
                </a:cubicBezTo>
                <a:cubicBezTo>
                  <a:pt x="1073549" y="154591"/>
                  <a:pt x="1061345" y="150276"/>
                  <a:pt x="1053448" y="141646"/>
                </a:cubicBezTo>
                <a:cubicBezTo>
                  <a:pt x="1045550" y="133016"/>
                  <a:pt x="1041601" y="119642"/>
                  <a:pt x="1041601" y="101524"/>
                </a:cubicBezTo>
                <a:cubicBezTo>
                  <a:pt x="1041601" y="83907"/>
                  <a:pt x="1045371" y="70765"/>
                  <a:pt x="1052912" y="62099"/>
                </a:cubicBezTo>
                <a:cubicBezTo>
                  <a:pt x="1060452" y="53433"/>
                  <a:pt x="1071833" y="49100"/>
                  <a:pt x="1087057" y="49100"/>
                </a:cubicBezTo>
                <a:moveTo>
                  <a:pt x="1085877" y="59928"/>
                </a:moveTo>
                <a:cubicBezTo>
                  <a:pt x="1081589" y="59928"/>
                  <a:pt x="1078391" y="62251"/>
                  <a:pt x="1076282" y="66896"/>
                </a:cubicBezTo>
                <a:cubicBezTo>
                  <a:pt x="1074174" y="71542"/>
                  <a:pt x="1073120" y="79761"/>
                  <a:pt x="1073120" y="91554"/>
                </a:cubicBezTo>
                <a:lnTo>
                  <a:pt x="1096491" y="91554"/>
                </a:lnTo>
                <a:cubicBezTo>
                  <a:pt x="1096491" y="81977"/>
                  <a:pt x="1096169" y="75241"/>
                  <a:pt x="1095526" y="71346"/>
                </a:cubicBezTo>
                <a:cubicBezTo>
                  <a:pt x="1094883" y="67450"/>
                  <a:pt x="1093793" y="64574"/>
                  <a:pt x="1092256" y="62715"/>
                </a:cubicBezTo>
                <a:cubicBezTo>
                  <a:pt x="1090720" y="60857"/>
                  <a:pt x="1088593" y="59928"/>
                  <a:pt x="1085877" y="59928"/>
                </a:cubicBezTo>
                <a:close/>
                <a:moveTo>
                  <a:pt x="1178103" y="43633"/>
                </a:moveTo>
                <a:cubicBezTo>
                  <a:pt x="1178103" y="48350"/>
                  <a:pt x="1177888" y="53925"/>
                  <a:pt x="1177460" y="60357"/>
                </a:cubicBezTo>
                <a:lnTo>
                  <a:pt x="1184857" y="56605"/>
                </a:lnTo>
                <a:cubicBezTo>
                  <a:pt x="1195006" y="51459"/>
                  <a:pt x="1204118" y="48886"/>
                  <a:pt x="1212194" y="48886"/>
                </a:cubicBezTo>
                <a:cubicBezTo>
                  <a:pt x="1230777" y="48886"/>
                  <a:pt x="1240068" y="58796"/>
                  <a:pt x="1240068" y="78615"/>
                </a:cubicBezTo>
                <a:lnTo>
                  <a:pt x="1240068" y="142798"/>
                </a:lnTo>
                <a:lnTo>
                  <a:pt x="1250145" y="145371"/>
                </a:lnTo>
                <a:lnTo>
                  <a:pt x="1250145" y="152447"/>
                </a:lnTo>
                <a:lnTo>
                  <a:pt x="1200080" y="152447"/>
                </a:lnTo>
                <a:lnTo>
                  <a:pt x="1200080" y="145371"/>
                </a:lnTo>
                <a:lnTo>
                  <a:pt x="1209085" y="142798"/>
                </a:lnTo>
                <a:lnTo>
                  <a:pt x="1209085" y="82790"/>
                </a:lnTo>
                <a:cubicBezTo>
                  <a:pt x="1209085" y="76777"/>
                  <a:pt x="1207817" y="72089"/>
                  <a:pt x="1205280" y="68726"/>
                </a:cubicBezTo>
                <a:cubicBezTo>
                  <a:pt x="1202742" y="65362"/>
                  <a:pt x="1199115" y="63680"/>
                  <a:pt x="1194398" y="63680"/>
                </a:cubicBezTo>
                <a:cubicBezTo>
                  <a:pt x="1188966" y="63680"/>
                  <a:pt x="1183535" y="64896"/>
                  <a:pt x="1178103" y="67329"/>
                </a:cubicBezTo>
                <a:lnTo>
                  <a:pt x="1178103" y="142798"/>
                </a:lnTo>
                <a:lnTo>
                  <a:pt x="1187323" y="145371"/>
                </a:lnTo>
                <a:lnTo>
                  <a:pt x="1187323" y="152447"/>
                </a:lnTo>
                <a:lnTo>
                  <a:pt x="1137257" y="152447"/>
                </a:lnTo>
                <a:lnTo>
                  <a:pt x="1137257" y="145371"/>
                </a:lnTo>
                <a:lnTo>
                  <a:pt x="1147120" y="142798"/>
                </a:lnTo>
                <a:lnTo>
                  <a:pt x="1147120" y="9649"/>
                </a:lnTo>
                <a:lnTo>
                  <a:pt x="1136829" y="7076"/>
                </a:lnTo>
                <a:lnTo>
                  <a:pt x="1136829" y="0"/>
                </a:lnTo>
                <a:lnTo>
                  <a:pt x="1178103" y="0"/>
                </a:lnTo>
                <a:lnTo>
                  <a:pt x="1178103" y="43633"/>
                </a:lnTo>
                <a:close/>
                <a:moveTo>
                  <a:pt x="1311970" y="49315"/>
                </a:moveTo>
                <a:cubicBezTo>
                  <a:pt x="1337199" y="49315"/>
                  <a:pt x="1349814" y="58617"/>
                  <a:pt x="1349814" y="77222"/>
                </a:cubicBezTo>
                <a:lnTo>
                  <a:pt x="1349814" y="142798"/>
                </a:lnTo>
                <a:lnTo>
                  <a:pt x="1359891" y="145371"/>
                </a:lnTo>
                <a:lnTo>
                  <a:pt x="1359891" y="152447"/>
                </a:lnTo>
                <a:lnTo>
                  <a:pt x="1322798" y="152447"/>
                </a:lnTo>
                <a:lnTo>
                  <a:pt x="1320439" y="144728"/>
                </a:lnTo>
                <a:cubicBezTo>
                  <a:pt x="1314864" y="148516"/>
                  <a:pt x="1309826" y="151107"/>
                  <a:pt x="1305323" y="152500"/>
                </a:cubicBezTo>
                <a:cubicBezTo>
                  <a:pt x="1300821" y="153894"/>
                  <a:pt x="1296282" y="154591"/>
                  <a:pt x="1291708" y="154591"/>
                </a:cubicBezTo>
                <a:cubicBezTo>
                  <a:pt x="1270910" y="154591"/>
                  <a:pt x="1260511" y="144568"/>
                  <a:pt x="1260511" y="124523"/>
                </a:cubicBezTo>
                <a:cubicBezTo>
                  <a:pt x="1260511" y="116934"/>
                  <a:pt x="1262048" y="110867"/>
                  <a:pt x="1265121" y="106321"/>
                </a:cubicBezTo>
                <a:cubicBezTo>
                  <a:pt x="1268194" y="101774"/>
                  <a:pt x="1272625" y="98408"/>
                  <a:pt x="1278414" y="96224"/>
                </a:cubicBezTo>
                <a:cubicBezTo>
                  <a:pt x="1284204" y="94040"/>
                  <a:pt x="1293316" y="92805"/>
                  <a:pt x="1305752" y="92519"/>
                </a:cubicBezTo>
                <a:lnTo>
                  <a:pt x="1318831" y="92197"/>
                </a:lnTo>
                <a:lnTo>
                  <a:pt x="1318831" y="77510"/>
                </a:lnTo>
                <a:cubicBezTo>
                  <a:pt x="1318831" y="65360"/>
                  <a:pt x="1313864" y="59285"/>
                  <a:pt x="1303929" y="59285"/>
                </a:cubicBezTo>
                <a:cubicBezTo>
                  <a:pt x="1297926" y="59285"/>
                  <a:pt x="1291208" y="61143"/>
                  <a:pt x="1283775" y="64860"/>
                </a:cubicBezTo>
                <a:lnTo>
                  <a:pt x="1279701" y="77403"/>
                </a:lnTo>
                <a:lnTo>
                  <a:pt x="1272625" y="77403"/>
                </a:lnTo>
                <a:lnTo>
                  <a:pt x="1272625" y="53067"/>
                </a:lnTo>
                <a:cubicBezTo>
                  <a:pt x="1283417" y="51423"/>
                  <a:pt x="1291351" y="50387"/>
                  <a:pt x="1296425" y="49958"/>
                </a:cubicBezTo>
                <a:cubicBezTo>
                  <a:pt x="1301499" y="49529"/>
                  <a:pt x="1306681" y="49315"/>
                  <a:pt x="1311970" y="49315"/>
                </a:cubicBezTo>
                <a:moveTo>
                  <a:pt x="1318831" y="101738"/>
                </a:moveTo>
                <a:lnTo>
                  <a:pt x="1309826" y="102060"/>
                </a:lnTo>
                <a:cubicBezTo>
                  <a:pt x="1302893" y="102348"/>
                  <a:pt x="1298087" y="104176"/>
                  <a:pt x="1295407" y="107544"/>
                </a:cubicBezTo>
                <a:cubicBezTo>
                  <a:pt x="1292726" y="110912"/>
                  <a:pt x="1291386" y="116359"/>
                  <a:pt x="1291386" y="123883"/>
                </a:cubicBezTo>
                <a:cubicBezTo>
                  <a:pt x="1291386" y="129974"/>
                  <a:pt x="1292458" y="134453"/>
                  <a:pt x="1294603" y="137321"/>
                </a:cubicBezTo>
                <a:cubicBezTo>
                  <a:pt x="1296747" y="140186"/>
                  <a:pt x="1299534" y="141619"/>
                  <a:pt x="1302965" y="141619"/>
                </a:cubicBezTo>
                <a:cubicBezTo>
                  <a:pt x="1307825" y="141619"/>
                  <a:pt x="1313113" y="140365"/>
                  <a:pt x="1318831" y="137857"/>
                </a:cubicBezTo>
                <a:lnTo>
                  <a:pt x="1318831" y="101738"/>
                </a:lnTo>
                <a:close/>
                <a:moveTo>
                  <a:pt x="1425394" y="154591"/>
                </a:moveTo>
                <a:lnTo>
                  <a:pt x="1412422" y="154591"/>
                </a:lnTo>
                <a:lnTo>
                  <a:pt x="1370290" y="61322"/>
                </a:lnTo>
                <a:lnTo>
                  <a:pt x="1363215" y="58749"/>
                </a:lnTo>
                <a:lnTo>
                  <a:pt x="1363215" y="51673"/>
                </a:lnTo>
                <a:lnTo>
                  <a:pt x="1414781" y="51673"/>
                </a:lnTo>
                <a:lnTo>
                  <a:pt x="1414781" y="58749"/>
                </a:lnTo>
                <a:lnTo>
                  <a:pt x="1402774" y="61536"/>
                </a:lnTo>
                <a:lnTo>
                  <a:pt x="1428610" y="118999"/>
                </a:lnTo>
                <a:lnTo>
                  <a:pt x="1451874" y="61322"/>
                </a:lnTo>
                <a:lnTo>
                  <a:pt x="1440081" y="58749"/>
                </a:lnTo>
                <a:lnTo>
                  <a:pt x="1440081" y="51673"/>
                </a:lnTo>
                <a:lnTo>
                  <a:pt x="1472994" y="51673"/>
                </a:lnTo>
                <a:lnTo>
                  <a:pt x="1472994" y="58749"/>
                </a:lnTo>
                <a:lnTo>
                  <a:pt x="1465704" y="60893"/>
                </a:lnTo>
                <a:lnTo>
                  <a:pt x="1425394" y="154591"/>
                </a:lnTo>
                <a:close/>
                <a:moveTo>
                  <a:pt x="1519735" y="142798"/>
                </a:moveTo>
                <a:lnTo>
                  <a:pt x="1530777" y="145371"/>
                </a:lnTo>
                <a:lnTo>
                  <a:pt x="1530777" y="152447"/>
                </a:lnTo>
                <a:lnTo>
                  <a:pt x="1477818" y="152447"/>
                </a:lnTo>
                <a:lnTo>
                  <a:pt x="1477818" y="145371"/>
                </a:lnTo>
                <a:lnTo>
                  <a:pt x="1488753" y="142798"/>
                </a:lnTo>
                <a:lnTo>
                  <a:pt x="1488753" y="61322"/>
                </a:lnTo>
                <a:lnTo>
                  <a:pt x="1478461" y="58749"/>
                </a:lnTo>
                <a:lnTo>
                  <a:pt x="1478461" y="51673"/>
                </a:lnTo>
                <a:lnTo>
                  <a:pt x="1519735" y="51673"/>
                </a:lnTo>
                <a:lnTo>
                  <a:pt x="1519735" y="142798"/>
                </a:lnTo>
                <a:moveTo>
                  <a:pt x="1487681" y="16510"/>
                </a:moveTo>
                <a:cubicBezTo>
                  <a:pt x="1487681" y="11864"/>
                  <a:pt x="1489307" y="7969"/>
                  <a:pt x="1492559" y="4824"/>
                </a:cubicBezTo>
                <a:cubicBezTo>
                  <a:pt x="1495810" y="1680"/>
                  <a:pt x="1499688" y="107"/>
                  <a:pt x="1504190" y="107"/>
                </a:cubicBezTo>
                <a:cubicBezTo>
                  <a:pt x="1508765" y="107"/>
                  <a:pt x="1512642" y="1697"/>
                  <a:pt x="1515822" y="4878"/>
                </a:cubicBezTo>
                <a:cubicBezTo>
                  <a:pt x="1519003" y="8058"/>
                  <a:pt x="1520593" y="11936"/>
                  <a:pt x="1520593" y="16510"/>
                </a:cubicBezTo>
                <a:cubicBezTo>
                  <a:pt x="1520593" y="21012"/>
                  <a:pt x="1519021" y="24890"/>
                  <a:pt x="1515876" y="28142"/>
                </a:cubicBezTo>
                <a:cubicBezTo>
                  <a:pt x="1512731" y="31393"/>
                  <a:pt x="1508836" y="33019"/>
                  <a:pt x="1504190" y="33019"/>
                </a:cubicBezTo>
                <a:cubicBezTo>
                  <a:pt x="1499616" y="33019"/>
                  <a:pt x="1495721" y="31429"/>
                  <a:pt x="1492505" y="28249"/>
                </a:cubicBezTo>
                <a:cubicBezTo>
                  <a:pt x="1489289" y="25068"/>
                  <a:pt x="1487681" y="21155"/>
                  <a:pt x="1487681" y="16510"/>
                </a:cubicBezTo>
                <a:close/>
                <a:moveTo>
                  <a:pt x="1635228" y="101470"/>
                </a:moveTo>
                <a:cubicBezTo>
                  <a:pt x="1635228" y="119570"/>
                  <a:pt x="1631351" y="132949"/>
                  <a:pt x="1623596" y="141606"/>
                </a:cubicBezTo>
                <a:cubicBezTo>
                  <a:pt x="1615842" y="150263"/>
                  <a:pt x="1603996" y="154591"/>
                  <a:pt x="1588058" y="154591"/>
                </a:cubicBezTo>
                <a:cubicBezTo>
                  <a:pt x="1572620" y="154591"/>
                  <a:pt x="1561113" y="150209"/>
                  <a:pt x="1553537" y="141445"/>
                </a:cubicBezTo>
                <a:cubicBezTo>
                  <a:pt x="1545961" y="132681"/>
                  <a:pt x="1542173" y="119356"/>
                  <a:pt x="1542173" y="101470"/>
                </a:cubicBezTo>
                <a:cubicBezTo>
                  <a:pt x="1542173" y="83656"/>
                  <a:pt x="1546015" y="70439"/>
                  <a:pt x="1553698" y="61818"/>
                </a:cubicBezTo>
                <a:cubicBezTo>
                  <a:pt x="1561381" y="53196"/>
                  <a:pt x="1573120" y="48886"/>
                  <a:pt x="1588915" y="48886"/>
                </a:cubicBezTo>
                <a:cubicBezTo>
                  <a:pt x="1604853" y="48886"/>
                  <a:pt x="1616556" y="53339"/>
                  <a:pt x="1624025" y="62246"/>
                </a:cubicBezTo>
                <a:cubicBezTo>
                  <a:pt x="1631494" y="71153"/>
                  <a:pt x="1635228" y="84228"/>
                  <a:pt x="1635228" y="101470"/>
                </a:cubicBezTo>
                <a:moveTo>
                  <a:pt x="1603817" y="101470"/>
                </a:moveTo>
                <a:cubicBezTo>
                  <a:pt x="1603817" y="85727"/>
                  <a:pt x="1602655" y="74832"/>
                  <a:pt x="1600333" y="68786"/>
                </a:cubicBezTo>
                <a:cubicBezTo>
                  <a:pt x="1598010" y="62738"/>
                  <a:pt x="1593990" y="59714"/>
                  <a:pt x="1588272" y="59714"/>
                </a:cubicBezTo>
                <a:cubicBezTo>
                  <a:pt x="1582769" y="59714"/>
                  <a:pt x="1578945" y="62613"/>
                  <a:pt x="1576801" y="68411"/>
                </a:cubicBezTo>
                <a:cubicBezTo>
                  <a:pt x="1574657" y="74207"/>
                  <a:pt x="1573585" y="85226"/>
                  <a:pt x="1573585" y="101470"/>
                </a:cubicBezTo>
                <a:cubicBezTo>
                  <a:pt x="1573585" y="118000"/>
                  <a:pt x="1574675" y="129200"/>
                  <a:pt x="1576855" y="135069"/>
                </a:cubicBezTo>
                <a:cubicBezTo>
                  <a:pt x="1579034" y="140937"/>
                  <a:pt x="1582840" y="143870"/>
                  <a:pt x="1588272" y="143870"/>
                </a:cubicBezTo>
                <a:cubicBezTo>
                  <a:pt x="1593918" y="143870"/>
                  <a:pt x="1597921" y="140776"/>
                  <a:pt x="1600279" y="134587"/>
                </a:cubicBezTo>
                <a:cubicBezTo>
                  <a:pt x="1602638" y="128396"/>
                  <a:pt x="1603817" y="117357"/>
                  <a:pt x="1603817" y="101470"/>
                </a:cubicBezTo>
                <a:close/>
                <a:moveTo>
                  <a:pt x="1693012" y="72578"/>
                </a:moveTo>
                <a:cubicBezTo>
                  <a:pt x="1700731" y="64002"/>
                  <a:pt x="1707646" y="57838"/>
                  <a:pt x="1713757" y="54085"/>
                </a:cubicBezTo>
                <a:cubicBezTo>
                  <a:pt x="1719867" y="50333"/>
                  <a:pt x="1725460" y="48457"/>
                  <a:pt x="1730534" y="48457"/>
                </a:cubicBezTo>
                <a:lnTo>
                  <a:pt x="1736323" y="48457"/>
                </a:lnTo>
                <a:lnTo>
                  <a:pt x="1736323" y="85229"/>
                </a:lnTo>
                <a:lnTo>
                  <a:pt x="1730320" y="85229"/>
                </a:lnTo>
                <a:lnTo>
                  <a:pt x="1723995" y="71721"/>
                </a:lnTo>
                <a:cubicBezTo>
                  <a:pt x="1719492" y="71721"/>
                  <a:pt x="1714382" y="72703"/>
                  <a:pt x="1708664" y="74669"/>
                </a:cubicBezTo>
                <a:cubicBezTo>
                  <a:pt x="1702947" y="76634"/>
                  <a:pt x="1697908" y="78939"/>
                  <a:pt x="1693548" y="81584"/>
                </a:cubicBezTo>
                <a:lnTo>
                  <a:pt x="1693548" y="142798"/>
                </a:lnTo>
                <a:lnTo>
                  <a:pt x="1709736" y="145371"/>
                </a:lnTo>
                <a:lnTo>
                  <a:pt x="1709736" y="152447"/>
                </a:lnTo>
                <a:lnTo>
                  <a:pt x="1649487" y="152447"/>
                </a:lnTo>
                <a:lnTo>
                  <a:pt x="1649487" y="145371"/>
                </a:lnTo>
                <a:lnTo>
                  <a:pt x="1662566" y="142798"/>
                </a:lnTo>
                <a:lnTo>
                  <a:pt x="1662566" y="61322"/>
                </a:lnTo>
                <a:lnTo>
                  <a:pt x="1649487" y="58749"/>
                </a:lnTo>
                <a:lnTo>
                  <a:pt x="1649487" y="51673"/>
                </a:lnTo>
                <a:lnTo>
                  <a:pt x="1691833" y="51673"/>
                </a:lnTo>
                <a:lnTo>
                  <a:pt x="1693012" y="72578"/>
                </a:lnTo>
                <a:close/>
                <a:moveTo>
                  <a:pt x="1795544" y="144621"/>
                </a:moveTo>
                <a:lnTo>
                  <a:pt x="1813984" y="141726"/>
                </a:lnTo>
                <a:lnTo>
                  <a:pt x="1813984" y="19190"/>
                </a:lnTo>
                <a:lnTo>
                  <a:pt x="1795544" y="16403"/>
                </a:lnTo>
                <a:lnTo>
                  <a:pt x="1795544" y="8576"/>
                </a:lnTo>
                <a:lnTo>
                  <a:pt x="1917973" y="8576"/>
                </a:lnTo>
                <a:lnTo>
                  <a:pt x="1917973" y="45134"/>
                </a:lnTo>
                <a:lnTo>
                  <a:pt x="1908218" y="45134"/>
                </a:lnTo>
                <a:lnTo>
                  <a:pt x="1904787" y="21870"/>
                </a:lnTo>
                <a:cubicBezTo>
                  <a:pt x="1896782" y="20869"/>
                  <a:pt x="1885204" y="20369"/>
                  <a:pt x="1870052" y="20369"/>
                </a:cubicBezTo>
                <a:lnTo>
                  <a:pt x="1847753" y="20369"/>
                </a:lnTo>
                <a:lnTo>
                  <a:pt x="1847753" y="73114"/>
                </a:lnTo>
                <a:lnTo>
                  <a:pt x="1885383" y="73114"/>
                </a:lnTo>
                <a:lnTo>
                  <a:pt x="1888706" y="57248"/>
                </a:lnTo>
                <a:lnTo>
                  <a:pt x="1898247" y="57248"/>
                </a:lnTo>
                <a:lnTo>
                  <a:pt x="1898247" y="101417"/>
                </a:lnTo>
                <a:lnTo>
                  <a:pt x="1888706" y="101417"/>
                </a:lnTo>
                <a:lnTo>
                  <a:pt x="1885383" y="85122"/>
                </a:lnTo>
                <a:lnTo>
                  <a:pt x="1847753" y="85122"/>
                </a:lnTo>
                <a:lnTo>
                  <a:pt x="1847753" y="140654"/>
                </a:lnTo>
                <a:lnTo>
                  <a:pt x="1874877" y="140654"/>
                </a:lnTo>
                <a:cubicBezTo>
                  <a:pt x="1893316" y="140654"/>
                  <a:pt x="1905394" y="140082"/>
                  <a:pt x="1911112" y="138939"/>
                </a:cubicBezTo>
                <a:lnTo>
                  <a:pt x="1917223" y="112352"/>
                </a:lnTo>
                <a:lnTo>
                  <a:pt x="1926979" y="112352"/>
                </a:lnTo>
                <a:lnTo>
                  <a:pt x="1924942" y="152447"/>
                </a:lnTo>
                <a:lnTo>
                  <a:pt x="1795544" y="152447"/>
                </a:lnTo>
                <a:lnTo>
                  <a:pt x="1795544" y="144621"/>
                </a:lnTo>
                <a:close/>
                <a:moveTo>
                  <a:pt x="1941342" y="58642"/>
                </a:moveTo>
                <a:lnTo>
                  <a:pt x="1941342" y="51673"/>
                </a:lnTo>
                <a:lnTo>
                  <a:pt x="1995159" y="51673"/>
                </a:lnTo>
                <a:lnTo>
                  <a:pt x="1995159" y="58642"/>
                </a:lnTo>
                <a:lnTo>
                  <a:pt x="1983902" y="61536"/>
                </a:lnTo>
                <a:lnTo>
                  <a:pt x="1998590" y="84157"/>
                </a:lnTo>
                <a:lnTo>
                  <a:pt x="2017994" y="61322"/>
                </a:lnTo>
                <a:lnTo>
                  <a:pt x="2007916" y="58642"/>
                </a:lnTo>
                <a:lnTo>
                  <a:pt x="2007916" y="51673"/>
                </a:lnTo>
                <a:lnTo>
                  <a:pt x="2042222" y="51673"/>
                </a:lnTo>
                <a:lnTo>
                  <a:pt x="2042222" y="58642"/>
                </a:lnTo>
                <a:lnTo>
                  <a:pt x="2033324" y="60893"/>
                </a:lnTo>
                <a:lnTo>
                  <a:pt x="2005022" y="94127"/>
                </a:lnTo>
                <a:lnTo>
                  <a:pt x="2036969" y="143227"/>
                </a:lnTo>
                <a:lnTo>
                  <a:pt x="2046618" y="145478"/>
                </a:lnTo>
                <a:lnTo>
                  <a:pt x="2046618" y="152447"/>
                </a:lnTo>
                <a:lnTo>
                  <a:pt x="1992800" y="152447"/>
                </a:lnTo>
                <a:lnTo>
                  <a:pt x="1992800" y="145478"/>
                </a:lnTo>
                <a:lnTo>
                  <a:pt x="2004057" y="143013"/>
                </a:lnTo>
                <a:lnTo>
                  <a:pt x="1986475" y="115890"/>
                </a:lnTo>
                <a:lnTo>
                  <a:pt x="1963104" y="143227"/>
                </a:lnTo>
                <a:lnTo>
                  <a:pt x="1973182" y="145478"/>
                </a:lnTo>
                <a:lnTo>
                  <a:pt x="1973182" y="152447"/>
                </a:lnTo>
                <a:lnTo>
                  <a:pt x="1938876" y="152447"/>
                </a:lnTo>
                <a:lnTo>
                  <a:pt x="1938876" y="145478"/>
                </a:lnTo>
                <a:lnTo>
                  <a:pt x="1947881" y="143763"/>
                </a:lnTo>
                <a:lnTo>
                  <a:pt x="1980043" y="106027"/>
                </a:lnTo>
                <a:lnTo>
                  <a:pt x="1951097" y="61322"/>
                </a:lnTo>
                <a:lnTo>
                  <a:pt x="1941342" y="58642"/>
                </a:lnTo>
                <a:close/>
                <a:moveTo>
                  <a:pt x="2091645" y="56712"/>
                </a:moveTo>
                <a:cubicBezTo>
                  <a:pt x="2099292" y="51495"/>
                  <a:pt x="2108583" y="48886"/>
                  <a:pt x="2119518" y="48886"/>
                </a:cubicBezTo>
                <a:cubicBezTo>
                  <a:pt x="2133527" y="48886"/>
                  <a:pt x="2143943" y="53000"/>
                  <a:pt x="2150769" y="61228"/>
                </a:cubicBezTo>
                <a:cubicBezTo>
                  <a:pt x="2157594" y="69454"/>
                  <a:pt x="2161007" y="82439"/>
                  <a:pt x="2161007" y="100184"/>
                </a:cubicBezTo>
                <a:cubicBezTo>
                  <a:pt x="2161007" y="117784"/>
                  <a:pt x="2157040" y="131251"/>
                  <a:pt x="2149107" y="140587"/>
                </a:cubicBezTo>
                <a:cubicBezTo>
                  <a:pt x="2141174" y="149923"/>
                  <a:pt x="2129774" y="154591"/>
                  <a:pt x="2114909" y="154591"/>
                </a:cubicBezTo>
                <a:cubicBezTo>
                  <a:pt x="2107333" y="154591"/>
                  <a:pt x="2099685" y="153626"/>
                  <a:pt x="2091966" y="151696"/>
                </a:cubicBezTo>
                <a:cubicBezTo>
                  <a:pt x="2092395" y="156413"/>
                  <a:pt x="2092610" y="161702"/>
                  <a:pt x="2092610" y="167563"/>
                </a:cubicBezTo>
                <a:lnTo>
                  <a:pt x="2092610" y="189540"/>
                </a:lnTo>
                <a:lnTo>
                  <a:pt x="2107404" y="192113"/>
                </a:lnTo>
                <a:lnTo>
                  <a:pt x="2107404" y="199189"/>
                </a:lnTo>
                <a:lnTo>
                  <a:pt x="2050692" y="199189"/>
                </a:lnTo>
                <a:lnTo>
                  <a:pt x="2050692" y="192113"/>
                </a:lnTo>
                <a:lnTo>
                  <a:pt x="2061627" y="189540"/>
                </a:lnTo>
                <a:lnTo>
                  <a:pt x="2061627" y="61322"/>
                </a:lnTo>
                <a:lnTo>
                  <a:pt x="2050585" y="58749"/>
                </a:lnTo>
                <a:lnTo>
                  <a:pt x="2050585" y="51673"/>
                </a:lnTo>
                <a:lnTo>
                  <a:pt x="2091430" y="51673"/>
                </a:lnTo>
                <a:lnTo>
                  <a:pt x="2091645" y="56712"/>
                </a:lnTo>
                <a:moveTo>
                  <a:pt x="2129596" y="100934"/>
                </a:moveTo>
                <a:cubicBezTo>
                  <a:pt x="2129596" y="74169"/>
                  <a:pt x="2123378" y="60786"/>
                  <a:pt x="2110942" y="60786"/>
                </a:cubicBezTo>
                <a:cubicBezTo>
                  <a:pt x="2104295" y="60786"/>
                  <a:pt x="2098184" y="62146"/>
                  <a:pt x="2092610" y="64866"/>
                </a:cubicBezTo>
                <a:lnTo>
                  <a:pt x="2092610" y="140972"/>
                </a:lnTo>
                <a:cubicBezTo>
                  <a:pt x="2098399" y="142476"/>
                  <a:pt x="2104438" y="143227"/>
                  <a:pt x="2110728" y="143227"/>
                </a:cubicBezTo>
                <a:cubicBezTo>
                  <a:pt x="2123306" y="143227"/>
                  <a:pt x="2129596" y="129130"/>
                  <a:pt x="2129596" y="100934"/>
                </a:cubicBezTo>
                <a:close/>
                <a:moveTo>
                  <a:pt x="2216077" y="142798"/>
                </a:moveTo>
                <a:lnTo>
                  <a:pt x="2227120" y="145371"/>
                </a:lnTo>
                <a:lnTo>
                  <a:pt x="2227120" y="152447"/>
                </a:lnTo>
                <a:lnTo>
                  <a:pt x="2174160" y="152447"/>
                </a:lnTo>
                <a:lnTo>
                  <a:pt x="2174160" y="145371"/>
                </a:lnTo>
                <a:lnTo>
                  <a:pt x="2185095" y="142798"/>
                </a:lnTo>
                <a:lnTo>
                  <a:pt x="2185095" y="9649"/>
                </a:lnTo>
                <a:lnTo>
                  <a:pt x="2174803" y="7076"/>
                </a:lnTo>
                <a:lnTo>
                  <a:pt x="2174803" y="0"/>
                </a:lnTo>
                <a:lnTo>
                  <a:pt x="2216077" y="0"/>
                </a:lnTo>
                <a:lnTo>
                  <a:pt x="2216077" y="142798"/>
                </a:lnTo>
                <a:close/>
                <a:moveTo>
                  <a:pt x="2332106" y="101470"/>
                </a:moveTo>
                <a:cubicBezTo>
                  <a:pt x="2332106" y="119570"/>
                  <a:pt x="2328229" y="132949"/>
                  <a:pt x="2320475" y="141606"/>
                </a:cubicBezTo>
                <a:cubicBezTo>
                  <a:pt x="2312720" y="150263"/>
                  <a:pt x="2300874" y="154591"/>
                  <a:pt x="2284936" y="154591"/>
                </a:cubicBezTo>
                <a:cubicBezTo>
                  <a:pt x="2269498" y="154591"/>
                  <a:pt x="2257991" y="150209"/>
                  <a:pt x="2250416" y="141445"/>
                </a:cubicBezTo>
                <a:cubicBezTo>
                  <a:pt x="2242840" y="132681"/>
                  <a:pt x="2239052" y="119356"/>
                  <a:pt x="2239052" y="101470"/>
                </a:cubicBezTo>
                <a:cubicBezTo>
                  <a:pt x="2239052" y="83656"/>
                  <a:pt x="2242893" y="70439"/>
                  <a:pt x="2250576" y="61818"/>
                </a:cubicBezTo>
                <a:cubicBezTo>
                  <a:pt x="2258259" y="53196"/>
                  <a:pt x="2269998" y="48886"/>
                  <a:pt x="2285793" y="48886"/>
                </a:cubicBezTo>
                <a:cubicBezTo>
                  <a:pt x="2301731" y="48886"/>
                  <a:pt x="2313435" y="53339"/>
                  <a:pt x="2320903" y="62246"/>
                </a:cubicBezTo>
                <a:cubicBezTo>
                  <a:pt x="2328372" y="71153"/>
                  <a:pt x="2332106" y="84228"/>
                  <a:pt x="2332106" y="101470"/>
                </a:cubicBezTo>
                <a:moveTo>
                  <a:pt x="2300695" y="101470"/>
                </a:moveTo>
                <a:cubicBezTo>
                  <a:pt x="2300695" y="85727"/>
                  <a:pt x="2299534" y="74832"/>
                  <a:pt x="2297211" y="68786"/>
                </a:cubicBezTo>
                <a:cubicBezTo>
                  <a:pt x="2294888" y="62738"/>
                  <a:pt x="2290868" y="59714"/>
                  <a:pt x="2285150" y="59714"/>
                </a:cubicBezTo>
                <a:cubicBezTo>
                  <a:pt x="2279647" y="59714"/>
                  <a:pt x="2275823" y="62613"/>
                  <a:pt x="2273679" y="68411"/>
                </a:cubicBezTo>
                <a:cubicBezTo>
                  <a:pt x="2271535" y="74207"/>
                  <a:pt x="2270463" y="85226"/>
                  <a:pt x="2270463" y="101470"/>
                </a:cubicBezTo>
                <a:cubicBezTo>
                  <a:pt x="2270463" y="118000"/>
                  <a:pt x="2271553" y="129200"/>
                  <a:pt x="2273733" y="135069"/>
                </a:cubicBezTo>
                <a:cubicBezTo>
                  <a:pt x="2275913" y="140937"/>
                  <a:pt x="2279718" y="143870"/>
                  <a:pt x="2285150" y="143870"/>
                </a:cubicBezTo>
                <a:cubicBezTo>
                  <a:pt x="2290796" y="143870"/>
                  <a:pt x="2294799" y="140776"/>
                  <a:pt x="2297157" y="134587"/>
                </a:cubicBezTo>
                <a:cubicBezTo>
                  <a:pt x="2299516" y="128396"/>
                  <a:pt x="2300695" y="117357"/>
                  <a:pt x="2300695" y="101470"/>
                </a:cubicBezTo>
                <a:close/>
                <a:moveTo>
                  <a:pt x="2389891" y="72578"/>
                </a:moveTo>
                <a:cubicBezTo>
                  <a:pt x="2397610" y="64002"/>
                  <a:pt x="2404525" y="57838"/>
                  <a:pt x="2410635" y="54085"/>
                </a:cubicBezTo>
                <a:cubicBezTo>
                  <a:pt x="2416746" y="50333"/>
                  <a:pt x="2422339" y="48457"/>
                  <a:pt x="2427413" y="48457"/>
                </a:cubicBezTo>
                <a:lnTo>
                  <a:pt x="2433202" y="48457"/>
                </a:lnTo>
                <a:lnTo>
                  <a:pt x="2433202" y="85229"/>
                </a:lnTo>
                <a:lnTo>
                  <a:pt x="2427199" y="85229"/>
                </a:lnTo>
                <a:lnTo>
                  <a:pt x="2420874" y="71721"/>
                </a:lnTo>
                <a:cubicBezTo>
                  <a:pt x="2416371" y="71721"/>
                  <a:pt x="2411261" y="72703"/>
                  <a:pt x="2405543" y="74669"/>
                </a:cubicBezTo>
                <a:cubicBezTo>
                  <a:pt x="2399825" y="76634"/>
                  <a:pt x="2394787" y="78939"/>
                  <a:pt x="2390427" y="81584"/>
                </a:cubicBezTo>
                <a:lnTo>
                  <a:pt x="2390427" y="142798"/>
                </a:lnTo>
                <a:lnTo>
                  <a:pt x="2406615" y="145371"/>
                </a:lnTo>
                <a:lnTo>
                  <a:pt x="2406615" y="152447"/>
                </a:lnTo>
                <a:lnTo>
                  <a:pt x="2346365" y="152447"/>
                </a:lnTo>
                <a:lnTo>
                  <a:pt x="2346365" y="145371"/>
                </a:lnTo>
                <a:lnTo>
                  <a:pt x="2359445" y="142798"/>
                </a:lnTo>
                <a:lnTo>
                  <a:pt x="2359445" y="61322"/>
                </a:lnTo>
                <a:lnTo>
                  <a:pt x="2346365" y="58749"/>
                </a:lnTo>
                <a:lnTo>
                  <a:pt x="2346365" y="51673"/>
                </a:lnTo>
                <a:lnTo>
                  <a:pt x="2388712" y="51673"/>
                </a:lnTo>
                <a:lnTo>
                  <a:pt x="2389891" y="72578"/>
                </a:lnTo>
                <a:close/>
                <a:moveTo>
                  <a:pt x="2496267" y="49315"/>
                </a:moveTo>
                <a:cubicBezTo>
                  <a:pt x="2521496" y="49315"/>
                  <a:pt x="2534111" y="58617"/>
                  <a:pt x="2534111" y="77222"/>
                </a:cubicBezTo>
                <a:lnTo>
                  <a:pt x="2534111" y="142798"/>
                </a:lnTo>
                <a:lnTo>
                  <a:pt x="2544188" y="145371"/>
                </a:lnTo>
                <a:lnTo>
                  <a:pt x="2544188" y="152447"/>
                </a:lnTo>
                <a:lnTo>
                  <a:pt x="2507095" y="152447"/>
                </a:lnTo>
                <a:lnTo>
                  <a:pt x="2504736" y="144728"/>
                </a:lnTo>
                <a:cubicBezTo>
                  <a:pt x="2499162" y="148516"/>
                  <a:pt x="2494123" y="151107"/>
                  <a:pt x="2489620" y="152500"/>
                </a:cubicBezTo>
                <a:cubicBezTo>
                  <a:pt x="2485118" y="153894"/>
                  <a:pt x="2480579" y="154591"/>
                  <a:pt x="2476005" y="154591"/>
                </a:cubicBezTo>
                <a:cubicBezTo>
                  <a:pt x="2455207" y="154591"/>
                  <a:pt x="2444808" y="144568"/>
                  <a:pt x="2444808" y="124523"/>
                </a:cubicBezTo>
                <a:cubicBezTo>
                  <a:pt x="2444808" y="116934"/>
                  <a:pt x="2446345" y="110867"/>
                  <a:pt x="2449418" y="106321"/>
                </a:cubicBezTo>
                <a:cubicBezTo>
                  <a:pt x="2452491" y="101774"/>
                  <a:pt x="2456923" y="98408"/>
                  <a:pt x="2462712" y="96224"/>
                </a:cubicBezTo>
                <a:cubicBezTo>
                  <a:pt x="2468501" y="94040"/>
                  <a:pt x="2477613" y="92805"/>
                  <a:pt x="2490049" y="92519"/>
                </a:cubicBezTo>
                <a:lnTo>
                  <a:pt x="2503128" y="92197"/>
                </a:lnTo>
                <a:lnTo>
                  <a:pt x="2503128" y="77510"/>
                </a:lnTo>
                <a:cubicBezTo>
                  <a:pt x="2503128" y="65360"/>
                  <a:pt x="2498161" y="59285"/>
                  <a:pt x="2488227" y="59285"/>
                </a:cubicBezTo>
                <a:cubicBezTo>
                  <a:pt x="2482223" y="59285"/>
                  <a:pt x="2475505" y="61143"/>
                  <a:pt x="2468072" y="64860"/>
                </a:cubicBezTo>
                <a:lnTo>
                  <a:pt x="2463998" y="77403"/>
                </a:lnTo>
                <a:lnTo>
                  <a:pt x="2456923" y="77403"/>
                </a:lnTo>
                <a:lnTo>
                  <a:pt x="2456923" y="53067"/>
                </a:lnTo>
                <a:cubicBezTo>
                  <a:pt x="2467715" y="51423"/>
                  <a:pt x="2475648" y="50387"/>
                  <a:pt x="2480722" y="49958"/>
                </a:cubicBezTo>
                <a:cubicBezTo>
                  <a:pt x="2485797" y="49529"/>
                  <a:pt x="2490978" y="49315"/>
                  <a:pt x="2496267" y="49315"/>
                </a:cubicBezTo>
                <a:moveTo>
                  <a:pt x="2503128" y="101738"/>
                </a:moveTo>
                <a:lnTo>
                  <a:pt x="2494123" y="102060"/>
                </a:lnTo>
                <a:cubicBezTo>
                  <a:pt x="2487190" y="102348"/>
                  <a:pt x="2482384" y="104176"/>
                  <a:pt x="2479704" y="107544"/>
                </a:cubicBezTo>
                <a:cubicBezTo>
                  <a:pt x="2477024" y="110912"/>
                  <a:pt x="2475684" y="116359"/>
                  <a:pt x="2475684" y="123883"/>
                </a:cubicBezTo>
                <a:cubicBezTo>
                  <a:pt x="2475684" y="129974"/>
                  <a:pt x="2476756" y="134453"/>
                  <a:pt x="2478900" y="137321"/>
                </a:cubicBezTo>
                <a:cubicBezTo>
                  <a:pt x="2481044" y="140186"/>
                  <a:pt x="2483831" y="141619"/>
                  <a:pt x="2487262" y="141619"/>
                </a:cubicBezTo>
                <a:cubicBezTo>
                  <a:pt x="2492122" y="141619"/>
                  <a:pt x="2497411" y="140365"/>
                  <a:pt x="2503128" y="137857"/>
                </a:cubicBezTo>
                <a:lnTo>
                  <a:pt x="2503128" y="101738"/>
                </a:lnTo>
                <a:close/>
                <a:moveTo>
                  <a:pt x="2594468" y="154591"/>
                </a:moveTo>
                <a:cubicBezTo>
                  <a:pt x="2584820" y="154591"/>
                  <a:pt x="2577369" y="152411"/>
                  <a:pt x="2572116" y="148051"/>
                </a:cubicBezTo>
                <a:cubicBezTo>
                  <a:pt x="2566863" y="143692"/>
                  <a:pt x="2564236" y="137402"/>
                  <a:pt x="2564236" y="129183"/>
                </a:cubicBezTo>
                <a:lnTo>
                  <a:pt x="2564236" y="62823"/>
                </a:lnTo>
                <a:lnTo>
                  <a:pt x="2551050" y="62823"/>
                </a:lnTo>
                <a:lnTo>
                  <a:pt x="2551050" y="55854"/>
                </a:lnTo>
                <a:lnTo>
                  <a:pt x="2566595" y="51673"/>
                </a:lnTo>
                <a:lnTo>
                  <a:pt x="2579138" y="28731"/>
                </a:lnTo>
                <a:lnTo>
                  <a:pt x="2595219" y="28731"/>
                </a:lnTo>
                <a:lnTo>
                  <a:pt x="2595219" y="51673"/>
                </a:lnTo>
                <a:lnTo>
                  <a:pt x="2616445" y="51673"/>
                </a:lnTo>
                <a:lnTo>
                  <a:pt x="2616445" y="62823"/>
                </a:lnTo>
                <a:lnTo>
                  <a:pt x="2595219" y="62823"/>
                </a:lnTo>
                <a:lnTo>
                  <a:pt x="2595219" y="127253"/>
                </a:lnTo>
                <a:cubicBezTo>
                  <a:pt x="2595219" y="131899"/>
                  <a:pt x="2596184" y="135401"/>
                  <a:pt x="2598113" y="137760"/>
                </a:cubicBezTo>
                <a:cubicBezTo>
                  <a:pt x="2600043" y="140118"/>
                  <a:pt x="2602580" y="141297"/>
                  <a:pt x="2605725" y="141297"/>
                </a:cubicBezTo>
                <a:cubicBezTo>
                  <a:pt x="2609513" y="141297"/>
                  <a:pt x="2614158" y="140726"/>
                  <a:pt x="2619662" y="139582"/>
                </a:cubicBezTo>
                <a:lnTo>
                  <a:pt x="2619662" y="148695"/>
                </a:lnTo>
                <a:cubicBezTo>
                  <a:pt x="2617518" y="150196"/>
                  <a:pt x="2613855" y="151553"/>
                  <a:pt x="2608673" y="152768"/>
                </a:cubicBezTo>
                <a:cubicBezTo>
                  <a:pt x="2603491" y="153983"/>
                  <a:pt x="2598757" y="154591"/>
                  <a:pt x="2594468" y="154591"/>
                </a:cubicBezTo>
                <a:close/>
                <a:moveTo>
                  <a:pt x="2667366" y="142798"/>
                </a:moveTo>
                <a:lnTo>
                  <a:pt x="2678408" y="145371"/>
                </a:lnTo>
                <a:lnTo>
                  <a:pt x="2678408" y="152447"/>
                </a:lnTo>
                <a:lnTo>
                  <a:pt x="2625448" y="152447"/>
                </a:lnTo>
                <a:lnTo>
                  <a:pt x="2625448" y="145371"/>
                </a:lnTo>
                <a:lnTo>
                  <a:pt x="2636383" y="142798"/>
                </a:lnTo>
                <a:lnTo>
                  <a:pt x="2636383" y="61322"/>
                </a:lnTo>
                <a:lnTo>
                  <a:pt x="2626092" y="58749"/>
                </a:lnTo>
                <a:lnTo>
                  <a:pt x="2626092" y="51673"/>
                </a:lnTo>
                <a:lnTo>
                  <a:pt x="2667366" y="51673"/>
                </a:lnTo>
                <a:lnTo>
                  <a:pt x="2667366" y="142798"/>
                </a:lnTo>
                <a:moveTo>
                  <a:pt x="2635311" y="16510"/>
                </a:moveTo>
                <a:cubicBezTo>
                  <a:pt x="2635311" y="11864"/>
                  <a:pt x="2636937" y="7969"/>
                  <a:pt x="2640189" y="4824"/>
                </a:cubicBezTo>
                <a:cubicBezTo>
                  <a:pt x="2643441" y="1680"/>
                  <a:pt x="2647318" y="107"/>
                  <a:pt x="2651821" y="107"/>
                </a:cubicBezTo>
                <a:cubicBezTo>
                  <a:pt x="2656395" y="107"/>
                  <a:pt x="2660272" y="1697"/>
                  <a:pt x="2663453" y="4878"/>
                </a:cubicBezTo>
                <a:cubicBezTo>
                  <a:pt x="2666633" y="8058"/>
                  <a:pt x="2668224" y="11936"/>
                  <a:pt x="2668224" y="16510"/>
                </a:cubicBezTo>
                <a:cubicBezTo>
                  <a:pt x="2668224" y="21012"/>
                  <a:pt x="2666651" y="24890"/>
                  <a:pt x="2663506" y="28142"/>
                </a:cubicBezTo>
                <a:cubicBezTo>
                  <a:pt x="2660362" y="31393"/>
                  <a:pt x="2656467" y="33019"/>
                  <a:pt x="2651821" y="33019"/>
                </a:cubicBezTo>
                <a:cubicBezTo>
                  <a:pt x="2647247" y="33019"/>
                  <a:pt x="2643352" y="31429"/>
                  <a:pt x="2640136" y="28249"/>
                </a:cubicBezTo>
                <a:cubicBezTo>
                  <a:pt x="2636919" y="25068"/>
                  <a:pt x="2635311" y="21155"/>
                  <a:pt x="2635311" y="16510"/>
                </a:cubicBezTo>
                <a:close/>
                <a:moveTo>
                  <a:pt x="2782859" y="101470"/>
                </a:moveTo>
                <a:cubicBezTo>
                  <a:pt x="2782859" y="119570"/>
                  <a:pt x="2778982" y="132949"/>
                  <a:pt x="2771228" y="141606"/>
                </a:cubicBezTo>
                <a:cubicBezTo>
                  <a:pt x="2763473" y="150263"/>
                  <a:pt x="2751627" y="154591"/>
                  <a:pt x="2735689" y="154591"/>
                </a:cubicBezTo>
                <a:cubicBezTo>
                  <a:pt x="2720251" y="154591"/>
                  <a:pt x="2708744" y="150209"/>
                  <a:pt x="2701168" y="141445"/>
                </a:cubicBezTo>
                <a:cubicBezTo>
                  <a:pt x="2693593" y="132681"/>
                  <a:pt x="2689805" y="119356"/>
                  <a:pt x="2689805" y="101470"/>
                </a:cubicBezTo>
                <a:cubicBezTo>
                  <a:pt x="2689805" y="83656"/>
                  <a:pt x="2693646" y="70439"/>
                  <a:pt x="2701329" y="61818"/>
                </a:cubicBezTo>
                <a:cubicBezTo>
                  <a:pt x="2709012" y="53196"/>
                  <a:pt x="2720751" y="48886"/>
                  <a:pt x="2736546" y="48886"/>
                </a:cubicBezTo>
                <a:cubicBezTo>
                  <a:pt x="2752484" y="48886"/>
                  <a:pt x="2764188" y="53339"/>
                  <a:pt x="2771656" y="62246"/>
                </a:cubicBezTo>
                <a:cubicBezTo>
                  <a:pt x="2779125" y="71153"/>
                  <a:pt x="2782859" y="84228"/>
                  <a:pt x="2782859" y="101470"/>
                </a:cubicBezTo>
                <a:moveTo>
                  <a:pt x="2751448" y="101470"/>
                </a:moveTo>
                <a:cubicBezTo>
                  <a:pt x="2751448" y="85727"/>
                  <a:pt x="2750287" y="74832"/>
                  <a:pt x="2747964" y="68786"/>
                </a:cubicBezTo>
                <a:cubicBezTo>
                  <a:pt x="2745641" y="62738"/>
                  <a:pt x="2741621" y="59714"/>
                  <a:pt x="2735903" y="59714"/>
                </a:cubicBezTo>
                <a:cubicBezTo>
                  <a:pt x="2730400" y="59714"/>
                  <a:pt x="2726576" y="62613"/>
                  <a:pt x="2724432" y="68411"/>
                </a:cubicBezTo>
                <a:cubicBezTo>
                  <a:pt x="2722288" y="74207"/>
                  <a:pt x="2721216" y="85226"/>
                  <a:pt x="2721216" y="101470"/>
                </a:cubicBezTo>
                <a:cubicBezTo>
                  <a:pt x="2721216" y="118000"/>
                  <a:pt x="2722306" y="129200"/>
                  <a:pt x="2724486" y="135069"/>
                </a:cubicBezTo>
                <a:cubicBezTo>
                  <a:pt x="2726666" y="140937"/>
                  <a:pt x="2730471" y="143870"/>
                  <a:pt x="2735903" y="143870"/>
                </a:cubicBezTo>
                <a:cubicBezTo>
                  <a:pt x="2741549" y="143870"/>
                  <a:pt x="2745552" y="140776"/>
                  <a:pt x="2747910" y="134587"/>
                </a:cubicBezTo>
                <a:cubicBezTo>
                  <a:pt x="2750269" y="128396"/>
                  <a:pt x="2751448" y="117357"/>
                  <a:pt x="2751448" y="101470"/>
                </a:cubicBezTo>
                <a:close/>
                <a:moveTo>
                  <a:pt x="2837749" y="60357"/>
                </a:moveTo>
                <a:lnTo>
                  <a:pt x="2845039" y="56605"/>
                </a:lnTo>
                <a:cubicBezTo>
                  <a:pt x="2855045" y="51459"/>
                  <a:pt x="2864051" y="48886"/>
                  <a:pt x="2872055" y="48886"/>
                </a:cubicBezTo>
                <a:cubicBezTo>
                  <a:pt x="2890638" y="48886"/>
                  <a:pt x="2899929" y="58796"/>
                  <a:pt x="2899929" y="78615"/>
                </a:cubicBezTo>
                <a:lnTo>
                  <a:pt x="2899929" y="142798"/>
                </a:lnTo>
                <a:lnTo>
                  <a:pt x="2910006" y="145371"/>
                </a:lnTo>
                <a:lnTo>
                  <a:pt x="2910006" y="152447"/>
                </a:lnTo>
                <a:lnTo>
                  <a:pt x="2859941" y="152447"/>
                </a:lnTo>
                <a:lnTo>
                  <a:pt x="2859941" y="145371"/>
                </a:lnTo>
                <a:lnTo>
                  <a:pt x="2868946" y="142798"/>
                </a:lnTo>
                <a:lnTo>
                  <a:pt x="2868946" y="82790"/>
                </a:lnTo>
                <a:cubicBezTo>
                  <a:pt x="2868946" y="76777"/>
                  <a:pt x="2867678" y="72089"/>
                  <a:pt x="2865140" y="68726"/>
                </a:cubicBezTo>
                <a:cubicBezTo>
                  <a:pt x="2862603" y="65362"/>
                  <a:pt x="2858976" y="63680"/>
                  <a:pt x="2854259" y="63680"/>
                </a:cubicBezTo>
                <a:cubicBezTo>
                  <a:pt x="2848827" y="63680"/>
                  <a:pt x="2843396" y="64896"/>
                  <a:pt x="2837964" y="67329"/>
                </a:cubicBezTo>
                <a:lnTo>
                  <a:pt x="2837964" y="142798"/>
                </a:lnTo>
                <a:lnTo>
                  <a:pt x="2847183" y="145371"/>
                </a:lnTo>
                <a:lnTo>
                  <a:pt x="2847183" y="152447"/>
                </a:lnTo>
                <a:lnTo>
                  <a:pt x="2797118" y="152447"/>
                </a:lnTo>
                <a:lnTo>
                  <a:pt x="2797118" y="145371"/>
                </a:lnTo>
                <a:lnTo>
                  <a:pt x="2806981" y="142798"/>
                </a:lnTo>
                <a:lnTo>
                  <a:pt x="2806981" y="61322"/>
                </a:lnTo>
                <a:lnTo>
                  <a:pt x="2797118" y="58749"/>
                </a:lnTo>
                <a:lnTo>
                  <a:pt x="2797118" y="51673"/>
                </a:lnTo>
                <a:lnTo>
                  <a:pt x="2836248" y="51673"/>
                </a:lnTo>
                <a:lnTo>
                  <a:pt x="2837749" y="60357"/>
                </a:lnTo>
                <a:close/>
                <a:moveTo>
                  <a:pt x="3007100" y="99433"/>
                </a:moveTo>
                <a:cubicBezTo>
                  <a:pt x="3007100" y="116381"/>
                  <a:pt x="3008012" y="130040"/>
                  <a:pt x="3009834" y="140410"/>
                </a:cubicBezTo>
                <a:cubicBezTo>
                  <a:pt x="3011657" y="150777"/>
                  <a:pt x="3014551" y="159894"/>
                  <a:pt x="3018518" y="167761"/>
                </a:cubicBezTo>
                <a:cubicBezTo>
                  <a:pt x="3022484" y="175627"/>
                  <a:pt x="3027720" y="182027"/>
                  <a:pt x="3034224" y="186960"/>
                </a:cubicBezTo>
                <a:lnTo>
                  <a:pt x="3034224" y="199189"/>
                </a:lnTo>
                <a:cubicBezTo>
                  <a:pt x="3020072" y="191680"/>
                  <a:pt x="3009012" y="183474"/>
                  <a:pt x="3001043" y="174571"/>
                </a:cubicBezTo>
                <a:cubicBezTo>
                  <a:pt x="2993074" y="165669"/>
                  <a:pt x="2987214" y="155193"/>
                  <a:pt x="2983462" y="143143"/>
                </a:cubicBezTo>
                <a:cubicBezTo>
                  <a:pt x="2979709" y="131094"/>
                  <a:pt x="2977833" y="116488"/>
                  <a:pt x="2977833" y="99326"/>
                </a:cubicBezTo>
                <a:cubicBezTo>
                  <a:pt x="2977833" y="82307"/>
                  <a:pt x="2979709" y="67791"/>
                  <a:pt x="2983462" y="55777"/>
                </a:cubicBezTo>
                <a:cubicBezTo>
                  <a:pt x="2987214" y="43763"/>
                  <a:pt x="2993074" y="33323"/>
                  <a:pt x="3001043" y="24456"/>
                </a:cubicBezTo>
                <a:cubicBezTo>
                  <a:pt x="3009012" y="15590"/>
                  <a:pt x="3020072" y="7437"/>
                  <a:pt x="3034224" y="0"/>
                </a:cubicBezTo>
                <a:lnTo>
                  <a:pt x="3034224" y="12228"/>
                </a:lnTo>
                <a:cubicBezTo>
                  <a:pt x="3027720" y="17162"/>
                  <a:pt x="3022502" y="23526"/>
                  <a:pt x="3018571" y="31321"/>
                </a:cubicBezTo>
                <a:cubicBezTo>
                  <a:pt x="3014641" y="39116"/>
                  <a:pt x="3011746" y="48198"/>
                  <a:pt x="3009888" y="58568"/>
                </a:cubicBezTo>
                <a:cubicBezTo>
                  <a:pt x="3008030" y="68936"/>
                  <a:pt x="3007100" y="82557"/>
                  <a:pt x="3007100" y="99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§6">
            <a:extLst xmlns:a="http://schemas.openxmlformats.org/drawingml/2006/main">
              <a:ext uri="{FF2B5EF4-FFF2-40B4-BE49-F238E27FC236}">
                <a16:creationId xmlns:a16="http://schemas.microsoft.com/office/drawing/2014/main" id="{0D85AF45-0B43-4B62-BD7E-5549F74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935" y="185768"/>
            <a:ext cx="199189" cy="176461"/>
          </a:xfrm>
          <a:custGeom xmlns:a="http://schemas.openxmlformats.org/drawingml/2006/main">
            <a:pathLst>
              <a:path w="199189" h="176461">
                <a:moveTo>
                  <a:pt x="77724" y="144601"/>
                </a:moveTo>
                <a:cubicBezTo>
                  <a:pt x="77724" y="154756"/>
                  <a:pt x="74240" y="162605"/>
                  <a:pt x="67272" y="168146"/>
                </a:cubicBezTo>
                <a:cubicBezTo>
                  <a:pt x="60303" y="173689"/>
                  <a:pt x="50315" y="176461"/>
                  <a:pt x="37308" y="176461"/>
                </a:cubicBezTo>
                <a:cubicBezTo>
                  <a:pt x="31876" y="176461"/>
                  <a:pt x="25890" y="175871"/>
                  <a:pt x="19351" y="174692"/>
                </a:cubicBezTo>
                <a:cubicBezTo>
                  <a:pt x="12811" y="173513"/>
                  <a:pt x="7862" y="172280"/>
                  <a:pt x="4503" y="170993"/>
                </a:cubicBezTo>
                <a:lnTo>
                  <a:pt x="4503" y="143013"/>
                </a:lnTo>
                <a:lnTo>
                  <a:pt x="11578" y="143013"/>
                </a:lnTo>
                <a:lnTo>
                  <a:pt x="15652" y="157164"/>
                </a:lnTo>
                <a:cubicBezTo>
                  <a:pt x="18439" y="159951"/>
                  <a:pt x="21870" y="162203"/>
                  <a:pt x="25944" y="163918"/>
                </a:cubicBezTo>
                <a:cubicBezTo>
                  <a:pt x="30018" y="165633"/>
                  <a:pt x="34020" y="166491"/>
                  <a:pt x="37951" y="166491"/>
                </a:cubicBezTo>
                <a:cubicBezTo>
                  <a:pt x="43740" y="166491"/>
                  <a:pt x="48207" y="165150"/>
                  <a:pt x="51352" y="162467"/>
                </a:cubicBezTo>
                <a:cubicBezTo>
                  <a:pt x="54496" y="159785"/>
                  <a:pt x="56069" y="156369"/>
                  <a:pt x="56069" y="152219"/>
                </a:cubicBezTo>
                <a:cubicBezTo>
                  <a:pt x="56069" y="148000"/>
                  <a:pt x="54586" y="144156"/>
                  <a:pt x="51620" y="140688"/>
                </a:cubicBezTo>
                <a:cubicBezTo>
                  <a:pt x="48654" y="137219"/>
                  <a:pt x="44240" y="133947"/>
                  <a:pt x="38380" y="130872"/>
                </a:cubicBezTo>
                <a:lnTo>
                  <a:pt x="28088" y="125508"/>
                </a:lnTo>
                <a:cubicBezTo>
                  <a:pt x="20441" y="121503"/>
                  <a:pt x="14830" y="117856"/>
                  <a:pt x="11257" y="114566"/>
                </a:cubicBezTo>
                <a:cubicBezTo>
                  <a:pt x="7683" y="111276"/>
                  <a:pt x="4914" y="107540"/>
                  <a:pt x="2948" y="103357"/>
                </a:cubicBezTo>
                <a:cubicBezTo>
                  <a:pt x="983" y="99173"/>
                  <a:pt x="0" y="94399"/>
                  <a:pt x="0" y="89035"/>
                </a:cubicBezTo>
                <a:cubicBezTo>
                  <a:pt x="0" y="81883"/>
                  <a:pt x="2073" y="75733"/>
                  <a:pt x="6218" y="70585"/>
                </a:cubicBezTo>
                <a:cubicBezTo>
                  <a:pt x="10363" y="65437"/>
                  <a:pt x="16081" y="61790"/>
                  <a:pt x="23371" y="59643"/>
                </a:cubicBezTo>
                <a:cubicBezTo>
                  <a:pt x="16653" y="55996"/>
                  <a:pt x="11775" y="51777"/>
                  <a:pt x="8737" y="46986"/>
                </a:cubicBezTo>
                <a:cubicBezTo>
                  <a:pt x="5700" y="42193"/>
                  <a:pt x="4181" y="36544"/>
                  <a:pt x="4181" y="30038"/>
                </a:cubicBezTo>
                <a:cubicBezTo>
                  <a:pt x="4181" y="20883"/>
                  <a:pt x="7576" y="13588"/>
                  <a:pt x="14366" y="8154"/>
                </a:cubicBezTo>
                <a:cubicBezTo>
                  <a:pt x="21155" y="2718"/>
                  <a:pt x="29910" y="0"/>
                  <a:pt x="40631" y="0"/>
                </a:cubicBezTo>
                <a:cubicBezTo>
                  <a:pt x="47993" y="0"/>
                  <a:pt x="57891" y="1036"/>
                  <a:pt x="70327" y="3109"/>
                </a:cubicBezTo>
                <a:lnTo>
                  <a:pt x="70327" y="28946"/>
                </a:lnTo>
                <a:lnTo>
                  <a:pt x="63251" y="28946"/>
                </a:lnTo>
                <a:lnTo>
                  <a:pt x="59821" y="17153"/>
                </a:lnTo>
                <a:cubicBezTo>
                  <a:pt x="57748" y="15080"/>
                  <a:pt x="54836" y="13383"/>
                  <a:pt x="51084" y="12061"/>
                </a:cubicBezTo>
                <a:cubicBezTo>
                  <a:pt x="47331" y="10738"/>
                  <a:pt x="43776" y="10077"/>
                  <a:pt x="40417" y="10077"/>
                </a:cubicBezTo>
                <a:cubicBezTo>
                  <a:pt x="35271" y="10077"/>
                  <a:pt x="31465" y="11133"/>
                  <a:pt x="28999" y="13243"/>
                </a:cubicBezTo>
                <a:cubicBezTo>
                  <a:pt x="26533" y="15354"/>
                  <a:pt x="25301" y="18234"/>
                  <a:pt x="25301" y="21883"/>
                </a:cubicBezTo>
                <a:cubicBezTo>
                  <a:pt x="25301" y="25959"/>
                  <a:pt x="26730" y="29535"/>
                  <a:pt x="29589" y="32611"/>
                </a:cubicBezTo>
                <a:cubicBezTo>
                  <a:pt x="32448" y="35686"/>
                  <a:pt x="36986" y="38547"/>
                  <a:pt x="43204" y="41194"/>
                </a:cubicBezTo>
                <a:cubicBezTo>
                  <a:pt x="54496" y="46128"/>
                  <a:pt x="61911" y="49685"/>
                  <a:pt x="65449" y="51868"/>
                </a:cubicBezTo>
                <a:cubicBezTo>
                  <a:pt x="68987" y="54047"/>
                  <a:pt x="71971" y="56514"/>
                  <a:pt x="74401" y="59268"/>
                </a:cubicBezTo>
                <a:cubicBezTo>
                  <a:pt x="76831" y="62022"/>
                  <a:pt x="78689" y="65080"/>
                  <a:pt x="79976" y="68441"/>
                </a:cubicBezTo>
                <a:cubicBezTo>
                  <a:pt x="81262" y="71800"/>
                  <a:pt x="81905" y="75733"/>
                  <a:pt x="81905" y="80240"/>
                </a:cubicBezTo>
                <a:cubicBezTo>
                  <a:pt x="81905" y="88107"/>
                  <a:pt x="79779" y="94829"/>
                  <a:pt x="75527" y="100408"/>
                </a:cubicBezTo>
                <a:cubicBezTo>
                  <a:pt x="71274" y="105985"/>
                  <a:pt x="65253" y="109917"/>
                  <a:pt x="57462" y="112204"/>
                </a:cubicBezTo>
                <a:cubicBezTo>
                  <a:pt x="64395" y="116497"/>
                  <a:pt x="69505" y="121289"/>
                  <a:pt x="72793" y="126580"/>
                </a:cubicBezTo>
                <a:cubicBezTo>
                  <a:pt x="76080" y="131871"/>
                  <a:pt x="77724" y="137878"/>
                  <a:pt x="77724" y="144601"/>
                </a:cubicBezTo>
                <a:moveTo>
                  <a:pt x="60250" y="87855"/>
                </a:moveTo>
                <a:cubicBezTo>
                  <a:pt x="60250" y="84780"/>
                  <a:pt x="59553" y="82099"/>
                  <a:pt x="58159" y="79811"/>
                </a:cubicBezTo>
                <a:cubicBezTo>
                  <a:pt x="56766" y="77522"/>
                  <a:pt x="54729" y="75413"/>
                  <a:pt x="52048" y="73483"/>
                </a:cubicBezTo>
                <a:cubicBezTo>
                  <a:pt x="49368" y="71551"/>
                  <a:pt x="44562" y="69083"/>
                  <a:pt x="37629" y="66079"/>
                </a:cubicBezTo>
                <a:cubicBezTo>
                  <a:pt x="33055" y="66651"/>
                  <a:pt x="29160" y="68421"/>
                  <a:pt x="25944" y="71389"/>
                </a:cubicBezTo>
                <a:cubicBezTo>
                  <a:pt x="22728" y="74357"/>
                  <a:pt x="21120" y="77522"/>
                  <a:pt x="21120" y="80884"/>
                </a:cubicBezTo>
                <a:cubicBezTo>
                  <a:pt x="21120" y="83888"/>
                  <a:pt x="21834" y="86606"/>
                  <a:pt x="23264" y="89038"/>
                </a:cubicBezTo>
                <a:cubicBezTo>
                  <a:pt x="24693" y="91468"/>
                  <a:pt x="26766" y="93756"/>
                  <a:pt x="29482" y="95902"/>
                </a:cubicBezTo>
                <a:cubicBezTo>
                  <a:pt x="32198" y="98047"/>
                  <a:pt x="37058" y="100978"/>
                  <a:pt x="44062" y="104697"/>
                </a:cubicBezTo>
                <a:cubicBezTo>
                  <a:pt x="48779" y="103839"/>
                  <a:pt x="52656" y="101747"/>
                  <a:pt x="55693" y="98422"/>
                </a:cubicBezTo>
                <a:cubicBezTo>
                  <a:pt x="58731" y="95096"/>
                  <a:pt x="60250" y="91574"/>
                  <a:pt x="60250" y="87855"/>
                </a:cubicBezTo>
                <a:close/>
                <a:moveTo>
                  <a:pt x="199189" y="104362"/>
                </a:moveTo>
                <a:cubicBezTo>
                  <a:pt x="199189" y="119460"/>
                  <a:pt x="195294" y="131035"/>
                  <a:pt x="187504" y="139086"/>
                </a:cubicBezTo>
                <a:cubicBezTo>
                  <a:pt x="179713" y="147136"/>
                  <a:pt x="168635" y="151160"/>
                  <a:pt x="154270" y="151160"/>
                </a:cubicBezTo>
                <a:cubicBezTo>
                  <a:pt x="137832" y="151160"/>
                  <a:pt x="125235" y="144907"/>
                  <a:pt x="116480" y="132399"/>
                </a:cubicBezTo>
                <a:cubicBezTo>
                  <a:pt x="107725" y="119892"/>
                  <a:pt x="103347" y="101774"/>
                  <a:pt x="103347" y="78046"/>
                </a:cubicBezTo>
                <a:cubicBezTo>
                  <a:pt x="103347" y="62608"/>
                  <a:pt x="105652" y="49279"/>
                  <a:pt x="110262" y="38058"/>
                </a:cubicBezTo>
                <a:cubicBezTo>
                  <a:pt x="114872" y="26837"/>
                  <a:pt x="121322" y="18296"/>
                  <a:pt x="129613" y="12436"/>
                </a:cubicBezTo>
                <a:cubicBezTo>
                  <a:pt x="137903" y="6575"/>
                  <a:pt x="147444" y="3645"/>
                  <a:pt x="158237" y="3645"/>
                </a:cubicBezTo>
                <a:cubicBezTo>
                  <a:pt x="169386" y="3645"/>
                  <a:pt x="180142" y="5182"/>
                  <a:pt x="190505" y="8255"/>
                </a:cubicBezTo>
                <a:lnTo>
                  <a:pt x="190505" y="40953"/>
                </a:lnTo>
                <a:lnTo>
                  <a:pt x="181179" y="40953"/>
                </a:lnTo>
                <a:lnTo>
                  <a:pt x="176569" y="20155"/>
                </a:lnTo>
                <a:cubicBezTo>
                  <a:pt x="171637" y="16438"/>
                  <a:pt x="166241" y="14580"/>
                  <a:pt x="160381" y="14580"/>
                </a:cubicBezTo>
                <a:cubicBezTo>
                  <a:pt x="153234" y="14580"/>
                  <a:pt x="147427" y="19144"/>
                  <a:pt x="142960" y="28272"/>
                </a:cubicBezTo>
                <a:cubicBezTo>
                  <a:pt x="138493" y="37398"/>
                  <a:pt x="135866" y="50166"/>
                  <a:pt x="135080" y="66575"/>
                </a:cubicBezTo>
                <a:cubicBezTo>
                  <a:pt x="142870" y="63216"/>
                  <a:pt x="150589" y="61536"/>
                  <a:pt x="158237" y="61536"/>
                </a:cubicBezTo>
                <a:cubicBezTo>
                  <a:pt x="171316" y="61536"/>
                  <a:pt x="181411" y="65221"/>
                  <a:pt x="188522" y="72592"/>
                </a:cubicBezTo>
                <a:cubicBezTo>
                  <a:pt x="195634" y="79962"/>
                  <a:pt x="199189" y="90552"/>
                  <a:pt x="199189" y="104362"/>
                </a:cubicBezTo>
                <a:moveTo>
                  <a:pt x="153841" y="140333"/>
                </a:moveTo>
                <a:cubicBezTo>
                  <a:pt x="159058" y="140333"/>
                  <a:pt x="162668" y="137505"/>
                  <a:pt x="164669" y="131850"/>
                </a:cubicBezTo>
                <a:cubicBezTo>
                  <a:pt x="166670" y="126195"/>
                  <a:pt x="167671" y="117711"/>
                  <a:pt x="167671" y="106399"/>
                </a:cubicBezTo>
                <a:cubicBezTo>
                  <a:pt x="167671" y="96306"/>
                  <a:pt x="166277" y="88539"/>
                  <a:pt x="163490" y="83098"/>
                </a:cubicBezTo>
                <a:cubicBezTo>
                  <a:pt x="160702" y="77657"/>
                  <a:pt x="156557" y="74937"/>
                  <a:pt x="151054" y="74937"/>
                </a:cubicBezTo>
                <a:cubicBezTo>
                  <a:pt x="145765" y="74937"/>
                  <a:pt x="140369" y="75760"/>
                  <a:pt x="134866" y="77406"/>
                </a:cubicBezTo>
                <a:lnTo>
                  <a:pt x="134866" y="77942"/>
                </a:lnTo>
                <a:cubicBezTo>
                  <a:pt x="134866" y="119536"/>
                  <a:pt x="141191" y="140333"/>
                  <a:pt x="153841" y="14033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)">
            <a:extLst xmlns:a="http://schemas.openxmlformats.org/drawingml/2006/main">
              <a:ext uri="{FF2B5EF4-FFF2-40B4-BE49-F238E27FC236}">
                <a16:creationId xmlns:a16="http://schemas.microsoft.com/office/drawing/2014/main" id="{1815EBD3-0298-4116-8152-E5B33C8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632" y="182337"/>
            <a:ext cx="56390" cy="199189"/>
          </a:xfrm>
          <a:custGeom xmlns:a="http://schemas.openxmlformats.org/drawingml/2006/main">
            <a:pathLst>
              <a:path w="56390" h="199189">
                <a:moveTo>
                  <a:pt x="0" y="199189"/>
                </a:moveTo>
                <a:lnTo>
                  <a:pt x="0" y="186960"/>
                </a:lnTo>
                <a:cubicBezTo>
                  <a:pt x="6504" y="181955"/>
                  <a:pt x="11739" y="175520"/>
                  <a:pt x="15706" y="167653"/>
                </a:cubicBezTo>
                <a:cubicBezTo>
                  <a:pt x="19672" y="159787"/>
                  <a:pt x="22567" y="150617"/>
                  <a:pt x="24389" y="140142"/>
                </a:cubicBezTo>
                <a:cubicBezTo>
                  <a:pt x="26212" y="129664"/>
                  <a:pt x="27123" y="116095"/>
                  <a:pt x="27123" y="99433"/>
                </a:cubicBezTo>
                <a:cubicBezTo>
                  <a:pt x="27123" y="82486"/>
                  <a:pt x="26194" y="68828"/>
                  <a:pt x="24336" y="58461"/>
                </a:cubicBezTo>
                <a:cubicBezTo>
                  <a:pt x="22478" y="48091"/>
                  <a:pt x="19583" y="39044"/>
                  <a:pt x="15652" y="31321"/>
                </a:cubicBezTo>
                <a:cubicBezTo>
                  <a:pt x="11721" y="23598"/>
                  <a:pt x="6504" y="17233"/>
                  <a:pt x="0" y="12228"/>
                </a:cubicBezTo>
                <a:lnTo>
                  <a:pt x="0" y="0"/>
                </a:lnTo>
                <a:cubicBezTo>
                  <a:pt x="14294" y="7652"/>
                  <a:pt x="25408" y="15893"/>
                  <a:pt x="33341" y="24724"/>
                </a:cubicBezTo>
                <a:cubicBezTo>
                  <a:pt x="41274" y="33555"/>
                  <a:pt x="47099" y="43960"/>
                  <a:pt x="50816" y="55938"/>
                </a:cubicBezTo>
                <a:cubicBezTo>
                  <a:pt x="54532" y="67916"/>
                  <a:pt x="56390" y="82379"/>
                  <a:pt x="56390" y="99326"/>
                </a:cubicBezTo>
                <a:cubicBezTo>
                  <a:pt x="56390" y="116417"/>
                  <a:pt x="54532" y="130987"/>
                  <a:pt x="50816" y="143036"/>
                </a:cubicBezTo>
                <a:cubicBezTo>
                  <a:pt x="47099" y="155086"/>
                  <a:pt x="41256" y="165562"/>
                  <a:pt x="33287" y="174464"/>
                </a:cubicBezTo>
                <a:cubicBezTo>
                  <a:pt x="25318" y="183367"/>
                  <a:pt x="14223" y="191608"/>
                  <a:pt x="0" y="1991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FFCA7-6B4E-4E8B-98B6-ADA63F5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092" y="1579780"/>
            <a:ext cx="1225817" cy="529682"/>
          </a:xfrm>
          <a:custGeom xmlns:a="http://schemas.openxmlformats.org/drawingml/2006/main">
            <a:pathLst>
              <a:path w="1225817" h="529682" fill="none">
                <a:moveTo>
                  <a:pt x="0" y="0"/>
                </a:moveTo>
                <a:lnTo>
                  <a:pt x="1225817" y="0"/>
                </a:lnTo>
                <a:lnTo>
                  <a:pt x="1225817" y="529682"/>
                </a:lnTo>
                <a:lnTo>
                  <a:pt x="0" y="5296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376" cap="flat">
            <a:solidFill>
              <a:srgbClr val="000000"/>
            </a:solidFill>
            <a:miter/>
          </a:ln>
        </p:spPr>
      </p:sp>
      <p:sp>
        <p:nvSpPr>
          <p:cNvPr id="30" name="Text Origin">
            <a:extLst xmlns:a="http://schemas.openxmlformats.org/drawingml/2006/main">
              <a:ext uri="{FF2B5EF4-FFF2-40B4-BE49-F238E27FC236}">
                <a16:creationId xmlns:a16="http://schemas.microsoft.com/office/drawing/2014/main" id="{8A78DFAC-701F-440F-BBE7-3D642BE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893" y="1648690"/>
            <a:ext cx="525466" cy="180809"/>
          </a:xfrm>
          <a:custGeom xmlns:a="http://schemas.openxmlformats.org/drawingml/2006/main">
            <a:pathLst>
              <a:path w="525466" h="180809">
                <a:moveTo>
                  <a:pt x="21006" y="68846"/>
                </a:moveTo>
                <a:cubicBezTo>
                  <a:pt x="21006" y="90488"/>
                  <a:pt x="24624" y="106167"/>
                  <a:pt x="31860" y="115883"/>
                </a:cubicBezTo>
                <a:cubicBezTo>
                  <a:pt x="39097" y="125598"/>
                  <a:pt x="50420" y="130456"/>
                  <a:pt x="65831" y="130456"/>
                </a:cubicBezTo>
                <a:cubicBezTo>
                  <a:pt x="81175" y="130456"/>
                  <a:pt x="92499" y="125598"/>
                  <a:pt x="99802" y="115883"/>
                </a:cubicBezTo>
                <a:cubicBezTo>
                  <a:pt x="107105" y="106167"/>
                  <a:pt x="110757" y="90488"/>
                  <a:pt x="110757" y="68846"/>
                </a:cubicBezTo>
                <a:cubicBezTo>
                  <a:pt x="110757" y="47338"/>
                  <a:pt x="107122" y="31843"/>
                  <a:pt x="99852" y="22362"/>
                </a:cubicBezTo>
                <a:cubicBezTo>
                  <a:pt x="92582" y="12881"/>
                  <a:pt x="81242" y="8141"/>
                  <a:pt x="65831" y="8141"/>
                </a:cubicBezTo>
                <a:cubicBezTo>
                  <a:pt x="50353" y="8141"/>
                  <a:pt x="39013" y="12881"/>
                  <a:pt x="31810" y="22362"/>
                </a:cubicBezTo>
                <a:cubicBezTo>
                  <a:pt x="24607" y="31843"/>
                  <a:pt x="21006" y="47338"/>
                  <a:pt x="21006" y="68846"/>
                </a:cubicBezTo>
                <a:moveTo>
                  <a:pt x="0" y="68846"/>
                </a:moveTo>
                <a:cubicBezTo>
                  <a:pt x="0" y="23016"/>
                  <a:pt x="21944" y="101"/>
                  <a:pt x="65831" y="101"/>
                </a:cubicBezTo>
                <a:cubicBezTo>
                  <a:pt x="87540" y="101"/>
                  <a:pt x="103956" y="5913"/>
                  <a:pt x="115079" y="17538"/>
                </a:cubicBezTo>
                <a:cubicBezTo>
                  <a:pt x="126201" y="29163"/>
                  <a:pt x="131763" y="46266"/>
                  <a:pt x="131763" y="68846"/>
                </a:cubicBezTo>
                <a:cubicBezTo>
                  <a:pt x="131763" y="91761"/>
                  <a:pt x="126134" y="109082"/>
                  <a:pt x="114878" y="120808"/>
                </a:cubicBezTo>
                <a:cubicBezTo>
                  <a:pt x="103621" y="132533"/>
                  <a:pt x="87272" y="138396"/>
                  <a:pt x="65831" y="138396"/>
                </a:cubicBezTo>
                <a:cubicBezTo>
                  <a:pt x="44457" y="138396"/>
                  <a:pt x="28142" y="132550"/>
                  <a:pt x="16885" y="120858"/>
                </a:cubicBezTo>
                <a:cubicBezTo>
                  <a:pt x="5628" y="109166"/>
                  <a:pt x="0" y="91828"/>
                  <a:pt x="0" y="68846"/>
                </a:cubicBezTo>
                <a:close/>
                <a:moveTo>
                  <a:pt x="206906" y="39298"/>
                </a:moveTo>
                <a:lnTo>
                  <a:pt x="206906" y="64826"/>
                </a:lnTo>
                <a:lnTo>
                  <a:pt x="202585" y="64826"/>
                </a:lnTo>
                <a:lnTo>
                  <a:pt x="196755" y="53770"/>
                </a:lnTo>
                <a:cubicBezTo>
                  <a:pt x="193405" y="53770"/>
                  <a:pt x="189435" y="54223"/>
                  <a:pt x="184845" y="55127"/>
                </a:cubicBezTo>
                <a:cubicBezTo>
                  <a:pt x="180256" y="56032"/>
                  <a:pt x="176286" y="57221"/>
                  <a:pt x="172935" y="58695"/>
                </a:cubicBezTo>
                <a:lnTo>
                  <a:pt x="172935" y="129351"/>
                </a:lnTo>
                <a:lnTo>
                  <a:pt x="189117" y="131863"/>
                </a:lnTo>
                <a:lnTo>
                  <a:pt x="189117" y="136386"/>
                </a:lnTo>
                <a:lnTo>
                  <a:pt x="144291" y="136386"/>
                </a:lnTo>
                <a:lnTo>
                  <a:pt x="144291" y="131863"/>
                </a:lnTo>
                <a:lnTo>
                  <a:pt x="156252" y="129351"/>
                </a:lnTo>
                <a:lnTo>
                  <a:pt x="156252" y="48946"/>
                </a:lnTo>
                <a:lnTo>
                  <a:pt x="144291" y="46434"/>
                </a:lnTo>
                <a:lnTo>
                  <a:pt x="144291" y="41911"/>
                </a:lnTo>
                <a:lnTo>
                  <a:pt x="171830" y="41911"/>
                </a:lnTo>
                <a:lnTo>
                  <a:pt x="172734" y="53569"/>
                </a:lnTo>
                <a:cubicBezTo>
                  <a:pt x="176755" y="50219"/>
                  <a:pt x="182199" y="47003"/>
                  <a:pt x="189067" y="43921"/>
                </a:cubicBezTo>
                <a:cubicBezTo>
                  <a:pt x="195934" y="40839"/>
                  <a:pt x="201378" y="39298"/>
                  <a:pt x="205399" y="39298"/>
                </a:cubicBezTo>
                <a:lnTo>
                  <a:pt x="206906" y="39298"/>
                </a:lnTo>
                <a:close/>
                <a:moveTo>
                  <a:pt x="246805" y="10955"/>
                </a:moveTo>
                <a:cubicBezTo>
                  <a:pt x="246805" y="13903"/>
                  <a:pt x="245733" y="16449"/>
                  <a:pt x="243589" y="18594"/>
                </a:cubicBezTo>
                <a:cubicBezTo>
                  <a:pt x="241445" y="20738"/>
                  <a:pt x="238865" y="21810"/>
                  <a:pt x="235850" y="21810"/>
                </a:cubicBezTo>
                <a:cubicBezTo>
                  <a:pt x="232902" y="21810"/>
                  <a:pt x="230356" y="20738"/>
                  <a:pt x="228212" y="18594"/>
                </a:cubicBezTo>
                <a:cubicBezTo>
                  <a:pt x="226068" y="16449"/>
                  <a:pt x="224996" y="13903"/>
                  <a:pt x="224996" y="10955"/>
                </a:cubicBezTo>
                <a:cubicBezTo>
                  <a:pt x="224996" y="7940"/>
                  <a:pt x="226068" y="5360"/>
                  <a:pt x="228212" y="3216"/>
                </a:cubicBezTo>
                <a:cubicBezTo>
                  <a:pt x="230356" y="1072"/>
                  <a:pt x="232902" y="0"/>
                  <a:pt x="235850" y="0"/>
                </a:cubicBezTo>
                <a:cubicBezTo>
                  <a:pt x="238865" y="0"/>
                  <a:pt x="241445" y="1072"/>
                  <a:pt x="243589" y="3216"/>
                </a:cubicBezTo>
                <a:cubicBezTo>
                  <a:pt x="245733" y="5360"/>
                  <a:pt x="246805" y="7940"/>
                  <a:pt x="246805" y="10955"/>
                </a:cubicBezTo>
                <a:moveTo>
                  <a:pt x="245800" y="129351"/>
                </a:moveTo>
                <a:lnTo>
                  <a:pt x="261982" y="131863"/>
                </a:lnTo>
                <a:lnTo>
                  <a:pt x="261982" y="136386"/>
                </a:lnTo>
                <a:lnTo>
                  <a:pt x="213036" y="136386"/>
                </a:lnTo>
                <a:lnTo>
                  <a:pt x="213036" y="131863"/>
                </a:lnTo>
                <a:lnTo>
                  <a:pt x="229116" y="129351"/>
                </a:lnTo>
                <a:lnTo>
                  <a:pt x="229116" y="48946"/>
                </a:lnTo>
                <a:lnTo>
                  <a:pt x="215749" y="46434"/>
                </a:lnTo>
                <a:lnTo>
                  <a:pt x="215749" y="41911"/>
                </a:lnTo>
                <a:lnTo>
                  <a:pt x="245800" y="41911"/>
                </a:lnTo>
                <a:lnTo>
                  <a:pt x="245800" y="129351"/>
                </a:lnTo>
                <a:close/>
                <a:moveTo>
                  <a:pt x="353170" y="71660"/>
                </a:moveTo>
                <a:cubicBezTo>
                  <a:pt x="353170" y="82515"/>
                  <a:pt x="349920" y="90723"/>
                  <a:pt x="343421" y="96284"/>
                </a:cubicBezTo>
                <a:cubicBezTo>
                  <a:pt x="336922" y="101846"/>
                  <a:pt x="327575" y="104626"/>
                  <a:pt x="315380" y="104626"/>
                </a:cubicBezTo>
                <a:cubicBezTo>
                  <a:pt x="309886" y="104626"/>
                  <a:pt x="304793" y="104124"/>
                  <a:pt x="300103" y="103119"/>
                </a:cubicBezTo>
                <a:lnTo>
                  <a:pt x="293771" y="116360"/>
                </a:lnTo>
                <a:cubicBezTo>
                  <a:pt x="293972" y="117506"/>
                  <a:pt x="295279" y="118584"/>
                  <a:pt x="297691" y="119595"/>
                </a:cubicBezTo>
                <a:cubicBezTo>
                  <a:pt x="300103" y="120604"/>
                  <a:pt x="303118" y="121109"/>
                  <a:pt x="306737" y="121109"/>
                </a:cubicBezTo>
                <a:lnTo>
                  <a:pt x="334677" y="121109"/>
                </a:lnTo>
                <a:cubicBezTo>
                  <a:pt x="344862" y="121109"/>
                  <a:pt x="352416" y="123320"/>
                  <a:pt x="357341" y="127742"/>
                </a:cubicBezTo>
                <a:cubicBezTo>
                  <a:pt x="362266" y="132165"/>
                  <a:pt x="364728" y="138262"/>
                  <a:pt x="364728" y="146034"/>
                </a:cubicBezTo>
                <a:cubicBezTo>
                  <a:pt x="364728" y="153070"/>
                  <a:pt x="362768" y="159201"/>
                  <a:pt x="358849" y="164427"/>
                </a:cubicBezTo>
                <a:cubicBezTo>
                  <a:pt x="354929" y="169653"/>
                  <a:pt x="349183" y="173690"/>
                  <a:pt x="341612" y="176538"/>
                </a:cubicBezTo>
                <a:cubicBezTo>
                  <a:pt x="334041" y="179385"/>
                  <a:pt x="324861" y="180809"/>
                  <a:pt x="314074" y="180809"/>
                </a:cubicBezTo>
                <a:cubicBezTo>
                  <a:pt x="301209" y="180809"/>
                  <a:pt x="291410" y="178833"/>
                  <a:pt x="284676" y="174879"/>
                </a:cubicBezTo>
                <a:cubicBezTo>
                  <a:pt x="277942" y="170926"/>
                  <a:pt x="274575" y="165298"/>
                  <a:pt x="274575" y="157995"/>
                </a:cubicBezTo>
                <a:cubicBezTo>
                  <a:pt x="274575" y="154443"/>
                  <a:pt x="275781" y="150942"/>
                  <a:pt x="278193" y="147492"/>
                </a:cubicBezTo>
                <a:cubicBezTo>
                  <a:pt x="280605" y="144041"/>
                  <a:pt x="285027" y="140004"/>
                  <a:pt x="291460" y="135381"/>
                </a:cubicBezTo>
                <a:cubicBezTo>
                  <a:pt x="287641" y="134104"/>
                  <a:pt x="284424" y="131920"/>
                  <a:pt x="281811" y="128829"/>
                </a:cubicBezTo>
                <a:cubicBezTo>
                  <a:pt x="279198" y="125739"/>
                  <a:pt x="277892" y="122412"/>
                  <a:pt x="277892" y="118851"/>
                </a:cubicBezTo>
                <a:lnTo>
                  <a:pt x="293771" y="100907"/>
                </a:lnTo>
                <a:cubicBezTo>
                  <a:pt x="283185" y="95949"/>
                  <a:pt x="277892" y="86200"/>
                  <a:pt x="277892" y="71660"/>
                </a:cubicBezTo>
                <a:cubicBezTo>
                  <a:pt x="277892" y="61342"/>
                  <a:pt x="281158" y="53368"/>
                  <a:pt x="287691" y="47740"/>
                </a:cubicBezTo>
                <a:cubicBezTo>
                  <a:pt x="294224" y="42112"/>
                  <a:pt x="303721" y="39298"/>
                  <a:pt x="316184" y="39298"/>
                </a:cubicBezTo>
                <a:cubicBezTo>
                  <a:pt x="318663" y="39298"/>
                  <a:pt x="321846" y="39549"/>
                  <a:pt x="325732" y="40051"/>
                </a:cubicBezTo>
                <a:cubicBezTo>
                  <a:pt x="329618" y="40554"/>
                  <a:pt x="332600" y="41140"/>
                  <a:pt x="334677" y="41810"/>
                </a:cubicBezTo>
                <a:lnTo>
                  <a:pt x="356889" y="30654"/>
                </a:lnTo>
                <a:lnTo>
                  <a:pt x="360407" y="34976"/>
                </a:lnTo>
                <a:lnTo>
                  <a:pt x="346436" y="49449"/>
                </a:lnTo>
                <a:cubicBezTo>
                  <a:pt x="350926" y="54474"/>
                  <a:pt x="353170" y="61878"/>
                  <a:pt x="353170" y="71660"/>
                </a:cubicBezTo>
                <a:moveTo>
                  <a:pt x="349049" y="149150"/>
                </a:moveTo>
                <a:cubicBezTo>
                  <a:pt x="349049" y="145331"/>
                  <a:pt x="347877" y="142349"/>
                  <a:pt x="345532" y="140205"/>
                </a:cubicBezTo>
                <a:cubicBezTo>
                  <a:pt x="343187" y="138061"/>
                  <a:pt x="339635" y="136989"/>
                  <a:pt x="334878" y="136989"/>
                </a:cubicBezTo>
                <a:lnTo>
                  <a:pt x="298294" y="136989"/>
                </a:lnTo>
                <a:cubicBezTo>
                  <a:pt x="295480" y="139401"/>
                  <a:pt x="293185" y="142466"/>
                  <a:pt x="291410" y="146185"/>
                </a:cubicBezTo>
                <a:cubicBezTo>
                  <a:pt x="289634" y="149904"/>
                  <a:pt x="288746" y="153371"/>
                  <a:pt x="288746" y="156587"/>
                </a:cubicBezTo>
                <a:cubicBezTo>
                  <a:pt x="288746" y="162350"/>
                  <a:pt x="290823" y="166487"/>
                  <a:pt x="294977" y="169000"/>
                </a:cubicBezTo>
                <a:cubicBezTo>
                  <a:pt x="299132" y="171513"/>
                  <a:pt x="305497" y="172769"/>
                  <a:pt x="314074" y="172769"/>
                </a:cubicBezTo>
                <a:cubicBezTo>
                  <a:pt x="325263" y="172769"/>
                  <a:pt x="333890" y="170692"/>
                  <a:pt x="339954" y="166538"/>
                </a:cubicBezTo>
                <a:cubicBezTo>
                  <a:pt x="346017" y="162383"/>
                  <a:pt x="349049" y="156587"/>
                  <a:pt x="349049" y="149150"/>
                </a:cubicBezTo>
                <a:moveTo>
                  <a:pt x="315581" y="96988"/>
                </a:moveTo>
                <a:cubicBezTo>
                  <a:pt x="322884" y="96988"/>
                  <a:pt x="328061" y="94894"/>
                  <a:pt x="331109" y="90706"/>
                </a:cubicBezTo>
                <a:cubicBezTo>
                  <a:pt x="334158" y="86518"/>
                  <a:pt x="335682" y="80170"/>
                  <a:pt x="335682" y="71660"/>
                </a:cubicBezTo>
                <a:cubicBezTo>
                  <a:pt x="335682" y="62749"/>
                  <a:pt x="334108" y="56400"/>
                  <a:pt x="330958" y="52615"/>
                </a:cubicBezTo>
                <a:cubicBezTo>
                  <a:pt x="327809" y="48829"/>
                  <a:pt x="322750" y="46936"/>
                  <a:pt x="315782" y="46936"/>
                </a:cubicBezTo>
                <a:cubicBezTo>
                  <a:pt x="308747" y="46936"/>
                  <a:pt x="303587" y="48846"/>
                  <a:pt x="300304" y="52665"/>
                </a:cubicBezTo>
                <a:cubicBezTo>
                  <a:pt x="297021" y="56484"/>
                  <a:pt x="295379" y="62816"/>
                  <a:pt x="295379" y="71660"/>
                </a:cubicBezTo>
                <a:cubicBezTo>
                  <a:pt x="295379" y="80505"/>
                  <a:pt x="296988" y="86937"/>
                  <a:pt x="300204" y="90957"/>
                </a:cubicBezTo>
                <a:cubicBezTo>
                  <a:pt x="303420" y="94978"/>
                  <a:pt x="308546" y="96988"/>
                  <a:pt x="315581" y="96988"/>
                </a:cubicBezTo>
                <a:close/>
                <a:moveTo>
                  <a:pt x="406740" y="10955"/>
                </a:moveTo>
                <a:cubicBezTo>
                  <a:pt x="406740" y="13903"/>
                  <a:pt x="405668" y="16449"/>
                  <a:pt x="403523" y="18594"/>
                </a:cubicBezTo>
                <a:cubicBezTo>
                  <a:pt x="401379" y="20738"/>
                  <a:pt x="398800" y="21810"/>
                  <a:pt x="395785" y="21810"/>
                </a:cubicBezTo>
                <a:cubicBezTo>
                  <a:pt x="392836" y="21810"/>
                  <a:pt x="390290" y="20738"/>
                  <a:pt x="388146" y="18594"/>
                </a:cubicBezTo>
                <a:cubicBezTo>
                  <a:pt x="386002" y="16449"/>
                  <a:pt x="384930" y="13903"/>
                  <a:pt x="384930" y="10955"/>
                </a:cubicBezTo>
                <a:cubicBezTo>
                  <a:pt x="384930" y="7940"/>
                  <a:pt x="386002" y="5360"/>
                  <a:pt x="388146" y="3216"/>
                </a:cubicBezTo>
                <a:cubicBezTo>
                  <a:pt x="390290" y="1072"/>
                  <a:pt x="392836" y="0"/>
                  <a:pt x="395785" y="0"/>
                </a:cubicBezTo>
                <a:cubicBezTo>
                  <a:pt x="398800" y="0"/>
                  <a:pt x="401379" y="1072"/>
                  <a:pt x="403523" y="3216"/>
                </a:cubicBezTo>
                <a:cubicBezTo>
                  <a:pt x="405668" y="5360"/>
                  <a:pt x="406740" y="7940"/>
                  <a:pt x="406740" y="10955"/>
                </a:cubicBezTo>
                <a:moveTo>
                  <a:pt x="405735" y="129351"/>
                </a:moveTo>
                <a:lnTo>
                  <a:pt x="421916" y="131863"/>
                </a:lnTo>
                <a:lnTo>
                  <a:pt x="421916" y="136386"/>
                </a:lnTo>
                <a:lnTo>
                  <a:pt x="372970" y="136386"/>
                </a:lnTo>
                <a:lnTo>
                  <a:pt x="372970" y="131863"/>
                </a:lnTo>
                <a:lnTo>
                  <a:pt x="389051" y="129351"/>
                </a:lnTo>
                <a:lnTo>
                  <a:pt x="389051" y="48946"/>
                </a:lnTo>
                <a:lnTo>
                  <a:pt x="375683" y="46434"/>
                </a:lnTo>
                <a:lnTo>
                  <a:pt x="375683" y="41911"/>
                </a:lnTo>
                <a:lnTo>
                  <a:pt x="405735" y="41911"/>
                </a:lnTo>
                <a:lnTo>
                  <a:pt x="405735" y="129351"/>
                </a:lnTo>
                <a:close/>
                <a:moveTo>
                  <a:pt x="458228" y="49449"/>
                </a:moveTo>
                <a:cubicBezTo>
                  <a:pt x="463387" y="46501"/>
                  <a:pt x="468881" y="44072"/>
                  <a:pt x="474711" y="42162"/>
                </a:cubicBezTo>
                <a:cubicBezTo>
                  <a:pt x="480540" y="40252"/>
                  <a:pt x="485398" y="39298"/>
                  <a:pt x="489284" y="39298"/>
                </a:cubicBezTo>
                <a:cubicBezTo>
                  <a:pt x="497458" y="39298"/>
                  <a:pt x="503623" y="41679"/>
                  <a:pt x="507777" y="46443"/>
                </a:cubicBezTo>
                <a:cubicBezTo>
                  <a:pt x="511931" y="51204"/>
                  <a:pt x="514008" y="58113"/>
                  <a:pt x="514008" y="67169"/>
                </a:cubicBezTo>
                <a:lnTo>
                  <a:pt x="514008" y="129351"/>
                </a:lnTo>
                <a:lnTo>
                  <a:pt x="525466" y="131863"/>
                </a:lnTo>
                <a:lnTo>
                  <a:pt x="525466" y="136386"/>
                </a:lnTo>
                <a:lnTo>
                  <a:pt x="484761" y="136386"/>
                </a:lnTo>
                <a:lnTo>
                  <a:pt x="484761" y="131863"/>
                </a:lnTo>
                <a:lnTo>
                  <a:pt x="497324" y="129351"/>
                </a:lnTo>
                <a:lnTo>
                  <a:pt x="497324" y="68969"/>
                </a:lnTo>
                <a:cubicBezTo>
                  <a:pt x="497324" y="63401"/>
                  <a:pt x="495968" y="59024"/>
                  <a:pt x="493254" y="55837"/>
                </a:cubicBezTo>
                <a:cubicBezTo>
                  <a:pt x="490540" y="52650"/>
                  <a:pt x="486336" y="51057"/>
                  <a:pt x="480641" y="51057"/>
                </a:cubicBezTo>
                <a:cubicBezTo>
                  <a:pt x="474610" y="51057"/>
                  <a:pt x="467206" y="52028"/>
                  <a:pt x="458429" y="53971"/>
                </a:cubicBezTo>
                <a:lnTo>
                  <a:pt x="458429" y="129351"/>
                </a:lnTo>
                <a:lnTo>
                  <a:pt x="471193" y="131863"/>
                </a:lnTo>
                <a:lnTo>
                  <a:pt x="471193" y="136386"/>
                </a:lnTo>
                <a:lnTo>
                  <a:pt x="430388" y="136386"/>
                </a:lnTo>
                <a:lnTo>
                  <a:pt x="430388" y="131863"/>
                </a:lnTo>
                <a:lnTo>
                  <a:pt x="441745" y="129351"/>
                </a:lnTo>
                <a:lnTo>
                  <a:pt x="441745" y="48946"/>
                </a:lnTo>
                <a:lnTo>
                  <a:pt x="430388" y="46434"/>
                </a:lnTo>
                <a:lnTo>
                  <a:pt x="430388" y="41911"/>
                </a:lnTo>
                <a:lnTo>
                  <a:pt x="457323" y="41911"/>
                </a:lnTo>
                <a:lnTo>
                  <a:pt x="458228" y="49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Backtracking">
            <a:extLst xmlns:a="http://schemas.openxmlformats.org/drawingml/2006/main">
              <a:ext uri="{FF2B5EF4-FFF2-40B4-BE49-F238E27FC236}">
                <a16:creationId xmlns:a16="http://schemas.microsoft.com/office/drawing/2014/main" id="{30DB190B-96D2-48C5-9655-4B05D568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22" y="1847992"/>
            <a:ext cx="1086223" cy="187342"/>
          </a:xfrm>
          <a:custGeom xmlns:a="http://schemas.openxmlformats.org/drawingml/2006/main">
            <a:pathLst>
              <a:path w="1086223" h="187342">
                <a:moveTo>
                  <a:pt x="90354" y="40752"/>
                </a:moveTo>
                <a:cubicBezTo>
                  <a:pt x="90354" y="32494"/>
                  <a:pt x="87775" y="26485"/>
                  <a:pt x="82615" y="22727"/>
                </a:cubicBezTo>
                <a:cubicBezTo>
                  <a:pt x="77456" y="18966"/>
                  <a:pt x="69081" y="17086"/>
                  <a:pt x="57489" y="17086"/>
                </a:cubicBezTo>
                <a:lnTo>
                  <a:pt x="36684" y="17086"/>
                </a:lnTo>
                <a:lnTo>
                  <a:pt x="36684" y="68143"/>
                </a:lnTo>
                <a:lnTo>
                  <a:pt x="58695" y="68143"/>
                </a:lnTo>
                <a:cubicBezTo>
                  <a:pt x="69550" y="68143"/>
                  <a:pt x="77540" y="65994"/>
                  <a:pt x="82666" y="61698"/>
                </a:cubicBezTo>
                <a:cubicBezTo>
                  <a:pt x="87792" y="57401"/>
                  <a:pt x="90354" y="50419"/>
                  <a:pt x="90354" y="40752"/>
                </a:cubicBezTo>
                <a:moveTo>
                  <a:pt x="100505" y="104526"/>
                </a:moveTo>
                <a:cubicBezTo>
                  <a:pt x="100505" y="95078"/>
                  <a:pt x="97356" y="88160"/>
                  <a:pt x="91058" y="83771"/>
                </a:cubicBezTo>
                <a:cubicBezTo>
                  <a:pt x="84760" y="79383"/>
                  <a:pt x="74676" y="77188"/>
                  <a:pt x="60806" y="77188"/>
                </a:cubicBezTo>
                <a:lnTo>
                  <a:pt x="36684" y="77188"/>
                </a:lnTo>
                <a:lnTo>
                  <a:pt x="36684" y="133873"/>
                </a:lnTo>
                <a:cubicBezTo>
                  <a:pt x="45931" y="134275"/>
                  <a:pt x="55781" y="134476"/>
                  <a:pt x="66233" y="134476"/>
                </a:cubicBezTo>
                <a:cubicBezTo>
                  <a:pt x="77691" y="134476"/>
                  <a:pt x="86267" y="132047"/>
                  <a:pt x="91962" y="127190"/>
                </a:cubicBezTo>
                <a:cubicBezTo>
                  <a:pt x="97658" y="122332"/>
                  <a:pt x="100505" y="114777"/>
                  <a:pt x="100505" y="104526"/>
                </a:cubicBezTo>
                <a:moveTo>
                  <a:pt x="0" y="142919"/>
                </a:moveTo>
                <a:lnTo>
                  <a:pt x="0" y="137592"/>
                </a:lnTo>
                <a:lnTo>
                  <a:pt x="17287" y="134878"/>
                </a:lnTo>
                <a:lnTo>
                  <a:pt x="17287" y="15980"/>
                </a:lnTo>
                <a:lnTo>
                  <a:pt x="0" y="13367"/>
                </a:lnTo>
                <a:lnTo>
                  <a:pt x="0" y="8040"/>
                </a:lnTo>
                <a:lnTo>
                  <a:pt x="61610" y="8040"/>
                </a:lnTo>
                <a:cubicBezTo>
                  <a:pt x="78696" y="8040"/>
                  <a:pt x="91192" y="10574"/>
                  <a:pt x="99098" y="15641"/>
                </a:cubicBezTo>
                <a:cubicBezTo>
                  <a:pt x="107005" y="20708"/>
                  <a:pt x="110958" y="28745"/>
                  <a:pt x="110958" y="39750"/>
                </a:cubicBezTo>
                <a:cubicBezTo>
                  <a:pt x="110958" y="47669"/>
                  <a:pt x="108529" y="54414"/>
                  <a:pt x="103671" y="59986"/>
                </a:cubicBezTo>
                <a:cubicBezTo>
                  <a:pt x="98814" y="65556"/>
                  <a:pt x="91996" y="69280"/>
                  <a:pt x="83219" y="71158"/>
                </a:cubicBezTo>
                <a:cubicBezTo>
                  <a:pt x="95346" y="72431"/>
                  <a:pt x="104727" y="75965"/>
                  <a:pt x="111360" y="81761"/>
                </a:cubicBezTo>
                <a:cubicBezTo>
                  <a:pt x="117993" y="87557"/>
                  <a:pt x="121310" y="95011"/>
                  <a:pt x="121310" y="104124"/>
                </a:cubicBezTo>
                <a:cubicBezTo>
                  <a:pt x="121310" y="117055"/>
                  <a:pt x="116838" y="126855"/>
                  <a:pt x="107893" y="133521"/>
                </a:cubicBezTo>
                <a:cubicBezTo>
                  <a:pt x="98948" y="140188"/>
                  <a:pt x="85899" y="143522"/>
                  <a:pt x="68746" y="143522"/>
                </a:cubicBezTo>
                <a:lnTo>
                  <a:pt x="25729" y="142919"/>
                </a:lnTo>
                <a:lnTo>
                  <a:pt x="0" y="142919"/>
                </a:lnTo>
                <a:close/>
                <a:moveTo>
                  <a:pt x="177891" y="46233"/>
                </a:moveTo>
                <a:cubicBezTo>
                  <a:pt x="188210" y="46233"/>
                  <a:pt x="195798" y="48346"/>
                  <a:pt x="200656" y="52574"/>
                </a:cubicBezTo>
                <a:cubicBezTo>
                  <a:pt x="205514" y="56799"/>
                  <a:pt x="207943" y="63271"/>
                  <a:pt x="207943" y="71990"/>
                </a:cubicBezTo>
                <a:lnTo>
                  <a:pt x="207943" y="135883"/>
                </a:lnTo>
                <a:lnTo>
                  <a:pt x="219702" y="138396"/>
                </a:lnTo>
                <a:lnTo>
                  <a:pt x="219702" y="142919"/>
                </a:lnTo>
                <a:lnTo>
                  <a:pt x="193771" y="142919"/>
                </a:lnTo>
                <a:lnTo>
                  <a:pt x="191862" y="133471"/>
                </a:lnTo>
                <a:cubicBezTo>
                  <a:pt x="184223" y="141110"/>
                  <a:pt x="174474" y="144929"/>
                  <a:pt x="162615" y="144929"/>
                </a:cubicBezTo>
                <a:cubicBezTo>
                  <a:pt x="146467" y="144929"/>
                  <a:pt x="138393" y="135532"/>
                  <a:pt x="138393" y="116737"/>
                </a:cubicBezTo>
                <a:cubicBezTo>
                  <a:pt x="138393" y="110428"/>
                  <a:pt x="139616" y="105210"/>
                  <a:pt x="142061" y="101083"/>
                </a:cubicBezTo>
                <a:cubicBezTo>
                  <a:pt x="144507" y="96954"/>
                  <a:pt x="148410" y="93799"/>
                  <a:pt x="153770" y="91617"/>
                </a:cubicBezTo>
                <a:cubicBezTo>
                  <a:pt x="159130" y="89435"/>
                  <a:pt x="166903" y="88244"/>
                  <a:pt x="177087" y="88043"/>
                </a:cubicBezTo>
                <a:lnTo>
                  <a:pt x="191259" y="87641"/>
                </a:lnTo>
                <a:lnTo>
                  <a:pt x="191259" y="72866"/>
                </a:lnTo>
                <a:cubicBezTo>
                  <a:pt x="191259" y="66367"/>
                  <a:pt x="190069" y="61576"/>
                  <a:pt x="187691" y="58494"/>
                </a:cubicBezTo>
                <a:cubicBezTo>
                  <a:pt x="185312" y="55412"/>
                  <a:pt x="181644" y="53871"/>
                  <a:pt x="176685" y="53871"/>
                </a:cubicBezTo>
                <a:cubicBezTo>
                  <a:pt x="169985" y="53871"/>
                  <a:pt x="163854" y="55446"/>
                  <a:pt x="158293" y="58595"/>
                </a:cubicBezTo>
                <a:lnTo>
                  <a:pt x="154876" y="70354"/>
                </a:lnTo>
                <a:lnTo>
                  <a:pt x="149247" y="70354"/>
                </a:lnTo>
                <a:lnTo>
                  <a:pt x="149247" y="49750"/>
                </a:lnTo>
                <a:cubicBezTo>
                  <a:pt x="160102" y="47405"/>
                  <a:pt x="169650" y="46233"/>
                  <a:pt x="177891" y="46233"/>
                </a:cubicBezTo>
                <a:moveTo>
                  <a:pt x="191259" y="94676"/>
                </a:moveTo>
                <a:lnTo>
                  <a:pt x="178092" y="95078"/>
                </a:lnTo>
                <a:cubicBezTo>
                  <a:pt x="169114" y="95415"/>
                  <a:pt x="163033" y="97163"/>
                  <a:pt x="159851" y="100320"/>
                </a:cubicBezTo>
                <a:cubicBezTo>
                  <a:pt x="156668" y="103476"/>
                  <a:pt x="155077" y="108749"/>
                  <a:pt x="155077" y="116140"/>
                </a:cubicBezTo>
                <a:cubicBezTo>
                  <a:pt x="155077" y="127962"/>
                  <a:pt x="159868" y="133873"/>
                  <a:pt x="169449" y="133873"/>
                </a:cubicBezTo>
                <a:cubicBezTo>
                  <a:pt x="174005" y="133873"/>
                  <a:pt x="177942" y="133354"/>
                  <a:pt x="181258" y="132315"/>
                </a:cubicBezTo>
                <a:cubicBezTo>
                  <a:pt x="184575" y="131277"/>
                  <a:pt x="187909" y="129954"/>
                  <a:pt x="191259" y="128345"/>
                </a:cubicBezTo>
                <a:lnTo>
                  <a:pt x="191259" y="94676"/>
                </a:lnTo>
                <a:close/>
                <a:moveTo>
                  <a:pt x="307369" y="137190"/>
                </a:moveTo>
                <a:cubicBezTo>
                  <a:pt x="304086" y="139602"/>
                  <a:pt x="299563" y="141495"/>
                  <a:pt x="293801" y="142868"/>
                </a:cubicBezTo>
                <a:cubicBezTo>
                  <a:pt x="288038" y="144242"/>
                  <a:pt x="282142" y="144929"/>
                  <a:pt x="276112" y="144929"/>
                </a:cubicBezTo>
                <a:cubicBezTo>
                  <a:pt x="245491" y="144929"/>
                  <a:pt x="230181" y="128262"/>
                  <a:pt x="230181" y="94927"/>
                </a:cubicBezTo>
                <a:cubicBezTo>
                  <a:pt x="230181" y="79165"/>
                  <a:pt x="234084" y="67041"/>
                  <a:pt x="241890" y="58557"/>
                </a:cubicBezTo>
                <a:cubicBezTo>
                  <a:pt x="249696" y="50073"/>
                  <a:pt x="260868" y="45830"/>
                  <a:pt x="275408" y="45830"/>
                </a:cubicBezTo>
                <a:cubicBezTo>
                  <a:pt x="284454" y="45830"/>
                  <a:pt x="294337" y="46869"/>
                  <a:pt x="305057" y="48946"/>
                </a:cubicBezTo>
                <a:lnTo>
                  <a:pt x="305057" y="75279"/>
                </a:lnTo>
                <a:lnTo>
                  <a:pt x="299529" y="75279"/>
                </a:lnTo>
                <a:lnTo>
                  <a:pt x="295208" y="58595"/>
                </a:lnTo>
                <a:cubicBezTo>
                  <a:pt x="289646" y="55446"/>
                  <a:pt x="282980" y="53871"/>
                  <a:pt x="275207" y="53871"/>
                </a:cubicBezTo>
                <a:cubicBezTo>
                  <a:pt x="257250" y="53871"/>
                  <a:pt x="248272" y="67556"/>
                  <a:pt x="248272" y="94927"/>
                </a:cubicBezTo>
                <a:cubicBezTo>
                  <a:pt x="248272" y="109151"/>
                  <a:pt x="251002" y="119299"/>
                  <a:pt x="256463" y="125371"/>
                </a:cubicBezTo>
                <a:cubicBezTo>
                  <a:pt x="261924" y="131441"/>
                  <a:pt x="270383" y="134476"/>
                  <a:pt x="281841" y="134476"/>
                </a:cubicBezTo>
                <a:cubicBezTo>
                  <a:pt x="291623" y="134476"/>
                  <a:pt x="300132" y="133371"/>
                  <a:pt x="307369" y="131160"/>
                </a:cubicBezTo>
                <a:lnTo>
                  <a:pt x="307369" y="137190"/>
                </a:lnTo>
                <a:close/>
                <a:moveTo>
                  <a:pt x="348101" y="97390"/>
                </a:moveTo>
                <a:lnTo>
                  <a:pt x="386795" y="55680"/>
                </a:lnTo>
                <a:lnTo>
                  <a:pt x="376946" y="52966"/>
                </a:lnTo>
                <a:lnTo>
                  <a:pt x="376946" y="48444"/>
                </a:lnTo>
                <a:lnTo>
                  <a:pt x="410313" y="48444"/>
                </a:lnTo>
                <a:lnTo>
                  <a:pt x="410313" y="52966"/>
                </a:lnTo>
                <a:lnTo>
                  <a:pt x="398554" y="55278"/>
                </a:lnTo>
                <a:lnTo>
                  <a:pt x="371619" y="82816"/>
                </a:lnTo>
                <a:lnTo>
                  <a:pt x="406193" y="136084"/>
                </a:lnTo>
                <a:lnTo>
                  <a:pt x="416444" y="138396"/>
                </a:lnTo>
                <a:lnTo>
                  <a:pt x="416444" y="142919"/>
                </a:lnTo>
                <a:lnTo>
                  <a:pt x="377750" y="142919"/>
                </a:lnTo>
                <a:lnTo>
                  <a:pt x="377750" y="138396"/>
                </a:lnTo>
                <a:lnTo>
                  <a:pt x="386393" y="135883"/>
                </a:lnTo>
                <a:lnTo>
                  <a:pt x="360463" y="95179"/>
                </a:lnTo>
                <a:lnTo>
                  <a:pt x="348101" y="108747"/>
                </a:lnTo>
                <a:lnTo>
                  <a:pt x="348101" y="135883"/>
                </a:lnTo>
                <a:lnTo>
                  <a:pt x="358151" y="138396"/>
                </a:lnTo>
                <a:lnTo>
                  <a:pt x="358151" y="142919"/>
                </a:lnTo>
                <a:lnTo>
                  <a:pt x="319456" y="142919"/>
                </a:lnTo>
                <a:lnTo>
                  <a:pt x="319456" y="138396"/>
                </a:lnTo>
                <a:lnTo>
                  <a:pt x="331417" y="135883"/>
                </a:lnTo>
                <a:lnTo>
                  <a:pt x="331417" y="6935"/>
                </a:lnTo>
                <a:lnTo>
                  <a:pt x="317446" y="4523"/>
                </a:lnTo>
                <a:lnTo>
                  <a:pt x="317446" y="0"/>
                </a:lnTo>
                <a:lnTo>
                  <a:pt x="348101" y="0"/>
                </a:lnTo>
                <a:lnTo>
                  <a:pt x="348101" y="97390"/>
                </a:lnTo>
                <a:close/>
                <a:moveTo>
                  <a:pt x="450013" y="144929"/>
                </a:moveTo>
                <a:cubicBezTo>
                  <a:pt x="443580" y="144929"/>
                  <a:pt x="438773" y="143019"/>
                  <a:pt x="435590" y="139200"/>
                </a:cubicBezTo>
                <a:cubicBezTo>
                  <a:pt x="432407" y="135381"/>
                  <a:pt x="430816" y="130021"/>
                  <a:pt x="430816" y="123119"/>
                </a:cubicBezTo>
                <a:lnTo>
                  <a:pt x="430816" y="56886"/>
                </a:lnTo>
                <a:lnTo>
                  <a:pt x="418454" y="56886"/>
                </a:lnTo>
                <a:lnTo>
                  <a:pt x="418454" y="52363"/>
                </a:lnTo>
                <a:lnTo>
                  <a:pt x="431017" y="48444"/>
                </a:lnTo>
                <a:lnTo>
                  <a:pt x="441168" y="27036"/>
                </a:lnTo>
                <a:lnTo>
                  <a:pt x="447500" y="27036"/>
                </a:lnTo>
                <a:lnTo>
                  <a:pt x="447500" y="48444"/>
                </a:lnTo>
                <a:lnTo>
                  <a:pt x="469109" y="48444"/>
                </a:lnTo>
                <a:lnTo>
                  <a:pt x="469109" y="56886"/>
                </a:lnTo>
                <a:lnTo>
                  <a:pt x="447500" y="56886"/>
                </a:lnTo>
                <a:lnTo>
                  <a:pt x="447500" y="121310"/>
                </a:lnTo>
                <a:cubicBezTo>
                  <a:pt x="447500" y="125665"/>
                  <a:pt x="448488" y="128948"/>
                  <a:pt x="450465" y="131160"/>
                </a:cubicBezTo>
                <a:cubicBezTo>
                  <a:pt x="452442" y="133371"/>
                  <a:pt x="455038" y="134476"/>
                  <a:pt x="458254" y="134476"/>
                </a:cubicBezTo>
                <a:cubicBezTo>
                  <a:pt x="462140" y="134476"/>
                  <a:pt x="466864" y="133940"/>
                  <a:pt x="472425" y="132868"/>
                </a:cubicBezTo>
                <a:lnTo>
                  <a:pt x="472425" y="139401"/>
                </a:lnTo>
                <a:cubicBezTo>
                  <a:pt x="470080" y="141009"/>
                  <a:pt x="466697" y="142332"/>
                  <a:pt x="462274" y="143371"/>
                </a:cubicBezTo>
                <a:cubicBezTo>
                  <a:pt x="457852" y="144410"/>
                  <a:pt x="453765" y="144929"/>
                  <a:pt x="450013" y="144929"/>
                </a:cubicBezTo>
                <a:close/>
                <a:moveTo>
                  <a:pt x="540196" y="45830"/>
                </a:moveTo>
                <a:lnTo>
                  <a:pt x="540196" y="71359"/>
                </a:lnTo>
                <a:lnTo>
                  <a:pt x="535874" y="71359"/>
                </a:lnTo>
                <a:lnTo>
                  <a:pt x="530045" y="60303"/>
                </a:lnTo>
                <a:cubicBezTo>
                  <a:pt x="526695" y="60303"/>
                  <a:pt x="522725" y="60756"/>
                  <a:pt x="518135" y="61660"/>
                </a:cubicBezTo>
                <a:cubicBezTo>
                  <a:pt x="513545" y="62565"/>
                  <a:pt x="509575" y="63754"/>
                  <a:pt x="506225" y="65228"/>
                </a:cubicBezTo>
                <a:lnTo>
                  <a:pt x="506225" y="135883"/>
                </a:lnTo>
                <a:lnTo>
                  <a:pt x="522407" y="138396"/>
                </a:lnTo>
                <a:lnTo>
                  <a:pt x="522407" y="142919"/>
                </a:lnTo>
                <a:lnTo>
                  <a:pt x="477581" y="142919"/>
                </a:lnTo>
                <a:lnTo>
                  <a:pt x="477581" y="138396"/>
                </a:lnTo>
                <a:lnTo>
                  <a:pt x="489541" y="135883"/>
                </a:lnTo>
                <a:lnTo>
                  <a:pt x="489541" y="55479"/>
                </a:lnTo>
                <a:lnTo>
                  <a:pt x="477581" y="52966"/>
                </a:lnTo>
                <a:lnTo>
                  <a:pt x="477581" y="48444"/>
                </a:lnTo>
                <a:lnTo>
                  <a:pt x="505120" y="48444"/>
                </a:lnTo>
                <a:lnTo>
                  <a:pt x="506024" y="60102"/>
                </a:lnTo>
                <a:cubicBezTo>
                  <a:pt x="510044" y="56752"/>
                  <a:pt x="515488" y="53536"/>
                  <a:pt x="522356" y="50454"/>
                </a:cubicBezTo>
                <a:cubicBezTo>
                  <a:pt x="529224" y="47372"/>
                  <a:pt x="534668" y="45830"/>
                  <a:pt x="538688" y="45830"/>
                </a:cubicBezTo>
                <a:lnTo>
                  <a:pt x="540196" y="45830"/>
                </a:lnTo>
                <a:close/>
                <a:moveTo>
                  <a:pt x="588738" y="46233"/>
                </a:moveTo>
                <a:cubicBezTo>
                  <a:pt x="599057" y="46233"/>
                  <a:pt x="606645" y="48346"/>
                  <a:pt x="611503" y="52574"/>
                </a:cubicBezTo>
                <a:cubicBezTo>
                  <a:pt x="616361" y="56799"/>
                  <a:pt x="618789" y="63271"/>
                  <a:pt x="618789" y="71990"/>
                </a:cubicBezTo>
                <a:lnTo>
                  <a:pt x="618789" y="135883"/>
                </a:lnTo>
                <a:lnTo>
                  <a:pt x="630549" y="138396"/>
                </a:lnTo>
                <a:lnTo>
                  <a:pt x="630549" y="142919"/>
                </a:lnTo>
                <a:lnTo>
                  <a:pt x="604618" y="142919"/>
                </a:lnTo>
                <a:lnTo>
                  <a:pt x="602709" y="133471"/>
                </a:lnTo>
                <a:cubicBezTo>
                  <a:pt x="595070" y="141110"/>
                  <a:pt x="585321" y="144929"/>
                  <a:pt x="573461" y="144929"/>
                </a:cubicBezTo>
                <a:cubicBezTo>
                  <a:pt x="557314" y="144929"/>
                  <a:pt x="549240" y="135532"/>
                  <a:pt x="549240" y="116737"/>
                </a:cubicBezTo>
                <a:cubicBezTo>
                  <a:pt x="549240" y="110428"/>
                  <a:pt x="550462" y="105210"/>
                  <a:pt x="552908" y="101083"/>
                </a:cubicBezTo>
                <a:cubicBezTo>
                  <a:pt x="555354" y="96954"/>
                  <a:pt x="559257" y="93799"/>
                  <a:pt x="564617" y="91617"/>
                </a:cubicBezTo>
                <a:cubicBezTo>
                  <a:pt x="569977" y="89435"/>
                  <a:pt x="577750" y="88244"/>
                  <a:pt x="587934" y="88043"/>
                </a:cubicBezTo>
                <a:lnTo>
                  <a:pt x="602105" y="87641"/>
                </a:lnTo>
                <a:lnTo>
                  <a:pt x="602105" y="72866"/>
                </a:lnTo>
                <a:cubicBezTo>
                  <a:pt x="602105" y="66367"/>
                  <a:pt x="600916" y="61576"/>
                  <a:pt x="598538" y="58494"/>
                </a:cubicBezTo>
                <a:cubicBezTo>
                  <a:pt x="596159" y="55412"/>
                  <a:pt x="592490" y="53871"/>
                  <a:pt x="587532" y="53871"/>
                </a:cubicBezTo>
                <a:cubicBezTo>
                  <a:pt x="580832" y="53871"/>
                  <a:pt x="574701" y="55446"/>
                  <a:pt x="569140" y="58595"/>
                </a:cubicBezTo>
                <a:lnTo>
                  <a:pt x="565723" y="70354"/>
                </a:lnTo>
                <a:lnTo>
                  <a:pt x="560094" y="70354"/>
                </a:lnTo>
                <a:lnTo>
                  <a:pt x="560094" y="49750"/>
                </a:lnTo>
                <a:cubicBezTo>
                  <a:pt x="570949" y="47405"/>
                  <a:pt x="580497" y="46233"/>
                  <a:pt x="588738" y="46233"/>
                </a:cubicBezTo>
                <a:moveTo>
                  <a:pt x="602105" y="94676"/>
                </a:moveTo>
                <a:lnTo>
                  <a:pt x="588939" y="95078"/>
                </a:lnTo>
                <a:cubicBezTo>
                  <a:pt x="579961" y="95415"/>
                  <a:pt x="573880" y="97163"/>
                  <a:pt x="570698" y="100320"/>
                </a:cubicBezTo>
                <a:cubicBezTo>
                  <a:pt x="567515" y="103476"/>
                  <a:pt x="565924" y="108749"/>
                  <a:pt x="565924" y="116140"/>
                </a:cubicBezTo>
                <a:cubicBezTo>
                  <a:pt x="565924" y="127962"/>
                  <a:pt x="570714" y="133873"/>
                  <a:pt x="580296" y="133873"/>
                </a:cubicBezTo>
                <a:cubicBezTo>
                  <a:pt x="584852" y="133873"/>
                  <a:pt x="588789" y="133354"/>
                  <a:pt x="592105" y="132315"/>
                </a:cubicBezTo>
                <a:cubicBezTo>
                  <a:pt x="595422" y="131277"/>
                  <a:pt x="598755" y="129954"/>
                  <a:pt x="602105" y="128345"/>
                </a:cubicBezTo>
                <a:lnTo>
                  <a:pt x="602105" y="94676"/>
                </a:lnTo>
                <a:close/>
                <a:moveTo>
                  <a:pt x="718216" y="137190"/>
                </a:moveTo>
                <a:cubicBezTo>
                  <a:pt x="714933" y="139602"/>
                  <a:pt x="710410" y="141495"/>
                  <a:pt x="704648" y="142868"/>
                </a:cubicBezTo>
                <a:cubicBezTo>
                  <a:pt x="698886" y="144242"/>
                  <a:pt x="692989" y="144929"/>
                  <a:pt x="686959" y="144929"/>
                </a:cubicBezTo>
                <a:cubicBezTo>
                  <a:pt x="656338" y="144929"/>
                  <a:pt x="641028" y="128262"/>
                  <a:pt x="641028" y="94927"/>
                </a:cubicBezTo>
                <a:cubicBezTo>
                  <a:pt x="641028" y="79165"/>
                  <a:pt x="644931" y="67041"/>
                  <a:pt x="652737" y="58557"/>
                </a:cubicBezTo>
                <a:cubicBezTo>
                  <a:pt x="660543" y="50073"/>
                  <a:pt x="671716" y="45830"/>
                  <a:pt x="686255" y="45830"/>
                </a:cubicBezTo>
                <a:cubicBezTo>
                  <a:pt x="695301" y="45830"/>
                  <a:pt x="705184" y="46869"/>
                  <a:pt x="715905" y="48946"/>
                </a:cubicBezTo>
                <a:lnTo>
                  <a:pt x="715905" y="75279"/>
                </a:lnTo>
                <a:lnTo>
                  <a:pt x="710377" y="75279"/>
                </a:lnTo>
                <a:lnTo>
                  <a:pt x="706055" y="58595"/>
                </a:lnTo>
                <a:cubicBezTo>
                  <a:pt x="700494" y="55446"/>
                  <a:pt x="693827" y="53871"/>
                  <a:pt x="686054" y="53871"/>
                </a:cubicBezTo>
                <a:cubicBezTo>
                  <a:pt x="668097" y="53871"/>
                  <a:pt x="659119" y="67556"/>
                  <a:pt x="659119" y="94927"/>
                </a:cubicBezTo>
                <a:cubicBezTo>
                  <a:pt x="659119" y="109151"/>
                  <a:pt x="661849" y="119299"/>
                  <a:pt x="667310" y="125371"/>
                </a:cubicBezTo>
                <a:cubicBezTo>
                  <a:pt x="672771" y="131441"/>
                  <a:pt x="681230" y="134476"/>
                  <a:pt x="692688" y="134476"/>
                </a:cubicBezTo>
                <a:cubicBezTo>
                  <a:pt x="702470" y="134476"/>
                  <a:pt x="710980" y="133371"/>
                  <a:pt x="718216" y="131160"/>
                </a:cubicBezTo>
                <a:lnTo>
                  <a:pt x="718216" y="137190"/>
                </a:lnTo>
                <a:close/>
                <a:moveTo>
                  <a:pt x="758947" y="97390"/>
                </a:moveTo>
                <a:lnTo>
                  <a:pt x="797642" y="55680"/>
                </a:lnTo>
                <a:lnTo>
                  <a:pt x="787792" y="52966"/>
                </a:lnTo>
                <a:lnTo>
                  <a:pt x="787792" y="48444"/>
                </a:lnTo>
                <a:lnTo>
                  <a:pt x="821160" y="48444"/>
                </a:lnTo>
                <a:lnTo>
                  <a:pt x="821160" y="52966"/>
                </a:lnTo>
                <a:lnTo>
                  <a:pt x="809401" y="55278"/>
                </a:lnTo>
                <a:lnTo>
                  <a:pt x="782466" y="82816"/>
                </a:lnTo>
                <a:lnTo>
                  <a:pt x="817039" y="136084"/>
                </a:lnTo>
                <a:lnTo>
                  <a:pt x="827291" y="138396"/>
                </a:lnTo>
                <a:lnTo>
                  <a:pt x="827291" y="142919"/>
                </a:lnTo>
                <a:lnTo>
                  <a:pt x="788596" y="142919"/>
                </a:lnTo>
                <a:lnTo>
                  <a:pt x="788596" y="138396"/>
                </a:lnTo>
                <a:lnTo>
                  <a:pt x="797240" y="135883"/>
                </a:lnTo>
                <a:lnTo>
                  <a:pt x="771309" y="95179"/>
                </a:lnTo>
                <a:lnTo>
                  <a:pt x="758947" y="108747"/>
                </a:lnTo>
                <a:lnTo>
                  <a:pt x="758947" y="135883"/>
                </a:lnTo>
                <a:lnTo>
                  <a:pt x="768998" y="138396"/>
                </a:lnTo>
                <a:lnTo>
                  <a:pt x="768998" y="142919"/>
                </a:lnTo>
                <a:lnTo>
                  <a:pt x="730303" y="142919"/>
                </a:lnTo>
                <a:lnTo>
                  <a:pt x="730303" y="138396"/>
                </a:lnTo>
                <a:lnTo>
                  <a:pt x="742263" y="135883"/>
                </a:lnTo>
                <a:lnTo>
                  <a:pt x="742263" y="6935"/>
                </a:lnTo>
                <a:lnTo>
                  <a:pt x="728293" y="4523"/>
                </a:lnTo>
                <a:lnTo>
                  <a:pt x="728293" y="0"/>
                </a:lnTo>
                <a:lnTo>
                  <a:pt x="758947" y="0"/>
                </a:lnTo>
                <a:lnTo>
                  <a:pt x="758947" y="97390"/>
                </a:lnTo>
                <a:close/>
                <a:moveTo>
                  <a:pt x="865383" y="17488"/>
                </a:moveTo>
                <a:cubicBezTo>
                  <a:pt x="865383" y="20436"/>
                  <a:pt x="864311" y="22982"/>
                  <a:pt x="862167" y="25126"/>
                </a:cubicBezTo>
                <a:cubicBezTo>
                  <a:pt x="860022" y="27270"/>
                  <a:pt x="857443" y="28343"/>
                  <a:pt x="854428" y="28343"/>
                </a:cubicBezTo>
                <a:cubicBezTo>
                  <a:pt x="851479" y="28343"/>
                  <a:pt x="848933" y="27270"/>
                  <a:pt x="846789" y="25126"/>
                </a:cubicBezTo>
                <a:cubicBezTo>
                  <a:pt x="844645" y="22982"/>
                  <a:pt x="843573" y="20436"/>
                  <a:pt x="843573" y="17488"/>
                </a:cubicBezTo>
                <a:cubicBezTo>
                  <a:pt x="843573" y="14473"/>
                  <a:pt x="844645" y="11893"/>
                  <a:pt x="846789" y="9749"/>
                </a:cubicBezTo>
                <a:cubicBezTo>
                  <a:pt x="848933" y="7605"/>
                  <a:pt x="851479" y="6533"/>
                  <a:pt x="854428" y="6533"/>
                </a:cubicBezTo>
                <a:cubicBezTo>
                  <a:pt x="857443" y="6533"/>
                  <a:pt x="860022" y="7605"/>
                  <a:pt x="862167" y="9749"/>
                </a:cubicBezTo>
                <a:cubicBezTo>
                  <a:pt x="864311" y="11893"/>
                  <a:pt x="865383" y="14473"/>
                  <a:pt x="865383" y="17488"/>
                </a:cubicBezTo>
                <a:moveTo>
                  <a:pt x="864378" y="135883"/>
                </a:moveTo>
                <a:lnTo>
                  <a:pt x="880559" y="138396"/>
                </a:lnTo>
                <a:lnTo>
                  <a:pt x="880559" y="142919"/>
                </a:lnTo>
                <a:lnTo>
                  <a:pt x="831613" y="142919"/>
                </a:lnTo>
                <a:lnTo>
                  <a:pt x="831613" y="138396"/>
                </a:lnTo>
                <a:lnTo>
                  <a:pt x="847694" y="135883"/>
                </a:lnTo>
                <a:lnTo>
                  <a:pt x="847694" y="55479"/>
                </a:lnTo>
                <a:lnTo>
                  <a:pt x="834326" y="52966"/>
                </a:lnTo>
                <a:lnTo>
                  <a:pt x="834326" y="48444"/>
                </a:lnTo>
                <a:lnTo>
                  <a:pt x="864378" y="48444"/>
                </a:lnTo>
                <a:lnTo>
                  <a:pt x="864378" y="135883"/>
                </a:lnTo>
                <a:close/>
                <a:moveTo>
                  <a:pt x="916871" y="55982"/>
                </a:moveTo>
                <a:cubicBezTo>
                  <a:pt x="922030" y="53033"/>
                  <a:pt x="927525" y="50604"/>
                  <a:pt x="933354" y="48695"/>
                </a:cubicBezTo>
                <a:cubicBezTo>
                  <a:pt x="939183" y="46785"/>
                  <a:pt x="944041" y="45830"/>
                  <a:pt x="947927" y="45830"/>
                </a:cubicBezTo>
                <a:cubicBezTo>
                  <a:pt x="956102" y="45830"/>
                  <a:pt x="962266" y="48212"/>
                  <a:pt x="966420" y="52976"/>
                </a:cubicBezTo>
                <a:cubicBezTo>
                  <a:pt x="970574" y="57737"/>
                  <a:pt x="972651" y="64646"/>
                  <a:pt x="972651" y="73702"/>
                </a:cubicBezTo>
                <a:lnTo>
                  <a:pt x="972651" y="135883"/>
                </a:lnTo>
                <a:lnTo>
                  <a:pt x="984109" y="138396"/>
                </a:lnTo>
                <a:lnTo>
                  <a:pt x="984109" y="142919"/>
                </a:lnTo>
                <a:lnTo>
                  <a:pt x="943404" y="142919"/>
                </a:lnTo>
                <a:lnTo>
                  <a:pt x="943404" y="138396"/>
                </a:lnTo>
                <a:lnTo>
                  <a:pt x="955968" y="135883"/>
                </a:lnTo>
                <a:lnTo>
                  <a:pt x="955968" y="75502"/>
                </a:lnTo>
                <a:cubicBezTo>
                  <a:pt x="955968" y="69934"/>
                  <a:pt x="954611" y="65557"/>
                  <a:pt x="951897" y="62370"/>
                </a:cubicBezTo>
                <a:cubicBezTo>
                  <a:pt x="949183" y="59183"/>
                  <a:pt x="944979" y="57590"/>
                  <a:pt x="939284" y="57590"/>
                </a:cubicBezTo>
                <a:cubicBezTo>
                  <a:pt x="933253" y="57590"/>
                  <a:pt x="925849" y="58561"/>
                  <a:pt x="917072" y="60504"/>
                </a:cubicBezTo>
                <a:lnTo>
                  <a:pt x="917072" y="135883"/>
                </a:lnTo>
                <a:lnTo>
                  <a:pt x="929836" y="138396"/>
                </a:lnTo>
                <a:lnTo>
                  <a:pt x="929836" y="142919"/>
                </a:lnTo>
                <a:lnTo>
                  <a:pt x="889031" y="142919"/>
                </a:lnTo>
                <a:lnTo>
                  <a:pt x="889031" y="138396"/>
                </a:lnTo>
                <a:lnTo>
                  <a:pt x="900388" y="135883"/>
                </a:lnTo>
                <a:lnTo>
                  <a:pt x="900388" y="55479"/>
                </a:lnTo>
                <a:lnTo>
                  <a:pt x="889031" y="52966"/>
                </a:lnTo>
                <a:lnTo>
                  <a:pt x="889031" y="48444"/>
                </a:lnTo>
                <a:lnTo>
                  <a:pt x="915966" y="48444"/>
                </a:lnTo>
                <a:lnTo>
                  <a:pt x="916871" y="55982"/>
                </a:lnTo>
                <a:close/>
                <a:moveTo>
                  <a:pt x="1074665" y="78193"/>
                </a:moveTo>
                <a:cubicBezTo>
                  <a:pt x="1074665" y="89048"/>
                  <a:pt x="1071415" y="97256"/>
                  <a:pt x="1064916" y="102817"/>
                </a:cubicBezTo>
                <a:cubicBezTo>
                  <a:pt x="1058416" y="108378"/>
                  <a:pt x="1049069" y="111159"/>
                  <a:pt x="1036875" y="111159"/>
                </a:cubicBezTo>
                <a:cubicBezTo>
                  <a:pt x="1031380" y="111159"/>
                  <a:pt x="1026288" y="110657"/>
                  <a:pt x="1021598" y="109651"/>
                </a:cubicBezTo>
                <a:lnTo>
                  <a:pt x="1015266" y="122893"/>
                </a:lnTo>
                <a:cubicBezTo>
                  <a:pt x="1015467" y="124038"/>
                  <a:pt x="1016773" y="125117"/>
                  <a:pt x="1019186" y="126128"/>
                </a:cubicBezTo>
                <a:cubicBezTo>
                  <a:pt x="1021598" y="127137"/>
                  <a:pt x="1024613" y="127642"/>
                  <a:pt x="1028231" y="127642"/>
                </a:cubicBezTo>
                <a:lnTo>
                  <a:pt x="1056172" y="127642"/>
                </a:lnTo>
                <a:cubicBezTo>
                  <a:pt x="1066356" y="127642"/>
                  <a:pt x="1073911" y="129853"/>
                  <a:pt x="1078836" y="134275"/>
                </a:cubicBezTo>
                <a:cubicBezTo>
                  <a:pt x="1083760" y="138698"/>
                  <a:pt x="1086223" y="144795"/>
                  <a:pt x="1086223" y="152567"/>
                </a:cubicBezTo>
                <a:cubicBezTo>
                  <a:pt x="1086223" y="159603"/>
                  <a:pt x="1084263" y="165733"/>
                  <a:pt x="1080343" y="170960"/>
                </a:cubicBezTo>
                <a:cubicBezTo>
                  <a:pt x="1076423" y="176186"/>
                  <a:pt x="1070678" y="180223"/>
                  <a:pt x="1063106" y="183071"/>
                </a:cubicBezTo>
                <a:cubicBezTo>
                  <a:pt x="1055535" y="185918"/>
                  <a:pt x="1046356" y="187342"/>
                  <a:pt x="1035568" y="187342"/>
                </a:cubicBezTo>
                <a:cubicBezTo>
                  <a:pt x="1022703" y="187342"/>
                  <a:pt x="1012904" y="185366"/>
                  <a:pt x="1006170" y="181412"/>
                </a:cubicBezTo>
                <a:cubicBezTo>
                  <a:pt x="999436" y="177459"/>
                  <a:pt x="996069" y="171831"/>
                  <a:pt x="996069" y="164527"/>
                </a:cubicBezTo>
                <a:cubicBezTo>
                  <a:pt x="996069" y="160976"/>
                  <a:pt x="997275" y="157475"/>
                  <a:pt x="999688" y="154025"/>
                </a:cubicBezTo>
                <a:cubicBezTo>
                  <a:pt x="1002100" y="150574"/>
                  <a:pt x="1006522" y="146537"/>
                  <a:pt x="1012954" y="141914"/>
                </a:cubicBezTo>
                <a:cubicBezTo>
                  <a:pt x="1009135" y="140636"/>
                  <a:pt x="1005919" y="138453"/>
                  <a:pt x="1003306" y="135362"/>
                </a:cubicBezTo>
                <a:cubicBezTo>
                  <a:pt x="1000693" y="132271"/>
                  <a:pt x="999386" y="128945"/>
                  <a:pt x="999386" y="125384"/>
                </a:cubicBezTo>
                <a:lnTo>
                  <a:pt x="1015266" y="107440"/>
                </a:lnTo>
                <a:cubicBezTo>
                  <a:pt x="1004679" y="102482"/>
                  <a:pt x="999386" y="92733"/>
                  <a:pt x="999386" y="78193"/>
                </a:cubicBezTo>
                <a:cubicBezTo>
                  <a:pt x="999386" y="67875"/>
                  <a:pt x="1002652" y="59901"/>
                  <a:pt x="1009185" y="54273"/>
                </a:cubicBezTo>
                <a:cubicBezTo>
                  <a:pt x="1015718" y="48645"/>
                  <a:pt x="1025216" y="45830"/>
                  <a:pt x="1037679" y="45830"/>
                </a:cubicBezTo>
                <a:cubicBezTo>
                  <a:pt x="1040158" y="45830"/>
                  <a:pt x="1043340" y="46082"/>
                  <a:pt x="1047227" y="46584"/>
                </a:cubicBezTo>
                <a:cubicBezTo>
                  <a:pt x="1051113" y="47087"/>
                  <a:pt x="1054095" y="47673"/>
                  <a:pt x="1056172" y="48343"/>
                </a:cubicBezTo>
                <a:lnTo>
                  <a:pt x="1078383" y="37187"/>
                </a:lnTo>
                <a:lnTo>
                  <a:pt x="1081901" y="41509"/>
                </a:lnTo>
                <a:lnTo>
                  <a:pt x="1067931" y="55982"/>
                </a:lnTo>
                <a:cubicBezTo>
                  <a:pt x="1072420" y="61007"/>
                  <a:pt x="1074665" y="68411"/>
                  <a:pt x="1074665" y="78193"/>
                </a:cubicBezTo>
                <a:moveTo>
                  <a:pt x="1070544" y="155683"/>
                </a:moveTo>
                <a:cubicBezTo>
                  <a:pt x="1070544" y="151864"/>
                  <a:pt x="1069371" y="148882"/>
                  <a:pt x="1067026" y="146738"/>
                </a:cubicBezTo>
                <a:cubicBezTo>
                  <a:pt x="1064681" y="144594"/>
                  <a:pt x="1061130" y="143522"/>
                  <a:pt x="1056373" y="143522"/>
                </a:cubicBezTo>
                <a:lnTo>
                  <a:pt x="1019789" y="143522"/>
                </a:lnTo>
                <a:cubicBezTo>
                  <a:pt x="1016974" y="145934"/>
                  <a:pt x="1014680" y="148999"/>
                  <a:pt x="1012904" y="152718"/>
                </a:cubicBezTo>
                <a:cubicBezTo>
                  <a:pt x="1011128" y="156437"/>
                  <a:pt x="1010241" y="159904"/>
                  <a:pt x="1010241" y="163120"/>
                </a:cubicBezTo>
                <a:cubicBezTo>
                  <a:pt x="1010241" y="168883"/>
                  <a:pt x="1012318" y="173020"/>
                  <a:pt x="1016472" y="175533"/>
                </a:cubicBezTo>
                <a:cubicBezTo>
                  <a:pt x="1020626" y="178045"/>
                  <a:pt x="1026992" y="179302"/>
                  <a:pt x="1035568" y="179302"/>
                </a:cubicBezTo>
                <a:cubicBezTo>
                  <a:pt x="1046758" y="179302"/>
                  <a:pt x="1055384" y="177225"/>
                  <a:pt x="1061448" y="173070"/>
                </a:cubicBezTo>
                <a:cubicBezTo>
                  <a:pt x="1067512" y="168916"/>
                  <a:pt x="1070544" y="163120"/>
                  <a:pt x="1070544" y="155683"/>
                </a:cubicBezTo>
                <a:moveTo>
                  <a:pt x="1037076" y="103521"/>
                </a:moveTo>
                <a:cubicBezTo>
                  <a:pt x="1044379" y="103521"/>
                  <a:pt x="1049555" y="101427"/>
                  <a:pt x="1052604" y="97239"/>
                </a:cubicBezTo>
                <a:cubicBezTo>
                  <a:pt x="1055652" y="93051"/>
                  <a:pt x="1057177" y="86703"/>
                  <a:pt x="1057177" y="78193"/>
                </a:cubicBezTo>
                <a:cubicBezTo>
                  <a:pt x="1057177" y="69282"/>
                  <a:pt x="1055602" y="62933"/>
                  <a:pt x="1052453" y="59147"/>
                </a:cubicBezTo>
                <a:cubicBezTo>
                  <a:pt x="1049304" y="55362"/>
                  <a:pt x="1044245" y="53469"/>
                  <a:pt x="1037277" y="53469"/>
                </a:cubicBezTo>
                <a:cubicBezTo>
                  <a:pt x="1030241" y="53469"/>
                  <a:pt x="1025082" y="55379"/>
                  <a:pt x="1021799" y="59198"/>
                </a:cubicBezTo>
                <a:cubicBezTo>
                  <a:pt x="1018516" y="63017"/>
                  <a:pt x="1016874" y="69349"/>
                  <a:pt x="1016874" y="78193"/>
                </a:cubicBezTo>
                <a:cubicBezTo>
                  <a:pt x="1016874" y="87038"/>
                  <a:pt x="1018482" y="93470"/>
                  <a:pt x="1021698" y="97490"/>
                </a:cubicBezTo>
                <a:cubicBezTo>
                  <a:pt x="1024914" y="101511"/>
                  <a:pt x="1030040" y="103521"/>
                  <a:pt x="1037076" y="103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360E3-7FCF-4BD4-9F3A-65478CE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4" y="1242782"/>
            <a:ext cx="1181311" cy="498144"/>
          </a:xfrm>
          <a:custGeom xmlns:a="http://schemas.openxmlformats.org/drawingml/2006/main">
            <a:pathLst>
              <a:path w="1181311" h="498144">
                <a:moveTo>
                  <a:pt x="0" y="0"/>
                </a:moveTo>
                <a:lnTo>
                  <a:pt x="1181311" y="0"/>
                </a:lnTo>
                <a:lnTo>
                  <a:pt x="1181311" y="498144"/>
                </a:lnTo>
                <a:lnTo>
                  <a:pt x="0" y="498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498FD-7343-4511-840B-33A8E1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4" y="1242782"/>
            <a:ext cx="1181311" cy="498144"/>
          </a:xfrm>
          <a:custGeom xmlns:a="http://schemas.openxmlformats.org/drawingml/2006/main">
            <a:pathLst>
              <a:path w="1181311" h="498144" fill="none">
                <a:moveTo>
                  <a:pt x="0" y="0"/>
                </a:moveTo>
                <a:lnTo>
                  <a:pt x="1181311" y="0"/>
                </a:lnTo>
                <a:lnTo>
                  <a:pt x="1181311" y="498144"/>
                </a:lnTo>
                <a:lnTo>
                  <a:pt x="0" y="498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39" cap="flat">
            <a:solidFill>
              <a:srgbClr val="000000"/>
            </a:solidFill>
            <a:miter/>
          </a:ln>
        </p:spPr>
      </p:sp>
      <p:sp>
        <p:nvSpPr>
          <p:cNvPr id="34" name="Text DFG">
            <a:extLst xmlns:a="http://schemas.openxmlformats.org/drawingml/2006/main">
              <a:ext uri="{FF2B5EF4-FFF2-40B4-BE49-F238E27FC236}">
                <a16:creationId xmlns:a16="http://schemas.microsoft.com/office/drawing/2014/main" id="{C7E9C823-7A76-4117-B474-9D1E189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752" y="1310164"/>
            <a:ext cx="399343" cy="138295"/>
          </a:xfrm>
          <a:custGeom xmlns:a="http://schemas.openxmlformats.org/drawingml/2006/main">
            <a:pathLst>
              <a:path w="399343" h="138295">
                <a:moveTo>
                  <a:pt x="113471" y="67891"/>
                </a:moveTo>
                <a:cubicBezTo>
                  <a:pt x="113471" y="49047"/>
                  <a:pt x="108395" y="34762"/>
                  <a:pt x="98244" y="25038"/>
                </a:cubicBezTo>
                <a:cubicBezTo>
                  <a:pt x="88093" y="15315"/>
                  <a:pt x="73603" y="10453"/>
                  <a:pt x="54775" y="10453"/>
                </a:cubicBezTo>
                <a:lnTo>
                  <a:pt x="36684" y="10453"/>
                </a:lnTo>
                <a:lnTo>
                  <a:pt x="36684" y="126838"/>
                </a:lnTo>
                <a:cubicBezTo>
                  <a:pt x="44725" y="127374"/>
                  <a:pt x="54273" y="127642"/>
                  <a:pt x="65329" y="127642"/>
                </a:cubicBezTo>
                <a:cubicBezTo>
                  <a:pt x="81811" y="127642"/>
                  <a:pt x="93956" y="122780"/>
                  <a:pt x="101762" y="113056"/>
                </a:cubicBezTo>
                <a:cubicBezTo>
                  <a:pt x="109568" y="103332"/>
                  <a:pt x="113471" y="88277"/>
                  <a:pt x="113471" y="67891"/>
                </a:cubicBezTo>
                <a:moveTo>
                  <a:pt x="61208" y="1407"/>
                </a:moveTo>
                <a:cubicBezTo>
                  <a:pt x="86066" y="1407"/>
                  <a:pt x="104492" y="6956"/>
                  <a:pt x="116486" y="18053"/>
                </a:cubicBezTo>
                <a:cubicBezTo>
                  <a:pt x="128479" y="29151"/>
                  <a:pt x="134476" y="45830"/>
                  <a:pt x="134476" y="68092"/>
                </a:cubicBezTo>
                <a:cubicBezTo>
                  <a:pt x="134476" y="90622"/>
                  <a:pt x="128697" y="107687"/>
                  <a:pt x="117139" y="119287"/>
                </a:cubicBezTo>
                <a:cubicBezTo>
                  <a:pt x="105581" y="130887"/>
                  <a:pt x="88311" y="136687"/>
                  <a:pt x="65329" y="136687"/>
                </a:cubicBezTo>
                <a:lnTo>
                  <a:pt x="17287" y="136285"/>
                </a:lnTo>
                <a:lnTo>
                  <a:pt x="0" y="136285"/>
                </a:lnTo>
                <a:lnTo>
                  <a:pt x="0" y="130959"/>
                </a:lnTo>
                <a:lnTo>
                  <a:pt x="17287" y="128245"/>
                </a:lnTo>
                <a:lnTo>
                  <a:pt x="17287" y="9347"/>
                </a:lnTo>
                <a:lnTo>
                  <a:pt x="0" y="6734"/>
                </a:lnTo>
                <a:lnTo>
                  <a:pt x="0" y="1407"/>
                </a:lnTo>
                <a:lnTo>
                  <a:pt x="61208" y="1407"/>
                </a:lnTo>
                <a:close/>
                <a:moveTo>
                  <a:pt x="185297" y="75781"/>
                </a:moveTo>
                <a:lnTo>
                  <a:pt x="185297" y="128245"/>
                </a:lnTo>
                <a:lnTo>
                  <a:pt x="207710" y="130959"/>
                </a:lnTo>
                <a:lnTo>
                  <a:pt x="207710" y="136285"/>
                </a:lnTo>
                <a:lnTo>
                  <a:pt x="149920" y="136285"/>
                </a:lnTo>
                <a:lnTo>
                  <a:pt x="149920" y="130959"/>
                </a:lnTo>
                <a:lnTo>
                  <a:pt x="165900" y="128245"/>
                </a:lnTo>
                <a:lnTo>
                  <a:pt x="165900" y="9347"/>
                </a:lnTo>
                <a:lnTo>
                  <a:pt x="148613" y="6734"/>
                </a:lnTo>
                <a:lnTo>
                  <a:pt x="148613" y="1407"/>
                </a:lnTo>
                <a:lnTo>
                  <a:pt x="249721" y="1407"/>
                </a:lnTo>
                <a:lnTo>
                  <a:pt x="249721" y="33669"/>
                </a:lnTo>
                <a:lnTo>
                  <a:pt x="243088" y="33669"/>
                </a:lnTo>
                <a:lnTo>
                  <a:pt x="239872" y="11860"/>
                </a:lnTo>
                <a:cubicBezTo>
                  <a:pt x="232367" y="10922"/>
                  <a:pt x="221513" y="10453"/>
                  <a:pt x="207308" y="10453"/>
                </a:cubicBezTo>
                <a:lnTo>
                  <a:pt x="185297" y="10453"/>
                </a:lnTo>
                <a:lnTo>
                  <a:pt x="185297" y="66736"/>
                </a:lnTo>
                <a:lnTo>
                  <a:pt x="224997" y="66736"/>
                </a:lnTo>
                <a:lnTo>
                  <a:pt x="228113" y="50655"/>
                </a:lnTo>
                <a:lnTo>
                  <a:pt x="234244" y="50655"/>
                </a:lnTo>
                <a:lnTo>
                  <a:pt x="234244" y="92063"/>
                </a:lnTo>
                <a:lnTo>
                  <a:pt x="228113" y="92063"/>
                </a:lnTo>
                <a:lnTo>
                  <a:pt x="224997" y="75781"/>
                </a:lnTo>
                <a:lnTo>
                  <a:pt x="185297" y="75781"/>
                </a:lnTo>
                <a:close/>
                <a:moveTo>
                  <a:pt x="386176" y="129250"/>
                </a:moveTo>
                <a:cubicBezTo>
                  <a:pt x="378404" y="131796"/>
                  <a:pt x="370330" y="133940"/>
                  <a:pt x="361955" y="135682"/>
                </a:cubicBezTo>
                <a:cubicBezTo>
                  <a:pt x="353579" y="137424"/>
                  <a:pt x="344567" y="138295"/>
                  <a:pt x="334919" y="138295"/>
                </a:cubicBezTo>
                <a:cubicBezTo>
                  <a:pt x="313075" y="138295"/>
                  <a:pt x="296057" y="132399"/>
                  <a:pt x="283862" y="120607"/>
                </a:cubicBezTo>
                <a:cubicBezTo>
                  <a:pt x="271667" y="108814"/>
                  <a:pt x="265570" y="92096"/>
                  <a:pt x="265570" y="70454"/>
                </a:cubicBezTo>
                <a:cubicBezTo>
                  <a:pt x="265570" y="46869"/>
                  <a:pt x="271483" y="29230"/>
                  <a:pt x="283309" y="17538"/>
                </a:cubicBezTo>
                <a:cubicBezTo>
                  <a:pt x="295135" y="5846"/>
                  <a:pt x="312472" y="0"/>
                  <a:pt x="335321" y="0"/>
                </a:cubicBezTo>
                <a:cubicBezTo>
                  <a:pt x="351670" y="0"/>
                  <a:pt x="367449" y="2010"/>
                  <a:pt x="382659" y="6030"/>
                </a:cubicBezTo>
                <a:lnTo>
                  <a:pt x="382659" y="34976"/>
                </a:lnTo>
                <a:lnTo>
                  <a:pt x="375925" y="34976"/>
                </a:lnTo>
                <a:lnTo>
                  <a:pt x="373211" y="18292"/>
                </a:lnTo>
                <a:cubicBezTo>
                  <a:pt x="368588" y="15009"/>
                  <a:pt x="363043" y="12479"/>
                  <a:pt x="356578" y="10704"/>
                </a:cubicBezTo>
                <a:cubicBezTo>
                  <a:pt x="350112" y="8928"/>
                  <a:pt x="343294" y="8040"/>
                  <a:pt x="336125" y="8040"/>
                </a:cubicBezTo>
                <a:cubicBezTo>
                  <a:pt x="318972" y="8040"/>
                  <a:pt x="306425" y="13149"/>
                  <a:pt x="298485" y="23368"/>
                </a:cubicBezTo>
                <a:cubicBezTo>
                  <a:pt x="290546" y="33586"/>
                  <a:pt x="286576" y="49214"/>
                  <a:pt x="286576" y="70253"/>
                </a:cubicBezTo>
                <a:cubicBezTo>
                  <a:pt x="286576" y="90019"/>
                  <a:pt x="290663" y="105011"/>
                  <a:pt x="298837" y="115230"/>
                </a:cubicBezTo>
                <a:cubicBezTo>
                  <a:pt x="307012" y="125448"/>
                  <a:pt x="319106" y="130557"/>
                  <a:pt x="335120" y="130557"/>
                </a:cubicBezTo>
                <a:cubicBezTo>
                  <a:pt x="340748" y="130557"/>
                  <a:pt x="346644" y="129887"/>
                  <a:pt x="352809" y="128546"/>
                </a:cubicBezTo>
                <a:cubicBezTo>
                  <a:pt x="358973" y="127206"/>
                  <a:pt x="363663" y="125598"/>
                  <a:pt x="366879" y="123722"/>
                </a:cubicBezTo>
                <a:lnTo>
                  <a:pt x="366879" y="85430"/>
                </a:lnTo>
                <a:lnTo>
                  <a:pt x="349592" y="82816"/>
                </a:lnTo>
                <a:lnTo>
                  <a:pt x="349592" y="77389"/>
                </a:lnTo>
                <a:lnTo>
                  <a:pt x="399343" y="77389"/>
                </a:lnTo>
                <a:lnTo>
                  <a:pt x="399343" y="82816"/>
                </a:lnTo>
                <a:lnTo>
                  <a:pt x="386176" y="85430"/>
                </a:lnTo>
                <a:lnTo>
                  <a:pt x="386176" y="129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Construction">
            <a:extLst xmlns:a="http://schemas.openxmlformats.org/drawingml/2006/main">
              <a:ext uri="{FF2B5EF4-FFF2-40B4-BE49-F238E27FC236}">
                <a16:creationId xmlns:a16="http://schemas.microsoft.com/office/drawing/2014/main" id="{0C46DEDC-3AB5-4387-A5E5-EBDC1D44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26" y="1515899"/>
            <a:ext cx="1050962" cy="138396"/>
          </a:xfrm>
          <a:custGeom xmlns:a="http://schemas.openxmlformats.org/drawingml/2006/main">
            <a:pathLst>
              <a:path w="1050962" h="138396">
                <a:moveTo>
                  <a:pt x="69349" y="138396"/>
                </a:moveTo>
                <a:cubicBezTo>
                  <a:pt x="47506" y="138396"/>
                  <a:pt x="30487" y="132449"/>
                  <a:pt x="18292" y="120556"/>
                </a:cubicBezTo>
                <a:cubicBezTo>
                  <a:pt x="6097" y="108663"/>
                  <a:pt x="0" y="91996"/>
                  <a:pt x="0" y="70555"/>
                </a:cubicBezTo>
                <a:cubicBezTo>
                  <a:pt x="0" y="47372"/>
                  <a:pt x="5863" y="29833"/>
                  <a:pt x="17588" y="17940"/>
                </a:cubicBezTo>
                <a:cubicBezTo>
                  <a:pt x="29314" y="6047"/>
                  <a:pt x="46702" y="101"/>
                  <a:pt x="69751" y="101"/>
                </a:cubicBezTo>
                <a:cubicBezTo>
                  <a:pt x="83755" y="101"/>
                  <a:pt x="98797" y="1809"/>
                  <a:pt x="114878" y="5226"/>
                </a:cubicBezTo>
                <a:lnTo>
                  <a:pt x="115481" y="34674"/>
                </a:lnTo>
                <a:lnTo>
                  <a:pt x="108847" y="34674"/>
                </a:lnTo>
                <a:lnTo>
                  <a:pt x="105832" y="17186"/>
                </a:lnTo>
                <a:cubicBezTo>
                  <a:pt x="101142" y="14305"/>
                  <a:pt x="95698" y="12077"/>
                  <a:pt x="89500" y="10503"/>
                </a:cubicBezTo>
                <a:cubicBezTo>
                  <a:pt x="83302" y="8928"/>
                  <a:pt x="76987" y="8141"/>
                  <a:pt x="70555" y="8141"/>
                </a:cubicBezTo>
                <a:cubicBezTo>
                  <a:pt x="53335" y="8141"/>
                  <a:pt x="40772" y="13200"/>
                  <a:pt x="32865" y="23317"/>
                </a:cubicBezTo>
                <a:cubicBezTo>
                  <a:pt x="24959" y="33435"/>
                  <a:pt x="21006" y="49114"/>
                  <a:pt x="21006" y="70354"/>
                </a:cubicBezTo>
                <a:cubicBezTo>
                  <a:pt x="21006" y="89919"/>
                  <a:pt x="25143" y="104861"/>
                  <a:pt x="33418" y="115179"/>
                </a:cubicBezTo>
                <a:cubicBezTo>
                  <a:pt x="41693" y="125498"/>
                  <a:pt x="53737" y="130657"/>
                  <a:pt x="69550" y="130657"/>
                </a:cubicBezTo>
                <a:cubicBezTo>
                  <a:pt x="77188" y="130657"/>
                  <a:pt x="84391" y="129736"/>
                  <a:pt x="91158" y="127893"/>
                </a:cubicBezTo>
                <a:cubicBezTo>
                  <a:pt x="97926" y="126051"/>
                  <a:pt x="103286" y="123588"/>
                  <a:pt x="107239" y="120506"/>
                </a:cubicBezTo>
                <a:lnTo>
                  <a:pt x="110958" y="100405"/>
                </a:lnTo>
                <a:lnTo>
                  <a:pt x="117491" y="100405"/>
                </a:lnTo>
                <a:lnTo>
                  <a:pt x="116888" y="132064"/>
                </a:lnTo>
                <a:cubicBezTo>
                  <a:pt x="102147" y="136285"/>
                  <a:pt x="86301" y="138396"/>
                  <a:pt x="69349" y="138396"/>
                </a:cubicBezTo>
                <a:close/>
                <a:moveTo>
                  <a:pt x="223722" y="88596"/>
                </a:moveTo>
                <a:cubicBezTo>
                  <a:pt x="223722" y="121796"/>
                  <a:pt x="208981" y="138396"/>
                  <a:pt x="179499" y="138396"/>
                </a:cubicBezTo>
                <a:cubicBezTo>
                  <a:pt x="165295" y="138396"/>
                  <a:pt x="154574" y="134137"/>
                  <a:pt x="147338" y="125619"/>
                </a:cubicBezTo>
                <a:cubicBezTo>
                  <a:pt x="140101" y="117101"/>
                  <a:pt x="136483" y="104760"/>
                  <a:pt x="136483" y="88596"/>
                </a:cubicBezTo>
                <a:cubicBezTo>
                  <a:pt x="136483" y="72632"/>
                  <a:pt x="140101" y="60425"/>
                  <a:pt x="147338" y="51974"/>
                </a:cubicBezTo>
                <a:cubicBezTo>
                  <a:pt x="154574" y="43523"/>
                  <a:pt x="165563" y="39298"/>
                  <a:pt x="180304" y="39298"/>
                </a:cubicBezTo>
                <a:cubicBezTo>
                  <a:pt x="194642" y="39298"/>
                  <a:pt x="205463" y="43439"/>
                  <a:pt x="212767" y="51723"/>
                </a:cubicBezTo>
                <a:cubicBezTo>
                  <a:pt x="220070" y="60006"/>
                  <a:pt x="223722" y="72297"/>
                  <a:pt x="223722" y="88596"/>
                </a:cubicBezTo>
                <a:moveTo>
                  <a:pt x="205631" y="88596"/>
                </a:moveTo>
                <a:cubicBezTo>
                  <a:pt x="205631" y="74106"/>
                  <a:pt x="203520" y="63607"/>
                  <a:pt x="199299" y="57100"/>
                </a:cubicBezTo>
                <a:cubicBezTo>
                  <a:pt x="195078" y="50592"/>
                  <a:pt x="188478" y="47338"/>
                  <a:pt x="179499" y="47338"/>
                </a:cubicBezTo>
                <a:cubicBezTo>
                  <a:pt x="170722" y="47338"/>
                  <a:pt x="164373" y="50458"/>
                  <a:pt x="160454" y="56698"/>
                </a:cubicBezTo>
                <a:cubicBezTo>
                  <a:pt x="156534" y="62935"/>
                  <a:pt x="154574" y="73568"/>
                  <a:pt x="154574" y="88596"/>
                </a:cubicBezTo>
                <a:cubicBezTo>
                  <a:pt x="154574" y="103824"/>
                  <a:pt x="156567" y="114609"/>
                  <a:pt x="160554" y="120949"/>
                </a:cubicBezTo>
                <a:cubicBezTo>
                  <a:pt x="164541" y="127287"/>
                  <a:pt x="170856" y="130456"/>
                  <a:pt x="179499" y="130456"/>
                </a:cubicBezTo>
                <a:cubicBezTo>
                  <a:pt x="188344" y="130456"/>
                  <a:pt x="194910" y="127169"/>
                  <a:pt x="199199" y="120594"/>
                </a:cubicBezTo>
                <a:cubicBezTo>
                  <a:pt x="203487" y="114019"/>
                  <a:pt x="205631" y="103353"/>
                  <a:pt x="205631" y="88596"/>
                </a:cubicBezTo>
                <a:close/>
                <a:moveTo>
                  <a:pt x="264125" y="49449"/>
                </a:moveTo>
                <a:cubicBezTo>
                  <a:pt x="269284" y="46501"/>
                  <a:pt x="274779" y="44072"/>
                  <a:pt x="280608" y="42162"/>
                </a:cubicBezTo>
                <a:cubicBezTo>
                  <a:pt x="286437" y="40252"/>
                  <a:pt x="291295" y="39298"/>
                  <a:pt x="295181" y="39298"/>
                </a:cubicBezTo>
                <a:cubicBezTo>
                  <a:pt x="303356" y="39298"/>
                  <a:pt x="309520" y="41679"/>
                  <a:pt x="313674" y="46443"/>
                </a:cubicBezTo>
                <a:cubicBezTo>
                  <a:pt x="317828" y="51204"/>
                  <a:pt x="319906" y="58113"/>
                  <a:pt x="319906" y="67169"/>
                </a:cubicBezTo>
                <a:lnTo>
                  <a:pt x="319906" y="129351"/>
                </a:lnTo>
                <a:lnTo>
                  <a:pt x="331363" y="131863"/>
                </a:lnTo>
                <a:lnTo>
                  <a:pt x="331363" y="136386"/>
                </a:lnTo>
                <a:lnTo>
                  <a:pt x="290659" y="136386"/>
                </a:lnTo>
                <a:lnTo>
                  <a:pt x="290659" y="131863"/>
                </a:lnTo>
                <a:lnTo>
                  <a:pt x="303222" y="129351"/>
                </a:lnTo>
                <a:lnTo>
                  <a:pt x="303222" y="68969"/>
                </a:lnTo>
                <a:cubicBezTo>
                  <a:pt x="303222" y="63401"/>
                  <a:pt x="301865" y="59024"/>
                  <a:pt x="299151" y="55837"/>
                </a:cubicBezTo>
                <a:cubicBezTo>
                  <a:pt x="296438" y="52650"/>
                  <a:pt x="292233" y="51057"/>
                  <a:pt x="286538" y="51057"/>
                </a:cubicBezTo>
                <a:cubicBezTo>
                  <a:pt x="280507" y="51057"/>
                  <a:pt x="273104" y="52028"/>
                  <a:pt x="264326" y="53971"/>
                </a:cubicBezTo>
                <a:lnTo>
                  <a:pt x="264326" y="129351"/>
                </a:lnTo>
                <a:lnTo>
                  <a:pt x="277090" y="131863"/>
                </a:lnTo>
                <a:lnTo>
                  <a:pt x="277090" y="136386"/>
                </a:lnTo>
                <a:lnTo>
                  <a:pt x="236285" y="136386"/>
                </a:lnTo>
                <a:lnTo>
                  <a:pt x="236285" y="131863"/>
                </a:lnTo>
                <a:lnTo>
                  <a:pt x="247642" y="129351"/>
                </a:lnTo>
                <a:lnTo>
                  <a:pt x="247642" y="48946"/>
                </a:lnTo>
                <a:lnTo>
                  <a:pt x="236285" y="46434"/>
                </a:lnTo>
                <a:lnTo>
                  <a:pt x="236285" y="41911"/>
                </a:lnTo>
                <a:lnTo>
                  <a:pt x="263221" y="41911"/>
                </a:lnTo>
                <a:lnTo>
                  <a:pt x="264125" y="49449"/>
                </a:lnTo>
                <a:close/>
                <a:moveTo>
                  <a:pt x="407144" y="109824"/>
                </a:moveTo>
                <a:cubicBezTo>
                  <a:pt x="407144" y="119213"/>
                  <a:pt x="404179" y="126323"/>
                  <a:pt x="398250" y="131153"/>
                </a:cubicBezTo>
                <a:cubicBezTo>
                  <a:pt x="392320" y="135982"/>
                  <a:pt x="383559" y="138396"/>
                  <a:pt x="371967" y="138396"/>
                </a:cubicBezTo>
                <a:cubicBezTo>
                  <a:pt x="367277" y="138396"/>
                  <a:pt x="362101" y="137910"/>
                  <a:pt x="356439" y="136939"/>
                </a:cubicBezTo>
                <a:cubicBezTo>
                  <a:pt x="350777" y="135967"/>
                  <a:pt x="346338" y="134878"/>
                  <a:pt x="343122" y="133672"/>
                </a:cubicBezTo>
                <a:lnTo>
                  <a:pt x="343122" y="110455"/>
                </a:lnTo>
                <a:lnTo>
                  <a:pt x="347645" y="110455"/>
                </a:lnTo>
                <a:lnTo>
                  <a:pt x="352570" y="123622"/>
                </a:lnTo>
                <a:cubicBezTo>
                  <a:pt x="357595" y="128178"/>
                  <a:pt x="364128" y="130456"/>
                  <a:pt x="372168" y="130456"/>
                </a:cubicBezTo>
                <a:cubicBezTo>
                  <a:pt x="385167" y="130456"/>
                  <a:pt x="391666" y="124886"/>
                  <a:pt x="391666" y="113747"/>
                </a:cubicBezTo>
                <a:cubicBezTo>
                  <a:pt x="391666" y="105564"/>
                  <a:pt x="386541" y="99729"/>
                  <a:pt x="376289" y="96240"/>
                </a:cubicBezTo>
                <a:lnTo>
                  <a:pt x="367344" y="93322"/>
                </a:lnTo>
                <a:cubicBezTo>
                  <a:pt x="360577" y="91109"/>
                  <a:pt x="355652" y="88863"/>
                  <a:pt x="352570" y="86582"/>
                </a:cubicBezTo>
                <a:cubicBezTo>
                  <a:pt x="349488" y="84302"/>
                  <a:pt x="347109" y="81503"/>
                  <a:pt x="345434" y="78184"/>
                </a:cubicBezTo>
                <a:cubicBezTo>
                  <a:pt x="343759" y="74863"/>
                  <a:pt x="342921" y="70855"/>
                  <a:pt x="342921" y="66161"/>
                </a:cubicBezTo>
                <a:cubicBezTo>
                  <a:pt x="342921" y="57844"/>
                  <a:pt x="345752" y="51288"/>
                  <a:pt x="351414" y="46493"/>
                </a:cubicBezTo>
                <a:cubicBezTo>
                  <a:pt x="357076" y="41696"/>
                  <a:pt x="364731" y="39298"/>
                  <a:pt x="374379" y="39298"/>
                </a:cubicBezTo>
                <a:cubicBezTo>
                  <a:pt x="381281" y="39298"/>
                  <a:pt x="389924" y="40336"/>
                  <a:pt x="400310" y="42413"/>
                </a:cubicBezTo>
                <a:lnTo>
                  <a:pt x="400310" y="63017"/>
                </a:lnTo>
                <a:lnTo>
                  <a:pt x="395586" y="63017"/>
                </a:lnTo>
                <a:lnTo>
                  <a:pt x="391365" y="52062"/>
                </a:lnTo>
                <a:cubicBezTo>
                  <a:pt x="387814" y="48913"/>
                  <a:pt x="382219" y="47338"/>
                  <a:pt x="374580" y="47338"/>
                </a:cubicBezTo>
                <a:cubicBezTo>
                  <a:pt x="369153" y="47338"/>
                  <a:pt x="365016" y="48680"/>
                  <a:pt x="362168" y="51365"/>
                </a:cubicBezTo>
                <a:cubicBezTo>
                  <a:pt x="359320" y="54049"/>
                  <a:pt x="357897" y="57672"/>
                  <a:pt x="357897" y="62235"/>
                </a:cubicBezTo>
                <a:cubicBezTo>
                  <a:pt x="357897" y="66058"/>
                  <a:pt x="359186" y="69278"/>
                  <a:pt x="361766" y="71893"/>
                </a:cubicBezTo>
                <a:cubicBezTo>
                  <a:pt x="364346" y="74508"/>
                  <a:pt x="368249" y="76688"/>
                  <a:pt x="373475" y="78432"/>
                </a:cubicBezTo>
                <a:cubicBezTo>
                  <a:pt x="383324" y="81786"/>
                  <a:pt x="389757" y="84235"/>
                  <a:pt x="392772" y="85778"/>
                </a:cubicBezTo>
                <a:cubicBezTo>
                  <a:pt x="395787" y="87319"/>
                  <a:pt x="398350" y="89214"/>
                  <a:pt x="400461" y="91463"/>
                </a:cubicBezTo>
                <a:cubicBezTo>
                  <a:pt x="402571" y="93710"/>
                  <a:pt x="404213" y="96276"/>
                  <a:pt x="405385" y="99161"/>
                </a:cubicBezTo>
                <a:cubicBezTo>
                  <a:pt x="406558" y="102044"/>
                  <a:pt x="407144" y="105599"/>
                  <a:pt x="407144" y="109824"/>
                </a:cubicBezTo>
                <a:close/>
                <a:moveTo>
                  <a:pt x="448118" y="138396"/>
                </a:moveTo>
                <a:cubicBezTo>
                  <a:pt x="441685" y="138396"/>
                  <a:pt x="436878" y="136486"/>
                  <a:pt x="433695" y="132667"/>
                </a:cubicBezTo>
                <a:cubicBezTo>
                  <a:pt x="430512" y="128848"/>
                  <a:pt x="428921" y="123488"/>
                  <a:pt x="428921" y="116586"/>
                </a:cubicBezTo>
                <a:lnTo>
                  <a:pt x="428921" y="50353"/>
                </a:lnTo>
                <a:lnTo>
                  <a:pt x="416559" y="50353"/>
                </a:lnTo>
                <a:lnTo>
                  <a:pt x="416559" y="45830"/>
                </a:lnTo>
                <a:lnTo>
                  <a:pt x="429122" y="41911"/>
                </a:lnTo>
                <a:lnTo>
                  <a:pt x="439273" y="20503"/>
                </a:lnTo>
                <a:lnTo>
                  <a:pt x="445605" y="20503"/>
                </a:lnTo>
                <a:lnTo>
                  <a:pt x="445605" y="41911"/>
                </a:lnTo>
                <a:lnTo>
                  <a:pt x="467214" y="41911"/>
                </a:lnTo>
                <a:lnTo>
                  <a:pt x="467214" y="50353"/>
                </a:lnTo>
                <a:lnTo>
                  <a:pt x="445605" y="50353"/>
                </a:lnTo>
                <a:lnTo>
                  <a:pt x="445605" y="114777"/>
                </a:lnTo>
                <a:cubicBezTo>
                  <a:pt x="445605" y="119132"/>
                  <a:pt x="446593" y="122416"/>
                  <a:pt x="448570" y="124627"/>
                </a:cubicBezTo>
                <a:cubicBezTo>
                  <a:pt x="450546" y="126838"/>
                  <a:pt x="453143" y="127943"/>
                  <a:pt x="456359" y="127943"/>
                </a:cubicBezTo>
                <a:cubicBezTo>
                  <a:pt x="460245" y="127943"/>
                  <a:pt x="464969" y="127407"/>
                  <a:pt x="470530" y="126335"/>
                </a:cubicBezTo>
                <a:lnTo>
                  <a:pt x="470530" y="132868"/>
                </a:lnTo>
                <a:cubicBezTo>
                  <a:pt x="468185" y="134476"/>
                  <a:pt x="464801" y="135800"/>
                  <a:pt x="460379" y="136838"/>
                </a:cubicBezTo>
                <a:cubicBezTo>
                  <a:pt x="455957" y="137877"/>
                  <a:pt x="451870" y="138396"/>
                  <a:pt x="448118" y="138396"/>
                </a:cubicBezTo>
                <a:close/>
                <a:moveTo>
                  <a:pt x="538301" y="39298"/>
                </a:moveTo>
                <a:lnTo>
                  <a:pt x="538301" y="64826"/>
                </a:lnTo>
                <a:lnTo>
                  <a:pt x="533979" y="64826"/>
                </a:lnTo>
                <a:lnTo>
                  <a:pt x="528150" y="53770"/>
                </a:lnTo>
                <a:cubicBezTo>
                  <a:pt x="524799" y="53770"/>
                  <a:pt x="520830" y="54223"/>
                  <a:pt x="516240" y="55127"/>
                </a:cubicBezTo>
                <a:cubicBezTo>
                  <a:pt x="511650" y="56032"/>
                  <a:pt x="507680" y="57221"/>
                  <a:pt x="504330" y="58695"/>
                </a:cubicBezTo>
                <a:lnTo>
                  <a:pt x="504330" y="129351"/>
                </a:lnTo>
                <a:lnTo>
                  <a:pt x="520511" y="131863"/>
                </a:lnTo>
                <a:lnTo>
                  <a:pt x="520511" y="136386"/>
                </a:lnTo>
                <a:lnTo>
                  <a:pt x="475686" y="136386"/>
                </a:lnTo>
                <a:lnTo>
                  <a:pt x="475686" y="131863"/>
                </a:lnTo>
                <a:lnTo>
                  <a:pt x="487646" y="129351"/>
                </a:lnTo>
                <a:lnTo>
                  <a:pt x="487646" y="48946"/>
                </a:lnTo>
                <a:lnTo>
                  <a:pt x="475686" y="46434"/>
                </a:lnTo>
                <a:lnTo>
                  <a:pt x="475686" y="41911"/>
                </a:lnTo>
                <a:lnTo>
                  <a:pt x="503224" y="41911"/>
                </a:lnTo>
                <a:lnTo>
                  <a:pt x="504129" y="53569"/>
                </a:lnTo>
                <a:cubicBezTo>
                  <a:pt x="508149" y="50219"/>
                  <a:pt x="513593" y="47003"/>
                  <a:pt x="520461" y="43921"/>
                </a:cubicBezTo>
                <a:cubicBezTo>
                  <a:pt x="527329" y="40839"/>
                  <a:pt x="532773" y="39298"/>
                  <a:pt x="536793" y="39298"/>
                </a:cubicBezTo>
                <a:lnTo>
                  <a:pt x="538301" y="39298"/>
                </a:lnTo>
                <a:close/>
                <a:moveTo>
                  <a:pt x="571566" y="109450"/>
                </a:moveTo>
                <a:cubicBezTo>
                  <a:pt x="571566" y="120975"/>
                  <a:pt x="576927" y="126737"/>
                  <a:pt x="587647" y="126737"/>
                </a:cubicBezTo>
                <a:cubicBezTo>
                  <a:pt x="595956" y="126737"/>
                  <a:pt x="603728" y="125699"/>
                  <a:pt x="610965" y="123622"/>
                </a:cubicBezTo>
                <a:lnTo>
                  <a:pt x="610965" y="48946"/>
                </a:lnTo>
                <a:lnTo>
                  <a:pt x="596693" y="46434"/>
                </a:lnTo>
                <a:lnTo>
                  <a:pt x="596693" y="41911"/>
                </a:lnTo>
                <a:lnTo>
                  <a:pt x="627548" y="41911"/>
                </a:lnTo>
                <a:lnTo>
                  <a:pt x="627548" y="129351"/>
                </a:lnTo>
                <a:lnTo>
                  <a:pt x="639508" y="131863"/>
                </a:lnTo>
                <a:lnTo>
                  <a:pt x="639508" y="136386"/>
                </a:lnTo>
                <a:lnTo>
                  <a:pt x="611970" y="136386"/>
                </a:lnTo>
                <a:lnTo>
                  <a:pt x="611166" y="128747"/>
                </a:lnTo>
                <a:cubicBezTo>
                  <a:pt x="606408" y="131361"/>
                  <a:pt x="600914" y="133622"/>
                  <a:pt x="594683" y="135532"/>
                </a:cubicBezTo>
                <a:cubicBezTo>
                  <a:pt x="588451" y="137441"/>
                  <a:pt x="583225" y="138396"/>
                  <a:pt x="579004" y="138396"/>
                </a:cubicBezTo>
                <a:cubicBezTo>
                  <a:pt x="562923" y="138396"/>
                  <a:pt x="554882" y="129150"/>
                  <a:pt x="554882" y="110657"/>
                </a:cubicBezTo>
                <a:lnTo>
                  <a:pt x="554882" y="48946"/>
                </a:lnTo>
                <a:lnTo>
                  <a:pt x="542822" y="46434"/>
                </a:lnTo>
                <a:lnTo>
                  <a:pt x="542822" y="41911"/>
                </a:lnTo>
                <a:lnTo>
                  <a:pt x="571566" y="41911"/>
                </a:lnTo>
                <a:lnTo>
                  <a:pt x="571566" y="109450"/>
                </a:lnTo>
                <a:close/>
                <a:moveTo>
                  <a:pt x="728053" y="130657"/>
                </a:moveTo>
                <a:cubicBezTo>
                  <a:pt x="724770" y="133069"/>
                  <a:pt x="720247" y="134962"/>
                  <a:pt x="714485" y="136336"/>
                </a:cubicBezTo>
                <a:cubicBezTo>
                  <a:pt x="708723" y="137709"/>
                  <a:pt x="702826" y="138396"/>
                  <a:pt x="696796" y="138396"/>
                </a:cubicBezTo>
                <a:cubicBezTo>
                  <a:pt x="666175" y="138396"/>
                  <a:pt x="650865" y="121729"/>
                  <a:pt x="650865" y="88395"/>
                </a:cubicBezTo>
                <a:cubicBezTo>
                  <a:pt x="650865" y="72632"/>
                  <a:pt x="654768" y="60508"/>
                  <a:pt x="662574" y="52024"/>
                </a:cubicBezTo>
                <a:cubicBezTo>
                  <a:pt x="670380" y="43540"/>
                  <a:pt x="681553" y="39298"/>
                  <a:pt x="696093" y="39298"/>
                </a:cubicBezTo>
                <a:cubicBezTo>
                  <a:pt x="705138" y="39298"/>
                  <a:pt x="715021" y="40336"/>
                  <a:pt x="725742" y="42413"/>
                </a:cubicBezTo>
                <a:lnTo>
                  <a:pt x="725742" y="68746"/>
                </a:lnTo>
                <a:lnTo>
                  <a:pt x="720214" y="68746"/>
                </a:lnTo>
                <a:lnTo>
                  <a:pt x="715892" y="52062"/>
                </a:lnTo>
                <a:cubicBezTo>
                  <a:pt x="710331" y="48913"/>
                  <a:pt x="703664" y="47338"/>
                  <a:pt x="695892" y="47338"/>
                </a:cubicBezTo>
                <a:cubicBezTo>
                  <a:pt x="677935" y="47338"/>
                  <a:pt x="668956" y="61024"/>
                  <a:pt x="668956" y="88395"/>
                </a:cubicBezTo>
                <a:cubicBezTo>
                  <a:pt x="668956" y="102618"/>
                  <a:pt x="671687" y="112766"/>
                  <a:pt x="677147" y="118838"/>
                </a:cubicBezTo>
                <a:cubicBezTo>
                  <a:pt x="682608" y="124908"/>
                  <a:pt x="691067" y="127943"/>
                  <a:pt x="702525" y="127943"/>
                </a:cubicBezTo>
                <a:cubicBezTo>
                  <a:pt x="712307" y="127943"/>
                  <a:pt x="720817" y="126838"/>
                  <a:pt x="728053" y="124627"/>
                </a:cubicBezTo>
                <a:lnTo>
                  <a:pt x="728053" y="130657"/>
                </a:lnTo>
                <a:close/>
                <a:moveTo>
                  <a:pt x="767780" y="138396"/>
                </a:moveTo>
                <a:cubicBezTo>
                  <a:pt x="761347" y="138396"/>
                  <a:pt x="756540" y="136486"/>
                  <a:pt x="753357" y="132667"/>
                </a:cubicBezTo>
                <a:cubicBezTo>
                  <a:pt x="750174" y="128848"/>
                  <a:pt x="748583" y="123488"/>
                  <a:pt x="748583" y="116586"/>
                </a:cubicBezTo>
                <a:lnTo>
                  <a:pt x="748583" y="50353"/>
                </a:lnTo>
                <a:lnTo>
                  <a:pt x="736221" y="50353"/>
                </a:lnTo>
                <a:lnTo>
                  <a:pt x="736221" y="45830"/>
                </a:lnTo>
                <a:lnTo>
                  <a:pt x="748784" y="41911"/>
                </a:lnTo>
                <a:lnTo>
                  <a:pt x="758935" y="20503"/>
                </a:lnTo>
                <a:lnTo>
                  <a:pt x="765267" y="20503"/>
                </a:lnTo>
                <a:lnTo>
                  <a:pt x="765267" y="41911"/>
                </a:lnTo>
                <a:lnTo>
                  <a:pt x="786876" y="41911"/>
                </a:lnTo>
                <a:lnTo>
                  <a:pt x="786876" y="50353"/>
                </a:lnTo>
                <a:lnTo>
                  <a:pt x="765267" y="50353"/>
                </a:lnTo>
                <a:lnTo>
                  <a:pt x="765267" y="114777"/>
                </a:lnTo>
                <a:cubicBezTo>
                  <a:pt x="765267" y="119132"/>
                  <a:pt x="766255" y="122416"/>
                  <a:pt x="768232" y="124627"/>
                </a:cubicBezTo>
                <a:cubicBezTo>
                  <a:pt x="770208" y="126838"/>
                  <a:pt x="772805" y="127943"/>
                  <a:pt x="776021" y="127943"/>
                </a:cubicBezTo>
                <a:cubicBezTo>
                  <a:pt x="779907" y="127943"/>
                  <a:pt x="784631" y="127407"/>
                  <a:pt x="790192" y="126335"/>
                </a:cubicBezTo>
                <a:lnTo>
                  <a:pt x="790192" y="132868"/>
                </a:lnTo>
                <a:cubicBezTo>
                  <a:pt x="787847" y="134476"/>
                  <a:pt x="784463" y="135800"/>
                  <a:pt x="780041" y="136838"/>
                </a:cubicBezTo>
                <a:cubicBezTo>
                  <a:pt x="775619" y="137877"/>
                  <a:pt x="771532" y="138396"/>
                  <a:pt x="767780" y="138396"/>
                </a:cubicBezTo>
                <a:close/>
                <a:moveTo>
                  <a:pt x="829319" y="10955"/>
                </a:moveTo>
                <a:cubicBezTo>
                  <a:pt x="829319" y="13903"/>
                  <a:pt x="828246" y="16449"/>
                  <a:pt x="826102" y="18594"/>
                </a:cubicBezTo>
                <a:cubicBezTo>
                  <a:pt x="823958" y="20738"/>
                  <a:pt x="821379" y="21810"/>
                  <a:pt x="818363" y="21810"/>
                </a:cubicBezTo>
                <a:cubicBezTo>
                  <a:pt x="815415" y="21810"/>
                  <a:pt x="812869" y="20738"/>
                  <a:pt x="810725" y="18594"/>
                </a:cubicBezTo>
                <a:cubicBezTo>
                  <a:pt x="808581" y="16449"/>
                  <a:pt x="807509" y="13903"/>
                  <a:pt x="807509" y="10955"/>
                </a:cubicBezTo>
                <a:cubicBezTo>
                  <a:pt x="807509" y="7940"/>
                  <a:pt x="808581" y="5360"/>
                  <a:pt x="810725" y="3216"/>
                </a:cubicBezTo>
                <a:cubicBezTo>
                  <a:pt x="812869" y="1072"/>
                  <a:pt x="815415" y="0"/>
                  <a:pt x="818363" y="0"/>
                </a:cubicBezTo>
                <a:cubicBezTo>
                  <a:pt x="821379" y="0"/>
                  <a:pt x="823958" y="1072"/>
                  <a:pt x="826102" y="3216"/>
                </a:cubicBezTo>
                <a:cubicBezTo>
                  <a:pt x="828246" y="5360"/>
                  <a:pt x="829319" y="7940"/>
                  <a:pt x="829319" y="10955"/>
                </a:cubicBezTo>
                <a:moveTo>
                  <a:pt x="828313" y="129351"/>
                </a:moveTo>
                <a:lnTo>
                  <a:pt x="844495" y="131863"/>
                </a:lnTo>
                <a:lnTo>
                  <a:pt x="844495" y="136386"/>
                </a:lnTo>
                <a:lnTo>
                  <a:pt x="795549" y="136386"/>
                </a:lnTo>
                <a:lnTo>
                  <a:pt x="795549" y="131863"/>
                </a:lnTo>
                <a:lnTo>
                  <a:pt x="811630" y="129351"/>
                </a:lnTo>
                <a:lnTo>
                  <a:pt x="811630" y="48946"/>
                </a:lnTo>
                <a:lnTo>
                  <a:pt x="798262" y="46434"/>
                </a:lnTo>
                <a:lnTo>
                  <a:pt x="798262" y="41911"/>
                </a:lnTo>
                <a:lnTo>
                  <a:pt x="828313" y="41911"/>
                </a:lnTo>
                <a:lnTo>
                  <a:pt x="828313" y="129351"/>
                </a:lnTo>
                <a:close/>
                <a:moveTo>
                  <a:pt x="943322" y="88596"/>
                </a:moveTo>
                <a:cubicBezTo>
                  <a:pt x="943322" y="121796"/>
                  <a:pt x="928581" y="138396"/>
                  <a:pt x="899099" y="138396"/>
                </a:cubicBezTo>
                <a:cubicBezTo>
                  <a:pt x="884894" y="138396"/>
                  <a:pt x="874174" y="134137"/>
                  <a:pt x="866937" y="125619"/>
                </a:cubicBezTo>
                <a:cubicBezTo>
                  <a:pt x="859701" y="117101"/>
                  <a:pt x="856083" y="104760"/>
                  <a:pt x="856083" y="88596"/>
                </a:cubicBezTo>
                <a:cubicBezTo>
                  <a:pt x="856083" y="72632"/>
                  <a:pt x="859701" y="60425"/>
                  <a:pt x="866937" y="51974"/>
                </a:cubicBezTo>
                <a:cubicBezTo>
                  <a:pt x="874174" y="43523"/>
                  <a:pt x="885162" y="39298"/>
                  <a:pt x="899903" y="39298"/>
                </a:cubicBezTo>
                <a:cubicBezTo>
                  <a:pt x="914242" y="39298"/>
                  <a:pt x="925063" y="43439"/>
                  <a:pt x="932366" y="51723"/>
                </a:cubicBezTo>
                <a:cubicBezTo>
                  <a:pt x="939670" y="60006"/>
                  <a:pt x="943322" y="72297"/>
                  <a:pt x="943322" y="88596"/>
                </a:cubicBezTo>
                <a:moveTo>
                  <a:pt x="925231" y="88596"/>
                </a:moveTo>
                <a:cubicBezTo>
                  <a:pt x="925231" y="74106"/>
                  <a:pt x="923120" y="63607"/>
                  <a:pt x="918899" y="57100"/>
                </a:cubicBezTo>
                <a:cubicBezTo>
                  <a:pt x="914677" y="50592"/>
                  <a:pt x="908078" y="47338"/>
                  <a:pt x="899099" y="47338"/>
                </a:cubicBezTo>
                <a:cubicBezTo>
                  <a:pt x="890322" y="47338"/>
                  <a:pt x="883973" y="50458"/>
                  <a:pt x="880053" y="56698"/>
                </a:cubicBezTo>
                <a:cubicBezTo>
                  <a:pt x="876134" y="62935"/>
                  <a:pt x="874174" y="73568"/>
                  <a:pt x="874174" y="88596"/>
                </a:cubicBezTo>
                <a:cubicBezTo>
                  <a:pt x="874174" y="103824"/>
                  <a:pt x="876167" y="114609"/>
                  <a:pt x="880154" y="120949"/>
                </a:cubicBezTo>
                <a:cubicBezTo>
                  <a:pt x="884141" y="127287"/>
                  <a:pt x="890456" y="130456"/>
                  <a:pt x="899099" y="130456"/>
                </a:cubicBezTo>
                <a:cubicBezTo>
                  <a:pt x="907944" y="130456"/>
                  <a:pt x="914510" y="127169"/>
                  <a:pt x="918798" y="120594"/>
                </a:cubicBezTo>
                <a:cubicBezTo>
                  <a:pt x="923086" y="114019"/>
                  <a:pt x="925231" y="103353"/>
                  <a:pt x="925231" y="88596"/>
                </a:cubicBezTo>
                <a:close/>
                <a:moveTo>
                  <a:pt x="983724" y="49449"/>
                </a:moveTo>
                <a:cubicBezTo>
                  <a:pt x="988884" y="46501"/>
                  <a:pt x="994378" y="44072"/>
                  <a:pt x="1000207" y="42162"/>
                </a:cubicBezTo>
                <a:cubicBezTo>
                  <a:pt x="1006036" y="40252"/>
                  <a:pt x="1010894" y="39298"/>
                  <a:pt x="1014780" y="39298"/>
                </a:cubicBezTo>
                <a:cubicBezTo>
                  <a:pt x="1022955" y="39298"/>
                  <a:pt x="1029119" y="41679"/>
                  <a:pt x="1033273" y="46443"/>
                </a:cubicBezTo>
                <a:cubicBezTo>
                  <a:pt x="1037428" y="51204"/>
                  <a:pt x="1039505" y="58113"/>
                  <a:pt x="1039505" y="67169"/>
                </a:cubicBezTo>
                <a:lnTo>
                  <a:pt x="1039505" y="129351"/>
                </a:lnTo>
                <a:lnTo>
                  <a:pt x="1050962" y="131863"/>
                </a:lnTo>
                <a:lnTo>
                  <a:pt x="1050962" y="136386"/>
                </a:lnTo>
                <a:lnTo>
                  <a:pt x="1010258" y="136386"/>
                </a:lnTo>
                <a:lnTo>
                  <a:pt x="1010258" y="131863"/>
                </a:lnTo>
                <a:lnTo>
                  <a:pt x="1022821" y="129351"/>
                </a:lnTo>
                <a:lnTo>
                  <a:pt x="1022821" y="68969"/>
                </a:lnTo>
                <a:cubicBezTo>
                  <a:pt x="1022821" y="63401"/>
                  <a:pt x="1021464" y="59024"/>
                  <a:pt x="1018750" y="55837"/>
                </a:cubicBezTo>
                <a:cubicBezTo>
                  <a:pt x="1016037" y="52650"/>
                  <a:pt x="1011832" y="51057"/>
                  <a:pt x="1006137" y="51057"/>
                </a:cubicBezTo>
                <a:cubicBezTo>
                  <a:pt x="1000107" y="51057"/>
                  <a:pt x="992703" y="52028"/>
                  <a:pt x="983925" y="53971"/>
                </a:cubicBezTo>
                <a:lnTo>
                  <a:pt x="983925" y="129351"/>
                </a:lnTo>
                <a:lnTo>
                  <a:pt x="996689" y="131863"/>
                </a:lnTo>
                <a:lnTo>
                  <a:pt x="996689" y="136386"/>
                </a:lnTo>
                <a:lnTo>
                  <a:pt x="955884" y="136386"/>
                </a:lnTo>
                <a:lnTo>
                  <a:pt x="955884" y="131863"/>
                </a:lnTo>
                <a:lnTo>
                  <a:pt x="967241" y="129351"/>
                </a:lnTo>
                <a:lnTo>
                  <a:pt x="967241" y="48946"/>
                </a:lnTo>
                <a:lnTo>
                  <a:pt x="955884" y="46434"/>
                </a:lnTo>
                <a:lnTo>
                  <a:pt x="955884" y="41911"/>
                </a:lnTo>
                <a:lnTo>
                  <a:pt x="982820" y="41911"/>
                </a:lnTo>
                <a:lnTo>
                  <a:pt x="983724" y="49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A90BE-F1D7-4051-851B-DB231C1A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6" y="579193"/>
            <a:ext cx="1704041" cy="574349"/>
          </a:xfrm>
          <a:custGeom xmlns:a="http://schemas.openxmlformats.org/drawingml/2006/main">
            <a:pathLst>
              <a:path w="1704041" h="574349">
                <a:moveTo>
                  <a:pt x="0" y="0"/>
                </a:moveTo>
                <a:lnTo>
                  <a:pt x="1704041" y="0"/>
                </a:lnTo>
                <a:lnTo>
                  <a:pt x="1704041" y="574349"/>
                </a:lnTo>
                <a:lnTo>
                  <a:pt x="0" y="5743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6D6AA-8DCD-450A-BE02-3E041D9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46" y="579193"/>
            <a:ext cx="1704041" cy="574349"/>
          </a:xfrm>
          <a:custGeom xmlns:a="http://schemas.openxmlformats.org/drawingml/2006/main">
            <a:pathLst>
              <a:path w="1704041" h="574349" fill="none">
                <a:moveTo>
                  <a:pt x="0" y="0"/>
                </a:moveTo>
                <a:lnTo>
                  <a:pt x="1704041" y="0"/>
                </a:lnTo>
                <a:lnTo>
                  <a:pt x="1704041" y="574349"/>
                </a:lnTo>
                <a:lnTo>
                  <a:pt x="0" y="5743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798" cap="flat">
            <a:solidFill>
              <a:srgbClr val="000000"/>
            </a:solidFill>
            <a:miter/>
          </a:ln>
        </p:spPr>
      </p:sp>
      <p:sp>
        <p:nvSpPr>
          <p:cNvPr id="38" name="Text FunctionBoundary">
            <a:extLst xmlns:a="http://schemas.openxmlformats.org/drawingml/2006/main">
              <a:ext uri="{FF2B5EF4-FFF2-40B4-BE49-F238E27FC236}">
                <a16:creationId xmlns:a16="http://schemas.microsoft.com/office/drawing/2014/main" id="{E51BA4FC-087C-4532-9A16-2930E6F0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03" y="667156"/>
            <a:ext cx="1587459" cy="187342"/>
          </a:xfrm>
          <a:custGeom xmlns:a="http://schemas.openxmlformats.org/drawingml/2006/main">
            <a:pathLst>
              <a:path w="1587459" h="187342">
                <a:moveTo>
                  <a:pt x="36684" y="82414"/>
                </a:moveTo>
                <a:lnTo>
                  <a:pt x="36684" y="134878"/>
                </a:lnTo>
                <a:lnTo>
                  <a:pt x="59097" y="137592"/>
                </a:lnTo>
                <a:lnTo>
                  <a:pt x="59097" y="142919"/>
                </a:lnTo>
                <a:lnTo>
                  <a:pt x="1307" y="142919"/>
                </a:lnTo>
                <a:lnTo>
                  <a:pt x="1307" y="137592"/>
                </a:lnTo>
                <a:lnTo>
                  <a:pt x="17287" y="134878"/>
                </a:lnTo>
                <a:lnTo>
                  <a:pt x="17287" y="15980"/>
                </a:lnTo>
                <a:lnTo>
                  <a:pt x="0" y="13367"/>
                </a:lnTo>
                <a:lnTo>
                  <a:pt x="0" y="8040"/>
                </a:lnTo>
                <a:lnTo>
                  <a:pt x="101108" y="8040"/>
                </a:lnTo>
                <a:lnTo>
                  <a:pt x="101108" y="40303"/>
                </a:lnTo>
                <a:lnTo>
                  <a:pt x="94475" y="40303"/>
                </a:lnTo>
                <a:lnTo>
                  <a:pt x="91259" y="18493"/>
                </a:lnTo>
                <a:cubicBezTo>
                  <a:pt x="83755" y="17555"/>
                  <a:pt x="72900" y="17086"/>
                  <a:pt x="58695" y="17086"/>
                </a:cubicBezTo>
                <a:lnTo>
                  <a:pt x="36684" y="17086"/>
                </a:lnTo>
                <a:lnTo>
                  <a:pt x="36684" y="73369"/>
                </a:lnTo>
                <a:lnTo>
                  <a:pt x="76384" y="73369"/>
                </a:lnTo>
                <a:lnTo>
                  <a:pt x="79500" y="57288"/>
                </a:lnTo>
                <a:lnTo>
                  <a:pt x="85631" y="57288"/>
                </a:lnTo>
                <a:lnTo>
                  <a:pt x="85631" y="98696"/>
                </a:lnTo>
                <a:lnTo>
                  <a:pt x="79500" y="98696"/>
                </a:lnTo>
                <a:lnTo>
                  <a:pt x="76384" y="82414"/>
                </a:lnTo>
                <a:lnTo>
                  <a:pt x="36684" y="82414"/>
                </a:lnTo>
                <a:close/>
                <a:moveTo>
                  <a:pt x="139973" y="115983"/>
                </a:moveTo>
                <a:cubicBezTo>
                  <a:pt x="139973" y="127508"/>
                  <a:pt x="145333" y="133270"/>
                  <a:pt x="156054" y="133270"/>
                </a:cubicBezTo>
                <a:cubicBezTo>
                  <a:pt x="164362" y="133270"/>
                  <a:pt x="172134" y="132232"/>
                  <a:pt x="179371" y="130155"/>
                </a:cubicBezTo>
                <a:lnTo>
                  <a:pt x="179371" y="55479"/>
                </a:lnTo>
                <a:lnTo>
                  <a:pt x="165099" y="52966"/>
                </a:lnTo>
                <a:lnTo>
                  <a:pt x="165099" y="48444"/>
                </a:lnTo>
                <a:lnTo>
                  <a:pt x="195954" y="48444"/>
                </a:lnTo>
                <a:lnTo>
                  <a:pt x="195954" y="135883"/>
                </a:lnTo>
                <a:lnTo>
                  <a:pt x="207914" y="138396"/>
                </a:lnTo>
                <a:lnTo>
                  <a:pt x="207914" y="142919"/>
                </a:lnTo>
                <a:lnTo>
                  <a:pt x="180376" y="142919"/>
                </a:lnTo>
                <a:lnTo>
                  <a:pt x="179572" y="135280"/>
                </a:lnTo>
                <a:cubicBezTo>
                  <a:pt x="174815" y="137893"/>
                  <a:pt x="169320" y="140155"/>
                  <a:pt x="163089" y="142064"/>
                </a:cubicBezTo>
                <a:cubicBezTo>
                  <a:pt x="156858" y="143974"/>
                  <a:pt x="151631" y="144929"/>
                  <a:pt x="147410" y="144929"/>
                </a:cubicBezTo>
                <a:cubicBezTo>
                  <a:pt x="131329" y="144929"/>
                  <a:pt x="123289" y="135682"/>
                  <a:pt x="123289" y="117189"/>
                </a:cubicBezTo>
                <a:lnTo>
                  <a:pt x="123289" y="55479"/>
                </a:lnTo>
                <a:lnTo>
                  <a:pt x="111228" y="52966"/>
                </a:lnTo>
                <a:lnTo>
                  <a:pt x="111228" y="48444"/>
                </a:lnTo>
                <a:lnTo>
                  <a:pt x="139973" y="48444"/>
                </a:lnTo>
                <a:lnTo>
                  <a:pt x="139973" y="115983"/>
                </a:lnTo>
                <a:close/>
                <a:moveTo>
                  <a:pt x="243996" y="55982"/>
                </a:moveTo>
                <a:cubicBezTo>
                  <a:pt x="249155" y="53033"/>
                  <a:pt x="254649" y="50604"/>
                  <a:pt x="260479" y="48695"/>
                </a:cubicBezTo>
                <a:cubicBezTo>
                  <a:pt x="266308" y="46785"/>
                  <a:pt x="271166" y="45830"/>
                  <a:pt x="275052" y="45830"/>
                </a:cubicBezTo>
                <a:cubicBezTo>
                  <a:pt x="283226" y="45830"/>
                  <a:pt x="289391" y="48212"/>
                  <a:pt x="293545" y="52976"/>
                </a:cubicBezTo>
                <a:cubicBezTo>
                  <a:pt x="297699" y="57737"/>
                  <a:pt x="299776" y="64646"/>
                  <a:pt x="299776" y="73702"/>
                </a:cubicBezTo>
                <a:lnTo>
                  <a:pt x="299776" y="135883"/>
                </a:lnTo>
                <a:lnTo>
                  <a:pt x="311234" y="138396"/>
                </a:lnTo>
                <a:lnTo>
                  <a:pt x="311234" y="142919"/>
                </a:lnTo>
                <a:lnTo>
                  <a:pt x="270529" y="142919"/>
                </a:lnTo>
                <a:lnTo>
                  <a:pt x="270529" y="138396"/>
                </a:lnTo>
                <a:lnTo>
                  <a:pt x="283092" y="135883"/>
                </a:lnTo>
                <a:lnTo>
                  <a:pt x="283092" y="75502"/>
                </a:lnTo>
                <a:cubicBezTo>
                  <a:pt x="283092" y="69934"/>
                  <a:pt x="281736" y="65557"/>
                  <a:pt x="279022" y="62370"/>
                </a:cubicBezTo>
                <a:cubicBezTo>
                  <a:pt x="276308" y="59183"/>
                  <a:pt x="272104" y="57590"/>
                  <a:pt x="266409" y="57590"/>
                </a:cubicBezTo>
                <a:cubicBezTo>
                  <a:pt x="260378" y="57590"/>
                  <a:pt x="252974" y="58561"/>
                  <a:pt x="244197" y="60504"/>
                </a:cubicBezTo>
                <a:lnTo>
                  <a:pt x="244197" y="135883"/>
                </a:lnTo>
                <a:lnTo>
                  <a:pt x="256961" y="138396"/>
                </a:lnTo>
                <a:lnTo>
                  <a:pt x="256961" y="142919"/>
                </a:lnTo>
                <a:lnTo>
                  <a:pt x="216156" y="142919"/>
                </a:lnTo>
                <a:lnTo>
                  <a:pt x="216156" y="138396"/>
                </a:lnTo>
                <a:lnTo>
                  <a:pt x="227513" y="135883"/>
                </a:lnTo>
                <a:lnTo>
                  <a:pt x="227513" y="55479"/>
                </a:lnTo>
                <a:lnTo>
                  <a:pt x="216156" y="52966"/>
                </a:lnTo>
                <a:lnTo>
                  <a:pt x="216156" y="48444"/>
                </a:lnTo>
                <a:lnTo>
                  <a:pt x="243091" y="48444"/>
                </a:lnTo>
                <a:lnTo>
                  <a:pt x="243996" y="55982"/>
                </a:lnTo>
                <a:close/>
                <a:moveTo>
                  <a:pt x="399377" y="137190"/>
                </a:moveTo>
                <a:cubicBezTo>
                  <a:pt x="396094" y="139602"/>
                  <a:pt x="391571" y="141495"/>
                  <a:pt x="385809" y="142868"/>
                </a:cubicBezTo>
                <a:cubicBezTo>
                  <a:pt x="380047" y="144242"/>
                  <a:pt x="374150" y="144929"/>
                  <a:pt x="368120" y="144929"/>
                </a:cubicBezTo>
                <a:cubicBezTo>
                  <a:pt x="337499" y="144929"/>
                  <a:pt x="322189" y="128262"/>
                  <a:pt x="322189" y="94927"/>
                </a:cubicBezTo>
                <a:cubicBezTo>
                  <a:pt x="322189" y="79165"/>
                  <a:pt x="326092" y="67041"/>
                  <a:pt x="333898" y="58557"/>
                </a:cubicBezTo>
                <a:cubicBezTo>
                  <a:pt x="341704" y="50073"/>
                  <a:pt x="352877" y="45830"/>
                  <a:pt x="367417" y="45830"/>
                </a:cubicBezTo>
                <a:cubicBezTo>
                  <a:pt x="376462" y="45830"/>
                  <a:pt x="386345" y="46869"/>
                  <a:pt x="397066" y="48946"/>
                </a:cubicBezTo>
                <a:lnTo>
                  <a:pt x="397066" y="75279"/>
                </a:lnTo>
                <a:lnTo>
                  <a:pt x="391538" y="75279"/>
                </a:lnTo>
                <a:lnTo>
                  <a:pt x="387216" y="58595"/>
                </a:lnTo>
                <a:cubicBezTo>
                  <a:pt x="381655" y="55446"/>
                  <a:pt x="374988" y="53871"/>
                  <a:pt x="367216" y="53871"/>
                </a:cubicBezTo>
                <a:cubicBezTo>
                  <a:pt x="349259" y="53871"/>
                  <a:pt x="340280" y="67556"/>
                  <a:pt x="340280" y="94927"/>
                </a:cubicBezTo>
                <a:cubicBezTo>
                  <a:pt x="340280" y="109151"/>
                  <a:pt x="343010" y="119299"/>
                  <a:pt x="348471" y="125371"/>
                </a:cubicBezTo>
                <a:cubicBezTo>
                  <a:pt x="353932" y="131441"/>
                  <a:pt x="362391" y="134476"/>
                  <a:pt x="373849" y="134476"/>
                </a:cubicBezTo>
                <a:cubicBezTo>
                  <a:pt x="383631" y="134476"/>
                  <a:pt x="392141" y="133371"/>
                  <a:pt x="399377" y="131160"/>
                </a:cubicBezTo>
                <a:lnTo>
                  <a:pt x="399377" y="137190"/>
                </a:lnTo>
                <a:close/>
                <a:moveTo>
                  <a:pt x="439103" y="144929"/>
                </a:moveTo>
                <a:cubicBezTo>
                  <a:pt x="432671" y="144929"/>
                  <a:pt x="427864" y="143019"/>
                  <a:pt x="424681" y="139200"/>
                </a:cubicBezTo>
                <a:cubicBezTo>
                  <a:pt x="421498" y="135381"/>
                  <a:pt x="419907" y="130021"/>
                  <a:pt x="419907" y="123119"/>
                </a:cubicBezTo>
                <a:lnTo>
                  <a:pt x="419907" y="56886"/>
                </a:lnTo>
                <a:lnTo>
                  <a:pt x="407545" y="56886"/>
                </a:lnTo>
                <a:lnTo>
                  <a:pt x="407545" y="52363"/>
                </a:lnTo>
                <a:lnTo>
                  <a:pt x="420108" y="48444"/>
                </a:lnTo>
                <a:lnTo>
                  <a:pt x="430259" y="27036"/>
                </a:lnTo>
                <a:lnTo>
                  <a:pt x="436591" y="27036"/>
                </a:lnTo>
                <a:lnTo>
                  <a:pt x="436591" y="48444"/>
                </a:lnTo>
                <a:lnTo>
                  <a:pt x="458199" y="48444"/>
                </a:lnTo>
                <a:lnTo>
                  <a:pt x="458199" y="56886"/>
                </a:lnTo>
                <a:lnTo>
                  <a:pt x="436591" y="56886"/>
                </a:lnTo>
                <a:lnTo>
                  <a:pt x="436591" y="121310"/>
                </a:lnTo>
                <a:cubicBezTo>
                  <a:pt x="436591" y="125665"/>
                  <a:pt x="437579" y="128948"/>
                  <a:pt x="439556" y="131160"/>
                </a:cubicBezTo>
                <a:cubicBezTo>
                  <a:pt x="441532" y="133371"/>
                  <a:pt x="444129" y="134476"/>
                  <a:pt x="447345" y="134476"/>
                </a:cubicBezTo>
                <a:cubicBezTo>
                  <a:pt x="451231" y="134476"/>
                  <a:pt x="455955" y="133940"/>
                  <a:pt x="461516" y="132868"/>
                </a:cubicBezTo>
                <a:lnTo>
                  <a:pt x="461516" y="139401"/>
                </a:lnTo>
                <a:cubicBezTo>
                  <a:pt x="459171" y="141009"/>
                  <a:pt x="455787" y="142332"/>
                  <a:pt x="451365" y="143371"/>
                </a:cubicBezTo>
                <a:cubicBezTo>
                  <a:pt x="446943" y="144410"/>
                  <a:pt x="442856" y="144929"/>
                  <a:pt x="439103" y="144929"/>
                </a:cubicBezTo>
                <a:close/>
                <a:moveTo>
                  <a:pt x="500643" y="17488"/>
                </a:moveTo>
                <a:cubicBezTo>
                  <a:pt x="500643" y="20436"/>
                  <a:pt x="499570" y="22982"/>
                  <a:pt x="497426" y="25126"/>
                </a:cubicBezTo>
                <a:cubicBezTo>
                  <a:pt x="495282" y="27270"/>
                  <a:pt x="492703" y="28343"/>
                  <a:pt x="489687" y="28343"/>
                </a:cubicBezTo>
                <a:cubicBezTo>
                  <a:pt x="486739" y="28343"/>
                  <a:pt x="484193" y="27270"/>
                  <a:pt x="482049" y="25126"/>
                </a:cubicBezTo>
                <a:cubicBezTo>
                  <a:pt x="479905" y="22982"/>
                  <a:pt x="478833" y="20436"/>
                  <a:pt x="478833" y="17488"/>
                </a:cubicBezTo>
                <a:cubicBezTo>
                  <a:pt x="478833" y="14473"/>
                  <a:pt x="479905" y="11893"/>
                  <a:pt x="482049" y="9749"/>
                </a:cubicBezTo>
                <a:cubicBezTo>
                  <a:pt x="484193" y="7605"/>
                  <a:pt x="486739" y="6533"/>
                  <a:pt x="489687" y="6533"/>
                </a:cubicBezTo>
                <a:cubicBezTo>
                  <a:pt x="492703" y="6533"/>
                  <a:pt x="495282" y="7605"/>
                  <a:pt x="497426" y="9749"/>
                </a:cubicBezTo>
                <a:cubicBezTo>
                  <a:pt x="499570" y="11893"/>
                  <a:pt x="500643" y="14473"/>
                  <a:pt x="500643" y="17488"/>
                </a:cubicBezTo>
                <a:moveTo>
                  <a:pt x="499637" y="135883"/>
                </a:moveTo>
                <a:lnTo>
                  <a:pt x="515819" y="138396"/>
                </a:lnTo>
                <a:lnTo>
                  <a:pt x="515819" y="142919"/>
                </a:lnTo>
                <a:lnTo>
                  <a:pt x="466873" y="142919"/>
                </a:lnTo>
                <a:lnTo>
                  <a:pt x="466873" y="138396"/>
                </a:lnTo>
                <a:lnTo>
                  <a:pt x="482954" y="135883"/>
                </a:lnTo>
                <a:lnTo>
                  <a:pt x="482954" y="55479"/>
                </a:lnTo>
                <a:lnTo>
                  <a:pt x="469586" y="52966"/>
                </a:lnTo>
                <a:lnTo>
                  <a:pt x="469586" y="48444"/>
                </a:lnTo>
                <a:lnTo>
                  <a:pt x="499637" y="48444"/>
                </a:lnTo>
                <a:lnTo>
                  <a:pt x="499637" y="135883"/>
                </a:lnTo>
                <a:close/>
                <a:moveTo>
                  <a:pt x="614645" y="95128"/>
                </a:moveTo>
                <a:cubicBezTo>
                  <a:pt x="614645" y="128329"/>
                  <a:pt x="599905" y="144929"/>
                  <a:pt x="570423" y="144929"/>
                </a:cubicBezTo>
                <a:cubicBezTo>
                  <a:pt x="556218" y="144929"/>
                  <a:pt x="545498" y="140670"/>
                  <a:pt x="538261" y="132152"/>
                </a:cubicBezTo>
                <a:cubicBezTo>
                  <a:pt x="531025" y="123634"/>
                  <a:pt x="527407" y="111293"/>
                  <a:pt x="527407" y="95128"/>
                </a:cubicBezTo>
                <a:cubicBezTo>
                  <a:pt x="527407" y="79165"/>
                  <a:pt x="531025" y="66958"/>
                  <a:pt x="538261" y="58507"/>
                </a:cubicBezTo>
                <a:cubicBezTo>
                  <a:pt x="545498" y="50056"/>
                  <a:pt x="556486" y="45830"/>
                  <a:pt x="571227" y="45830"/>
                </a:cubicBezTo>
                <a:cubicBezTo>
                  <a:pt x="585566" y="45830"/>
                  <a:pt x="596387" y="49972"/>
                  <a:pt x="603690" y="58255"/>
                </a:cubicBezTo>
                <a:cubicBezTo>
                  <a:pt x="610994" y="66539"/>
                  <a:pt x="614645" y="78830"/>
                  <a:pt x="614645" y="95128"/>
                </a:cubicBezTo>
                <a:moveTo>
                  <a:pt x="596554" y="95128"/>
                </a:moveTo>
                <a:cubicBezTo>
                  <a:pt x="596554" y="80639"/>
                  <a:pt x="594444" y="70140"/>
                  <a:pt x="590223" y="63633"/>
                </a:cubicBezTo>
                <a:cubicBezTo>
                  <a:pt x="586001" y="57125"/>
                  <a:pt x="579401" y="53871"/>
                  <a:pt x="570423" y="53871"/>
                </a:cubicBezTo>
                <a:cubicBezTo>
                  <a:pt x="561646" y="53871"/>
                  <a:pt x="555297" y="56991"/>
                  <a:pt x="551377" y="63230"/>
                </a:cubicBezTo>
                <a:cubicBezTo>
                  <a:pt x="547458" y="69468"/>
                  <a:pt x="545498" y="80101"/>
                  <a:pt x="545498" y="95128"/>
                </a:cubicBezTo>
                <a:cubicBezTo>
                  <a:pt x="545498" y="110357"/>
                  <a:pt x="547491" y="121142"/>
                  <a:pt x="551478" y="127482"/>
                </a:cubicBezTo>
                <a:cubicBezTo>
                  <a:pt x="555464" y="133820"/>
                  <a:pt x="561780" y="136989"/>
                  <a:pt x="570423" y="136989"/>
                </a:cubicBezTo>
                <a:cubicBezTo>
                  <a:pt x="579267" y="136989"/>
                  <a:pt x="585834" y="133702"/>
                  <a:pt x="590122" y="127127"/>
                </a:cubicBezTo>
                <a:cubicBezTo>
                  <a:pt x="594410" y="120552"/>
                  <a:pt x="596554" y="109886"/>
                  <a:pt x="596554" y="95128"/>
                </a:cubicBezTo>
                <a:close/>
                <a:moveTo>
                  <a:pt x="655049" y="55982"/>
                </a:moveTo>
                <a:cubicBezTo>
                  <a:pt x="660208" y="53033"/>
                  <a:pt x="665702" y="50604"/>
                  <a:pt x="671531" y="48695"/>
                </a:cubicBezTo>
                <a:cubicBezTo>
                  <a:pt x="677361" y="46785"/>
                  <a:pt x="682218" y="45830"/>
                  <a:pt x="686105" y="45830"/>
                </a:cubicBezTo>
                <a:cubicBezTo>
                  <a:pt x="694279" y="45830"/>
                  <a:pt x="700443" y="48212"/>
                  <a:pt x="704598" y="52976"/>
                </a:cubicBezTo>
                <a:cubicBezTo>
                  <a:pt x="708752" y="57737"/>
                  <a:pt x="710829" y="64646"/>
                  <a:pt x="710829" y="73702"/>
                </a:cubicBezTo>
                <a:lnTo>
                  <a:pt x="710829" y="135883"/>
                </a:lnTo>
                <a:lnTo>
                  <a:pt x="722287" y="138396"/>
                </a:lnTo>
                <a:lnTo>
                  <a:pt x="722287" y="142919"/>
                </a:lnTo>
                <a:lnTo>
                  <a:pt x="681582" y="142919"/>
                </a:lnTo>
                <a:lnTo>
                  <a:pt x="681582" y="138396"/>
                </a:lnTo>
                <a:lnTo>
                  <a:pt x="694145" y="135883"/>
                </a:lnTo>
                <a:lnTo>
                  <a:pt x="694145" y="75502"/>
                </a:lnTo>
                <a:cubicBezTo>
                  <a:pt x="694145" y="69934"/>
                  <a:pt x="692788" y="65557"/>
                  <a:pt x="690075" y="62370"/>
                </a:cubicBezTo>
                <a:cubicBezTo>
                  <a:pt x="687361" y="59183"/>
                  <a:pt x="683157" y="57590"/>
                  <a:pt x="677461" y="57590"/>
                </a:cubicBezTo>
                <a:cubicBezTo>
                  <a:pt x="671431" y="57590"/>
                  <a:pt x="664027" y="58561"/>
                  <a:pt x="655250" y="60504"/>
                </a:cubicBezTo>
                <a:lnTo>
                  <a:pt x="655250" y="135883"/>
                </a:lnTo>
                <a:lnTo>
                  <a:pt x="668014" y="138396"/>
                </a:lnTo>
                <a:lnTo>
                  <a:pt x="668014" y="142919"/>
                </a:lnTo>
                <a:lnTo>
                  <a:pt x="627209" y="142919"/>
                </a:lnTo>
                <a:lnTo>
                  <a:pt x="627209" y="138396"/>
                </a:lnTo>
                <a:lnTo>
                  <a:pt x="638566" y="135883"/>
                </a:lnTo>
                <a:lnTo>
                  <a:pt x="638566" y="55479"/>
                </a:lnTo>
                <a:lnTo>
                  <a:pt x="627209" y="52966"/>
                </a:lnTo>
                <a:lnTo>
                  <a:pt x="627209" y="48444"/>
                </a:lnTo>
                <a:lnTo>
                  <a:pt x="654144" y="48444"/>
                </a:lnTo>
                <a:lnTo>
                  <a:pt x="655049" y="55982"/>
                </a:lnTo>
                <a:close/>
                <a:moveTo>
                  <a:pt x="873145" y="40752"/>
                </a:moveTo>
                <a:cubicBezTo>
                  <a:pt x="873145" y="32494"/>
                  <a:pt x="870566" y="26485"/>
                  <a:pt x="865406" y="22727"/>
                </a:cubicBezTo>
                <a:cubicBezTo>
                  <a:pt x="860247" y="18966"/>
                  <a:pt x="851872" y="17086"/>
                  <a:pt x="840280" y="17086"/>
                </a:cubicBezTo>
                <a:lnTo>
                  <a:pt x="819475" y="17086"/>
                </a:lnTo>
                <a:lnTo>
                  <a:pt x="819475" y="68143"/>
                </a:lnTo>
                <a:lnTo>
                  <a:pt x="841486" y="68143"/>
                </a:lnTo>
                <a:cubicBezTo>
                  <a:pt x="852341" y="68143"/>
                  <a:pt x="860331" y="65994"/>
                  <a:pt x="865457" y="61698"/>
                </a:cubicBezTo>
                <a:cubicBezTo>
                  <a:pt x="870582" y="57401"/>
                  <a:pt x="873145" y="50419"/>
                  <a:pt x="873145" y="40752"/>
                </a:cubicBezTo>
                <a:moveTo>
                  <a:pt x="883296" y="104526"/>
                </a:moveTo>
                <a:cubicBezTo>
                  <a:pt x="883296" y="95078"/>
                  <a:pt x="880147" y="88160"/>
                  <a:pt x="873849" y="83771"/>
                </a:cubicBezTo>
                <a:cubicBezTo>
                  <a:pt x="867551" y="79383"/>
                  <a:pt x="857467" y="77188"/>
                  <a:pt x="843597" y="77188"/>
                </a:cubicBezTo>
                <a:lnTo>
                  <a:pt x="819475" y="77188"/>
                </a:lnTo>
                <a:lnTo>
                  <a:pt x="819475" y="133873"/>
                </a:lnTo>
                <a:cubicBezTo>
                  <a:pt x="828722" y="134275"/>
                  <a:pt x="838572" y="134476"/>
                  <a:pt x="849024" y="134476"/>
                </a:cubicBezTo>
                <a:cubicBezTo>
                  <a:pt x="860482" y="134476"/>
                  <a:pt x="869058" y="132047"/>
                  <a:pt x="874753" y="127190"/>
                </a:cubicBezTo>
                <a:cubicBezTo>
                  <a:pt x="880449" y="122332"/>
                  <a:pt x="883296" y="114777"/>
                  <a:pt x="883296" y="104526"/>
                </a:cubicBezTo>
                <a:moveTo>
                  <a:pt x="782791" y="142919"/>
                </a:moveTo>
                <a:lnTo>
                  <a:pt x="782791" y="137592"/>
                </a:lnTo>
                <a:lnTo>
                  <a:pt x="800078" y="134878"/>
                </a:lnTo>
                <a:lnTo>
                  <a:pt x="800078" y="15980"/>
                </a:lnTo>
                <a:lnTo>
                  <a:pt x="782791" y="13367"/>
                </a:lnTo>
                <a:lnTo>
                  <a:pt x="782791" y="8040"/>
                </a:lnTo>
                <a:lnTo>
                  <a:pt x="844401" y="8040"/>
                </a:lnTo>
                <a:cubicBezTo>
                  <a:pt x="861487" y="8040"/>
                  <a:pt x="873983" y="10574"/>
                  <a:pt x="881889" y="15641"/>
                </a:cubicBezTo>
                <a:cubicBezTo>
                  <a:pt x="889796" y="20708"/>
                  <a:pt x="893749" y="28745"/>
                  <a:pt x="893749" y="39750"/>
                </a:cubicBezTo>
                <a:cubicBezTo>
                  <a:pt x="893749" y="47669"/>
                  <a:pt x="891320" y="54414"/>
                  <a:pt x="886462" y="59986"/>
                </a:cubicBezTo>
                <a:cubicBezTo>
                  <a:pt x="881605" y="65556"/>
                  <a:pt x="874787" y="69280"/>
                  <a:pt x="866009" y="71158"/>
                </a:cubicBezTo>
                <a:cubicBezTo>
                  <a:pt x="878137" y="72431"/>
                  <a:pt x="887518" y="75965"/>
                  <a:pt x="894151" y="81761"/>
                </a:cubicBezTo>
                <a:cubicBezTo>
                  <a:pt x="900784" y="87557"/>
                  <a:pt x="904101" y="95011"/>
                  <a:pt x="904101" y="104124"/>
                </a:cubicBezTo>
                <a:cubicBezTo>
                  <a:pt x="904101" y="117055"/>
                  <a:pt x="899629" y="126855"/>
                  <a:pt x="890684" y="133521"/>
                </a:cubicBezTo>
                <a:cubicBezTo>
                  <a:pt x="881739" y="140188"/>
                  <a:pt x="868690" y="143522"/>
                  <a:pt x="851537" y="143522"/>
                </a:cubicBezTo>
                <a:lnTo>
                  <a:pt x="808520" y="142919"/>
                </a:lnTo>
                <a:lnTo>
                  <a:pt x="782791" y="142919"/>
                </a:lnTo>
                <a:close/>
                <a:moveTo>
                  <a:pt x="1009026" y="95128"/>
                </a:moveTo>
                <a:cubicBezTo>
                  <a:pt x="1009026" y="128329"/>
                  <a:pt x="994285" y="144929"/>
                  <a:pt x="964803" y="144929"/>
                </a:cubicBezTo>
                <a:cubicBezTo>
                  <a:pt x="950598" y="144929"/>
                  <a:pt x="939878" y="140670"/>
                  <a:pt x="932641" y="132152"/>
                </a:cubicBezTo>
                <a:cubicBezTo>
                  <a:pt x="925405" y="123634"/>
                  <a:pt x="921787" y="111293"/>
                  <a:pt x="921787" y="95128"/>
                </a:cubicBezTo>
                <a:cubicBezTo>
                  <a:pt x="921787" y="79165"/>
                  <a:pt x="925405" y="66958"/>
                  <a:pt x="932641" y="58507"/>
                </a:cubicBezTo>
                <a:cubicBezTo>
                  <a:pt x="939878" y="50056"/>
                  <a:pt x="950866" y="45830"/>
                  <a:pt x="965607" y="45830"/>
                </a:cubicBezTo>
                <a:cubicBezTo>
                  <a:pt x="979946" y="45830"/>
                  <a:pt x="990767" y="49972"/>
                  <a:pt x="998070" y="58255"/>
                </a:cubicBezTo>
                <a:cubicBezTo>
                  <a:pt x="1005374" y="66539"/>
                  <a:pt x="1009026" y="78830"/>
                  <a:pt x="1009026" y="95128"/>
                </a:cubicBezTo>
                <a:moveTo>
                  <a:pt x="990935" y="95128"/>
                </a:moveTo>
                <a:cubicBezTo>
                  <a:pt x="990935" y="80639"/>
                  <a:pt x="988824" y="70140"/>
                  <a:pt x="984603" y="63633"/>
                </a:cubicBezTo>
                <a:cubicBezTo>
                  <a:pt x="980382" y="57125"/>
                  <a:pt x="973782" y="53871"/>
                  <a:pt x="964803" y="53871"/>
                </a:cubicBezTo>
                <a:cubicBezTo>
                  <a:pt x="956026" y="53871"/>
                  <a:pt x="949677" y="56991"/>
                  <a:pt x="945757" y="63230"/>
                </a:cubicBezTo>
                <a:cubicBezTo>
                  <a:pt x="941838" y="69468"/>
                  <a:pt x="939878" y="80101"/>
                  <a:pt x="939878" y="95128"/>
                </a:cubicBezTo>
                <a:cubicBezTo>
                  <a:pt x="939878" y="110357"/>
                  <a:pt x="941871" y="121142"/>
                  <a:pt x="945858" y="127482"/>
                </a:cubicBezTo>
                <a:cubicBezTo>
                  <a:pt x="949845" y="133820"/>
                  <a:pt x="956160" y="136989"/>
                  <a:pt x="964803" y="136989"/>
                </a:cubicBezTo>
                <a:cubicBezTo>
                  <a:pt x="973648" y="136989"/>
                  <a:pt x="980214" y="133702"/>
                  <a:pt x="984502" y="127127"/>
                </a:cubicBezTo>
                <a:cubicBezTo>
                  <a:pt x="988790" y="120552"/>
                  <a:pt x="990935" y="109886"/>
                  <a:pt x="990935" y="95128"/>
                </a:cubicBezTo>
                <a:close/>
                <a:moveTo>
                  <a:pt x="1048323" y="115983"/>
                </a:moveTo>
                <a:cubicBezTo>
                  <a:pt x="1048323" y="127508"/>
                  <a:pt x="1053684" y="133270"/>
                  <a:pt x="1064404" y="133270"/>
                </a:cubicBezTo>
                <a:cubicBezTo>
                  <a:pt x="1072713" y="133270"/>
                  <a:pt x="1080485" y="132232"/>
                  <a:pt x="1087721" y="130155"/>
                </a:cubicBezTo>
                <a:lnTo>
                  <a:pt x="1087721" y="55479"/>
                </a:lnTo>
                <a:lnTo>
                  <a:pt x="1073450" y="52966"/>
                </a:lnTo>
                <a:lnTo>
                  <a:pt x="1073450" y="48444"/>
                </a:lnTo>
                <a:lnTo>
                  <a:pt x="1104305" y="48444"/>
                </a:lnTo>
                <a:lnTo>
                  <a:pt x="1104305" y="135883"/>
                </a:lnTo>
                <a:lnTo>
                  <a:pt x="1116265" y="138396"/>
                </a:lnTo>
                <a:lnTo>
                  <a:pt x="1116265" y="142919"/>
                </a:lnTo>
                <a:lnTo>
                  <a:pt x="1088726" y="142919"/>
                </a:lnTo>
                <a:lnTo>
                  <a:pt x="1087922" y="135280"/>
                </a:lnTo>
                <a:cubicBezTo>
                  <a:pt x="1083165" y="137893"/>
                  <a:pt x="1077671" y="140155"/>
                  <a:pt x="1071440" y="142064"/>
                </a:cubicBezTo>
                <a:cubicBezTo>
                  <a:pt x="1065208" y="143974"/>
                  <a:pt x="1059982" y="144929"/>
                  <a:pt x="1055761" y="144929"/>
                </a:cubicBezTo>
                <a:cubicBezTo>
                  <a:pt x="1039680" y="144929"/>
                  <a:pt x="1031639" y="135682"/>
                  <a:pt x="1031639" y="117189"/>
                </a:cubicBezTo>
                <a:lnTo>
                  <a:pt x="1031639" y="55479"/>
                </a:lnTo>
                <a:lnTo>
                  <a:pt x="1019579" y="52966"/>
                </a:lnTo>
                <a:lnTo>
                  <a:pt x="1019579" y="48444"/>
                </a:lnTo>
                <a:lnTo>
                  <a:pt x="1048323" y="48444"/>
                </a:lnTo>
                <a:lnTo>
                  <a:pt x="1048323" y="115983"/>
                </a:lnTo>
                <a:close/>
                <a:moveTo>
                  <a:pt x="1152346" y="55982"/>
                </a:moveTo>
                <a:cubicBezTo>
                  <a:pt x="1157506" y="53033"/>
                  <a:pt x="1163000" y="50604"/>
                  <a:pt x="1168829" y="48695"/>
                </a:cubicBezTo>
                <a:cubicBezTo>
                  <a:pt x="1174659" y="46785"/>
                  <a:pt x="1179516" y="45830"/>
                  <a:pt x="1183403" y="45830"/>
                </a:cubicBezTo>
                <a:cubicBezTo>
                  <a:pt x="1191577" y="45830"/>
                  <a:pt x="1197741" y="48212"/>
                  <a:pt x="1201896" y="52976"/>
                </a:cubicBezTo>
                <a:cubicBezTo>
                  <a:pt x="1206050" y="57737"/>
                  <a:pt x="1208127" y="64646"/>
                  <a:pt x="1208127" y="73702"/>
                </a:cubicBezTo>
                <a:lnTo>
                  <a:pt x="1208127" y="135883"/>
                </a:lnTo>
                <a:lnTo>
                  <a:pt x="1219585" y="138396"/>
                </a:lnTo>
                <a:lnTo>
                  <a:pt x="1219585" y="142919"/>
                </a:lnTo>
                <a:lnTo>
                  <a:pt x="1178880" y="142919"/>
                </a:lnTo>
                <a:lnTo>
                  <a:pt x="1178880" y="138396"/>
                </a:lnTo>
                <a:lnTo>
                  <a:pt x="1191443" y="135883"/>
                </a:lnTo>
                <a:lnTo>
                  <a:pt x="1191443" y="75502"/>
                </a:lnTo>
                <a:cubicBezTo>
                  <a:pt x="1191443" y="69934"/>
                  <a:pt x="1190086" y="65557"/>
                  <a:pt x="1187373" y="62370"/>
                </a:cubicBezTo>
                <a:cubicBezTo>
                  <a:pt x="1184659" y="59183"/>
                  <a:pt x="1180454" y="57590"/>
                  <a:pt x="1174759" y="57590"/>
                </a:cubicBezTo>
                <a:cubicBezTo>
                  <a:pt x="1168729" y="57590"/>
                  <a:pt x="1161325" y="58561"/>
                  <a:pt x="1152547" y="60504"/>
                </a:cubicBezTo>
                <a:lnTo>
                  <a:pt x="1152547" y="135883"/>
                </a:lnTo>
                <a:lnTo>
                  <a:pt x="1165312" y="138396"/>
                </a:lnTo>
                <a:lnTo>
                  <a:pt x="1165312" y="142919"/>
                </a:lnTo>
                <a:lnTo>
                  <a:pt x="1124506" y="142919"/>
                </a:lnTo>
                <a:lnTo>
                  <a:pt x="1124506" y="138396"/>
                </a:lnTo>
                <a:lnTo>
                  <a:pt x="1135863" y="135883"/>
                </a:lnTo>
                <a:lnTo>
                  <a:pt x="1135863" y="55479"/>
                </a:lnTo>
                <a:lnTo>
                  <a:pt x="1124506" y="52966"/>
                </a:lnTo>
                <a:lnTo>
                  <a:pt x="1124506" y="48444"/>
                </a:lnTo>
                <a:lnTo>
                  <a:pt x="1151442" y="48444"/>
                </a:lnTo>
                <a:lnTo>
                  <a:pt x="1152346" y="55982"/>
                </a:lnTo>
                <a:close/>
                <a:moveTo>
                  <a:pt x="1295365" y="135883"/>
                </a:moveTo>
                <a:cubicBezTo>
                  <a:pt x="1287794" y="141914"/>
                  <a:pt x="1278950" y="144929"/>
                  <a:pt x="1268832" y="144929"/>
                </a:cubicBezTo>
                <a:cubicBezTo>
                  <a:pt x="1243036" y="144929"/>
                  <a:pt x="1230137" y="128798"/>
                  <a:pt x="1230137" y="96535"/>
                </a:cubicBezTo>
                <a:cubicBezTo>
                  <a:pt x="1230137" y="79969"/>
                  <a:pt x="1233789" y="67376"/>
                  <a:pt x="1241093" y="58758"/>
                </a:cubicBezTo>
                <a:cubicBezTo>
                  <a:pt x="1248396" y="50140"/>
                  <a:pt x="1259150" y="45830"/>
                  <a:pt x="1273355" y="45830"/>
                </a:cubicBezTo>
                <a:cubicBezTo>
                  <a:pt x="1280591" y="45830"/>
                  <a:pt x="1287928" y="46601"/>
                  <a:pt x="1295365" y="48142"/>
                </a:cubicBezTo>
                <a:cubicBezTo>
                  <a:pt x="1294963" y="45931"/>
                  <a:pt x="1294762" y="40370"/>
                  <a:pt x="1294762" y="31458"/>
                </a:cubicBezTo>
                <a:lnTo>
                  <a:pt x="1294762" y="6935"/>
                </a:lnTo>
                <a:lnTo>
                  <a:pt x="1278883" y="4523"/>
                </a:lnTo>
                <a:lnTo>
                  <a:pt x="1278883" y="0"/>
                </a:lnTo>
                <a:lnTo>
                  <a:pt x="1311446" y="0"/>
                </a:lnTo>
                <a:lnTo>
                  <a:pt x="1311446" y="135883"/>
                </a:lnTo>
                <a:lnTo>
                  <a:pt x="1323105" y="138396"/>
                </a:lnTo>
                <a:lnTo>
                  <a:pt x="1323105" y="142919"/>
                </a:lnTo>
                <a:lnTo>
                  <a:pt x="1296572" y="142919"/>
                </a:lnTo>
                <a:lnTo>
                  <a:pt x="1295365" y="135883"/>
                </a:lnTo>
                <a:moveTo>
                  <a:pt x="1248228" y="96539"/>
                </a:moveTo>
                <a:cubicBezTo>
                  <a:pt x="1248228" y="109286"/>
                  <a:pt x="1250373" y="118796"/>
                  <a:pt x="1254661" y="125070"/>
                </a:cubicBezTo>
                <a:cubicBezTo>
                  <a:pt x="1258949" y="131341"/>
                  <a:pt x="1265515" y="134476"/>
                  <a:pt x="1274360" y="134476"/>
                </a:cubicBezTo>
                <a:cubicBezTo>
                  <a:pt x="1281931" y="134476"/>
                  <a:pt x="1288732" y="133170"/>
                  <a:pt x="1294762" y="130557"/>
                </a:cubicBezTo>
                <a:lnTo>
                  <a:pt x="1294762" y="55784"/>
                </a:lnTo>
                <a:cubicBezTo>
                  <a:pt x="1288799" y="54643"/>
                  <a:pt x="1281998" y="54072"/>
                  <a:pt x="1274360" y="54072"/>
                </a:cubicBezTo>
                <a:cubicBezTo>
                  <a:pt x="1256939" y="54072"/>
                  <a:pt x="1248228" y="68227"/>
                  <a:pt x="1248228" y="96539"/>
                </a:cubicBezTo>
                <a:close/>
                <a:moveTo>
                  <a:pt x="1372353" y="46233"/>
                </a:moveTo>
                <a:cubicBezTo>
                  <a:pt x="1382671" y="46233"/>
                  <a:pt x="1390260" y="48346"/>
                  <a:pt x="1395117" y="52574"/>
                </a:cubicBezTo>
                <a:cubicBezTo>
                  <a:pt x="1399975" y="56799"/>
                  <a:pt x="1402404" y="63271"/>
                  <a:pt x="1402404" y="71990"/>
                </a:cubicBezTo>
                <a:lnTo>
                  <a:pt x="1402404" y="135883"/>
                </a:lnTo>
                <a:lnTo>
                  <a:pt x="1414163" y="138396"/>
                </a:lnTo>
                <a:lnTo>
                  <a:pt x="1414163" y="142919"/>
                </a:lnTo>
                <a:lnTo>
                  <a:pt x="1388233" y="142919"/>
                </a:lnTo>
                <a:lnTo>
                  <a:pt x="1386323" y="133471"/>
                </a:lnTo>
                <a:cubicBezTo>
                  <a:pt x="1378685" y="141110"/>
                  <a:pt x="1368936" y="144929"/>
                  <a:pt x="1357076" y="144929"/>
                </a:cubicBezTo>
                <a:cubicBezTo>
                  <a:pt x="1340928" y="144929"/>
                  <a:pt x="1332854" y="135532"/>
                  <a:pt x="1332854" y="116737"/>
                </a:cubicBezTo>
                <a:cubicBezTo>
                  <a:pt x="1332854" y="110428"/>
                  <a:pt x="1334077" y="105210"/>
                  <a:pt x="1336523" y="101083"/>
                </a:cubicBezTo>
                <a:cubicBezTo>
                  <a:pt x="1338968" y="96954"/>
                  <a:pt x="1342871" y="93799"/>
                  <a:pt x="1348231" y="91617"/>
                </a:cubicBezTo>
                <a:cubicBezTo>
                  <a:pt x="1353592" y="89435"/>
                  <a:pt x="1361364" y="88244"/>
                  <a:pt x="1371549" y="88043"/>
                </a:cubicBezTo>
                <a:lnTo>
                  <a:pt x="1385720" y="87641"/>
                </a:lnTo>
                <a:lnTo>
                  <a:pt x="1385720" y="72866"/>
                </a:lnTo>
                <a:cubicBezTo>
                  <a:pt x="1385720" y="66367"/>
                  <a:pt x="1384531" y="61576"/>
                  <a:pt x="1382152" y="58494"/>
                </a:cubicBezTo>
                <a:cubicBezTo>
                  <a:pt x="1379773" y="55412"/>
                  <a:pt x="1376105" y="53871"/>
                  <a:pt x="1371147" y="53871"/>
                </a:cubicBezTo>
                <a:cubicBezTo>
                  <a:pt x="1364446" y="53871"/>
                  <a:pt x="1358316" y="55446"/>
                  <a:pt x="1352754" y="58595"/>
                </a:cubicBezTo>
                <a:lnTo>
                  <a:pt x="1349337" y="70354"/>
                </a:lnTo>
                <a:lnTo>
                  <a:pt x="1343709" y="70354"/>
                </a:lnTo>
                <a:lnTo>
                  <a:pt x="1343709" y="49750"/>
                </a:lnTo>
                <a:cubicBezTo>
                  <a:pt x="1354563" y="47405"/>
                  <a:pt x="1364111" y="46233"/>
                  <a:pt x="1372353" y="46233"/>
                </a:cubicBezTo>
                <a:moveTo>
                  <a:pt x="1385720" y="94676"/>
                </a:moveTo>
                <a:lnTo>
                  <a:pt x="1372554" y="95078"/>
                </a:lnTo>
                <a:cubicBezTo>
                  <a:pt x="1363575" y="95415"/>
                  <a:pt x="1357495" y="97163"/>
                  <a:pt x="1354312" y="100320"/>
                </a:cubicBezTo>
                <a:cubicBezTo>
                  <a:pt x="1351129" y="103476"/>
                  <a:pt x="1349538" y="108749"/>
                  <a:pt x="1349538" y="116140"/>
                </a:cubicBezTo>
                <a:cubicBezTo>
                  <a:pt x="1349538" y="127962"/>
                  <a:pt x="1354329" y="133873"/>
                  <a:pt x="1363910" y="133873"/>
                </a:cubicBezTo>
                <a:cubicBezTo>
                  <a:pt x="1368467" y="133873"/>
                  <a:pt x="1372403" y="133354"/>
                  <a:pt x="1375720" y="132315"/>
                </a:cubicBezTo>
                <a:cubicBezTo>
                  <a:pt x="1379036" y="131277"/>
                  <a:pt x="1382370" y="129954"/>
                  <a:pt x="1385720" y="128345"/>
                </a:cubicBezTo>
                <a:lnTo>
                  <a:pt x="1385720" y="94676"/>
                </a:lnTo>
                <a:close/>
                <a:moveTo>
                  <a:pt x="1483538" y="45830"/>
                </a:moveTo>
                <a:lnTo>
                  <a:pt x="1483538" y="71359"/>
                </a:lnTo>
                <a:lnTo>
                  <a:pt x="1479216" y="71359"/>
                </a:lnTo>
                <a:lnTo>
                  <a:pt x="1473387" y="60303"/>
                </a:lnTo>
                <a:cubicBezTo>
                  <a:pt x="1470037" y="60303"/>
                  <a:pt x="1466067" y="60756"/>
                  <a:pt x="1461477" y="61660"/>
                </a:cubicBezTo>
                <a:cubicBezTo>
                  <a:pt x="1456888" y="62565"/>
                  <a:pt x="1452918" y="63754"/>
                  <a:pt x="1449567" y="65228"/>
                </a:cubicBezTo>
                <a:lnTo>
                  <a:pt x="1449567" y="135883"/>
                </a:lnTo>
                <a:lnTo>
                  <a:pt x="1465749" y="138396"/>
                </a:lnTo>
                <a:lnTo>
                  <a:pt x="1465749" y="142919"/>
                </a:lnTo>
                <a:lnTo>
                  <a:pt x="1420923" y="142919"/>
                </a:lnTo>
                <a:lnTo>
                  <a:pt x="1420923" y="138396"/>
                </a:lnTo>
                <a:lnTo>
                  <a:pt x="1432883" y="135883"/>
                </a:lnTo>
                <a:lnTo>
                  <a:pt x="1432883" y="55479"/>
                </a:lnTo>
                <a:lnTo>
                  <a:pt x="1420923" y="52966"/>
                </a:lnTo>
                <a:lnTo>
                  <a:pt x="1420923" y="48444"/>
                </a:lnTo>
                <a:lnTo>
                  <a:pt x="1448462" y="48444"/>
                </a:lnTo>
                <a:lnTo>
                  <a:pt x="1449366" y="60102"/>
                </a:lnTo>
                <a:cubicBezTo>
                  <a:pt x="1453387" y="56752"/>
                  <a:pt x="1458831" y="53536"/>
                  <a:pt x="1465698" y="50454"/>
                </a:cubicBezTo>
                <a:cubicBezTo>
                  <a:pt x="1472566" y="47372"/>
                  <a:pt x="1478010" y="45830"/>
                  <a:pt x="1482031" y="45830"/>
                </a:cubicBezTo>
                <a:lnTo>
                  <a:pt x="1483538" y="45830"/>
                </a:lnTo>
                <a:close/>
                <a:moveTo>
                  <a:pt x="1505346" y="187342"/>
                </a:moveTo>
                <a:cubicBezTo>
                  <a:pt x="1500120" y="187342"/>
                  <a:pt x="1494961" y="186739"/>
                  <a:pt x="1489868" y="185533"/>
                </a:cubicBezTo>
                <a:lnTo>
                  <a:pt x="1489868" y="165130"/>
                </a:lnTo>
                <a:lnTo>
                  <a:pt x="1494592" y="165130"/>
                </a:lnTo>
                <a:lnTo>
                  <a:pt x="1497909" y="174779"/>
                </a:lnTo>
                <a:cubicBezTo>
                  <a:pt x="1499986" y="176320"/>
                  <a:pt x="1502867" y="177091"/>
                  <a:pt x="1506552" y="177091"/>
                </a:cubicBezTo>
                <a:cubicBezTo>
                  <a:pt x="1510037" y="177091"/>
                  <a:pt x="1513253" y="176086"/>
                  <a:pt x="1516201" y="174075"/>
                </a:cubicBezTo>
                <a:cubicBezTo>
                  <a:pt x="1519149" y="172065"/>
                  <a:pt x="1521846" y="169084"/>
                  <a:pt x="1524292" y="165130"/>
                </a:cubicBezTo>
                <a:cubicBezTo>
                  <a:pt x="1526737" y="161177"/>
                  <a:pt x="1529803" y="154108"/>
                  <a:pt x="1533488" y="143924"/>
                </a:cubicBezTo>
                <a:lnTo>
                  <a:pt x="1497507" y="55479"/>
                </a:lnTo>
                <a:lnTo>
                  <a:pt x="1487858" y="52966"/>
                </a:lnTo>
                <a:lnTo>
                  <a:pt x="1487858" y="48444"/>
                </a:lnTo>
                <a:lnTo>
                  <a:pt x="1531679" y="48444"/>
                </a:lnTo>
                <a:lnTo>
                  <a:pt x="1531679" y="52966"/>
                </a:lnTo>
                <a:lnTo>
                  <a:pt x="1516804" y="55680"/>
                </a:lnTo>
                <a:lnTo>
                  <a:pt x="1542332" y="121712"/>
                </a:lnTo>
                <a:lnTo>
                  <a:pt x="1567057" y="55479"/>
                </a:lnTo>
                <a:lnTo>
                  <a:pt x="1552282" y="52966"/>
                </a:lnTo>
                <a:lnTo>
                  <a:pt x="1552282" y="48444"/>
                </a:lnTo>
                <a:lnTo>
                  <a:pt x="1587459" y="48444"/>
                </a:lnTo>
                <a:lnTo>
                  <a:pt x="1587459" y="52966"/>
                </a:lnTo>
                <a:lnTo>
                  <a:pt x="1577610" y="55077"/>
                </a:lnTo>
                <a:lnTo>
                  <a:pt x="1540724" y="148849"/>
                </a:lnTo>
                <a:cubicBezTo>
                  <a:pt x="1536369" y="159904"/>
                  <a:pt x="1532583" y="167844"/>
                  <a:pt x="1529367" y="172668"/>
                </a:cubicBezTo>
                <a:cubicBezTo>
                  <a:pt x="1526151" y="177493"/>
                  <a:pt x="1522600" y="181144"/>
                  <a:pt x="1518714" y="183623"/>
                </a:cubicBezTo>
                <a:cubicBezTo>
                  <a:pt x="1514827" y="186103"/>
                  <a:pt x="1510372" y="187342"/>
                  <a:pt x="1505346" y="1873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dentificaiton">
            <a:extLst xmlns:a="http://schemas.openxmlformats.org/drawingml/2006/main">
              <a:ext uri="{FF2B5EF4-FFF2-40B4-BE49-F238E27FC236}">
                <a16:creationId xmlns:a16="http://schemas.microsoft.com/office/drawing/2014/main" id="{DA727F86-1FA9-4E81-809E-5CD0BCB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84" y="870981"/>
            <a:ext cx="1096840" cy="146939"/>
          </a:xfrm>
          <a:custGeom xmlns:a="http://schemas.openxmlformats.org/drawingml/2006/main">
            <a:pathLst>
              <a:path w="1096840" h="146939">
                <a:moveTo>
                  <a:pt x="36584" y="136888"/>
                </a:moveTo>
                <a:lnTo>
                  <a:pt x="53871" y="139602"/>
                </a:lnTo>
                <a:lnTo>
                  <a:pt x="53871" y="144929"/>
                </a:lnTo>
                <a:lnTo>
                  <a:pt x="0" y="144929"/>
                </a:lnTo>
                <a:lnTo>
                  <a:pt x="0" y="139602"/>
                </a:lnTo>
                <a:lnTo>
                  <a:pt x="17287" y="136888"/>
                </a:lnTo>
                <a:lnTo>
                  <a:pt x="17287" y="17990"/>
                </a:lnTo>
                <a:lnTo>
                  <a:pt x="0" y="15377"/>
                </a:lnTo>
                <a:lnTo>
                  <a:pt x="0" y="10051"/>
                </a:lnTo>
                <a:lnTo>
                  <a:pt x="53871" y="10051"/>
                </a:lnTo>
                <a:lnTo>
                  <a:pt x="53871" y="15377"/>
                </a:lnTo>
                <a:lnTo>
                  <a:pt x="36584" y="17990"/>
                </a:lnTo>
                <a:lnTo>
                  <a:pt x="36584" y="136888"/>
                </a:lnTo>
                <a:close/>
                <a:moveTo>
                  <a:pt x="133771" y="137893"/>
                </a:moveTo>
                <a:cubicBezTo>
                  <a:pt x="126200" y="143924"/>
                  <a:pt x="117355" y="146939"/>
                  <a:pt x="107238" y="146939"/>
                </a:cubicBezTo>
                <a:cubicBezTo>
                  <a:pt x="81441" y="146939"/>
                  <a:pt x="68543" y="130808"/>
                  <a:pt x="68543" y="98546"/>
                </a:cubicBezTo>
                <a:cubicBezTo>
                  <a:pt x="68543" y="81979"/>
                  <a:pt x="72195" y="69386"/>
                  <a:pt x="79498" y="60768"/>
                </a:cubicBezTo>
                <a:cubicBezTo>
                  <a:pt x="86802" y="52150"/>
                  <a:pt x="97556" y="47841"/>
                  <a:pt x="111761" y="47841"/>
                </a:cubicBezTo>
                <a:cubicBezTo>
                  <a:pt x="118997" y="47841"/>
                  <a:pt x="126334" y="48611"/>
                  <a:pt x="133771" y="50152"/>
                </a:cubicBezTo>
                <a:cubicBezTo>
                  <a:pt x="133369" y="47941"/>
                  <a:pt x="133168" y="42380"/>
                  <a:pt x="133168" y="33468"/>
                </a:cubicBezTo>
                <a:lnTo>
                  <a:pt x="133168" y="8945"/>
                </a:lnTo>
                <a:lnTo>
                  <a:pt x="117288" y="6533"/>
                </a:lnTo>
                <a:lnTo>
                  <a:pt x="117288" y="2010"/>
                </a:lnTo>
                <a:lnTo>
                  <a:pt x="149852" y="2010"/>
                </a:lnTo>
                <a:lnTo>
                  <a:pt x="149852" y="137893"/>
                </a:lnTo>
                <a:lnTo>
                  <a:pt x="161511" y="140406"/>
                </a:lnTo>
                <a:lnTo>
                  <a:pt x="161511" y="144929"/>
                </a:lnTo>
                <a:lnTo>
                  <a:pt x="134977" y="144929"/>
                </a:lnTo>
                <a:lnTo>
                  <a:pt x="133771" y="137893"/>
                </a:lnTo>
                <a:moveTo>
                  <a:pt x="86634" y="98549"/>
                </a:moveTo>
                <a:cubicBezTo>
                  <a:pt x="86634" y="111296"/>
                  <a:pt x="88778" y="120807"/>
                  <a:pt x="93067" y="127080"/>
                </a:cubicBezTo>
                <a:cubicBezTo>
                  <a:pt x="97355" y="133351"/>
                  <a:pt x="103921" y="136486"/>
                  <a:pt x="112766" y="136486"/>
                </a:cubicBezTo>
                <a:cubicBezTo>
                  <a:pt x="120337" y="136486"/>
                  <a:pt x="127138" y="135180"/>
                  <a:pt x="133168" y="132567"/>
                </a:cubicBezTo>
                <a:lnTo>
                  <a:pt x="133168" y="57794"/>
                </a:lnTo>
                <a:cubicBezTo>
                  <a:pt x="127205" y="56653"/>
                  <a:pt x="120404" y="56082"/>
                  <a:pt x="112766" y="56082"/>
                </a:cubicBezTo>
                <a:cubicBezTo>
                  <a:pt x="95345" y="56082"/>
                  <a:pt x="86634" y="70238"/>
                  <a:pt x="86634" y="98549"/>
                </a:cubicBezTo>
                <a:close/>
                <a:moveTo>
                  <a:pt x="190155" y="97289"/>
                </a:moveTo>
                <a:lnTo>
                  <a:pt x="190155" y="99102"/>
                </a:lnTo>
                <a:cubicBezTo>
                  <a:pt x="190155" y="108373"/>
                  <a:pt x="191177" y="115578"/>
                  <a:pt x="193220" y="120716"/>
                </a:cubicBezTo>
                <a:cubicBezTo>
                  <a:pt x="195264" y="125855"/>
                  <a:pt x="198413" y="129768"/>
                  <a:pt x="202668" y="132457"/>
                </a:cubicBezTo>
                <a:cubicBezTo>
                  <a:pt x="206923" y="135143"/>
                  <a:pt x="212501" y="136486"/>
                  <a:pt x="219402" y="136486"/>
                </a:cubicBezTo>
                <a:cubicBezTo>
                  <a:pt x="223020" y="136486"/>
                  <a:pt x="227308" y="136185"/>
                  <a:pt x="232267" y="135582"/>
                </a:cubicBezTo>
                <a:cubicBezTo>
                  <a:pt x="237225" y="134979"/>
                  <a:pt x="241312" y="134309"/>
                  <a:pt x="244528" y="133572"/>
                </a:cubicBezTo>
                <a:lnTo>
                  <a:pt x="244528" y="139200"/>
                </a:lnTo>
                <a:cubicBezTo>
                  <a:pt x="241312" y="141277"/>
                  <a:pt x="236940" y="143086"/>
                  <a:pt x="231412" y="144627"/>
                </a:cubicBezTo>
                <a:cubicBezTo>
                  <a:pt x="225885" y="146168"/>
                  <a:pt x="220240" y="146939"/>
                  <a:pt x="214477" y="146939"/>
                </a:cubicBezTo>
                <a:cubicBezTo>
                  <a:pt x="199803" y="146939"/>
                  <a:pt x="189066" y="142982"/>
                  <a:pt x="182265" y="135067"/>
                </a:cubicBezTo>
                <a:cubicBezTo>
                  <a:pt x="175464" y="127152"/>
                  <a:pt x="172064" y="114442"/>
                  <a:pt x="172064" y="96938"/>
                </a:cubicBezTo>
                <a:cubicBezTo>
                  <a:pt x="172064" y="80438"/>
                  <a:pt x="175515" y="68130"/>
                  <a:pt x="182416" y="60014"/>
                </a:cubicBezTo>
                <a:cubicBezTo>
                  <a:pt x="189317" y="51899"/>
                  <a:pt x="199167" y="47841"/>
                  <a:pt x="211965" y="47841"/>
                </a:cubicBezTo>
                <a:cubicBezTo>
                  <a:pt x="236153" y="47841"/>
                  <a:pt x="248247" y="61576"/>
                  <a:pt x="248247" y="89048"/>
                </a:cubicBezTo>
                <a:lnTo>
                  <a:pt x="248247" y="97289"/>
                </a:lnTo>
                <a:lnTo>
                  <a:pt x="190155" y="97289"/>
                </a:lnTo>
                <a:moveTo>
                  <a:pt x="211965" y="55881"/>
                </a:moveTo>
                <a:cubicBezTo>
                  <a:pt x="204996" y="55881"/>
                  <a:pt x="199653" y="58695"/>
                  <a:pt x="195934" y="64323"/>
                </a:cubicBezTo>
                <a:cubicBezTo>
                  <a:pt x="192215" y="69952"/>
                  <a:pt x="190356" y="78260"/>
                  <a:pt x="190356" y="89249"/>
                </a:cubicBezTo>
                <a:lnTo>
                  <a:pt x="230759" y="89249"/>
                </a:lnTo>
                <a:cubicBezTo>
                  <a:pt x="230759" y="77255"/>
                  <a:pt x="229218" y="68695"/>
                  <a:pt x="226136" y="63570"/>
                </a:cubicBezTo>
                <a:cubicBezTo>
                  <a:pt x="223054" y="58444"/>
                  <a:pt x="218330" y="55881"/>
                  <a:pt x="211965" y="55881"/>
                </a:cubicBezTo>
                <a:close/>
                <a:moveTo>
                  <a:pt x="287772" y="57992"/>
                </a:moveTo>
                <a:cubicBezTo>
                  <a:pt x="292931" y="55043"/>
                  <a:pt x="298426" y="52615"/>
                  <a:pt x="304255" y="50705"/>
                </a:cubicBezTo>
                <a:cubicBezTo>
                  <a:pt x="310084" y="48795"/>
                  <a:pt x="314942" y="47841"/>
                  <a:pt x="318828" y="47841"/>
                </a:cubicBezTo>
                <a:cubicBezTo>
                  <a:pt x="327003" y="47841"/>
                  <a:pt x="333167" y="50222"/>
                  <a:pt x="337321" y="54986"/>
                </a:cubicBezTo>
                <a:cubicBezTo>
                  <a:pt x="341476" y="59747"/>
                  <a:pt x="343553" y="66656"/>
                  <a:pt x="343553" y="75712"/>
                </a:cubicBezTo>
                <a:lnTo>
                  <a:pt x="343553" y="137893"/>
                </a:lnTo>
                <a:lnTo>
                  <a:pt x="355010" y="140406"/>
                </a:lnTo>
                <a:lnTo>
                  <a:pt x="355010" y="144929"/>
                </a:lnTo>
                <a:lnTo>
                  <a:pt x="314306" y="144929"/>
                </a:lnTo>
                <a:lnTo>
                  <a:pt x="314306" y="140406"/>
                </a:lnTo>
                <a:lnTo>
                  <a:pt x="326869" y="137893"/>
                </a:lnTo>
                <a:lnTo>
                  <a:pt x="326869" y="77512"/>
                </a:lnTo>
                <a:cubicBezTo>
                  <a:pt x="326869" y="71944"/>
                  <a:pt x="325512" y="67567"/>
                  <a:pt x="322798" y="64380"/>
                </a:cubicBezTo>
                <a:cubicBezTo>
                  <a:pt x="320085" y="61193"/>
                  <a:pt x="315880" y="59600"/>
                  <a:pt x="310185" y="59600"/>
                </a:cubicBezTo>
                <a:cubicBezTo>
                  <a:pt x="304155" y="59600"/>
                  <a:pt x="296751" y="60571"/>
                  <a:pt x="287973" y="62514"/>
                </a:cubicBezTo>
                <a:lnTo>
                  <a:pt x="287973" y="137893"/>
                </a:lnTo>
                <a:lnTo>
                  <a:pt x="300737" y="140406"/>
                </a:lnTo>
                <a:lnTo>
                  <a:pt x="300737" y="144929"/>
                </a:lnTo>
                <a:lnTo>
                  <a:pt x="259932" y="144929"/>
                </a:lnTo>
                <a:lnTo>
                  <a:pt x="259932" y="140406"/>
                </a:lnTo>
                <a:lnTo>
                  <a:pt x="271289" y="137893"/>
                </a:lnTo>
                <a:lnTo>
                  <a:pt x="271289" y="57489"/>
                </a:lnTo>
                <a:lnTo>
                  <a:pt x="259932" y="54976"/>
                </a:lnTo>
                <a:lnTo>
                  <a:pt x="259932" y="50454"/>
                </a:lnTo>
                <a:lnTo>
                  <a:pt x="286868" y="50454"/>
                </a:lnTo>
                <a:lnTo>
                  <a:pt x="287772" y="57992"/>
                </a:lnTo>
                <a:close/>
                <a:moveTo>
                  <a:pt x="391695" y="146939"/>
                </a:moveTo>
                <a:cubicBezTo>
                  <a:pt x="385262" y="146939"/>
                  <a:pt x="380455" y="145029"/>
                  <a:pt x="377272" y="141210"/>
                </a:cubicBezTo>
                <a:cubicBezTo>
                  <a:pt x="374090" y="137391"/>
                  <a:pt x="372498" y="132031"/>
                  <a:pt x="372498" y="125129"/>
                </a:cubicBezTo>
                <a:lnTo>
                  <a:pt x="372498" y="58896"/>
                </a:lnTo>
                <a:lnTo>
                  <a:pt x="360136" y="58896"/>
                </a:lnTo>
                <a:lnTo>
                  <a:pt x="360136" y="54373"/>
                </a:lnTo>
                <a:lnTo>
                  <a:pt x="372699" y="50454"/>
                </a:lnTo>
                <a:lnTo>
                  <a:pt x="382850" y="29046"/>
                </a:lnTo>
                <a:lnTo>
                  <a:pt x="389182" y="29046"/>
                </a:lnTo>
                <a:lnTo>
                  <a:pt x="389182" y="50454"/>
                </a:lnTo>
                <a:lnTo>
                  <a:pt x="410791" y="50454"/>
                </a:lnTo>
                <a:lnTo>
                  <a:pt x="410791" y="58896"/>
                </a:lnTo>
                <a:lnTo>
                  <a:pt x="389182" y="58896"/>
                </a:lnTo>
                <a:lnTo>
                  <a:pt x="389182" y="123320"/>
                </a:lnTo>
                <a:cubicBezTo>
                  <a:pt x="389182" y="127675"/>
                  <a:pt x="390170" y="130959"/>
                  <a:pt x="392147" y="133170"/>
                </a:cubicBezTo>
                <a:cubicBezTo>
                  <a:pt x="394124" y="135381"/>
                  <a:pt x="396720" y="136486"/>
                  <a:pt x="399936" y="136486"/>
                </a:cubicBezTo>
                <a:cubicBezTo>
                  <a:pt x="403822" y="136486"/>
                  <a:pt x="408546" y="135950"/>
                  <a:pt x="414108" y="134878"/>
                </a:cubicBezTo>
                <a:lnTo>
                  <a:pt x="414108" y="141411"/>
                </a:lnTo>
                <a:cubicBezTo>
                  <a:pt x="411762" y="143019"/>
                  <a:pt x="408379" y="144343"/>
                  <a:pt x="403956" y="145381"/>
                </a:cubicBezTo>
                <a:cubicBezTo>
                  <a:pt x="399534" y="146420"/>
                  <a:pt x="395447" y="146939"/>
                  <a:pt x="391695" y="146939"/>
                </a:cubicBezTo>
                <a:close/>
                <a:moveTo>
                  <a:pt x="453234" y="19498"/>
                </a:moveTo>
                <a:cubicBezTo>
                  <a:pt x="453234" y="22446"/>
                  <a:pt x="452162" y="24992"/>
                  <a:pt x="450018" y="27136"/>
                </a:cubicBezTo>
                <a:cubicBezTo>
                  <a:pt x="447874" y="29281"/>
                  <a:pt x="445294" y="30353"/>
                  <a:pt x="442279" y="30353"/>
                </a:cubicBezTo>
                <a:cubicBezTo>
                  <a:pt x="439331" y="30353"/>
                  <a:pt x="436784" y="29281"/>
                  <a:pt x="434640" y="27136"/>
                </a:cubicBezTo>
                <a:cubicBezTo>
                  <a:pt x="432496" y="24992"/>
                  <a:pt x="431424" y="22446"/>
                  <a:pt x="431424" y="19498"/>
                </a:cubicBezTo>
                <a:cubicBezTo>
                  <a:pt x="431424" y="16483"/>
                  <a:pt x="432496" y="13903"/>
                  <a:pt x="434640" y="11759"/>
                </a:cubicBezTo>
                <a:cubicBezTo>
                  <a:pt x="436784" y="9615"/>
                  <a:pt x="439331" y="8543"/>
                  <a:pt x="442279" y="8543"/>
                </a:cubicBezTo>
                <a:cubicBezTo>
                  <a:pt x="445294" y="8543"/>
                  <a:pt x="447874" y="9615"/>
                  <a:pt x="450018" y="11759"/>
                </a:cubicBezTo>
                <a:cubicBezTo>
                  <a:pt x="452162" y="13903"/>
                  <a:pt x="453234" y="16483"/>
                  <a:pt x="453234" y="19498"/>
                </a:cubicBezTo>
                <a:moveTo>
                  <a:pt x="452229" y="137893"/>
                </a:moveTo>
                <a:lnTo>
                  <a:pt x="468410" y="140406"/>
                </a:lnTo>
                <a:lnTo>
                  <a:pt x="468410" y="144929"/>
                </a:lnTo>
                <a:lnTo>
                  <a:pt x="419464" y="144929"/>
                </a:lnTo>
                <a:lnTo>
                  <a:pt x="419464" y="140406"/>
                </a:lnTo>
                <a:lnTo>
                  <a:pt x="435545" y="137893"/>
                </a:lnTo>
                <a:lnTo>
                  <a:pt x="435545" y="57489"/>
                </a:lnTo>
                <a:lnTo>
                  <a:pt x="422178" y="54976"/>
                </a:lnTo>
                <a:lnTo>
                  <a:pt x="422178" y="50454"/>
                </a:lnTo>
                <a:lnTo>
                  <a:pt x="452229" y="50454"/>
                </a:lnTo>
                <a:lnTo>
                  <a:pt x="452229" y="137893"/>
                </a:lnTo>
                <a:close/>
                <a:moveTo>
                  <a:pt x="494772" y="58896"/>
                </a:moveTo>
                <a:lnTo>
                  <a:pt x="478490" y="58896"/>
                </a:lnTo>
                <a:lnTo>
                  <a:pt x="478490" y="53971"/>
                </a:lnTo>
                <a:lnTo>
                  <a:pt x="494772" y="50052"/>
                </a:lnTo>
                <a:lnTo>
                  <a:pt x="494772" y="43418"/>
                </a:lnTo>
                <a:cubicBezTo>
                  <a:pt x="494772" y="29482"/>
                  <a:pt x="497536" y="18761"/>
                  <a:pt x="503064" y="11257"/>
                </a:cubicBezTo>
                <a:cubicBezTo>
                  <a:pt x="508592" y="3752"/>
                  <a:pt x="516347" y="0"/>
                  <a:pt x="526331" y="0"/>
                </a:cubicBezTo>
                <a:cubicBezTo>
                  <a:pt x="531490" y="0"/>
                  <a:pt x="536281" y="637"/>
                  <a:pt x="540703" y="1910"/>
                </a:cubicBezTo>
                <a:lnTo>
                  <a:pt x="540703" y="22513"/>
                </a:lnTo>
                <a:lnTo>
                  <a:pt x="535778" y="22513"/>
                </a:lnTo>
                <a:lnTo>
                  <a:pt x="531256" y="10151"/>
                </a:lnTo>
                <a:cubicBezTo>
                  <a:pt x="528978" y="8744"/>
                  <a:pt x="526230" y="8040"/>
                  <a:pt x="523014" y="8040"/>
                </a:cubicBezTo>
                <a:cubicBezTo>
                  <a:pt x="518793" y="8040"/>
                  <a:pt x="515811" y="9917"/>
                  <a:pt x="514069" y="13669"/>
                </a:cubicBezTo>
                <a:cubicBezTo>
                  <a:pt x="512327" y="17421"/>
                  <a:pt x="511456" y="24456"/>
                  <a:pt x="511456" y="34775"/>
                </a:cubicBezTo>
                <a:lnTo>
                  <a:pt x="511456" y="50454"/>
                </a:lnTo>
                <a:lnTo>
                  <a:pt x="536582" y="50454"/>
                </a:lnTo>
                <a:lnTo>
                  <a:pt x="536582" y="58896"/>
                </a:lnTo>
                <a:lnTo>
                  <a:pt x="511456" y="58896"/>
                </a:lnTo>
                <a:lnTo>
                  <a:pt x="511456" y="137089"/>
                </a:lnTo>
                <a:lnTo>
                  <a:pt x="531859" y="140406"/>
                </a:lnTo>
                <a:lnTo>
                  <a:pt x="531859" y="144929"/>
                </a:lnTo>
                <a:lnTo>
                  <a:pt x="480802" y="144929"/>
                </a:lnTo>
                <a:lnTo>
                  <a:pt x="480802" y="140406"/>
                </a:lnTo>
                <a:lnTo>
                  <a:pt x="494772" y="137089"/>
                </a:lnTo>
                <a:lnTo>
                  <a:pt x="494772" y="58896"/>
                </a:lnTo>
                <a:close/>
                <a:moveTo>
                  <a:pt x="578793" y="19498"/>
                </a:moveTo>
                <a:cubicBezTo>
                  <a:pt x="578793" y="22446"/>
                  <a:pt x="577721" y="24992"/>
                  <a:pt x="575577" y="27136"/>
                </a:cubicBezTo>
                <a:cubicBezTo>
                  <a:pt x="573433" y="29281"/>
                  <a:pt x="570853" y="30353"/>
                  <a:pt x="567838" y="30353"/>
                </a:cubicBezTo>
                <a:cubicBezTo>
                  <a:pt x="564890" y="30353"/>
                  <a:pt x="562344" y="29281"/>
                  <a:pt x="560200" y="27136"/>
                </a:cubicBezTo>
                <a:cubicBezTo>
                  <a:pt x="558056" y="24992"/>
                  <a:pt x="556984" y="22446"/>
                  <a:pt x="556984" y="19498"/>
                </a:cubicBezTo>
                <a:cubicBezTo>
                  <a:pt x="556984" y="16483"/>
                  <a:pt x="558056" y="13903"/>
                  <a:pt x="560200" y="11759"/>
                </a:cubicBezTo>
                <a:cubicBezTo>
                  <a:pt x="562344" y="9615"/>
                  <a:pt x="564890" y="8543"/>
                  <a:pt x="567838" y="8543"/>
                </a:cubicBezTo>
                <a:cubicBezTo>
                  <a:pt x="570853" y="8543"/>
                  <a:pt x="573433" y="9615"/>
                  <a:pt x="575577" y="11759"/>
                </a:cubicBezTo>
                <a:cubicBezTo>
                  <a:pt x="577721" y="13903"/>
                  <a:pt x="578793" y="16483"/>
                  <a:pt x="578793" y="19498"/>
                </a:cubicBezTo>
                <a:moveTo>
                  <a:pt x="577788" y="137893"/>
                </a:moveTo>
                <a:lnTo>
                  <a:pt x="593970" y="140406"/>
                </a:lnTo>
                <a:lnTo>
                  <a:pt x="593970" y="144929"/>
                </a:lnTo>
                <a:lnTo>
                  <a:pt x="545023" y="144929"/>
                </a:lnTo>
                <a:lnTo>
                  <a:pt x="545023" y="140406"/>
                </a:lnTo>
                <a:lnTo>
                  <a:pt x="561104" y="137893"/>
                </a:lnTo>
                <a:lnTo>
                  <a:pt x="561104" y="57489"/>
                </a:lnTo>
                <a:lnTo>
                  <a:pt x="547737" y="54976"/>
                </a:lnTo>
                <a:lnTo>
                  <a:pt x="547737" y="50454"/>
                </a:lnTo>
                <a:lnTo>
                  <a:pt x="577788" y="50454"/>
                </a:lnTo>
                <a:lnTo>
                  <a:pt x="577788" y="137893"/>
                </a:lnTo>
                <a:close/>
                <a:moveTo>
                  <a:pt x="682746" y="139200"/>
                </a:moveTo>
                <a:cubicBezTo>
                  <a:pt x="679462" y="141612"/>
                  <a:pt x="674940" y="143505"/>
                  <a:pt x="669177" y="144879"/>
                </a:cubicBezTo>
                <a:cubicBezTo>
                  <a:pt x="663415" y="146252"/>
                  <a:pt x="657519" y="146939"/>
                  <a:pt x="651488" y="146939"/>
                </a:cubicBezTo>
                <a:cubicBezTo>
                  <a:pt x="620868" y="146939"/>
                  <a:pt x="605557" y="130272"/>
                  <a:pt x="605557" y="96938"/>
                </a:cubicBezTo>
                <a:cubicBezTo>
                  <a:pt x="605557" y="81175"/>
                  <a:pt x="609460" y="69051"/>
                  <a:pt x="617266" y="60567"/>
                </a:cubicBezTo>
                <a:cubicBezTo>
                  <a:pt x="625072" y="52083"/>
                  <a:pt x="636245" y="47841"/>
                  <a:pt x="650785" y="47841"/>
                </a:cubicBezTo>
                <a:cubicBezTo>
                  <a:pt x="659830" y="47841"/>
                  <a:pt x="669713" y="48879"/>
                  <a:pt x="680434" y="50956"/>
                </a:cubicBezTo>
                <a:lnTo>
                  <a:pt x="680434" y="77289"/>
                </a:lnTo>
                <a:lnTo>
                  <a:pt x="674906" y="77289"/>
                </a:lnTo>
                <a:lnTo>
                  <a:pt x="670584" y="60605"/>
                </a:lnTo>
                <a:cubicBezTo>
                  <a:pt x="665023" y="57456"/>
                  <a:pt x="658356" y="55881"/>
                  <a:pt x="650584" y="55881"/>
                </a:cubicBezTo>
                <a:cubicBezTo>
                  <a:pt x="632627" y="55881"/>
                  <a:pt x="623648" y="69567"/>
                  <a:pt x="623648" y="96938"/>
                </a:cubicBezTo>
                <a:cubicBezTo>
                  <a:pt x="623648" y="111161"/>
                  <a:pt x="626379" y="121309"/>
                  <a:pt x="631840" y="127381"/>
                </a:cubicBezTo>
                <a:cubicBezTo>
                  <a:pt x="637300" y="133451"/>
                  <a:pt x="645760" y="136486"/>
                  <a:pt x="657217" y="136486"/>
                </a:cubicBezTo>
                <a:cubicBezTo>
                  <a:pt x="667000" y="136486"/>
                  <a:pt x="675509" y="135381"/>
                  <a:pt x="682746" y="133170"/>
                </a:cubicBezTo>
                <a:lnTo>
                  <a:pt x="682746" y="139200"/>
                </a:lnTo>
                <a:close/>
                <a:moveTo>
                  <a:pt x="735638" y="48243"/>
                </a:moveTo>
                <a:cubicBezTo>
                  <a:pt x="745957" y="48243"/>
                  <a:pt x="753545" y="50356"/>
                  <a:pt x="758403" y="54584"/>
                </a:cubicBezTo>
                <a:cubicBezTo>
                  <a:pt x="763261" y="58809"/>
                  <a:pt x="765689" y="65281"/>
                  <a:pt x="765689" y="74000"/>
                </a:cubicBezTo>
                <a:lnTo>
                  <a:pt x="765689" y="137893"/>
                </a:lnTo>
                <a:lnTo>
                  <a:pt x="777449" y="140406"/>
                </a:lnTo>
                <a:lnTo>
                  <a:pt x="777449" y="144929"/>
                </a:lnTo>
                <a:lnTo>
                  <a:pt x="751518" y="144929"/>
                </a:lnTo>
                <a:lnTo>
                  <a:pt x="749609" y="135481"/>
                </a:lnTo>
                <a:cubicBezTo>
                  <a:pt x="741970" y="143120"/>
                  <a:pt x="732221" y="146939"/>
                  <a:pt x="720361" y="146939"/>
                </a:cubicBezTo>
                <a:cubicBezTo>
                  <a:pt x="704214" y="146939"/>
                  <a:pt x="696140" y="137542"/>
                  <a:pt x="696140" y="118747"/>
                </a:cubicBezTo>
                <a:cubicBezTo>
                  <a:pt x="696140" y="112438"/>
                  <a:pt x="697362" y="107220"/>
                  <a:pt x="699808" y="103093"/>
                </a:cubicBezTo>
                <a:cubicBezTo>
                  <a:pt x="702254" y="98964"/>
                  <a:pt x="706157" y="95809"/>
                  <a:pt x="711517" y="93627"/>
                </a:cubicBezTo>
                <a:cubicBezTo>
                  <a:pt x="716877" y="91445"/>
                  <a:pt x="724650" y="90254"/>
                  <a:pt x="734834" y="90053"/>
                </a:cubicBezTo>
                <a:lnTo>
                  <a:pt x="749006" y="89651"/>
                </a:lnTo>
                <a:lnTo>
                  <a:pt x="749006" y="74877"/>
                </a:lnTo>
                <a:cubicBezTo>
                  <a:pt x="749006" y="68377"/>
                  <a:pt x="747816" y="63586"/>
                  <a:pt x="745438" y="60504"/>
                </a:cubicBezTo>
                <a:cubicBezTo>
                  <a:pt x="743059" y="57422"/>
                  <a:pt x="739391" y="55881"/>
                  <a:pt x="734432" y="55881"/>
                </a:cubicBezTo>
                <a:cubicBezTo>
                  <a:pt x="727732" y="55881"/>
                  <a:pt x="721601" y="57456"/>
                  <a:pt x="716040" y="60605"/>
                </a:cubicBezTo>
                <a:lnTo>
                  <a:pt x="712623" y="72364"/>
                </a:lnTo>
                <a:lnTo>
                  <a:pt x="706994" y="72364"/>
                </a:lnTo>
                <a:lnTo>
                  <a:pt x="706994" y="51760"/>
                </a:lnTo>
                <a:cubicBezTo>
                  <a:pt x="717849" y="49415"/>
                  <a:pt x="727397" y="48243"/>
                  <a:pt x="735638" y="48243"/>
                </a:cubicBezTo>
                <a:moveTo>
                  <a:pt x="749006" y="96686"/>
                </a:moveTo>
                <a:lnTo>
                  <a:pt x="735839" y="97088"/>
                </a:lnTo>
                <a:cubicBezTo>
                  <a:pt x="726861" y="97425"/>
                  <a:pt x="720780" y="99173"/>
                  <a:pt x="717598" y="102330"/>
                </a:cubicBezTo>
                <a:cubicBezTo>
                  <a:pt x="714415" y="105486"/>
                  <a:pt x="712824" y="110759"/>
                  <a:pt x="712824" y="118150"/>
                </a:cubicBezTo>
                <a:cubicBezTo>
                  <a:pt x="712824" y="129972"/>
                  <a:pt x="717614" y="135883"/>
                  <a:pt x="727196" y="135883"/>
                </a:cubicBezTo>
                <a:cubicBezTo>
                  <a:pt x="731752" y="135883"/>
                  <a:pt x="735689" y="135364"/>
                  <a:pt x="739005" y="134326"/>
                </a:cubicBezTo>
                <a:cubicBezTo>
                  <a:pt x="742322" y="133287"/>
                  <a:pt x="745655" y="131964"/>
                  <a:pt x="749006" y="130356"/>
                </a:cubicBezTo>
                <a:lnTo>
                  <a:pt x="749006" y="96686"/>
                </a:lnTo>
                <a:close/>
                <a:moveTo>
                  <a:pt x="818180" y="19498"/>
                </a:moveTo>
                <a:cubicBezTo>
                  <a:pt x="818180" y="22446"/>
                  <a:pt x="817108" y="24992"/>
                  <a:pt x="814964" y="27136"/>
                </a:cubicBezTo>
                <a:cubicBezTo>
                  <a:pt x="812819" y="29281"/>
                  <a:pt x="810240" y="30353"/>
                  <a:pt x="807225" y="30353"/>
                </a:cubicBezTo>
                <a:cubicBezTo>
                  <a:pt x="804276" y="30353"/>
                  <a:pt x="801730" y="29281"/>
                  <a:pt x="799586" y="27136"/>
                </a:cubicBezTo>
                <a:cubicBezTo>
                  <a:pt x="797442" y="24992"/>
                  <a:pt x="796370" y="22446"/>
                  <a:pt x="796370" y="19498"/>
                </a:cubicBezTo>
                <a:cubicBezTo>
                  <a:pt x="796370" y="16483"/>
                  <a:pt x="797442" y="13903"/>
                  <a:pt x="799586" y="11759"/>
                </a:cubicBezTo>
                <a:cubicBezTo>
                  <a:pt x="801730" y="9615"/>
                  <a:pt x="804276" y="8543"/>
                  <a:pt x="807225" y="8543"/>
                </a:cubicBezTo>
                <a:cubicBezTo>
                  <a:pt x="810240" y="8543"/>
                  <a:pt x="812819" y="9615"/>
                  <a:pt x="814964" y="11759"/>
                </a:cubicBezTo>
                <a:cubicBezTo>
                  <a:pt x="817108" y="13903"/>
                  <a:pt x="818180" y="16483"/>
                  <a:pt x="818180" y="19498"/>
                </a:cubicBezTo>
                <a:moveTo>
                  <a:pt x="817175" y="137893"/>
                </a:moveTo>
                <a:lnTo>
                  <a:pt x="833356" y="140406"/>
                </a:lnTo>
                <a:lnTo>
                  <a:pt x="833356" y="144929"/>
                </a:lnTo>
                <a:lnTo>
                  <a:pt x="784410" y="144929"/>
                </a:lnTo>
                <a:lnTo>
                  <a:pt x="784410" y="140406"/>
                </a:lnTo>
                <a:lnTo>
                  <a:pt x="800491" y="137893"/>
                </a:lnTo>
                <a:lnTo>
                  <a:pt x="800491" y="57489"/>
                </a:lnTo>
                <a:lnTo>
                  <a:pt x="787123" y="54976"/>
                </a:lnTo>
                <a:lnTo>
                  <a:pt x="787123" y="50454"/>
                </a:lnTo>
                <a:lnTo>
                  <a:pt x="817175" y="50454"/>
                </a:lnTo>
                <a:lnTo>
                  <a:pt x="817175" y="137893"/>
                </a:lnTo>
                <a:close/>
                <a:moveTo>
                  <a:pt x="870673" y="146939"/>
                </a:moveTo>
                <a:cubicBezTo>
                  <a:pt x="864241" y="146939"/>
                  <a:pt x="859433" y="145029"/>
                  <a:pt x="856250" y="141210"/>
                </a:cubicBezTo>
                <a:cubicBezTo>
                  <a:pt x="853068" y="137391"/>
                  <a:pt x="851476" y="132031"/>
                  <a:pt x="851476" y="125129"/>
                </a:cubicBezTo>
                <a:lnTo>
                  <a:pt x="851476" y="58896"/>
                </a:lnTo>
                <a:lnTo>
                  <a:pt x="839114" y="58896"/>
                </a:lnTo>
                <a:lnTo>
                  <a:pt x="839114" y="54373"/>
                </a:lnTo>
                <a:lnTo>
                  <a:pt x="851677" y="50454"/>
                </a:lnTo>
                <a:lnTo>
                  <a:pt x="861828" y="29046"/>
                </a:lnTo>
                <a:lnTo>
                  <a:pt x="868160" y="29046"/>
                </a:lnTo>
                <a:lnTo>
                  <a:pt x="868160" y="50454"/>
                </a:lnTo>
                <a:lnTo>
                  <a:pt x="889769" y="50454"/>
                </a:lnTo>
                <a:lnTo>
                  <a:pt x="889769" y="58896"/>
                </a:lnTo>
                <a:lnTo>
                  <a:pt x="868160" y="58896"/>
                </a:lnTo>
                <a:lnTo>
                  <a:pt x="868160" y="123320"/>
                </a:lnTo>
                <a:cubicBezTo>
                  <a:pt x="868160" y="127675"/>
                  <a:pt x="869149" y="130959"/>
                  <a:pt x="871125" y="133170"/>
                </a:cubicBezTo>
                <a:cubicBezTo>
                  <a:pt x="873102" y="135381"/>
                  <a:pt x="875698" y="136486"/>
                  <a:pt x="878914" y="136486"/>
                </a:cubicBezTo>
                <a:cubicBezTo>
                  <a:pt x="882801" y="136486"/>
                  <a:pt x="887524" y="135950"/>
                  <a:pt x="893086" y="134878"/>
                </a:cubicBezTo>
                <a:lnTo>
                  <a:pt x="893086" y="141411"/>
                </a:lnTo>
                <a:cubicBezTo>
                  <a:pt x="890741" y="143019"/>
                  <a:pt x="887357" y="144343"/>
                  <a:pt x="882935" y="145381"/>
                </a:cubicBezTo>
                <a:cubicBezTo>
                  <a:pt x="878512" y="146420"/>
                  <a:pt x="874425" y="146939"/>
                  <a:pt x="870673" y="146939"/>
                </a:cubicBezTo>
                <a:close/>
                <a:moveTo>
                  <a:pt x="989199" y="97139"/>
                </a:moveTo>
                <a:cubicBezTo>
                  <a:pt x="989199" y="130339"/>
                  <a:pt x="974458" y="146939"/>
                  <a:pt x="944976" y="146939"/>
                </a:cubicBezTo>
                <a:cubicBezTo>
                  <a:pt x="930771" y="146939"/>
                  <a:pt x="920051" y="142680"/>
                  <a:pt x="912814" y="134162"/>
                </a:cubicBezTo>
                <a:cubicBezTo>
                  <a:pt x="905578" y="125644"/>
                  <a:pt x="901960" y="113303"/>
                  <a:pt x="901960" y="97139"/>
                </a:cubicBezTo>
                <a:cubicBezTo>
                  <a:pt x="901960" y="81175"/>
                  <a:pt x="905578" y="68968"/>
                  <a:pt x="912814" y="60517"/>
                </a:cubicBezTo>
                <a:cubicBezTo>
                  <a:pt x="920051" y="52066"/>
                  <a:pt x="931039" y="47841"/>
                  <a:pt x="945780" y="47841"/>
                </a:cubicBezTo>
                <a:cubicBezTo>
                  <a:pt x="960119" y="47841"/>
                  <a:pt x="970940" y="51982"/>
                  <a:pt x="978243" y="60266"/>
                </a:cubicBezTo>
                <a:cubicBezTo>
                  <a:pt x="985547" y="68549"/>
                  <a:pt x="989199" y="80840"/>
                  <a:pt x="989199" y="97139"/>
                </a:cubicBezTo>
                <a:moveTo>
                  <a:pt x="971108" y="97139"/>
                </a:moveTo>
                <a:cubicBezTo>
                  <a:pt x="971108" y="82649"/>
                  <a:pt x="968997" y="72150"/>
                  <a:pt x="964776" y="65643"/>
                </a:cubicBezTo>
                <a:cubicBezTo>
                  <a:pt x="960554" y="59135"/>
                  <a:pt x="953955" y="55881"/>
                  <a:pt x="944976" y="55881"/>
                </a:cubicBezTo>
                <a:cubicBezTo>
                  <a:pt x="936199" y="55881"/>
                  <a:pt x="929850" y="59001"/>
                  <a:pt x="925930" y="65241"/>
                </a:cubicBezTo>
                <a:cubicBezTo>
                  <a:pt x="922011" y="71478"/>
                  <a:pt x="920051" y="82111"/>
                  <a:pt x="920051" y="97139"/>
                </a:cubicBezTo>
                <a:cubicBezTo>
                  <a:pt x="920051" y="112367"/>
                  <a:pt x="922044" y="123152"/>
                  <a:pt x="926031" y="129492"/>
                </a:cubicBezTo>
                <a:cubicBezTo>
                  <a:pt x="930018" y="135830"/>
                  <a:pt x="936333" y="138999"/>
                  <a:pt x="944976" y="138999"/>
                </a:cubicBezTo>
                <a:cubicBezTo>
                  <a:pt x="953821" y="138999"/>
                  <a:pt x="960387" y="135712"/>
                  <a:pt x="964675" y="129137"/>
                </a:cubicBezTo>
                <a:cubicBezTo>
                  <a:pt x="968963" y="122562"/>
                  <a:pt x="971108" y="111896"/>
                  <a:pt x="971108" y="97139"/>
                </a:cubicBezTo>
                <a:close/>
                <a:moveTo>
                  <a:pt x="1029602" y="57992"/>
                </a:moveTo>
                <a:cubicBezTo>
                  <a:pt x="1034761" y="55043"/>
                  <a:pt x="1040255" y="52615"/>
                  <a:pt x="1046085" y="50705"/>
                </a:cubicBezTo>
                <a:cubicBezTo>
                  <a:pt x="1051914" y="48795"/>
                  <a:pt x="1056772" y="47841"/>
                  <a:pt x="1060658" y="47841"/>
                </a:cubicBezTo>
                <a:cubicBezTo>
                  <a:pt x="1068832" y="47841"/>
                  <a:pt x="1074997" y="50222"/>
                  <a:pt x="1079151" y="54986"/>
                </a:cubicBezTo>
                <a:cubicBezTo>
                  <a:pt x="1083305" y="59747"/>
                  <a:pt x="1085382" y="66656"/>
                  <a:pt x="1085382" y="75712"/>
                </a:cubicBezTo>
                <a:lnTo>
                  <a:pt x="1085382" y="137893"/>
                </a:lnTo>
                <a:lnTo>
                  <a:pt x="1096840" y="140406"/>
                </a:lnTo>
                <a:lnTo>
                  <a:pt x="1096840" y="144929"/>
                </a:lnTo>
                <a:lnTo>
                  <a:pt x="1056135" y="144929"/>
                </a:lnTo>
                <a:lnTo>
                  <a:pt x="1056135" y="140406"/>
                </a:lnTo>
                <a:lnTo>
                  <a:pt x="1068698" y="137893"/>
                </a:lnTo>
                <a:lnTo>
                  <a:pt x="1068698" y="77512"/>
                </a:lnTo>
                <a:cubicBezTo>
                  <a:pt x="1068698" y="71944"/>
                  <a:pt x="1067342" y="67567"/>
                  <a:pt x="1064628" y="64380"/>
                </a:cubicBezTo>
                <a:cubicBezTo>
                  <a:pt x="1061914" y="61193"/>
                  <a:pt x="1057710" y="59600"/>
                  <a:pt x="1052015" y="59600"/>
                </a:cubicBezTo>
                <a:cubicBezTo>
                  <a:pt x="1045984" y="59600"/>
                  <a:pt x="1038580" y="60571"/>
                  <a:pt x="1029803" y="62514"/>
                </a:cubicBezTo>
                <a:lnTo>
                  <a:pt x="1029803" y="137893"/>
                </a:lnTo>
                <a:lnTo>
                  <a:pt x="1042567" y="140406"/>
                </a:lnTo>
                <a:lnTo>
                  <a:pt x="1042567" y="144929"/>
                </a:lnTo>
                <a:lnTo>
                  <a:pt x="1001762" y="144929"/>
                </a:lnTo>
                <a:lnTo>
                  <a:pt x="1001762" y="140406"/>
                </a:lnTo>
                <a:lnTo>
                  <a:pt x="1013119" y="137893"/>
                </a:lnTo>
                <a:lnTo>
                  <a:pt x="1013119" y="57489"/>
                </a:lnTo>
                <a:lnTo>
                  <a:pt x="1001762" y="54976"/>
                </a:lnTo>
                <a:lnTo>
                  <a:pt x="1001762" y="50454"/>
                </a:lnTo>
                <a:lnTo>
                  <a:pt x="1028697" y="50454"/>
                </a:lnTo>
                <a:lnTo>
                  <a:pt x="1029602" y="57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AC419-AC6D-4D7F-91DE-371F9DF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6931" y="1455227"/>
            <a:ext cx="1625412" cy="585967"/>
          </a:xfrm>
          <a:custGeom xmlns:a="http://schemas.openxmlformats.org/drawingml/2006/main">
            <a:pathLst>
              <a:path w="1625412" h="585967">
                <a:moveTo>
                  <a:pt x="0" y="0"/>
                </a:moveTo>
                <a:lnTo>
                  <a:pt x="1625412" y="0"/>
                </a:lnTo>
                <a:lnTo>
                  <a:pt x="1625412" y="585967"/>
                </a:lnTo>
                <a:lnTo>
                  <a:pt x="0" y="5859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D5E51-C61F-4987-B04A-A08179A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6931" y="1455227"/>
            <a:ext cx="1625412" cy="585967"/>
          </a:xfrm>
          <a:custGeom xmlns:a="http://schemas.openxmlformats.org/drawingml/2006/main">
            <a:pathLst>
              <a:path w="1625412" h="585967" fill="none">
                <a:moveTo>
                  <a:pt x="0" y="0"/>
                </a:moveTo>
                <a:lnTo>
                  <a:pt x="1625412" y="0"/>
                </a:lnTo>
                <a:lnTo>
                  <a:pt x="1625412" y="585967"/>
                </a:lnTo>
                <a:lnTo>
                  <a:pt x="0" y="5859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42" name="Text RootCause">
            <a:extLst xmlns:a="http://schemas.openxmlformats.org/drawingml/2006/main">
              <a:ext uri="{FF2B5EF4-FFF2-40B4-BE49-F238E27FC236}">
                <a16:creationId xmlns:a16="http://schemas.microsoft.com/office/drawing/2014/main" id="{1A786AF1-65FC-431C-AE49-0CAE4756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300" y="1556625"/>
            <a:ext cx="940949" cy="138295"/>
          </a:xfrm>
          <a:custGeom xmlns:a="http://schemas.openxmlformats.org/drawingml/2006/main">
            <a:pathLst>
              <a:path w="940949" h="138295">
                <a:moveTo>
                  <a:pt x="36684" y="77188"/>
                </a:moveTo>
                <a:lnTo>
                  <a:pt x="36684" y="128245"/>
                </a:lnTo>
                <a:lnTo>
                  <a:pt x="57087" y="130959"/>
                </a:lnTo>
                <a:lnTo>
                  <a:pt x="57087" y="136285"/>
                </a:lnTo>
                <a:lnTo>
                  <a:pt x="1307" y="136285"/>
                </a:lnTo>
                <a:lnTo>
                  <a:pt x="1307" y="130959"/>
                </a:lnTo>
                <a:lnTo>
                  <a:pt x="17287" y="128245"/>
                </a:lnTo>
                <a:lnTo>
                  <a:pt x="17287" y="9347"/>
                </a:lnTo>
                <a:lnTo>
                  <a:pt x="0" y="6734"/>
                </a:lnTo>
                <a:lnTo>
                  <a:pt x="0" y="1407"/>
                </a:lnTo>
                <a:lnTo>
                  <a:pt x="58193" y="1407"/>
                </a:lnTo>
                <a:cubicBezTo>
                  <a:pt x="75078" y="1407"/>
                  <a:pt x="87540" y="4259"/>
                  <a:pt x="95581" y="9963"/>
                </a:cubicBezTo>
                <a:cubicBezTo>
                  <a:pt x="103621" y="15666"/>
                  <a:pt x="107641" y="24825"/>
                  <a:pt x="107641" y="37438"/>
                </a:cubicBezTo>
                <a:cubicBezTo>
                  <a:pt x="107641" y="46429"/>
                  <a:pt x="105196" y="54195"/>
                  <a:pt x="100304" y="60737"/>
                </a:cubicBezTo>
                <a:cubicBezTo>
                  <a:pt x="95413" y="67278"/>
                  <a:pt x="88646" y="71824"/>
                  <a:pt x="80002" y="74374"/>
                </a:cubicBezTo>
                <a:lnTo>
                  <a:pt x="116486" y="128245"/>
                </a:lnTo>
                <a:lnTo>
                  <a:pt x="131059" y="130959"/>
                </a:lnTo>
                <a:lnTo>
                  <a:pt x="131059" y="136285"/>
                </a:lnTo>
                <a:lnTo>
                  <a:pt x="98797" y="136285"/>
                </a:lnTo>
                <a:lnTo>
                  <a:pt x="60906" y="77188"/>
                </a:lnTo>
                <a:lnTo>
                  <a:pt x="36684" y="77188"/>
                </a:lnTo>
                <a:moveTo>
                  <a:pt x="87641" y="38845"/>
                </a:moveTo>
                <a:cubicBezTo>
                  <a:pt x="87641" y="28575"/>
                  <a:pt x="85145" y="21276"/>
                  <a:pt x="80153" y="16948"/>
                </a:cubicBezTo>
                <a:cubicBezTo>
                  <a:pt x="75161" y="12618"/>
                  <a:pt x="66401" y="10453"/>
                  <a:pt x="53871" y="10453"/>
                </a:cubicBezTo>
                <a:lnTo>
                  <a:pt x="36684" y="10453"/>
                </a:lnTo>
                <a:lnTo>
                  <a:pt x="36684" y="68143"/>
                </a:lnTo>
                <a:lnTo>
                  <a:pt x="54474" y="68143"/>
                </a:lnTo>
                <a:cubicBezTo>
                  <a:pt x="66468" y="68143"/>
                  <a:pt x="74994" y="65912"/>
                  <a:pt x="80053" y="61450"/>
                </a:cubicBezTo>
                <a:cubicBezTo>
                  <a:pt x="85111" y="56986"/>
                  <a:pt x="87641" y="49451"/>
                  <a:pt x="87641" y="38845"/>
                </a:cubicBezTo>
                <a:close/>
                <a:moveTo>
                  <a:pt x="226235" y="88495"/>
                </a:moveTo>
                <a:cubicBezTo>
                  <a:pt x="226235" y="121695"/>
                  <a:pt x="211494" y="138295"/>
                  <a:pt x="182012" y="138295"/>
                </a:cubicBezTo>
                <a:cubicBezTo>
                  <a:pt x="167808" y="138295"/>
                  <a:pt x="157087" y="134037"/>
                  <a:pt x="149851" y="125519"/>
                </a:cubicBezTo>
                <a:cubicBezTo>
                  <a:pt x="142614" y="117001"/>
                  <a:pt x="138996" y="104660"/>
                  <a:pt x="138996" y="88495"/>
                </a:cubicBezTo>
                <a:cubicBezTo>
                  <a:pt x="138996" y="72531"/>
                  <a:pt x="142614" y="60324"/>
                  <a:pt x="149851" y="51873"/>
                </a:cubicBezTo>
                <a:cubicBezTo>
                  <a:pt x="157087" y="43423"/>
                  <a:pt x="168076" y="39197"/>
                  <a:pt x="182817" y="39197"/>
                </a:cubicBezTo>
                <a:cubicBezTo>
                  <a:pt x="197155" y="39197"/>
                  <a:pt x="207976" y="43339"/>
                  <a:pt x="215280" y="51622"/>
                </a:cubicBezTo>
                <a:cubicBezTo>
                  <a:pt x="222583" y="59905"/>
                  <a:pt x="226235" y="72196"/>
                  <a:pt x="226235" y="88495"/>
                </a:cubicBezTo>
                <a:moveTo>
                  <a:pt x="208144" y="88495"/>
                </a:moveTo>
                <a:cubicBezTo>
                  <a:pt x="208144" y="74006"/>
                  <a:pt x="206033" y="63507"/>
                  <a:pt x="201812" y="56999"/>
                </a:cubicBezTo>
                <a:cubicBezTo>
                  <a:pt x="197591" y="50491"/>
                  <a:pt x="190991" y="47238"/>
                  <a:pt x="182012" y="47238"/>
                </a:cubicBezTo>
                <a:cubicBezTo>
                  <a:pt x="173235" y="47238"/>
                  <a:pt x="166886" y="50357"/>
                  <a:pt x="162967" y="56597"/>
                </a:cubicBezTo>
                <a:cubicBezTo>
                  <a:pt x="159047" y="62835"/>
                  <a:pt x="157087" y="73467"/>
                  <a:pt x="157087" y="88495"/>
                </a:cubicBezTo>
                <a:cubicBezTo>
                  <a:pt x="157087" y="103724"/>
                  <a:pt x="159081" y="114508"/>
                  <a:pt x="163067" y="120848"/>
                </a:cubicBezTo>
                <a:cubicBezTo>
                  <a:pt x="167054" y="127187"/>
                  <a:pt x="173369" y="130356"/>
                  <a:pt x="182012" y="130356"/>
                </a:cubicBezTo>
                <a:cubicBezTo>
                  <a:pt x="190857" y="130356"/>
                  <a:pt x="197423" y="127068"/>
                  <a:pt x="201712" y="120493"/>
                </a:cubicBezTo>
                <a:cubicBezTo>
                  <a:pt x="206000" y="113919"/>
                  <a:pt x="208144" y="103253"/>
                  <a:pt x="208144" y="88495"/>
                </a:cubicBezTo>
                <a:close/>
                <a:moveTo>
                  <a:pt x="329152" y="88495"/>
                </a:moveTo>
                <a:cubicBezTo>
                  <a:pt x="329152" y="121695"/>
                  <a:pt x="314412" y="138295"/>
                  <a:pt x="284930" y="138295"/>
                </a:cubicBezTo>
                <a:cubicBezTo>
                  <a:pt x="270725" y="138295"/>
                  <a:pt x="260005" y="134037"/>
                  <a:pt x="252768" y="125519"/>
                </a:cubicBezTo>
                <a:cubicBezTo>
                  <a:pt x="245532" y="117001"/>
                  <a:pt x="241914" y="104660"/>
                  <a:pt x="241914" y="88495"/>
                </a:cubicBezTo>
                <a:cubicBezTo>
                  <a:pt x="241914" y="72531"/>
                  <a:pt x="245532" y="60324"/>
                  <a:pt x="252768" y="51873"/>
                </a:cubicBezTo>
                <a:cubicBezTo>
                  <a:pt x="260005" y="43423"/>
                  <a:pt x="270993" y="39197"/>
                  <a:pt x="285734" y="39197"/>
                </a:cubicBezTo>
                <a:cubicBezTo>
                  <a:pt x="300073" y="39197"/>
                  <a:pt x="310894" y="43339"/>
                  <a:pt x="318197" y="51622"/>
                </a:cubicBezTo>
                <a:cubicBezTo>
                  <a:pt x="325501" y="59905"/>
                  <a:pt x="329152" y="72196"/>
                  <a:pt x="329152" y="88495"/>
                </a:cubicBezTo>
                <a:moveTo>
                  <a:pt x="311061" y="88495"/>
                </a:moveTo>
                <a:cubicBezTo>
                  <a:pt x="311061" y="74006"/>
                  <a:pt x="308951" y="63507"/>
                  <a:pt x="304730" y="56999"/>
                </a:cubicBezTo>
                <a:cubicBezTo>
                  <a:pt x="300508" y="50491"/>
                  <a:pt x="293908" y="47238"/>
                  <a:pt x="284930" y="47238"/>
                </a:cubicBezTo>
                <a:cubicBezTo>
                  <a:pt x="276152" y="47238"/>
                  <a:pt x="269804" y="50357"/>
                  <a:pt x="265884" y="56597"/>
                </a:cubicBezTo>
                <a:cubicBezTo>
                  <a:pt x="261964" y="62835"/>
                  <a:pt x="260005" y="73467"/>
                  <a:pt x="260005" y="88495"/>
                </a:cubicBezTo>
                <a:cubicBezTo>
                  <a:pt x="260005" y="103724"/>
                  <a:pt x="261998" y="114508"/>
                  <a:pt x="265985" y="120848"/>
                </a:cubicBezTo>
                <a:cubicBezTo>
                  <a:pt x="269971" y="127187"/>
                  <a:pt x="276286" y="130356"/>
                  <a:pt x="284930" y="130356"/>
                </a:cubicBezTo>
                <a:cubicBezTo>
                  <a:pt x="293774" y="130356"/>
                  <a:pt x="300341" y="127068"/>
                  <a:pt x="304629" y="120493"/>
                </a:cubicBezTo>
                <a:cubicBezTo>
                  <a:pt x="308917" y="113919"/>
                  <a:pt x="311061" y="103253"/>
                  <a:pt x="311061" y="88495"/>
                </a:cubicBezTo>
                <a:close/>
                <a:moveTo>
                  <a:pt x="370561" y="138295"/>
                </a:moveTo>
                <a:cubicBezTo>
                  <a:pt x="364129" y="138295"/>
                  <a:pt x="359321" y="136386"/>
                  <a:pt x="356138" y="132567"/>
                </a:cubicBezTo>
                <a:cubicBezTo>
                  <a:pt x="352956" y="128747"/>
                  <a:pt x="351364" y="123387"/>
                  <a:pt x="351364" y="116486"/>
                </a:cubicBezTo>
                <a:lnTo>
                  <a:pt x="351364" y="50253"/>
                </a:lnTo>
                <a:lnTo>
                  <a:pt x="339002" y="50253"/>
                </a:lnTo>
                <a:lnTo>
                  <a:pt x="339002" y="45730"/>
                </a:lnTo>
                <a:lnTo>
                  <a:pt x="351565" y="41810"/>
                </a:lnTo>
                <a:lnTo>
                  <a:pt x="361717" y="20403"/>
                </a:lnTo>
                <a:lnTo>
                  <a:pt x="368048" y="20403"/>
                </a:lnTo>
                <a:lnTo>
                  <a:pt x="368048" y="41810"/>
                </a:lnTo>
                <a:lnTo>
                  <a:pt x="389657" y="41810"/>
                </a:lnTo>
                <a:lnTo>
                  <a:pt x="389657" y="50253"/>
                </a:lnTo>
                <a:lnTo>
                  <a:pt x="368048" y="50253"/>
                </a:lnTo>
                <a:lnTo>
                  <a:pt x="368048" y="114677"/>
                </a:lnTo>
                <a:cubicBezTo>
                  <a:pt x="368048" y="119032"/>
                  <a:pt x="369037" y="122315"/>
                  <a:pt x="371013" y="124526"/>
                </a:cubicBezTo>
                <a:cubicBezTo>
                  <a:pt x="372990" y="126737"/>
                  <a:pt x="375586" y="127843"/>
                  <a:pt x="378802" y="127843"/>
                </a:cubicBezTo>
                <a:cubicBezTo>
                  <a:pt x="382689" y="127843"/>
                  <a:pt x="387412" y="127307"/>
                  <a:pt x="392974" y="126235"/>
                </a:cubicBezTo>
                <a:lnTo>
                  <a:pt x="392974" y="132768"/>
                </a:lnTo>
                <a:cubicBezTo>
                  <a:pt x="390629" y="134376"/>
                  <a:pt x="387245" y="135699"/>
                  <a:pt x="382823" y="136738"/>
                </a:cubicBezTo>
                <a:cubicBezTo>
                  <a:pt x="378400" y="137776"/>
                  <a:pt x="374313" y="138295"/>
                  <a:pt x="370561" y="138295"/>
                </a:cubicBezTo>
                <a:close/>
                <a:moveTo>
                  <a:pt x="523258" y="138295"/>
                </a:moveTo>
                <a:cubicBezTo>
                  <a:pt x="501415" y="138295"/>
                  <a:pt x="484396" y="132349"/>
                  <a:pt x="472201" y="120456"/>
                </a:cubicBezTo>
                <a:cubicBezTo>
                  <a:pt x="460006" y="108563"/>
                  <a:pt x="453909" y="91895"/>
                  <a:pt x="453909" y="70454"/>
                </a:cubicBezTo>
                <a:cubicBezTo>
                  <a:pt x="453909" y="47271"/>
                  <a:pt x="459772" y="29733"/>
                  <a:pt x="471498" y="17840"/>
                </a:cubicBezTo>
                <a:cubicBezTo>
                  <a:pt x="483223" y="5947"/>
                  <a:pt x="500611" y="0"/>
                  <a:pt x="523660" y="0"/>
                </a:cubicBezTo>
                <a:cubicBezTo>
                  <a:pt x="537664" y="0"/>
                  <a:pt x="552706" y="1709"/>
                  <a:pt x="568787" y="5126"/>
                </a:cubicBezTo>
                <a:lnTo>
                  <a:pt x="569390" y="34574"/>
                </a:lnTo>
                <a:lnTo>
                  <a:pt x="562756" y="34574"/>
                </a:lnTo>
                <a:lnTo>
                  <a:pt x="559741" y="17086"/>
                </a:lnTo>
                <a:cubicBezTo>
                  <a:pt x="555051" y="14205"/>
                  <a:pt x="549607" y="11977"/>
                  <a:pt x="543409" y="10402"/>
                </a:cubicBezTo>
                <a:cubicBezTo>
                  <a:pt x="537211" y="8828"/>
                  <a:pt x="530896" y="8040"/>
                  <a:pt x="524464" y="8040"/>
                </a:cubicBezTo>
                <a:cubicBezTo>
                  <a:pt x="507244" y="8040"/>
                  <a:pt x="494681" y="13099"/>
                  <a:pt x="486774" y="23217"/>
                </a:cubicBezTo>
                <a:cubicBezTo>
                  <a:pt x="478868" y="33334"/>
                  <a:pt x="474915" y="49013"/>
                  <a:pt x="474915" y="70253"/>
                </a:cubicBezTo>
                <a:cubicBezTo>
                  <a:pt x="474915" y="89818"/>
                  <a:pt x="479052" y="104760"/>
                  <a:pt x="487327" y="115079"/>
                </a:cubicBezTo>
                <a:cubicBezTo>
                  <a:pt x="495602" y="125397"/>
                  <a:pt x="507646" y="130557"/>
                  <a:pt x="523459" y="130557"/>
                </a:cubicBezTo>
                <a:cubicBezTo>
                  <a:pt x="531097" y="130557"/>
                  <a:pt x="538300" y="129635"/>
                  <a:pt x="545067" y="127793"/>
                </a:cubicBezTo>
                <a:cubicBezTo>
                  <a:pt x="551835" y="125950"/>
                  <a:pt x="557195" y="123488"/>
                  <a:pt x="561148" y="120406"/>
                </a:cubicBezTo>
                <a:lnTo>
                  <a:pt x="564867" y="100304"/>
                </a:lnTo>
                <a:lnTo>
                  <a:pt x="571400" y="100304"/>
                </a:lnTo>
                <a:lnTo>
                  <a:pt x="570797" y="131964"/>
                </a:lnTo>
                <a:cubicBezTo>
                  <a:pt x="556056" y="136185"/>
                  <a:pt x="540210" y="138295"/>
                  <a:pt x="523258" y="138295"/>
                </a:cubicBezTo>
                <a:close/>
                <a:moveTo>
                  <a:pt x="629288" y="39599"/>
                </a:moveTo>
                <a:cubicBezTo>
                  <a:pt x="639607" y="39599"/>
                  <a:pt x="647195" y="41713"/>
                  <a:pt x="652053" y="45940"/>
                </a:cubicBezTo>
                <a:cubicBezTo>
                  <a:pt x="656911" y="50166"/>
                  <a:pt x="659340" y="56638"/>
                  <a:pt x="659340" y="65357"/>
                </a:cubicBezTo>
                <a:lnTo>
                  <a:pt x="659340" y="129250"/>
                </a:lnTo>
                <a:lnTo>
                  <a:pt x="671099" y="131763"/>
                </a:lnTo>
                <a:lnTo>
                  <a:pt x="671099" y="136285"/>
                </a:lnTo>
                <a:lnTo>
                  <a:pt x="645168" y="136285"/>
                </a:lnTo>
                <a:lnTo>
                  <a:pt x="643259" y="126838"/>
                </a:lnTo>
                <a:cubicBezTo>
                  <a:pt x="635620" y="134476"/>
                  <a:pt x="625871" y="138295"/>
                  <a:pt x="614012" y="138295"/>
                </a:cubicBezTo>
                <a:cubicBezTo>
                  <a:pt x="597864" y="138295"/>
                  <a:pt x="589790" y="128898"/>
                  <a:pt x="589790" y="110104"/>
                </a:cubicBezTo>
                <a:cubicBezTo>
                  <a:pt x="589790" y="103795"/>
                  <a:pt x="591013" y="98577"/>
                  <a:pt x="593458" y="94450"/>
                </a:cubicBezTo>
                <a:cubicBezTo>
                  <a:pt x="595904" y="90321"/>
                  <a:pt x="599807" y="87165"/>
                  <a:pt x="605167" y="84984"/>
                </a:cubicBezTo>
                <a:cubicBezTo>
                  <a:pt x="610527" y="82802"/>
                  <a:pt x="618300" y="81610"/>
                  <a:pt x="628484" y="81409"/>
                </a:cubicBezTo>
                <a:lnTo>
                  <a:pt x="642656" y="81007"/>
                </a:lnTo>
                <a:lnTo>
                  <a:pt x="642656" y="66233"/>
                </a:lnTo>
                <a:cubicBezTo>
                  <a:pt x="642656" y="59734"/>
                  <a:pt x="641466" y="54943"/>
                  <a:pt x="639088" y="51861"/>
                </a:cubicBezTo>
                <a:cubicBezTo>
                  <a:pt x="636709" y="48779"/>
                  <a:pt x="633041" y="47238"/>
                  <a:pt x="628082" y="47238"/>
                </a:cubicBezTo>
                <a:cubicBezTo>
                  <a:pt x="621382" y="47238"/>
                  <a:pt x="615251" y="48812"/>
                  <a:pt x="609690" y="51961"/>
                </a:cubicBezTo>
                <a:lnTo>
                  <a:pt x="606273" y="63720"/>
                </a:lnTo>
                <a:lnTo>
                  <a:pt x="600644" y="63720"/>
                </a:lnTo>
                <a:lnTo>
                  <a:pt x="600644" y="43117"/>
                </a:lnTo>
                <a:cubicBezTo>
                  <a:pt x="611499" y="40772"/>
                  <a:pt x="621047" y="39599"/>
                  <a:pt x="629288" y="39599"/>
                </a:cubicBezTo>
                <a:moveTo>
                  <a:pt x="642656" y="88043"/>
                </a:moveTo>
                <a:lnTo>
                  <a:pt x="629489" y="88445"/>
                </a:lnTo>
                <a:cubicBezTo>
                  <a:pt x="620511" y="88782"/>
                  <a:pt x="614430" y="90529"/>
                  <a:pt x="611248" y="93687"/>
                </a:cubicBezTo>
                <a:cubicBezTo>
                  <a:pt x="608065" y="96842"/>
                  <a:pt x="606474" y="102116"/>
                  <a:pt x="606474" y="109507"/>
                </a:cubicBezTo>
                <a:cubicBezTo>
                  <a:pt x="606474" y="121329"/>
                  <a:pt x="611264" y="127240"/>
                  <a:pt x="620846" y="127240"/>
                </a:cubicBezTo>
                <a:cubicBezTo>
                  <a:pt x="625402" y="127240"/>
                  <a:pt x="629339" y="126721"/>
                  <a:pt x="632655" y="125682"/>
                </a:cubicBezTo>
                <a:cubicBezTo>
                  <a:pt x="635972" y="124644"/>
                  <a:pt x="639306" y="123320"/>
                  <a:pt x="642656" y="121712"/>
                </a:cubicBezTo>
                <a:lnTo>
                  <a:pt x="642656" y="88043"/>
                </a:lnTo>
                <a:close/>
                <a:moveTo>
                  <a:pt x="705196" y="109350"/>
                </a:moveTo>
                <a:cubicBezTo>
                  <a:pt x="705196" y="120875"/>
                  <a:pt x="710556" y="126637"/>
                  <a:pt x="721277" y="126637"/>
                </a:cubicBezTo>
                <a:cubicBezTo>
                  <a:pt x="729586" y="126637"/>
                  <a:pt x="737358" y="125598"/>
                  <a:pt x="744594" y="123521"/>
                </a:cubicBezTo>
                <a:lnTo>
                  <a:pt x="744594" y="48846"/>
                </a:lnTo>
                <a:lnTo>
                  <a:pt x="730323" y="46333"/>
                </a:lnTo>
                <a:lnTo>
                  <a:pt x="730323" y="41810"/>
                </a:lnTo>
                <a:lnTo>
                  <a:pt x="761178" y="41810"/>
                </a:lnTo>
                <a:lnTo>
                  <a:pt x="761178" y="129250"/>
                </a:lnTo>
                <a:lnTo>
                  <a:pt x="773138" y="131763"/>
                </a:lnTo>
                <a:lnTo>
                  <a:pt x="773138" y="136285"/>
                </a:lnTo>
                <a:lnTo>
                  <a:pt x="745599" y="136285"/>
                </a:lnTo>
                <a:lnTo>
                  <a:pt x="744795" y="128647"/>
                </a:lnTo>
                <a:cubicBezTo>
                  <a:pt x="740038" y="131260"/>
                  <a:pt x="734544" y="133521"/>
                  <a:pt x="728312" y="135431"/>
                </a:cubicBezTo>
                <a:cubicBezTo>
                  <a:pt x="722081" y="137341"/>
                  <a:pt x="716855" y="138295"/>
                  <a:pt x="712634" y="138295"/>
                </a:cubicBezTo>
                <a:cubicBezTo>
                  <a:pt x="696553" y="138295"/>
                  <a:pt x="688512" y="129049"/>
                  <a:pt x="688512" y="110556"/>
                </a:cubicBezTo>
                <a:lnTo>
                  <a:pt x="688512" y="48846"/>
                </a:lnTo>
                <a:lnTo>
                  <a:pt x="676452" y="46333"/>
                </a:lnTo>
                <a:lnTo>
                  <a:pt x="676452" y="41810"/>
                </a:lnTo>
                <a:lnTo>
                  <a:pt x="705196" y="41810"/>
                </a:lnTo>
                <a:lnTo>
                  <a:pt x="705196" y="109350"/>
                </a:lnTo>
                <a:close/>
                <a:moveTo>
                  <a:pt x="849321" y="109724"/>
                </a:moveTo>
                <a:cubicBezTo>
                  <a:pt x="849321" y="119113"/>
                  <a:pt x="846356" y="126222"/>
                  <a:pt x="840426" y="131053"/>
                </a:cubicBezTo>
                <a:cubicBezTo>
                  <a:pt x="834496" y="135881"/>
                  <a:pt x="825736" y="138295"/>
                  <a:pt x="814144" y="138295"/>
                </a:cubicBezTo>
                <a:cubicBezTo>
                  <a:pt x="809454" y="138295"/>
                  <a:pt x="804278" y="137810"/>
                  <a:pt x="798616" y="136838"/>
                </a:cubicBezTo>
                <a:cubicBezTo>
                  <a:pt x="792954" y="135867"/>
                  <a:pt x="788515" y="134778"/>
                  <a:pt x="785299" y="133572"/>
                </a:cubicBezTo>
                <a:lnTo>
                  <a:pt x="785299" y="110355"/>
                </a:lnTo>
                <a:lnTo>
                  <a:pt x="789822" y="110355"/>
                </a:lnTo>
                <a:lnTo>
                  <a:pt x="794746" y="123521"/>
                </a:lnTo>
                <a:cubicBezTo>
                  <a:pt x="799772" y="128077"/>
                  <a:pt x="806305" y="130356"/>
                  <a:pt x="814345" y="130356"/>
                </a:cubicBezTo>
                <a:cubicBezTo>
                  <a:pt x="827344" y="130356"/>
                  <a:pt x="833843" y="124786"/>
                  <a:pt x="833843" y="113647"/>
                </a:cubicBezTo>
                <a:cubicBezTo>
                  <a:pt x="833843" y="105464"/>
                  <a:pt x="828717" y="99628"/>
                  <a:pt x="818466" y="96140"/>
                </a:cubicBezTo>
                <a:lnTo>
                  <a:pt x="809521" y="93222"/>
                </a:lnTo>
                <a:cubicBezTo>
                  <a:pt x="802753" y="91009"/>
                  <a:pt x="797829" y="88762"/>
                  <a:pt x="794746" y="86482"/>
                </a:cubicBezTo>
                <a:cubicBezTo>
                  <a:pt x="791664" y="84202"/>
                  <a:pt x="789286" y="81402"/>
                  <a:pt x="787611" y="78083"/>
                </a:cubicBezTo>
                <a:cubicBezTo>
                  <a:pt x="785935" y="74762"/>
                  <a:pt x="785098" y="70755"/>
                  <a:pt x="785098" y="66060"/>
                </a:cubicBezTo>
                <a:cubicBezTo>
                  <a:pt x="785098" y="57744"/>
                  <a:pt x="787929" y="51188"/>
                  <a:pt x="793591" y="46393"/>
                </a:cubicBezTo>
                <a:cubicBezTo>
                  <a:pt x="799252" y="41596"/>
                  <a:pt x="806908" y="39197"/>
                  <a:pt x="816556" y="39197"/>
                </a:cubicBezTo>
                <a:cubicBezTo>
                  <a:pt x="823457" y="39197"/>
                  <a:pt x="832101" y="40236"/>
                  <a:pt x="842486" y="42313"/>
                </a:cubicBezTo>
                <a:lnTo>
                  <a:pt x="842486" y="62916"/>
                </a:lnTo>
                <a:lnTo>
                  <a:pt x="837763" y="62916"/>
                </a:lnTo>
                <a:lnTo>
                  <a:pt x="833542" y="51961"/>
                </a:lnTo>
                <a:cubicBezTo>
                  <a:pt x="829990" y="48812"/>
                  <a:pt x="824396" y="47238"/>
                  <a:pt x="816757" y="47238"/>
                </a:cubicBezTo>
                <a:cubicBezTo>
                  <a:pt x="811330" y="47238"/>
                  <a:pt x="807192" y="48580"/>
                  <a:pt x="804345" y="51264"/>
                </a:cubicBezTo>
                <a:cubicBezTo>
                  <a:pt x="801497" y="53948"/>
                  <a:pt x="800073" y="57572"/>
                  <a:pt x="800073" y="62134"/>
                </a:cubicBezTo>
                <a:cubicBezTo>
                  <a:pt x="800073" y="65958"/>
                  <a:pt x="801363" y="69177"/>
                  <a:pt x="803943" y="71792"/>
                </a:cubicBezTo>
                <a:cubicBezTo>
                  <a:pt x="806522" y="74408"/>
                  <a:pt x="810425" y="76587"/>
                  <a:pt x="815652" y="78331"/>
                </a:cubicBezTo>
                <a:cubicBezTo>
                  <a:pt x="825501" y="81686"/>
                  <a:pt x="831933" y="84135"/>
                  <a:pt x="834949" y="85678"/>
                </a:cubicBezTo>
                <a:cubicBezTo>
                  <a:pt x="837964" y="87219"/>
                  <a:pt x="840527" y="89114"/>
                  <a:pt x="842637" y="91363"/>
                </a:cubicBezTo>
                <a:cubicBezTo>
                  <a:pt x="844748" y="93609"/>
                  <a:pt x="846389" y="96175"/>
                  <a:pt x="847562" y="99061"/>
                </a:cubicBezTo>
                <a:cubicBezTo>
                  <a:pt x="848735" y="101944"/>
                  <a:pt x="849321" y="105498"/>
                  <a:pt x="849321" y="109724"/>
                </a:cubicBezTo>
                <a:close/>
                <a:moveTo>
                  <a:pt x="882857" y="88646"/>
                </a:moveTo>
                <a:lnTo>
                  <a:pt x="882857" y="90458"/>
                </a:lnTo>
                <a:cubicBezTo>
                  <a:pt x="882857" y="99730"/>
                  <a:pt x="883879" y="106935"/>
                  <a:pt x="885922" y="112073"/>
                </a:cubicBezTo>
                <a:cubicBezTo>
                  <a:pt x="887966" y="117211"/>
                  <a:pt x="891115" y="121125"/>
                  <a:pt x="895370" y="123813"/>
                </a:cubicBezTo>
                <a:cubicBezTo>
                  <a:pt x="899625" y="126500"/>
                  <a:pt x="905203" y="127843"/>
                  <a:pt x="912104" y="127843"/>
                </a:cubicBezTo>
                <a:cubicBezTo>
                  <a:pt x="915722" y="127843"/>
                  <a:pt x="920010" y="127541"/>
                  <a:pt x="924969" y="126938"/>
                </a:cubicBezTo>
                <a:cubicBezTo>
                  <a:pt x="929927" y="126335"/>
                  <a:pt x="934014" y="125665"/>
                  <a:pt x="937230" y="124928"/>
                </a:cubicBezTo>
                <a:lnTo>
                  <a:pt x="937230" y="130557"/>
                </a:lnTo>
                <a:cubicBezTo>
                  <a:pt x="934014" y="132634"/>
                  <a:pt x="929642" y="134443"/>
                  <a:pt x="924114" y="135984"/>
                </a:cubicBezTo>
                <a:cubicBezTo>
                  <a:pt x="918587" y="137525"/>
                  <a:pt x="912941" y="138295"/>
                  <a:pt x="907179" y="138295"/>
                </a:cubicBezTo>
                <a:cubicBezTo>
                  <a:pt x="892505" y="138295"/>
                  <a:pt x="881768" y="134338"/>
                  <a:pt x="874967" y="126423"/>
                </a:cubicBezTo>
                <a:cubicBezTo>
                  <a:pt x="868166" y="118508"/>
                  <a:pt x="864766" y="105799"/>
                  <a:pt x="864766" y="88294"/>
                </a:cubicBezTo>
                <a:cubicBezTo>
                  <a:pt x="864766" y="71794"/>
                  <a:pt x="868217" y="59487"/>
                  <a:pt x="875118" y="51371"/>
                </a:cubicBezTo>
                <a:cubicBezTo>
                  <a:pt x="882019" y="43255"/>
                  <a:pt x="891869" y="39197"/>
                  <a:pt x="904667" y="39197"/>
                </a:cubicBezTo>
                <a:cubicBezTo>
                  <a:pt x="928855" y="39197"/>
                  <a:pt x="940949" y="52933"/>
                  <a:pt x="940949" y="80404"/>
                </a:cubicBezTo>
                <a:lnTo>
                  <a:pt x="940949" y="88646"/>
                </a:lnTo>
                <a:lnTo>
                  <a:pt x="882857" y="88646"/>
                </a:lnTo>
                <a:moveTo>
                  <a:pt x="904667" y="47238"/>
                </a:moveTo>
                <a:cubicBezTo>
                  <a:pt x="897698" y="47238"/>
                  <a:pt x="892355" y="50052"/>
                  <a:pt x="888636" y="55680"/>
                </a:cubicBezTo>
                <a:cubicBezTo>
                  <a:pt x="884917" y="61308"/>
                  <a:pt x="883058" y="69617"/>
                  <a:pt x="883058" y="80605"/>
                </a:cubicBezTo>
                <a:lnTo>
                  <a:pt x="923461" y="80605"/>
                </a:lnTo>
                <a:cubicBezTo>
                  <a:pt x="923461" y="68612"/>
                  <a:pt x="921920" y="60052"/>
                  <a:pt x="918838" y="54926"/>
                </a:cubicBezTo>
                <a:cubicBezTo>
                  <a:pt x="915756" y="49800"/>
                  <a:pt x="911032" y="47238"/>
                  <a:pt x="904667" y="47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Ranking">
            <a:extLst xmlns:a="http://schemas.openxmlformats.org/drawingml/2006/main">
              <a:ext uri="{FF2B5EF4-FFF2-40B4-BE49-F238E27FC236}">
                <a16:creationId xmlns:a16="http://schemas.microsoft.com/office/drawing/2014/main" id="{BF8B14C5-734C-437C-9831-D78261D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947" y="1755827"/>
            <a:ext cx="687109" cy="187342"/>
          </a:xfrm>
          <a:custGeom xmlns:a="http://schemas.openxmlformats.org/drawingml/2006/main">
            <a:pathLst>
              <a:path w="687109" h="187342">
                <a:moveTo>
                  <a:pt x="36684" y="83822"/>
                </a:moveTo>
                <a:lnTo>
                  <a:pt x="36684" y="134878"/>
                </a:lnTo>
                <a:lnTo>
                  <a:pt x="57087" y="137592"/>
                </a:lnTo>
                <a:lnTo>
                  <a:pt x="57087" y="142919"/>
                </a:lnTo>
                <a:lnTo>
                  <a:pt x="1307" y="142919"/>
                </a:lnTo>
                <a:lnTo>
                  <a:pt x="1307" y="137592"/>
                </a:lnTo>
                <a:lnTo>
                  <a:pt x="17287" y="134878"/>
                </a:lnTo>
                <a:lnTo>
                  <a:pt x="17287" y="15980"/>
                </a:lnTo>
                <a:lnTo>
                  <a:pt x="0" y="13367"/>
                </a:lnTo>
                <a:lnTo>
                  <a:pt x="0" y="8040"/>
                </a:lnTo>
                <a:lnTo>
                  <a:pt x="58193" y="8040"/>
                </a:lnTo>
                <a:cubicBezTo>
                  <a:pt x="75078" y="8040"/>
                  <a:pt x="87540" y="10892"/>
                  <a:pt x="95581" y="16596"/>
                </a:cubicBezTo>
                <a:cubicBezTo>
                  <a:pt x="103621" y="22300"/>
                  <a:pt x="107641" y="31458"/>
                  <a:pt x="107641" y="44072"/>
                </a:cubicBezTo>
                <a:cubicBezTo>
                  <a:pt x="107641" y="53063"/>
                  <a:pt x="105196" y="60829"/>
                  <a:pt x="100304" y="67370"/>
                </a:cubicBezTo>
                <a:cubicBezTo>
                  <a:pt x="95413" y="73911"/>
                  <a:pt x="88646" y="78457"/>
                  <a:pt x="80002" y="81007"/>
                </a:cubicBezTo>
                <a:lnTo>
                  <a:pt x="116486" y="134878"/>
                </a:lnTo>
                <a:lnTo>
                  <a:pt x="131059" y="137592"/>
                </a:lnTo>
                <a:lnTo>
                  <a:pt x="131059" y="142919"/>
                </a:lnTo>
                <a:lnTo>
                  <a:pt x="98797" y="142919"/>
                </a:lnTo>
                <a:lnTo>
                  <a:pt x="60906" y="83822"/>
                </a:lnTo>
                <a:lnTo>
                  <a:pt x="36684" y="83822"/>
                </a:lnTo>
                <a:moveTo>
                  <a:pt x="87641" y="45479"/>
                </a:moveTo>
                <a:cubicBezTo>
                  <a:pt x="87641" y="35208"/>
                  <a:pt x="85145" y="27909"/>
                  <a:pt x="80153" y="23581"/>
                </a:cubicBezTo>
                <a:cubicBezTo>
                  <a:pt x="75161" y="19251"/>
                  <a:pt x="66401" y="17086"/>
                  <a:pt x="53871" y="17086"/>
                </a:cubicBezTo>
                <a:lnTo>
                  <a:pt x="36684" y="17086"/>
                </a:lnTo>
                <a:lnTo>
                  <a:pt x="36684" y="74776"/>
                </a:lnTo>
                <a:lnTo>
                  <a:pt x="54474" y="74776"/>
                </a:lnTo>
                <a:cubicBezTo>
                  <a:pt x="66468" y="74776"/>
                  <a:pt x="74994" y="72545"/>
                  <a:pt x="80053" y="68083"/>
                </a:cubicBezTo>
                <a:cubicBezTo>
                  <a:pt x="85111" y="63619"/>
                  <a:pt x="87641" y="56084"/>
                  <a:pt x="87641" y="45479"/>
                </a:cubicBezTo>
                <a:close/>
                <a:moveTo>
                  <a:pt x="177891" y="46233"/>
                </a:moveTo>
                <a:cubicBezTo>
                  <a:pt x="188210" y="46233"/>
                  <a:pt x="195798" y="48346"/>
                  <a:pt x="200656" y="52574"/>
                </a:cubicBezTo>
                <a:cubicBezTo>
                  <a:pt x="205514" y="56799"/>
                  <a:pt x="207943" y="63271"/>
                  <a:pt x="207943" y="71990"/>
                </a:cubicBezTo>
                <a:lnTo>
                  <a:pt x="207943" y="135883"/>
                </a:lnTo>
                <a:lnTo>
                  <a:pt x="219702" y="138396"/>
                </a:lnTo>
                <a:lnTo>
                  <a:pt x="219702" y="142919"/>
                </a:lnTo>
                <a:lnTo>
                  <a:pt x="193771" y="142919"/>
                </a:lnTo>
                <a:lnTo>
                  <a:pt x="191862" y="133471"/>
                </a:lnTo>
                <a:cubicBezTo>
                  <a:pt x="184223" y="141110"/>
                  <a:pt x="174474" y="144929"/>
                  <a:pt x="162615" y="144929"/>
                </a:cubicBezTo>
                <a:cubicBezTo>
                  <a:pt x="146467" y="144929"/>
                  <a:pt x="138393" y="135532"/>
                  <a:pt x="138393" y="116737"/>
                </a:cubicBezTo>
                <a:cubicBezTo>
                  <a:pt x="138393" y="110428"/>
                  <a:pt x="139616" y="105210"/>
                  <a:pt x="142061" y="101083"/>
                </a:cubicBezTo>
                <a:cubicBezTo>
                  <a:pt x="144507" y="96954"/>
                  <a:pt x="148410" y="93799"/>
                  <a:pt x="153770" y="91617"/>
                </a:cubicBezTo>
                <a:cubicBezTo>
                  <a:pt x="159130" y="89435"/>
                  <a:pt x="166903" y="88244"/>
                  <a:pt x="177087" y="88043"/>
                </a:cubicBezTo>
                <a:lnTo>
                  <a:pt x="191259" y="87641"/>
                </a:lnTo>
                <a:lnTo>
                  <a:pt x="191259" y="72866"/>
                </a:lnTo>
                <a:cubicBezTo>
                  <a:pt x="191259" y="66367"/>
                  <a:pt x="190069" y="61576"/>
                  <a:pt x="187691" y="58494"/>
                </a:cubicBezTo>
                <a:cubicBezTo>
                  <a:pt x="185312" y="55412"/>
                  <a:pt x="181644" y="53871"/>
                  <a:pt x="176685" y="53871"/>
                </a:cubicBezTo>
                <a:cubicBezTo>
                  <a:pt x="169985" y="53871"/>
                  <a:pt x="163854" y="55446"/>
                  <a:pt x="158293" y="58595"/>
                </a:cubicBezTo>
                <a:lnTo>
                  <a:pt x="154876" y="70354"/>
                </a:lnTo>
                <a:lnTo>
                  <a:pt x="149247" y="70354"/>
                </a:lnTo>
                <a:lnTo>
                  <a:pt x="149247" y="49750"/>
                </a:lnTo>
                <a:cubicBezTo>
                  <a:pt x="160102" y="47405"/>
                  <a:pt x="169650" y="46233"/>
                  <a:pt x="177891" y="46233"/>
                </a:cubicBezTo>
                <a:moveTo>
                  <a:pt x="191259" y="94676"/>
                </a:moveTo>
                <a:lnTo>
                  <a:pt x="178092" y="95078"/>
                </a:lnTo>
                <a:cubicBezTo>
                  <a:pt x="169114" y="95415"/>
                  <a:pt x="163033" y="97163"/>
                  <a:pt x="159851" y="100320"/>
                </a:cubicBezTo>
                <a:cubicBezTo>
                  <a:pt x="156668" y="103476"/>
                  <a:pt x="155077" y="108749"/>
                  <a:pt x="155077" y="116140"/>
                </a:cubicBezTo>
                <a:cubicBezTo>
                  <a:pt x="155077" y="127962"/>
                  <a:pt x="159868" y="133873"/>
                  <a:pt x="169449" y="133873"/>
                </a:cubicBezTo>
                <a:cubicBezTo>
                  <a:pt x="174005" y="133873"/>
                  <a:pt x="177942" y="133354"/>
                  <a:pt x="181258" y="132315"/>
                </a:cubicBezTo>
                <a:cubicBezTo>
                  <a:pt x="184575" y="131277"/>
                  <a:pt x="187909" y="129954"/>
                  <a:pt x="191259" y="128345"/>
                </a:cubicBezTo>
                <a:lnTo>
                  <a:pt x="191259" y="94676"/>
                </a:lnTo>
                <a:close/>
                <a:moveTo>
                  <a:pt x="254905" y="55982"/>
                </a:moveTo>
                <a:cubicBezTo>
                  <a:pt x="260065" y="53033"/>
                  <a:pt x="265559" y="50604"/>
                  <a:pt x="271388" y="48695"/>
                </a:cubicBezTo>
                <a:cubicBezTo>
                  <a:pt x="277218" y="46785"/>
                  <a:pt x="282075" y="45830"/>
                  <a:pt x="285962" y="45830"/>
                </a:cubicBezTo>
                <a:cubicBezTo>
                  <a:pt x="294136" y="45830"/>
                  <a:pt x="300300" y="48212"/>
                  <a:pt x="304455" y="52976"/>
                </a:cubicBezTo>
                <a:cubicBezTo>
                  <a:pt x="308609" y="57737"/>
                  <a:pt x="310686" y="64646"/>
                  <a:pt x="310686" y="73702"/>
                </a:cubicBezTo>
                <a:lnTo>
                  <a:pt x="310686" y="135883"/>
                </a:lnTo>
                <a:lnTo>
                  <a:pt x="322143" y="138396"/>
                </a:lnTo>
                <a:lnTo>
                  <a:pt x="322143" y="142919"/>
                </a:lnTo>
                <a:lnTo>
                  <a:pt x="281439" y="142919"/>
                </a:lnTo>
                <a:lnTo>
                  <a:pt x="281439" y="138396"/>
                </a:lnTo>
                <a:lnTo>
                  <a:pt x="294002" y="135883"/>
                </a:lnTo>
                <a:lnTo>
                  <a:pt x="294002" y="75502"/>
                </a:lnTo>
                <a:cubicBezTo>
                  <a:pt x="294002" y="69934"/>
                  <a:pt x="292645" y="65557"/>
                  <a:pt x="289931" y="62370"/>
                </a:cubicBezTo>
                <a:cubicBezTo>
                  <a:pt x="287218" y="59183"/>
                  <a:pt x="283013" y="57590"/>
                  <a:pt x="277318" y="57590"/>
                </a:cubicBezTo>
                <a:cubicBezTo>
                  <a:pt x="271288" y="57590"/>
                  <a:pt x="263884" y="58561"/>
                  <a:pt x="255106" y="60504"/>
                </a:cubicBezTo>
                <a:lnTo>
                  <a:pt x="255106" y="135883"/>
                </a:lnTo>
                <a:lnTo>
                  <a:pt x="267871" y="138396"/>
                </a:lnTo>
                <a:lnTo>
                  <a:pt x="267871" y="142919"/>
                </a:lnTo>
                <a:lnTo>
                  <a:pt x="227065" y="142919"/>
                </a:lnTo>
                <a:lnTo>
                  <a:pt x="227065" y="138396"/>
                </a:lnTo>
                <a:lnTo>
                  <a:pt x="238422" y="135883"/>
                </a:lnTo>
                <a:lnTo>
                  <a:pt x="238422" y="55479"/>
                </a:lnTo>
                <a:lnTo>
                  <a:pt x="227065" y="52966"/>
                </a:lnTo>
                <a:lnTo>
                  <a:pt x="227065" y="48444"/>
                </a:lnTo>
                <a:lnTo>
                  <a:pt x="254001" y="48444"/>
                </a:lnTo>
                <a:lnTo>
                  <a:pt x="254905" y="55982"/>
                </a:lnTo>
                <a:close/>
                <a:moveTo>
                  <a:pt x="359833" y="97390"/>
                </a:moveTo>
                <a:lnTo>
                  <a:pt x="398528" y="55680"/>
                </a:lnTo>
                <a:lnTo>
                  <a:pt x="388679" y="52966"/>
                </a:lnTo>
                <a:lnTo>
                  <a:pt x="388679" y="48444"/>
                </a:lnTo>
                <a:lnTo>
                  <a:pt x="422046" y="48444"/>
                </a:lnTo>
                <a:lnTo>
                  <a:pt x="422046" y="52966"/>
                </a:lnTo>
                <a:lnTo>
                  <a:pt x="410287" y="55278"/>
                </a:lnTo>
                <a:lnTo>
                  <a:pt x="383352" y="82816"/>
                </a:lnTo>
                <a:lnTo>
                  <a:pt x="417926" y="136084"/>
                </a:lnTo>
                <a:lnTo>
                  <a:pt x="428177" y="138396"/>
                </a:lnTo>
                <a:lnTo>
                  <a:pt x="428177" y="142919"/>
                </a:lnTo>
                <a:lnTo>
                  <a:pt x="389483" y="142919"/>
                </a:lnTo>
                <a:lnTo>
                  <a:pt x="389483" y="138396"/>
                </a:lnTo>
                <a:lnTo>
                  <a:pt x="398126" y="135883"/>
                </a:lnTo>
                <a:lnTo>
                  <a:pt x="372196" y="95179"/>
                </a:lnTo>
                <a:lnTo>
                  <a:pt x="359833" y="108747"/>
                </a:lnTo>
                <a:lnTo>
                  <a:pt x="359833" y="135883"/>
                </a:lnTo>
                <a:lnTo>
                  <a:pt x="369884" y="138396"/>
                </a:lnTo>
                <a:lnTo>
                  <a:pt x="369884" y="142919"/>
                </a:lnTo>
                <a:lnTo>
                  <a:pt x="331189" y="142919"/>
                </a:lnTo>
                <a:lnTo>
                  <a:pt x="331189" y="138396"/>
                </a:lnTo>
                <a:lnTo>
                  <a:pt x="343150" y="135883"/>
                </a:lnTo>
                <a:lnTo>
                  <a:pt x="343150" y="6935"/>
                </a:lnTo>
                <a:lnTo>
                  <a:pt x="329179" y="4523"/>
                </a:lnTo>
                <a:lnTo>
                  <a:pt x="329179" y="0"/>
                </a:lnTo>
                <a:lnTo>
                  <a:pt x="359833" y="0"/>
                </a:lnTo>
                <a:lnTo>
                  <a:pt x="359833" y="97390"/>
                </a:lnTo>
                <a:close/>
                <a:moveTo>
                  <a:pt x="466268" y="17488"/>
                </a:moveTo>
                <a:cubicBezTo>
                  <a:pt x="466268" y="20436"/>
                  <a:pt x="465196" y="22982"/>
                  <a:pt x="463052" y="25126"/>
                </a:cubicBezTo>
                <a:cubicBezTo>
                  <a:pt x="460908" y="27270"/>
                  <a:pt x="458328" y="28343"/>
                  <a:pt x="455313" y="28343"/>
                </a:cubicBezTo>
                <a:cubicBezTo>
                  <a:pt x="452365" y="28343"/>
                  <a:pt x="449819" y="27270"/>
                  <a:pt x="447674" y="25126"/>
                </a:cubicBezTo>
                <a:cubicBezTo>
                  <a:pt x="445530" y="22982"/>
                  <a:pt x="444458" y="20436"/>
                  <a:pt x="444458" y="17488"/>
                </a:cubicBezTo>
                <a:cubicBezTo>
                  <a:pt x="444458" y="14473"/>
                  <a:pt x="445530" y="11893"/>
                  <a:pt x="447674" y="9749"/>
                </a:cubicBezTo>
                <a:cubicBezTo>
                  <a:pt x="449819" y="7605"/>
                  <a:pt x="452365" y="6533"/>
                  <a:pt x="455313" y="6533"/>
                </a:cubicBezTo>
                <a:cubicBezTo>
                  <a:pt x="458328" y="6533"/>
                  <a:pt x="460908" y="7605"/>
                  <a:pt x="463052" y="9749"/>
                </a:cubicBezTo>
                <a:cubicBezTo>
                  <a:pt x="465196" y="11893"/>
                  <a:pt x="466268" y="14473"/>
                  <a:pt x="466268" y="17488"/>
                </a:cubicBezTo>
                <a:moveTo>
                  <a:pt x="465263" y="135883"/>
                </a:moveTo>
                <a:lnTo>
                  <a:pt x="481444" y="138396"/>
                </a:lnTo>
                <a:lnTo>
                  <a:pt x="481444" y="142919"/>
                </a:lnTo>
                <a:lnTo>
                  <a:pt x="432498" y="142919"/>
                </a:lnTo>
                <a:lnTo>
                  <a:pt x="432498" y="138396"/>
                </a:lnTo>
                <a:lnTo>
                  <a:pt x="448579" y="135883"/>
                </a:lnTo>
                <a:lnTo>
                  <a:pt x="448579" y="55479"/>
                </a:lnTo>
                <a:lnTo>
                  <a:pt x="435212" y="52966"/>
                </a:lnTo>
                <a:lnTo>
                  <a:pt x="435212" y="48444"/>
                </a:lnTo>
                <a:lnTo>
                  <a:pt x="465263" y="48444"/>
                </a:lnTo>
                <a:lnTo>
                  <a:pt x="465263" y="135883"/>
                </a:lnTo>
                <a:close/>
                <a:moveTo>
                  <a:pt x="517756" y="55982"/>
                </a:moveTo>
                <a:cubicBezTo>
                  <a:pt x="522915" y="53033"/>
                  <a:pt x="528409" y="50604"/>
                  <a:pt x="534239" y="48695"/>
                </a:cubicBezTo>
                <a:cubicBezTo>
                  <a:pt x="540068" y="46785"/>
                  <a:pt x="544926" y="45830"/>
                  <a:pt x="548812" y="45830"/>
                </a:cubicBezTo>
                <a:cubicBezTo>
                  <a:pt x="556987" y="45830"/>
                  <a:pt x="563151" y="48212"/>
                  <a:pt x="567305" y="52976"/>
                </a:cubicBezTo>
                <a:cubicBezTo>
                  <a:pt x="571459" y="57737"/>
                  <a:pt x="573536" y="64646"/>
                  <a:pt x="573536" y="73702"/>
                </a:cubicBezTo>
                <a:lnTo>
                  <a:pt x="573536" y="135883"/>
                </a:lnTo>
                <a:lnTo>
                  <a:pt x="584994" y="138396"/>
                </a:lnTo>
                <a:lnTo>
                  <a:pt x="584994" y="142919"/>
                </a:lnTo>
                <a:lnTo>
                  <a:pt x="544289" y="142919"/>
                </a:lnTo>
                <a:lnTo>
                  <a:pt x="544289" y="138396"/>
                </a:lnTo>
                <a:lnTo>
                  <a:pt x="556853" y="135883"/>
                </a:lnTo>
                <a:lnTo>
                  <a:pt x="556853" y="75502"/>
                </a:lnTo>
                <a:cubicBezTo>
                  <a:pt x="556853" y="69934"/>
                  <a:pt x="555496" y="65557"/>
                  <a:pt x="552782" y="62370"/>
                </a:cubicBezTo>
                <a:cubicBezTo>
                  <a:pt x="550068" y="59183"/>
                  <a:pt x="545864" y="57590"/>
                  <a:pt x="540169" y="57590"/>
                </a:cubicBezTo>
                <a:cubicBezTo>
                  <a:pt x="534138" y="57590"/>
                  <a:pt x="526734" y="58561"/>
                  <a:pt x="517957" y="60504"/>
                </a:cubicBezTo>
                <a:lnTo>
                  <a:pt x="517957" y="135883"/>
                </a:lnTo>
                <a:lnTo>
                  <a:pt x="530721" y="138396"/>
                </a:lnTo>
                <a:lnTo>
                  <a:pt x="530721" y="142919"/>
                </a:lnTo>
                <a:lnTo>
                  <a:pt x="489916" y="142919"/>
                </a:lnTo>
                <a:lnTo>
                  <a:pt x="489916" y="138396"/>
                </a:lnTo>
                <a:lnTo>
                  <a:pt x="501273" y="135883"/>
                </a:lnTo>
                <a:lnTo>
                  <a:pt x="501273" y="55479"/>
                </a:lnTo>
                <a:lnTo>
                  <a:pt x="489916" y="52966"/>
                </a:lnTo>
                <a:lnTo>
                  <a:pt x="489916" y="48444"/>
                </a:lnTo>
                <a:lnTo>
                  <a:pt x="516851" y="48444"/>
                </a:lnTo>
                <a:lnTo>
                  <a:pt x="517756" y="55982"/>
                </a:lnTo>
                <a:close/>
                <a:moveTo>
                  <a:pt x="675550" y="78193"/>
                </a:moveTo>
                <a:cubicBezTo>
                  <a:pt x="675550" y="89048"/>
                  <a:pt x="672301" y="97256"/>
                  <a:pt x="665801" y="102817"/>
                </a:cubicBezTo>
                <a:cubicBezTo>
                  <a:pt x="659302" y="108378"/>
                  <a:pt x="649955" y="111159"/>
                  <a:pt x="637760" y="111159"/>
                </a:cubicBezTo>
                <a:cubicBezTo>
                  <a:pt x="632266" y="111159"/>
                  <a:pt x="627174" y="110657"/>
                  <a:pt x="622484" y="109651"/>
                </a:cubicBezTo>
                <a:lnTo>
                  <a:pt x="616152" y="122893"/>
                </a:lnTo>
                <a:cubicBezTo>
                  <a:pt x="616353" y="124038"/>
                  <a:pt x="617659" y="125117"/>
                  <a:pt x="620071" y="126128"/>
                </a:cubicBezTo>
                <a:cubicBezTo>
                  <a:pt x="622484" y="127137"/>
                  <a:pt x="625499" y="127642"/>
                  <a:pt x="629117" y="127642"/>
                </a:cubicBezTo>
                <a:lnTo>
                  <a:pt x="657057" y="127642"/>
                </a:lnTo>
                <a:cubicBezTo>
                  <a:pt x="667242" y="127642"/>
                  <a:pt x="674797" y="129853"/>
                  <a:pt x="679721" y="134275"/>
                </a:cubicBezTo>
                <a:cubicBezTo>
                  <a:pt x="684646" y="138698"/>
                  <a:pt x="687109" y="144795"/>
                  <a:pt x="687109" y="152567"/>
                </a:cubicBezTo>
                <a:cubicBezTo>
                  <a:pt x="687109" y="159603"/>
                  <a:pt x="685149" y="165733"/>
                  <a:pt x="681229" y="170960"/>
                </a:cubicBezTo>
                <a:cubicBezTo>
                  <a:pt x="677309" y="176186"/>
                  <a:pt x="671564" y="180223"/>
                  <a:pt x="663992" y="183071"/>
                </a:cubicBezTo>
                <a:cubicBezTo>
                  <a:pt x="656421" y="185918"/>
                  <a:pt x="647241" y="187342"/>
                  <a:pt x="636454" y="187342"/>
                </a:cubicBezTo>
                <a:cubicBezTo>
                  <a:pt x="623589" y="187342"/>
                  <a:pt x="613790" y="185366"/>
                  <a:pt x="607056" y="181412"/>
                </a:cubicBezTo>
                <a:cubicBezTo>
                  <a:pt x="600322" y="177459"/>
                  <a:pt x="596955" y="171831"/>
                  <a:pt x="596955" y="164527"/>
                </a:cubicBezTo>
                <a:cubicBezTo>
                  <a:pt x="596955" y="160976"/>
                  <a:pt x="598161" y="157475"/>
                  <a:pt x="600573" y="154025"/>
                </a:cubicBezTo>
                <a:cubicBezTo>
                  <a:pt x="602986" y="150574"/>
                  <a:pt x="607408" y="146537"/>
                  <a:pt x="613840" y="141914"/>
                </a:cubicBezTo>
                <a:cubicBezTo>
                  <a:pt x="610021" y="140636"/>
                  <a:pt x="606805" y="138453"/>
                  <a:pt x="604192" y="135362"/>
                </a:cubicBezTo>
                <a:cubicBezTo>
                  <a:pt x="601578" y="132271"/>
                  <a:pt x="600272" y="128945"/>
                  <a:pt x="600272" y="125384"/>
                </a:cubicBezTo>
                <a:lnTo>
                  <a:pt x="616152" y="107440"/>
                </a:lnTo>
                <a:cubicBezTo>
                  <a:pt x="605565" y="102482"/>
                  <a:pt x="600272" y="92733"/>
                  <a:pt x="600272" y="78193"/>
                </a:cubicBezTo>
                <a:cubicBezTo>
                  <a:pt x="600272" y="67875"/>
                  <a:pt x="603538" y="59901"/>
                  <a:pt x="610071" y="54273"/>
                </a:cubicBezTo>
                <a:cubicBezTo>
                  <a:pt x="616604" y="48645"/>
                  <a:pt x="626102" y="45830"/>
                  <a:pt x="638564" y="45830"/>
                </a:cubicBezTo>
                <a:cubicBezTo>
                  <a:pt x="641044" y="45830"/>
                  <a:pt x="644226" y="46082"/>
                  <a:pt x="648112" y="46584"/>
                </a:cubicBezTo>
                <a:cubicBezTo>
                  <a:pt x="651999" y="47087"/>
                  <a:pt x="654980" y="47673"/>
                  <a:pt x="657057" y="48343"/>
                </a:cubicBezTo>
                <a:lnTo>
                  <a:pt x="679269" y="37187"/>
                </a:lnTo>
                <a:lnTo>
                  <a:pt x="682787" y="41509"/>
                </a:lnTo>
                <a:lnTo>
                  <a:pt x="668817" y="55982"/>
                </a:lnTo>
                <a:cubicBezTo>
                  <a:pt x="673306" y="61007"/>
                  <a:pt x="675550" y="68411"/>
                  <a:pt x="675550" y="78193"/>
                </a:cubicBezTo>
                <a:moveTo>
                  <a:pt x="671430" y="155683"/>
                </a:moveTo>
                <a:cubicBezTo>
                  <a:pt x="671430" y="151864"/>
                  <a:pt x="670257" y="148882"/>
                  <a:pt x="667912" y="146738"/>
                </a:cubicBezTo>
                <a:cubicBezTo>
                  <a:pt x="665567" y="144594"/>
                  <a:pt x="662016" y="143522"/>
                  <a:pt x="657258" y="143522"/>
                </a:cubicBezTo>
                <a:lnTo>
                  <a:pt x="620674" y="143522"/>
                </a:lnTo>
                <a:cubicBezTo>
                  <a:pt x="617860" y="145934"/>
                  <a:pt x="615565" y="148999"/>
                  <a:pt x="613790" y="152718"/>
                </a:cubicBezTo>
                <a:cubicBezTo>
                  <a:pt x="612014" y="156437"/>
                  <a:pt x="611126" y="159904"/>
                  <a:pt x="611126" y="163120"/>
                </a:cubicBezTo>
                <a:cubicBezTo>
                  <a:pt x="611126" y="168883"/>
                  <a:pt x="613204" y="173020"/>
                  <a:pt x="617358" y="175533"/>
                </a:cubicBezTo>
                <a:cubicBezTo>
                  <a:pt x="621512" y="178045"/>
                  <a:pt x="627877" y="179302"/>
                  <a:pt x="636454" y="179302"/>
                </a:cubicBezTo>
                <a:cubicBezTo>
                  <a:pt x="647643" y="179302"/>
                  <a:pt x="656270" y="177225"/>
                  <a:pt x="662334" y="173070"/>
                </a:cubicBezTo>
                <a:cubicBezTo>
                  <a:pt x="668398" y="168916"/>
                  <a:pt x="671430" y="163120"/>
                  <a:pt x="671430" y="155683"/>
                </a:cubicBezTo>
                <a:moveTo>
                  <a:pt x="637961" y="103521"/>
                </a:moveTo>
                <a:cubicBezTo>
                  <a:pt x="645265" y="103521"/>
                  <a:pt x="650441" y="101427"/>
                  <a:pt x="653490" y="97239"/>
                </a:cubicBezTo>
                <a:cubicBezTo>
                  <a:pt x="656538" y="93051"/>
                  <a:pt x="658063" y="86703"/>
                  <a:pt x="658063" y="78193"/>
                </a:cubicBezTo>
                <a:cubicBezTo>
                  <a:pt x="658063" y="69282"/>
                  <a:pt x="656488" y="62933"/>
                  <a:pt x="653339" y="59147"/>
                </a:cubicBezTo>
                <a:cubicBezTo>
                  <a:pt x="650190" y="55362"/>
                  <a:pt x="645131" y="53469"/>
                  <a:pt x="638162" y="53469"/>
                </a:cubicBezTo>
                <a:cubicBezTo>
                  <a:pt x="631127" y="53469"/>
                  <a:pt x="625968" y="55379"/>
                  <a:pt x="622685" y="59198"/>
                </a:cubicBezTo>
                <a:cubicBezTo>
                  <a:pt x="619401" y="63017"/>
                  <a:pt x="617760" y="69349"/>
                  <a:pt x="617760" y="78193"/>
                </a:cubicBezTo>
                <a:cubicBezTo>
                  <a:pt x="617760" y="87038"/>
                  <a:pt x="619368" y="93470"/>
                  <a:pt x="622584" y="97490"/>
                </a:cubicBezTo>
                <a:cubicBezTo>
                  <a:pt x="625800" y="101511"/>
                  <a:pt x="630926" y="103521"/>
                  <a:pt x="637961" y="103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D176E-9EC6-42FA-A2AD-6571AAD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507" y="837905"/>
            <a:ext cx="916332" cy="295168"/>
          </a:xfrm>
          <a:custGeom xmlns:a="http://schemas.openxmlformats.org/drawingml/2006/main">
            <a:pathLst>
              <a:path w="916332" h="295168">
                <a:moveTo>
                  <a:pt x="0" y="0"/>
                </a:moveTo>
                <a:lnTo>
                  <a:pt x="916332" y="0"/>
                </a:lnTo>
                <a:lnTo>
                  <a:pt x="916332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D01B2-3345-4CEE-9DD7-E637C975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507" y="837905"/>
            <a:ext cx="916332" cy="295168"/>
          </a:xfrm>
          <a:custGeom xmlns:a="http://schemas.openxmlformats.org/drawingml/2006/main">
            <a:pathLst>
              <a:path w="916332" h="295168" fill="none">
                <a:moveTo>
                  <a:pt x="0" y="0"/>
                </a:moveTo>
                <a:lnTo>
                  <a:pt x="916332" y="0"/>
                </a:lnTo>
                <a:lnTo>
                  <a:pt x="916332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E6D3D-D312-452F-A94E-C3AE37F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704" y="773501"/>
            <a:ext cx="916332" cy="295259"/>
          </a:xfrm>
          <a:custGeom xmlns:a="http://schemas.openxmlformats.org/drawingml/2006/main">
            <a:pathLst>
              <a:path w="916332" h="295259">
                <a:moveTo>
                  <a:pt x="0" y="0"/>
                </a:moveTo>
                <a:lnTo>
                  <a:pt x="916332" y="0"/>
                </a:lnTo>
                <a:lnTo>
                  <a:pt x="916332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371A5-02B6-423D-A5E6-7E5ABEF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704" y="773501"/>
            <a:ext cx="916332" cy="295259"/>
          </a:xfrm>
          <a:custGeom xmlns:a="http://schemas.openxmlformats.org/drawingml/2006/main">
            <a:pathLst>
              <a:path w="916332" h="295259" fill="none">
                <a:moveTo>
                  <a:pt x="0" y="0"/>
                </a:moveTo>
                <a:lnTo>
                  <a:pt x="916332" y="0"/>
                </a:lnTo>
                <a:lnTo>
                  <a:pt x="916332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D54C2-8D4C-47E0-BE15-13DC6760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43" y="716325"/>
            <a:ext cx="916332" cy="295259"/>
          </a:xfrm>
          <a:custGeom xmlns:a="http://schemas.openxmlformats.org/drawingml/2006/main">
            <a:pathLst>
              <a:path w="916332" h="295259">
                <a:moveTo>
                  <a:pt x="0" y="0"/>
                </a:moveTo>
                <a:lnTo>
                  <a:pt x="916332" y="0"/>
                </a:lnTo>
                <a:lnTo>
                  <a:pt x="916332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7709D-B249-4572-888C-4B6B5EE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143" y="716325"/>
            <a:ext cx="916332" cy="295259"/>
          </a:xfrm>
          <a:custGeom xmlns:a="http://schemas.openxmlformats.org/drawingml/2006/main">
            <a:pathLst>
              <a:path w="916332" h="295259" fill="none">
                <a:moveTo>
                  <a:pt x="0" y="0"/>
                </a:moveTo>
                <a:lnTo>
                  <a:pt x="916332" y="0"/>
                </a:lnTo>
                <a:lnTo>
                  <a:pt x="916332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50" name="Text Crash">
            <a:extLst xmlns:a="http://schemas.openxmlformats.org/drawingml/2006/main">
              <a:ext uri="{FF2B5EF4-FFF2-40B4-BE49-F238E27FC236}">
                <a16:creationId xmlns:a16="http://schemas.microsoft.com/office/drawing/2014/main" id="{B9F3CEFA-C3F5-464D-9BD8-425BFF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5806" y="775640"/>
            <a:ext cx="468646" cy="144929"/>
          </a:xfrm>
          <a:custGeom xmlns:a="http://schemas.openxmlformats.org/drawingml/2006/main">
            <a:pathLst>
              <a:path w="468646" h="144929">
                <a:moveTo>
                  <a:pt x="69349" y="144929"/>
                </a:moveTo>
                <a:cubicBezTo>
                  <a:pt x="47506" y="144929"/>
                  <a:pt x="30487" y="138982"/>
                  <a:pt x="18292" y="127089"/>
                </a:cubicBezTo>
                <a:cubicBezTo>
                  <a:pt x="6097" y="115196"/>
                  <a:pt x="0" y="98529"/>
                  <a:pt x="0" y="77088"/>
                </a:cubicBezTo>
                <a:cubicBezTo>
                  <a:pt x="0" y="53904"/>
                  <a:pt x="5863" y="36366"/>
                  <a:pt x="17588" y="24473"/>
                </a:cubicBezTo>
                <a:cubicBezTo>
                  <a:pt x="29314" y="12580"/>
                  <a:pt x="46702" y="6633"/>
                  <a:pt x="69751" y="6633"/>
                </a:cubicBezTo>
                <a:cubicBezTo>
                  <a:pt x="83755" y="6633"/>
                  <a:pt x="98797" y="8342"/>
                  <a:pt x="114878" y="11759"/>
                </a:cubicBezTo>
                <a:lnTo>
                  <a:pt x="115481" y="41207"/>
                </a:lnTo>
                <a:lnTo>
                  <a:pt x="108847" y="41207"/>
                </a:lnTo>
                <a:lnTo>
                  <a:pt x="105832" y="23719"/>
                </a:lnTo>
                <a:cubicBezTo>
                  <a:pt x="101142" y="20838"/>
                  <a:pt x="95698" y="18610"/>
                  <a:pt x="89500" y="17036"/>
                </a:cubicBezTo>
                <a:cubicBezTo>
                  <a:pt x="83302" y="15461"/>
                  <a:pt x="76987" y="14674"/>
                  <a:pt x="70555" y="14674"/>
                </a:cubicBezTo>
                <a:cubicBezTo>
                  <a:pt x="53335" y="14674"/>
                  <a:pt x="40772" y="19733"/>
                  <a:pt x="32865" y="29850"/>
                </a:cubicBezTo>
                <a:cubicBezTo>
                  <a:pt x="24959" y="39968"/>
                  <a:pt x="21006" y="55647"/>
                  <a:pt x="21006" y="76887"/>
                </a:cubicBezTo>
                <a:cubicBezTo>
                  <a:pt x="21006" y="96452"/>
                  <a:pt x="25143" y="111394"/>
                  <a:pt x="33418" y="121712"/>
                </a:cubicBezTo>
                <a:cubicBezTo>
                  <a:pt x="41693" y="132031"/>
                  <a:pt x="53737" y="137190"/>
                  <a:pt x="69550" y="137190"/>
                </a:cubicBezTo>
                <a:cubicBezTo>
                  <a:pt x="77188" y="137190"/>
                  <a:pt x="84391" y="136269"/>
                  <a:pt x="91158" y="134426"/>
                </a:cubicBezTo>
                <a:cubicBezTo>
                  <a:pt x="97926" y="132583"/>
                  <a:pt x="103286" y="130121"/>
                  <a:pt x="107239" y="127039"/>
                </a:cubicBezTo>
                <a:lnTo>
                  <a:pt x="110958" y="106938"/>
                </a:lnTo>
                <a:lnTo>
                  <a:pt x="117491" y="106938"/>
                </a:lnTo>
                <a:lnTo>
                  <a:pt x="116888" y="138597"/>
                </a:lnTo>
                <a:cubicBezTo>
                  <a:pt x="102147" y="142818"/>
                  <a:pt x="86301" y="144929"/>
                  <a:pt x="69349" y="144929"/>
                </a:cubicBezTo>
                <a:close/>
                <a:moveTo>
                  <a:pt x="195379" y="45830"/>
                </a:moveTo>
                <a:lnTo>
                  <a:pt x="195379" y="71359"/>
                </a:lnTo>
                <a:lnTo>
                  <a:pt x="191057" y="71359"/>
                </a:lnTo>
                <a:lnTo>
                  <a:pt x="185228" y="60303"/>
                </a:lnTo>
                <a:cubicBezTo>
                  <a:pt x="181877" y="60303"/>
                  <a:pt x="177907" y="60756"/>
                  <a:pt x="173318" y="61660"/>
                </a:cubicBezTo>
                <a:cubicBezTo>
                  <a:pt x="168728" y="62565"/>
                  <a:pt x="164758" y="63754"/>
                  <a:pt x="161408" y="65228"/>
                </a:cubicBezTo>
                <a:lnTo>
                  <a:pt x="161408" y="135883"/>
                </a:lnTo>
                <a:lnTo>
                  <a:pt x="177589" y="138396"/>
                </a:lnTo>
                <a:lnTo>
                  <a:pt x="177589" y="142919"/>
                </a:lnTo>
                <a:lnTo>
                  <a:pt x="132764" y="142919"/>
                </a:lnTo>
                <a:lnTo>
                  <a:pt x="132764" y="138396"/>
                </a:lnTo>
                <a:lnTo>
                  <a:pt x="144724" y="135883"/>
                </a:lnTo>
                <a:lnTo>
                  <a:pt x="144724" y="55479"/>
                </a:lnTo>
                <a:lnTo>
                  <a:pt x="132764" y="52966"/>
                </a:lnTo>
                <a:lnTo>
                  <a:pt x="132764" y="48444"/>
                </a:lnTo>
                <a:lnTo>
                  <a:pt x="160302" y="48444"/>
                </a:lnTo>
                <a:lnTo>
                  <a:pt x="161207" y="60102"/>
                </a:lnTo>
                <a:cubicBezTo>
                  <a:pt x="165227" y="56752"/>
                  <a:pt x="170671" y="53536"/>
                  <a:pt x="177539" y="50454"/>
                </a:cubicBezTo>
                <a:cubicBezTo>
                  <a:pt x="184407" y="47372"/>
                  <a:pt x="189851" y="45830"/>
                  <a:pt x="193871" y="45830"/>
                </a:cubicBezTo>
                <a:lnTo>
                  <a:pt x="195379" y="45830"/>
                </a:lnTo>
                <a:close/>
                <a:moveTo>
                  <a:pt x="243921" y="46233"/>
                </a:moveTo>
                <a:cubicBezTo>
                  <a:pt x="254240" y="46233"/>
                  <a:pt x="261828" y="48346"/>
                  <a:pt x="266686" y="52574"/>
                </a:cubicBezTo>
                <a:cubicBezTo>
                  <a:pt x="271543" y="56799"/>
                  <a:pt x="273972" y="63271"/>
                  <a:pt x="273972" y="71990"/>
                </a:cubicBezTo>
                <a:lnTo>
                  <a:pt x="273972" y="135883"/>
                </a:lnTo>
                <a:lnTo>
                  <a:pt x="285731" y="138396"/>
                </a:lnTo>
                <a:lnTo>
                  <a:pt x="285731" y="142919"/>
                </a:lnTo>
                <a:lnTo>
                  <a:pt x="259801" y="142919"/>
                </a:lnTo>
                <a:lnTo>
                  <a:pt x="257891" y="133471"/>
                </a:lnTo>
                <a:cubicBezTo>
                  <a:pt x="250253" y="141110"/>
                  <a:pt x="240504" y="144929"/>
                  <a:pt x="228644" y="144929"/>
                </a:cubicBezTo>
                <a:cubicBezTo>
                  <a:pt x="212496" y="144929"/>
                  <a:pt x="204422" y="135532"/>
                  <a:pt x="204422" y="116737"/>
                </a:cubicBezTo>
                <a:cubicBezTo>
                  <a:pt x="204422" y="110428"/>
                  <a:pt x="205645" y="105210"/>
                  <a:pt x="208091" y="101083"/>
                </a:cubicBezTo>
                <a:cubicBezTo>
                  <a:pt x="210537" y="96954"/>
                  <a:pt x="214440" y="93799"/>
                  <a:pt x="219800" y="91617"/>
                </a:cubicBezTo>
                <a:cubicBezTo>
                  <a:pt x="225160" y="89435"/>
                  <a:pt x="232933" y="88244"/>
                  <a:pt x="243117" y="88043"/>
                </a:cubicBezTo>
                <a:lnTo>
                  <a:pt x="257288" y="87641"/>
                </a:lnTo>
                <a:lnTo>
                  <a:pt x="257288" y="72866"/>
                </a:lnTo>
                <a:cubicBezTo>
                  <a:pt x="257288" y="66367"/>
                  <a:pt x="256099" y="61576"/>
                  <a:pt x="253720" y="58494"/>
                </a:cubicBezTo>
                <a:cubicBezTo>
                  <a:pt x="251342" y="55412"/>
                  <a:pt x="247673" y="53871"/>
                  <a:pt x="242715" y="53871"/>
                </a:cubicBezTo>
                <a:cubicBezTo>
                  <a:pt x="236015" y="53871"/>
                  <a:pt x="229884" y="55446"/>
                  <a:pt x="224323" y="58595"/>
                </a:cubicBezTo>
                <a:lnTo>
                  <a:pt x="220905" y="70354"/>
                </a:lnTo>
                <a:lnTo>
                  <a:pt x="215277" y="70354"/>
                </a:lnTo>
                <a:lnTo>
                  <a:pt x="215277" y="49750"/>
                </a:lnTo>
                <a:cubicBezTo>
                  <a:pt x="226132" y="47405"/>
                  <a:pt x="235680" y="46233"/>
                  <a:pt x="243921" y="46233"/>
                </a:cubicBezTo>
                <a:moveTo>
                  <a:pt x="257288" y="94676"/>
                </a:moveTo>
                <a:lnTo>
                  <a:pt x="244122" y="95078"/>
                </a:lnTo>
                <a:cubicBezTo>
                  <a:pt x="235144" y="95415"/>
                  <a:pt x="229063" y="97163"/>
                  <a:pt x="225880" y="100320"/>
                </a:cubicBezTo>
                <a:cubicBezTo>
                  <a:pt x="222698" y="103476"/>
                  <a:pt x="221106" y="108749"/>
                  <a:pt x="221106" y="116140"/>
                </a:cubicBezTo>
                <a:cubicBezTo>
                  <a:pt x="221106" y="127962"/>
                  <a:pt x="225897" y="133873"/>
                  <a:pt x="235479" y="133873"/>
                </a:cubicBezTo>
                <a:cubicBezTo>
                  <a:pt x="240035" y="133873"/>
                  <a:pt x="243971" y="133354"/>
                  <a:pt x="247288" y="132315"/>
                </a:cubicBezTo>
                <a:cubicBezTo>
                  <a:pt x="250605" y="131277"/>
                  <a:pt x="253938" y="129954"/>
                  <a:pt x="257288" y="128345"/>
                </a:cubicBezTo>
                <a:lnTo>
                  <a:pt x="257288" y="94676"/>
                </a:lnTo>
                <a:close/>
                <a:moveTo>
                  <a:pt x="361037" y="116357"/>
                </a:moveTo>
                <a:cubicBezTo>
                  <a:pt x="361037" y="125746"/>
                  <a:pt x="358072" y="132856"/>
                  <a:pt x="352142" y="137686"/>
                </a:cubicBezTo>
                <a:cubicBezTo>
                  <a:pt x="346212" y="142515"/>
                  <a:pt x="337451" y="144929"/>
                  <a:pt x="325860" y="144929"/>
                </a:cubicBezTo>
                <a:cubicBezTo>
                  <a:pt x="321169" y="144929"/>
                  <a:pt x="315993" y="144443"/>
                  <a:pt x="310332" y="143472"/>
                </a:cubicBezTo>
                <a:cubicBezTo>
                  <a:pt x="304670" y="142500"/>
                  <a:pt x="300231" y="141411"/>
                  <a:pt x="297015" y="140205"/>
                </a:cubicBezTo>
                <a:lnTo>
                  <a:pt x="297015" y="116988"/>
                </a:lnTo>
                <a:lnTo>
                  <a:pt x="301537" y="116988"/>
                </a:lnTo>
                <a:lnTo>
                  <a:pt x="306462" y="130155"/>
                </a:lnTo>
                <a:cubicBezTo>
                  <a:pt x="311487" y="134711"/>
                  <a:pt x="318020" y="136989"/>
                  <a:pt x="326061" y="136989"/>
                </a:cubicBezTo>
                <a:cubicBezTo>
                  <a:pt x="339059" y="136989"/>
                  <a:pt x="345559" y="131419"/>
                  <a:pt x="345559" y="120280"/>
                </a:cubicBezTo>
                <a:cubicBezTo>
                  <a:pt x="345559" y="112097"/>
                  <a:pt x="340433" y="106261"/>
                  <a:pt x="330181" y="102773"/>
                </a:cubicBezTo>
                <a:lnTo>
                  <a:pt x="321236" y="99855"/>
                </a:lnTo>
                <a:cubicBezTo>
                  <a:pt x="314469" y="97642"/>
                  <a:pt x="309544" y="95395"/>
                  <a:pt x="306462" y="93115"/>
                </a:cubicBezTo>
                <a:cubicBezTo>
                  <a:pt x="303380" y="90835"/>
                  <a:pt x="301001" y="88035"/>
                  <a:pt x="299326" y="84717"/>
                </a:cubicBezTo>
                <a:cubicBezTo>
                  <a:pt x="297651" y="81396"/>
                  <a:pt x="296814" y="77388"/>
                  <a:pt x="296814" y="72694"/>
                </a:cubicBezTo>
                <a:cubicBezTo>
                  <a:pt x="296814" y="64377"/>
                  <a:pt x="299645" y="57821"/>
                  <a:pt x="305306" y="53026"/>
                </a:cubicBezTo>
                <a:cubicBezTo>
                  <a:pt x="310968" y="48229"/>
                  <a:pt x="318623" y="45830"/>
                  <a:pt x="328272" y="45830"/>
                </a:cubicBezTo>
                <a:cubicBezTo>
                  <a:pt x="335173" y="45830"/>
                  <a:pt x="343817" y="46869"/>
                  <a:pt x="354202" y="48946"/>
                </a:cubicBezTo>
                <a:lnTo>
                  <a:pt x="354202" y="69550"/>
                </a:lnTo>
                <a:lnTo>
                  <a:pt x="349479" y="69550"/>
                </a:lnTo>
                <a:lnTo>
                  <a:pt x="345257" y="58595"/>
                </a:lnTo>
                <a:cubicBezTo>
                  <a:pt x="341706" y="55446"/>
                  <a:pt x="336111" y="53871"/>
                  <a:pt x="328473" y="53871"/>
                </a:cubicBezTo>
                <a:cubicBezTo>
                  <a:pt x="323046" y="53871"/>
                  <a:pt x="318908" y="55213"/>
                  <a:pt x="316060" y="57897"/>
                </a:cubicBezTo>
                <a:cubicBezTo>
                  <a:pt x="313213" y="60582"/>
                  <a:pt x="311789" y="64205"/>
                  <a:pt x="311789" y="68768"/>
                </a:cubicBezTo>
                <a:cubicBezTo>
                  <a:pt x="311789" y="72591"/>
                  <a:pt x="313079" y="75810"/>
                  <a:pt x="315658" y="78426"/>
                </a:cubicBezTo>
                <a:cubicBezTo>
                  <a:pt x="318238" y="81041"/>
                  <a:pt x="322141" y="83221"/>
                  <a:pt x="327367" y="84965"/>
                </a:cubicBezTo>
                <a:cubicBezTo>
                  <a:pt x="337217" y="88319"/>
                  <a:pt x="343649" y="90768"/>
                  <a:pt x="346664" y="92311"/>
                </a:cubicBezTo>
                <a:cubicBezTo>
                  <a:pt x="349680" y="93852"/>
                  <a:pt x="352242" y="95747"/>
                  <a:pt x="354353" y="97996"/>
                </a:cubicBezTo>
                <a:cubicBezTo>
                  <a:pt x="356464" y="100243"/>
                  <a:pt x="358105" y="102809"/>
                  <a:pt x="359278" y="105694"/>
                </a:cubicBezTo>
                <a:cubicBezTo>
                  <a:pt x="360450" y="108577"/>
                  <a:pt x="361037" y="112132"/>
                  <a:pt x="361037" y="116357"/>
                </a:cubicBezTo>
                <a:close/>
                <a:moveTo>
                  <a:pt x="401207" y="40906"/>
                </a:moveTo>
                <a:cubicBezTo>
                  <a:pt x="401207" y="47874"/>
                  <a:pt x="400972" y="52899"/>
                  <a:pt x="400503" y="55982"/>
                </a:cubicBezTo>
                <a:cubicBezTo>
                  <a:pt x="405327" y="53234"/>
                  <a:pt x="410805" y="50856"/>
                  <a:pt x="416936" y="48846"/>
                </a:cubicBezTo>
                <a:cubicBezTo>
                  <a:pt x="423067" y="46836"/>
                  <a:pt x="428243" y="45830"/>
                  <a:pt x="432464" y="45830"/>
                </a:cubicBezTo>
                <a:cubicBezTo>
                  <a:pt x="440638" y="45830"/>
                  <a:pt x="446803" y="48212"/>
                  <a:pt x="450957" y="52976"/>
                </a:cubicBezTo>
                <a:cubicBezTo>
                  <a:pt x="455111" y="57737"/>
                  <a:pt x="457188" y="64646"/>
                  <a:pt x="457188" y="73702"/>
                </a:cubicBezTo>
                <a:lnTo>
                  <a:pt x="457188" y="135883"/>
                </a:lnTo>
                <a:lnTo>
                  <a:pt x="468646" y="138396"/>
                </a:lnTo>
                <a:lnTo>
                  <a:pt x="468646" y="142919"/>
                </a:lnTo>
                <a:lnTo>
                  <a:pt x="427941" y="142919"/>
                </a:lnTo>
                <a:lnTo>
                  <a:pt x="427941" y="138396"/>
                </a:lnTo>
                <a:lnTo>
                  <a:pt x="440504" y="135883"/>
                </a:lnTo>
                <a:lnTo>
                  <a:pt x="440504" y="74899"/>
                </a:lnTo>
                <a:cubicBezTo>
                  <a:pt x="440504" y="63359"/>
                  <a:pt x="434943" y="57590"/>
                  <a:pt x="423820" y="57590"/>
                </a:cubicBezTo>
                <a:cubicBezTo>
                  <a:pt x="417522" y="57590"/>
                  <a:pt x="409984" y="58561"/>
                  <a:pt x="401207" y="60504"/>
                </a:cubicBezTo>
                <a:lnTo>
                  <a:pt x="401207" y="135883"/>
                </a:lnTo>
                <a:lnTo>
                  <a:pt x="413971" y="138396"/>
                </a:lnTo>
                <a:lnTo>
                  <a:pt x="413971" y="142919"/>
                </a:lnTo>
                <a:lnTo>
                  <a:pt x="372563" y="142919"/>
                </a:lnTo>
                <a:lnTo>
                  <a:pt x="372563" y="138396"/>
                </a:lnTo>
                <a:lnTo>
                  <a:pt x="384523" y="135883"/>
                </a:lnTo>
                <a:lnTo>
                  <a:pt x="384523" y="6935"/>
                </a:lnTo>
                <a:lnTo>
                  <a:pt x="370452" y="4523"/>
                </a:lnTo>
                <a:lnTo>
                  <a:pt x="370452" y="0"/>
                </a:lnTo>
                <a:lnTo>
                  <a:pt x="401207" y="0"/>
                </a:lnTo>
                <a:lnTo>
                  <a:pt x="401207" y="4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5D362-1736-485E-8A9A-5A4BFBBF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214" y="1711721"/>
            <a:ext cx="1211684" cy="293750"/>
          </a:xfrm>
          <a:custGeom xmlns:a="http://schemas.openxmlformats.org/drawingml/2006/main">
            <a:pathLst>
              <a:path w="1211684" h="293750">
                <a:moveTo>
                  <a:pt x="0" y="0"/>
                </a:moveTo>
                <a:lnTo>
                  <a:pt x="1211684" y="0"/>
                </a:lnTo>
                <a:lnTo>
                  <a:pt x="1211684" y="293750"/>
                </a:lnTo>
                <a:lnTo>
                  <a:pt x="0" y="293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1AC34-D664-4259-B949-AE816FCF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214" y="1711721"/>
            <a:ext cx="1211684" cy="293750"/>
          </a:xfrm>
          <a:custGeom xmlns:a="http://schemas.openxmlformats.org/drawingml/2006/main">
            <a:pathLst>
              <a:path w="1211684" h="293750" fill="none">
                <a:moveTo>
                  <a:pt x="0" y="0"/>
                </a:moveTo>
                <a:lnTo>
                  <a:pt x="1211684" y="0"/>
                </a:lnTo>
                <a:lnTo>
                  <a:pt x="1211684" y="293750"/>
                </a:lnTo>
                <a:lnTo>
                  <a:pt x="0" y="293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2E070-A760-43B9-A211-B86D704A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110" y="1655619"/>
            <a:ext cx="1211683" cy="293841"/>
          </a:xfrm>
          <a:custGeom xmlns:a="http://schemas.openxmlformats.org/drawingml/2006/main">
            <a:pathLst>
              <a:path w="1211683" h="293841">
                <a:moveTo>
                  <a:pt x="0" y="0"/>
                </a:moveTo>
                <a:lnTo>
                  <a:pt x="1211683" y="0"/>
                </a:lnTo>
                <a:lnTo>
                  <a:pt x="1211683" y="293841"/>
                </a:lnTo>
                <a:lnTo>
                  <a:pt x="0" y="2938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8939E-FC0E-4546-BAF9-067DB73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110" y="1655619"/>
            <a:ext cx="1211683" cy="293841"/>
          </a:xfrm>
          <a:custGeom xmlns:a="http://schemas.openxmlformats.org/drawingml/2006/main">
            <a:pathLst>
              <a:path w="1211683" h="293841" fill="none">
                <a:moveTo>
                  <a:pt x="0" y="0"/>
                </a:moveTo>
                <a:lnTo>
                  <a:pt x="1211683" y="0"/>
                </a:lnTo>
                <a:lnTo>
                  <a:pt x="1211683" y="293841"/>
                </a:lnTo>
                <a:lnTo>
                  <a:pt x="0" y="2938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7CCC8-8522-42C3-88E2-EDB83A1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84" y="1598260"/>
            <a:ext cx="1211684" cy="293750"/>
          </a:xfrm>
          <a:custGeom xmlns:a="http://schemas.openxmlformats.org/drawingml/2006/main">
            <a:pathLst>
              <a:path w="1211684" h="293750">
                <a:moveTo>
                  <a:pt x="0" y="0"/>
                </a:moveTo>
                <a:lnTo>
                  <a:pt x="1211684" y="0"/>
                </a:lnTo>
                <a:lnTo>
                  <a:pt x="1211684" y="293750"/>
                </a:lnTo>
                <a:lnTo>
                  <a:pt x="0" y="2937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2416C-A01A-4612-87D4-CF369FB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484" y="1598260"/>
            <a:ext cx="1211684" cy="293750"/>
          </a:xfrm>
          <a:custGeom xmlns:a="http://schemas.openxmlformats.org/drawingml/2006/main">
            <a:pathLst>
              <a:path w="1211684" h="293750" fill="none">
                <a:moveTo>
                  <a:pt x="0" y="0"/>
                </a:moveTo>
                <a:lnTo>
                  <a:pt x="1211684" y="0"/>
                </a:lnTo>
                <a:lnTo>
                  <a:pt x="1211684" y="293750"/>
                </a:lnTo>
                <a:lnTo>
                  <a:pt x="0" y="2937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57" name="Text Non-crash">
            <a:extLst xmlns:a="http://schemas.openxmlformats.org/drawingml/2006/main">
              <a:ext uri="{FF2B5EF4-FFF2-40B4-BE49-F238E27FC236}">
                <a16:creationId xmlns:a16="http://schemas.microsoft.com/office/drawing/2014/main" id="{292514FB-FBFD-4C05-A09B-39EA6470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822" y="1669718"/>
            <a:ext cx="848248" cy="144929"/>
          </a:xfrm>
          <a:custGeom xmlns:a="http://schemas.openxmlformats.org/drawingml/2006/main">
            <a:pathLst>
              <a:path w="848248" h="144929">
                <a:moveTo>
                  <a:pt x="110154" y="15980"/>
                </a:moveTo>
                <a:lnTo>
                  <a:pt x="92063" y="13367"/>
                </a:lnTo>
                <a:lnTo>
                  <a:pt x="92063" y="8040"/>
                </a:lnTo>
                <a:lnTo>
                  <a:pt x="137994" y="8040"/>
                </a:lnTo>
                <a:lnTo>
                  <a:pt x="137994" y="13367"/>
                </a:lnTo>
                <a:lnTo>
                  <a:pt x="120707" y="15980"/>
                </a:lnTo>
                <a:lnTo>
                  <a:pt x="120707" y="142919"/>
                </a:lnTo>
                <a:lnTo>
                  <a:pt x="110958" y="142919"/>
                </a:lnTo>
                <a:lnTo>
                  <a:pt x="27840" y="21609"/>
                </a:lnTo>
                <a:lnTo>
                  <a:pt x="27840" y="134878"/>
                </a:lnTo>
                <a:lnTo>
                  <a:pt x="45931" y="137592"/>
                </a:lnTo>
                <a:lnTo>
                  <a:pt x="45931" y="142919"/>
                </a:lnTo>
                <a:lnTo>
                  <a:pt x="0" y="142919"/>
                </a:lnTo>
                <a:lnTo>
                  <a:pt x="0" y="137592"/>
                </a:lnTo>
                <a:lnTo>
                  <a:pt x="17287" y="134878"/>
                </a:lnTo>
                <a:lnTo>
                  <a:pt x="17287" y="15980"/>
                </a:lnTo>
                <a:lnTo>
                  <a:pt x="0" y="13367"/>
                </a:lnTo>
                <a:lnTo>
                  <a:pt x="0" y="8040"/>
                </a:lnTo>
                <a:lnTo>
                  <a:pt x="40805" y="8040"/>
                </a:lnTo>
                <a:lnTo>
                  <a:pt x="110154" y="107943"/>
                </a:lnTo>
                <a:lnTo>
                  <a:pt x="110154" y="15980"/>
                </a:lnTo>
                <a:close/>
                <a:moveTo>
                  <a:pt x="237761" y="95128"/>
                </a:moveTo>
                <a:cubicBezTo>
                  <a:pt x="237761" y="128329"/>
                  <a:pt x="223020" y="144929"/>
                  <a:pt x="193539" y="144929"/>
                </a:cubicBezTo>
                <a:cubicBezTo>
                  <a:pt x="179334" y="144929"/>
                  <a:pt x="168613" y="140670"/>
                  <a:pt x="161377" y="132152"/>
                </a:cubicBezTo>
                <a:cubicBezTo>
                  <a:pt x="154140" y="123634"/>
                  <a:pt x="150522" y="111293"/>
                  <a:pt x="150522" y="95128"/>
                </a:cubicBezTo>
                <a:cubicBezTo>
                  <a:pt x="150522" y="79165"/>
                  <a:pt x="154140" y="66958"/>
                  <a:pt x="161377" y="58507"/>
                </a:cubicBezTo>
                <a:cubicBezTo>
                  <a:pt x="168613" y="50056"/>
                  <a:pt x="179602" y="45830"/>
                  <a:pt x="194343" y="45830"/>
                </a:cubicBezTo>
                <a:cubicBezTo>
                  <a:pt x="208681" y="45830"/>
                  <a:pt x="219502" y="49972"/>
                  <a:pt x="226806" y="58255"/>
                </a:cubicBezTo>
                <a:cubicBezTo>
                  <a:pt x="234109" y="66539"/>
                  <a:pt x="237761" y="78830"/>
                  <a:pt x="237761" y="95128"/>
                </a:cubicBezTo>
                <a:moveTo>
                  <a:pt x="219670" y="95128"/>
                </a:moveTo>
                <a:cubicBezTo>
                  <a:pt x="219670" y="80639"/>
                  <a:pt x="217559" y="70140"/>
                  <a:pt x="213338" y="63633"/>
                </a:cubicBezTo>
                <a:cubicBezTo>
                  <a:pt x="209117" y="57125"/>
                  <a:pt x="202517" y="53871"/>
                  <a:pt x="193539" y="53871"/>
                </a:cubicBezTo>
                <a:cubicBezTo>
                  <a:pt x="184761" y="53871"/>
                  <a:pt x="178412" y="56991"/>
                  <a:pt x="174493" y="63230"/>
                </a:cubicBezTo>
                <a:cubicBezTo>
                  <a:pt x="170573" y="69468"/>
                  <a:pt x="168613" y="80101"/>
                  <a:pt x="168613" y="95128"/>
                </a:cubicBezTo>
                <a:cubicBezTo>
                  <a:pt x="168613" y="110357"/>
                  <a:pt x="170607" y="121142"/>
                  <a:pt x="174593" y="127482"/>
                </a:cubicBezTo>
                <a:cubicBezTo>
                  <a:pt x="178580" y="133820"/>
                  <a:pt x="184895" y="136989"/>
                  <a:pt x="193539" y="136989"/>
                </a:cubicBezTo>
                <a:cubicBezTo>
                  <a:pt x="202383" y="136989"/>
                  <a:pt x="208949" y="133702"/>
                  <a:pt x="213238" y="127127"/>
                </a:cubicBezTo>
                <a:cubicBezTo>
                  <a:pt x="217526" y="120552"/>
                  <a:pt x="219670" y="109886"/>
                  <a:pt x="219670" y="95128"/>
                </a:cubicBezTo>
                <a:close/>
                <a:moveTo>
                  <a:pt x="278164" y="55982"/>
                </a:moveTo>
                <a:cubicBezTo>
                  <a:pt x="283323" y="53033"/>
                  <a:pt x="288818" y="50604"/>
                  <a:pt x="294647" y="48695"/>
                </a:cubicBezTo>
                <a:cubicBezTo>
                  <a:pt x="300476" y="46785"/>
                  <a:pt x="305334" y="45830"/>
                  <a:pt x="309220" y="45830"/>
                </a:cubicBezTo>
                <a:cubicBezTo>
                  <a:pt x="317395" y="45830"/>
                  <a:pt x="323559" y="48212"/>
                  <a:pt x="327713" y="52976"/>
                </a:cubicBezTo>
                <a:cubicBezTo>
                  <a:pt x="331867" y="57737"/>
                  <a:pt x="333944" y="64646"/>
                  <a:pt x="333944" y="73702"/>
                </a:cubicBezTo>
                <a:lnTo>
                  <a:pt x="333944" y="135883"/>
                </a:lnTo>
                <a:lnTo>
                  <a:pt x="345402" y="138396"/>
                </a:lnTo>
                <a:lnTo>
                  <a:pt x="345402" y="142919"/>
                </a:lnTo>
                <a:lnTo>
                  <a:pt x="304697" y="142919"/>
                </a:lnTo>
                <a:lnTo>
                  <a:pt x="304697" y="138396"/>
                </a:lnTo>
                <a:lnTo>
                  <a:pt x="317261" y="135883"/>
                </a:lnTo>
                <a:lnTo>
                  <a:pt x="317261" y="75502"/>
                </a:lnTo>
                <a:cubicBezTo>
                  <a:pt x="317261" y="69934"/>
                  <a:pt x="315904" y="65557"/>
                  <a:pt x="313190" y="62370"/>
                </a:cubicBezTo>
                <a:cubicBezTo>
                  <a:pt x="310476" y="59183"/>
                  <a:pt x="306272" y="57590"/>
                  <a:pt x="300577" y="57590"/>
                </a:cubicBezTo>
                <a:cubicBezTo>
                  <a:pt x="294546" y="57590"/>
                  <a:pt x="287142" y="58561"/>
                  <a:pt x="278365" y="60504"/>
                </a:cubicBezTo>
                <a:lnTo>
                  <a:pt x="278365" y="135883"/>
                </a:lnTo>
                <a:lnTo>
                  <a:pt x="291129" y="138396"/>
                </a:lnTo>
                <a:lnTo>
                  <a:pt x="291129" y="142919"/>
                </a:lnTo>
                <a:lnTo>
                  <a:pt x="250324" y="142919"/>
                </a:lnTo>
                <a:lnTo>
                  <a:pt x="250324" y="138396"/>
                </a:lnTo>
                <a:lnTo>
                  <a:pt x="261681" y="135883"/>
                </a:lnTo>
                <a:lnTo>
                  <a:pt x="261681" y="55479"/>
                </a:lnTo>
                <a:lnTo>
                  <a:pt x="250324" y="52966"/>
                </a:lnTo>
                <a:lnTo>
                  <a:pt x="250324" y="48444"/>
                </a:lnTo>
                <a:lnTo>
                  <a:pt x="277259" y="48444"/>
                </a:lnTo>
                <a:lnTo>
                  <a:pt x="278164" y="55982"/>
                </a:lnTo>
                <a:close/>
                <a:moveTo>
                  <a:pt x="356157" y="102013"/>
                </a:moveTo>
                <a:lnTo>
                  <a:pt x="356157" y="86636"/>
                </a:lnTo>
                <a:lnTo>
                  <a:pt x="409626" y="86636"/>
                </a:lnTo>
                <a:lnTo>
                  <a:pt x="409626" y="102013"/>
                </a:lnTo>
                <a:lnTo>
                  <a:pt x="356157" y="102013"/>
                </a:lnTo>
                <a:close/>
                <a:moveTo>
                  <a:pt x="502089" y="137190"/>
                </a:moveTo>
                <a:cubicBezTo>
                  <a:pt x="498806" y="139602"/>
                  <a:pt x="494283" y="141495"/>
                  <a:pt x="488521" y="142868"/>
                </a:cubicBezTo>
                <a:cubicBezTo>
                  <a:pt x="482758" y="144242"/>
                  <a:pt x="476862" y="144929"/>
                  <a:pt x="470832" y="144929"/>
                </a:cubicBezTo>
                <a:cubicBezTo>
                  <a:pt x="440211" y="144929"/>
                  <a:pt x="424901" y="128262"/>
                  <a:pt x="424901" y="94927"/>
                </a:cubicBezTo>
                <a:cubicBezTo>
                  <a:pt x="424901" y="79165"/>
                  <a:pt x="428804" y="67041"/>
                  <a:pt x="436610" y="58557"/>
                </a:cubicBezTo>
                <a:cubicBezTo>
                  <a:pt x="444416" y="50073"/>
                  <a:pt x="455588" y="45830"/>
                  <a:pt x="470128" y="45830"/>
                </a:cubicBezTo>
                <a:cubicBezTo>
                  <a:pt x="479174" y="45830"/>
                  <a:pt x="489057" y="46869"/>
                  <a:pt x="499777" y="48946"/>
                </a:cubicBezTo>
                <a:lnTo>
                  <a:pt x="499777" y="75279"/>
                </a:lnTo>
                <a:lnTo>
                  <a:pt x="494250" y="75279"/>
                </a:lnTo>
                <a:lnTo>
                  <a:pt x="489928" y="58595"/>
                </a:lnTo>
                <a:cubicBezTo>
                  <a:pt x="484366" y="55446"/>
                  <a:pt x="477700" y="53871"/>
                  <a:pt x="469927" y="53871"/>
                </a:cubicBezTo>
                <a:cubicBezTo>
                  <a:pt x="451970" y="53871"/>
                  <a:pt x="442992" y="67556"/>
                  <a:pt x="442992" y="94927"/>
                </a:cubicBezTo>
                <a:cubicBezTo>
                  <a:pt x="442992" y="109151"/>
                  <a:pt x="445722" y="119299"/>
                  <a:pt x="451183" y="125371"/>
                </a:cubicBezTo>
                <a:cubicBezTo>
                  <a:pt x="456644" y="131441"/>
                  <a:pt x="465103" y="134476"/>
                  <a:pt x="476561" y="134476"/>
                </a:cubicBezTo>
                <a:cubicBezTo>
                  <a:pt x="486343" y="134476"/>
                  <a:pt x="494853" y="133371"/>
                  <a:pt x="502089" y="131160"/>
                </a:cubicBezTo>
                <a:lnTo>
                  <a:pt x="502089" y="137190"/>
                </a:lnTo>
                <a:close/>
                <a:moveTo>
                  <a:pt x="574981" y="45830"/>
                </a:moveTo>
                <a:lnTo>
                  <a:pt x="574981" y="71359"/>
                </a:lnTo>
                <a:lnTo>
                  <a:pt x="570660" y="71359"/>
                </a:lnTo>
                <a:lnTo>
                  <a:pt x="564830" y="60303"/>
                </a:lnTo>
                <a:cubicBezTo>
                  <a:pt x="561480" y="60303"/>
                  <a:pt x="557510" y="60756"/>
                  <a:pt x="552921" y="61660"/>
                </a:cubicBezTo>
                <a:cubicBezTo>
                  <a:pt x="548331" y="62565"/>
                  <a:pt x="544361" y="63754"/>
                  <a:pt x="541011" y="65228"/>
                </a:cubicBezTo>
                <a:lnTo>
                  <a:pt x="541011" y="135883"/>
                </a:lnTo>
                <a:lnTo>
                  <a:pt x="557192" y="138396"/>
                </a:lnTo>
                <a:lnTo>
                  <a:pt x="557192" y="142919"/>
                </a:lnTo>
                <a:lnTo>
                  <a:pt x="512367" y="142919"/>
                </a:lnTo>
                <a:lnTo>
                  <a:pt x="512367" y="138396"/>
                </a:lnTo>
                <a:lnTo>
                  <a:pt x="524327" y="135883"/>
                </a:lnTo>
                <a:lnTo>
                  <a:pt x="524327" y="55479"/>
                </a:lnTo>
                <a:lnTo>
                  <a:pt x="512367" y="52966"/>
                </a:lnTo>
                <a:lnTo>
                  <a:pt x="512367" y="48444"/>
                </a:lnTo>
                <a:lnTo>
                  <a:pt x="539905" y="48444"/>
                </a:lnTo>
                <a:lnTo>
                  <a:pt x="540810" y="60102"/>
                </a:lnTo>
                <a:cubicBezTo>
                  <a:pt x="544830" y="56752"/>
                  <a:pt x="550274" y="53536"/>
                  <a:pt x="557142" y="50454"/>
                </a:cubicBezTo>
                <a:cubicBezTo>
                  <a:pt x="564010" y="47372"/>
                  <a:pt x="569454" y="45830"/>
                  <a:pt x="573474" y="45830"/>
                </a:cubicBezTo>
                <a:lnTo>
                  <a:pt x="574981" y="45830"/>
                </a:lnTo>
                <a:close/>
                <a:moveTo>
                  <a:pt x="623524" y="46233"/>
                </a:moveTo>
                <a:cubicBezTo>
                  <a:pt x="633842" y="46233"/>
                  <a:pt x="641430" y="48346"/>
                  <a:pt x="646288" y="52574"/>
                </a:cubicBezTo>
                <a:cubicBezTo>
                  <a:pt x="651146" y="56799"/>
                  <a:pt x="653575" y="63271"/>
                  <a:pt x="653575" y="71990"/>
                </a:cubicBezTo>
                <a:lnTo>
                  <a:pt x="653575" y="135883"/>
                </a:lnTo>
                <a:lnTo>
                  <a:pt x="665334" y="138396"/>
                </a:lnTo>
                <a:lnTo>
                  <a:pt x="665334" y="142919"/>
                </a:lnTo>
                <a:lnTo>
                  <a:pt x="639404" y="142919"/>
                </a:lnTo>
                <a:lnTo>
                  <a:pt x="637494" y="133471"/>
                </a:lnTo>
                <a:cubicBezTo>
                  <a:pt x="629856" y="141110"/>
                  <a:pt x="620107" y="144929"/>
                  <a:pt x="608247" y="144929"/>
                </a:cubicBezTo>
                <a:cubicBezTo>
                  <a:pt x="592099" y="144929"/>
                  <a:pt x="584025" y="135532"/>
                  <a:pt x="584025" y="116737"/>
                </a:cubicBezTo>
                <a:cubicBezTo>
                  <a:pt x="584025" y="110428"/>
                  <a:pt x="585248" y="105210"/>
                  <a:pt x="587694" y="101083"/>
                </a:cubicBezTo>
                <a:cubicBezTo>
                  <a:pt x="590139" y="96954"/>
                  <a:pt x="594042" y="93799"/>
                  <a:pt x="599402" y="91617"/>
                </a:cubicBezTo>
                <a:cubicBezTo>
                  <a:pt x="604763" y="89435"/>
                  <a:pt x="612535" y="88244"/>
                  <a:pt x="622720" y="88043"/>
                </a:cubicBezTo>
                <a:lnTo>
                  <a:pt x="636891" y="87641"/>
                </a:lnTo>
                <a:lnTo>
                  <a:pt x="636891" y="72866"/>
                </a:lnTo>
                <a:cubicBezTo>
                  <a:pt x="636891" y="66367"/>
                  <a:pt x="635702" y="61576"/>
                  <a:pt x="633323" y="58494"/>
                </a:cubicBezTo>
                <a:cubicBezTo>
                  <a:pt x="630944" y="55412"/>
                  <a:pt x="627276" y="53871"/>
                  <a:pt x="622318" y="53871"/>
                </a:cubicBezTo>
                <a:cubicBezTo>
                  <a:pt x="615617" y="53871"/>
                  <a:pt x="609486" y="55446"/>
                  <a:pt x="603925" y="58595"/>
                </a:cubicBezTo>
                <a:lnTo>
                  <a:pt x="600508" y="70354"/>
                </a:lnTo>
                <a:lnTo>
                  <a:pt x="594880" y="70354"/>
                </a:lnTo>
                <a:lnTo>
                  <a:pt x="594880" y="49750"/>
                </a:lnTo>
                <a:cubicBezTo>
                  <a:pt x="605734" y="47405"/>
                  <a:pt x="615282" y="46233"/>
                  <a:pt x="623524" y="46233"/>
                </a:cubicBezTo>
                <a:moveTo>
                  <a:pt x="636891" y="94676"/>
                </a:moveTo>
                <a:lnTo>
                  <a:pt x="623725" y="95078"/>
                </a:lnTo>
                <a:cubicBezTo>
                  <a:pt x="614746" y="95415"/>
                  <a:pt x="608666" y="97163"/>
                  <a:pt x="605483" y="100320"/>
                </a:cubicBezTo>
                <a:cubicBezTo>
                  <a:pt x="602300" y="103476"/>
                  <a:pt x="600709" y="108749"/>
                  <a:pt x="600709" y="116140"/>
                </a:cubicBezTo>
                <a:cubicBezTo>
                  <a:pt x="600709" y="127962"/>
                  <a:pt x="605500" y="133873"/>
                  <a:pt x="615081" y="133873"/>
                </a:cubicBezTo>
                <a:cubicBezTo>
                  <a:pt x="619638" y="133873"/>
                  <a:pt x="623574" y="133354"/>
                  <a:pt x="626891" y="132315"/>
                </a:cubicBezTo>
                <a:cubicBezTo>
                  <a:pt x="630207" y="131277"/>
                  <a:pt x="633541" y="129954"/>
                  <a:pt x="636891" y="128345"/>
                </a:cubicBezTo>
                <a:lnTo>
                  <a:pt x="636891" y="94676"/>
                </a:lnTo>
                <a:close/>
                <a:moveTo>
                  <a:pt x="740640" y="116357"/>
                </a:moveTo>
                <a:cubicBezTo>
                  <a:pt x="740640" y="125746"/>
                  <a:pt x="737675" y="132856"/>
                  <a:pt x="731745" y="137686"/>
                </a:cubicBezTo>
                <a:cubicBezTo>
                  <a:pt x="725815" y="142515"/>
                  <a:pt x="717055" y="144929"/>
                  <a:pt x="705463" y="144929"/>
                </a:cubicBezTo>
                <a:cubicBezTo>
                  <a:pt x="700773" y="144929"/>
                  <a:pt x="695597" y="144443"/>
                  <a:pt x="689935" y="143472"/>
                </a:cubicBezTo>
                <a:cubicBezTo>
                  <a:pt x="684273" y="142500"/>
                  <a:pt x="679834" y="141411"/>
                  <a:pt x="676618" y="140205"/>
                </a:cubicBezTo>
                <a:lnTo>
                  <a:pt x="676618" y="116988"/>
                </a:lnTo>
                <a:lnTo>
                  <a:pt x="681141" y="116988"/>
                </a:lnTo>
                <a:lnTo>
                  <a:pt x="686065" y="130155"/>
                </a:lnTo>
                <a:cubicBezTo>
                  <a:pt x="691091" y="134711"/>
                  <a:pt x="697624" y="136989"/>
                  <a:pt x="705664" y="136989"/>
                </a:cubicBezTo>
                <a:cubicBezTo>
                  <a:pt x="718663" y="136989"/>
                  <a:pt x="725162" y="131419"/>
                  <a:pt x="725162" y="120280"/>
                </a:cubicBezTo>
                <a:cubicBezTo>
                  <a:pt x="725162" y="112097"/>
                  <a:pt x="720036" y="106261"/>
                  <a:pt x="709785" y="102773"/>
                </a:cubicBezTo>
                <a:lnTo>
                  <a:pt x="700840" y="99855"/>
                </a:lnTo>
                <a:cubicBezTo>
                  <a:pt x="694072" y="97642"/>
                  <a:pt x="689148" y="95395"/>
                  <a:pt x="686065" y="93115"/>
                </a:cubicBezTo>
                <a:cubicBezTo>
                  <a:pt x="682983" y="90835"/>
                  <a:pt x="680605" y="88035"/>
                  <a:pt x="678930" y="84717"/>
                </a:cubicBezTo>
                <a:cubicBezTo>
                  <a:pt x="677254" y="81396"/>
                  <a:pt x="676417" y="77388"/>
                  <a:pt x="676417" y="72694"/>
                </a:cubicBezTo>
                <a:cubicBezTo>
                  <a:pt x="676417" y="64377"/>
                  <a:pt x="679248" y="57821"/>
                  <a:pt x="684910" y="53026"/>
                </a:cubicBezTo>
                <a:cubicBezTo>
                  <a:pt x="690571" y="48229"/>
                  <a:pt x="698227" y="45830"/>
                  <a:pt x="707875" y="45830"/>
                </a:cubicBezTo>
                <a:cubicBezTo>
                  <a:pt x="714776" y="45830"/>
                  <a:pt x="723420" y="46869"/>
                  <a:pt x="733805" y="48946"/>
                </a:cubicBezTo>
                <a:lnTo>
                  <a:pt x="733805" y="69550"/>
                </a:lnTo>
                <a:lnTo>
                  <a:pt x="729082" y="69550"/>
                </a:lnTo>
                <a:lnTo>
                  <a:pt x="724860" y="58595"/>
                </a:lnTo>
                <a:cubicBezTo>
                  <a:pt x="721309" y="55446"/>
                  <a:pt x="715714" y="53871"/>
                  <a:pt x="708076" y="53871"/>
                </a:cubicBezTo>
                <a:cubicBezTo>
                  <a:pt x="702649" y="53871"/>
                  <a:pt x="698511" y="55213"/>
                  <a:pt x="695664" y="57897"/>
                </a:cubicBezTo>
                <a:cubicBezTo>
                  <a:pt x="692816" y="60582"/>
                  <a:pt x="691392" y="64205"/>
                  <a:pt x="691392" y="68768"/>
                </a:cubicBezTo>
                <a:cubicBezTo>
                  <a:pt x="691392" y="72591"/>
                  <a:pt x="692682" y="75810"/>
                  <a:pt x="695262" y="78426"/>
                </a:cubicBezTo>
                <a:cubicBezTo>
                  <a:pt x="697841" y="81041"/>
                  <a:pt x="701744" y="83221"/>
                  <a:pt x="706971" y="84965"/>
                </a:cubicBezTo>
                <a:cubicBezTo>
                  <a:pt x="716820" y="88319"/>
                  <a:pt x="723252" y="90768"/>
                  <a:pt x="726268" y="92311"/>
                </a:cubicBezTo>
                <a:cubicBezTo>
                  <a:pt x="729283" y="93852"/>
                  <a:pt x="731846" y="95747"/>
                  <a:pt x="733956" y="97996"/>
                </a:cubicBezTo>
                <a:cubicBezTo>
                  <a:pt x="736067" y="100243"/>
                  <a:pt x="737708" y="102809"/>
                  <a:pt x="738881" y="105694"/>
                </a:cubicBezTo>
                <a:cubicBezTo>
                  <a:pt x="740054" y="108577"/>
                  <a:pt x="740640" y="112132"/>
                  <a:pt x="740640" y="116357"/>
                </a:cubicBezTo>
                <a:close/>
                <a:moveTo>
                  <a:pt x="780809" y="40906"/>
                </a:moveTo>
                <a:cubicBezTo>
                  <a:pt x="780809" y="47874"/>
                  <a:pt x="780575" y="52899"/>
                  <a:pt x="780106" y="55982"/>
                </a:cubicBezTo>
                <a:cubicBezTo>
                  <a:pt x="784930" y="53234"/>
                  <a:pt x="790407" y="50856"/>
                  <a:pt x="796538" y="48846"/>
                </a:cubicBezTo>
                <a:cubicBezTo>
                  <a:pt x="802669" y="46836"/>
                  <a:pt x="807845" y="45830"/>
                  <a:pt x="812066" y="45830"/>
                </a:cubicBezTo>
                <a:cubicBezTo>
                  <a:pt x="820241" y="45830"/>
                  <a:pt x="826405" y="48212"/>
                  <a:pt x="830559" y="52976"/>
                </a:cubicBezTo>
                <a:cubicBezTo>
                  <a:pt x="834714" y="57737"/>
                  <a:pt x="836791" y="64646"/>
                  <a:pt x="836791" y="73702"/>
                </a:cubicBezTo>
                <a:lnTo>
                  <a:pt x="836791" y="135883"/>
                </a:lnTo>
                <a:lnTo>
                  <a:pt x="848248" y="138396"/>
                </a:lnTo>
                <a:lnTo>
                  <a:pt x="848248" y="142919"/>
                </a:lnTo>
                <a:lnTo>
                  <a:pt x="807544" y="142919"/>
                </a:lnTo>
                <a:lnTo>
                  <a:pt x="807544" y="138396"/>
                </a:lnTo>
                <a:lnTo>
                  <a:pt x="820107" y="135883"/>
                </a:lnTo>
                <a:lnTo>
                  <a:pt x="820107" y="74899"/>
                </a:lnTo>
                <a:cubicBezTo>
                  <a:pt x="820107" y="63359"/>
                  <a:pt x="814546" y="57590"/>
                  <a:pt x="803423" y="57590"/>
                </a:cubicBezTo>
                <a:cubicBezTo>
                  <a:pt x="797125" y="57590"/>
                  <a:pt x="789587" y="58561"/>
                  <a:pt x="780809" y="60504"/>
                </a:cubicBezTo>
                <a:lnTo>
                  <a:pt x="780809" y="135883"/>
                </a:lnTo>
                <a:lnTo>
                  <a:pt x="793573" y="138396"/>
                </a:lnTo>
                <a:lnTo>
                  <a:pt x="793573" y="142919"/>
                </a:lnTo>
                <a:lnTo>
                  <a:pt x="752165" y="142919"/>
                </a:lnTo>
                <a:lnTo>
                  <a:pt x="752165" y="138396"/>
                </a:lnTo>
                <a:lnTo>
                  <a:pt x="764125" y="135883"/>
                </a:lnTo>
                <a:lnTo>
                  <a:pt x="764125" y="6935"/>
                </a:lnTo>
                <a:lnTo>
                  <a:pt x="750055" y="4523"/>
                </a:lnTo>
                <a:lnTo>
                  <a:pt x="750055" y="0"/>
                </a:lnTo>
                <a:lnTo>
                  <a:pt x="780809" y="0"/>
                </a:lnTo>
                <a:lnTo>
                  <a:pt x="780809" y="4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458063-64A0-4C88-83AE-DCB701C7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552" y="1334539"/>
            <a:ext cx="807629" cy="352710"/>
          </a:xfrm>
          <a:custGeom xmlns:a="http://schemas.openxmlformats.org/drawingml/2006/main">
            <a:pathLst>
              <a:path w="807629" h="352710">
                <a:moveTo>
                  <a:pt x="807629" y="176355"/>
                </a:moveTo>
                <a:cubicBezTo>
                  <a:pt x="807629" y="273738"/>
                  <a:pt x="626791" y="352710"/>
                  <a:pt x="403803" y="352710"/>
                </a:cubicBezTo>
                <a:cubicBezTo>
                  <a:pt x="180815" y="352710"/>
                  <a:pt x="0" y="273738"/>
                  <a:pt x="0" y="176355"/>
                </a:cubicBezTo>
                <a:cubicBezTo>
                  <a:pt x="0" y="78972"/>
                  <a:pt x="180815" y="0"/>
                  <a:pt x="403803" y="0"/>
                </a:cubicBezTo>
                <a:cubicBezTo>
                  <a:pt x="626791" y="0"/>
                  <a:pt x="807629" y="78972"/>
                  <a:pt x="807629" y="176355"/>
                </a:cubicBezTo>
                <a:close/>
                <a:moveTo>
                  <a:pt x="807629" y="176355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1D5DB-1955-411E-896E-C0BC49E2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552" y="1334539"/>
            <a:ext cx="807629" cy="352710"/>
          </a:xfrm>
          <a:custGeom xmlns:a="http://schemas.openxmlformats.org/drawingml/2006/main">
            <a:pathLst>
              <a:path w="807629" h="352710" fill="none">
                <a:moveTo>
                  <a:pt x="807629" y="176355"/>
                </a:moveTo>
                <a:cubicBezTo>
                  <a:pt x="807629" y="273738"/>
                  <a:pt x="626791" y="352710"/>
                  <a:pt x="403803" y="352710"/>
                </a:cubicBezTo>
                <a:cubicBezTo>
                  <a:pt x="180815" y="352710"/>
                  <a:pt x="0" y="273738"/>
                  <a:pt x="0" y="176355"/>
                </a:cubicBezTo>
                <a:cubicBezTo>
                  <a:pt x="0" y="78972"/>
                  <a:pt x="180815" y="0"/>
                  <a:pt x="403803" y="0"/>
                </a:cubicBezTo>
                <a:cubicBezTo>
                  <a:pt x="626791" y="0"/>
                  <a:pt x="807629" y="78972"/>
                  <a:pt x="807629" y="176355"/>
                </a:cubicBezTo>
                <a:close/>
                <a:moveTo>
                  <a:pt x="807629" y="176355"/>
                </a:moveTo>
              </a:path>
            </a:pathLst>
          </a:custGeom>
          <a:noFill xmlns:a="http://schemas.openxmlformats.org/drawingml/2006/main"/>
          <a:ln xmlns:a="http://schemas.openxmlformats.org/drawingml/2006/main" w="30407" cap="flat">
            <a:solidFill>
              <a:srgbClr val="FFFFFF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F883F-4822-48D5-8936-286C521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552" y="1183731"/>
            <a:ext cx="807629" cy="352710"/>
          </a:xfrm>
          <a:custGeom xmlns:a="http://schemas.openxmlformats.org/drawingml/2006/main">
            <a:pathLst>
              <a:path w="807629" h="352710">
                <a:moveTo>
                  <a:pt x="807629" y="176355"/>
                </a:moveTo>
                <a:cubicBezTo>
                  <a:pt x="807629" y="273738"/>
                  <a:pt x="626791" y="352710"/>
                  <a:pt x="403803" y="352710"/>
                </a:cubicBezTo>
                <a:cubicBezTo>
                  <a:pt x="180815" y="352710"/>
                  <a:pt x="0" y="273738"/>
                  <a:pt x="0" y="176355"/>
                </a:cubicBezTo>
                <a:cubicBezTo>
                  <a:pt x="0" y="78972"/>
                  <a:pt x="180815" y="0"/>
                  <a:pt x="403803" y="0"/>
                </a:cubicBezTo>
                <a:cubicBezTo>
                  <a:pt x="626791" y="0"/>
                  <a:pt x="807629" y="78972"/>
                  <a:pt x="807629" y="176355"/>
                </a:cubicBezTo>
                <a:close/>
                <a:moveTo>
                  <a:pt x="807629" y="176355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244BF-52AE-461A-93E5-9946CE5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552" y="1183731"/>
            <a:ext cx="807629" cy="352710"/>
          </a:xfrm>
          <a:custGeom xmlns:a="http://schemas.openxmlformats.org/drawingml/2006/main">
            <a:pathLst>
              <a:path w="807629" h="352710" fill="none">
                <a:moveTo>
                  <a:pt x="807629" y="176355"/>
                </a:moveTo>
                <a:cubicBezTo>
                  <a:pt x="807629" y="273738"/>
                  <a:pt x="626791" y="352710"/>
                  <a:pt x="403803" y="352710"/>
                </a:cubicBezTo>
                <a:cubicBezTo>
                  <a:pt x="180815" y="352710"/>
                  <a:pt x="0" y="273738"/>
                  <a:pt x="0" y="176355"/>
                </a:cubicBezTo>
                <a:cubicBezTo>
                  <a:pt x="0" y="78972"/>
                  <a:pt x="180815" y="0"/>
                  <a:pt x="403803" y="0"/>
                </a:cubicBezTo>
                <a:cubicBezTo>
                  <a:pt x="626791" y="0"/>
                  <a:pt x="807629" y="78972"/>
                  <a:pt x="807629" y="176355"/>
                </a:cubicBezTo>
                <a:close/>
                <a:moveTo>
                  <a:pt x="807629" y="176355"/>
                </a:moveTo>
              </a:path>
            </a:pathLst>
          </a:custGeom>
          <a:noFill xmlns:a="http://schemas.openxmlformats.org/drawingml/2006/main"/>
          <a:ln xmlns:a="http://schemas.openxmlformats.org/drawingml/2006/main" w="30407" cap="flat">
            <a:solidFill>
              <a:srgbClr val="FFFFFF"/>
            </a:solidFill>
            <a:miter/>
          </a:ln>
        </p:spPr>
      </p:sp>
      <p:sp>
        <p:nvSpPr>
          <p:cNvPr id="62" name="Text DFG">
            <a:extLst xmlns:a="http://schemas.openxmlformats.org/drawingml/2006/main">
              <a:ext uri="{FF2B5EF4-FFF2-40B4-BE49-F238E27FC236}">
                <a16:creationId xmlns:a16="http://schemas.microsoft.com/office/drawing/2014/main" id="{890707D0-2A34-4330-B7EB-E9A50AA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160" y="1378248"/>
            <a:ext cx="399343" cy="138295"/>
          </a:xfrm>
          <a:custGeom xmlns:a="http://schemas.openxmlformats.org/drawingml/2006/main">
            <a:pathLst>
              <a:path w="399343" h="138295">
                <a:moveTo>
                  <a:pt x="113471" y="67891"/>
                </a:moveTo>
                <a:cubicBezTo>
                  <a:pt x="113471" y="49047"/>
                  <a:pt x="108395" y="34762"/>
                  <a:pt x="98244" y="25038"/>
                </a:cubicBezTo>
                <a:cubicBezTo>
                  <a:pt x="88093" y="15315"/>
                  <a:pt x="73603" y="10453"/>
                  <a:pt x="54775" y="10453"/>
                </a:cubicBezTo>
                <a:lnTo>
                  <a:pt x="36684" y="10453"/>
                </a:lnTo>
                <a:lnTo>
                  <a:pt x="36684" y="126838"/>
                </a:lnTo>
                <a:cubicBezTo>
                  <a:pt x="44725" y="127374"/>
                  <a:pt x="54273" y="127642"/>
                  <a:pt x="65329" y="127642"/>
                </a:cubicBezTo>
                <a:cubicBezTo>
                  <a:pt x="81811" y="127642"/>
                  <a:pt x="93956" y="122780"/>
                  <a:pt x="101762" y="113056"/>
                </a:cubicBezTo>
                <a:cubicBezTo>
                  <a:pt x="109568" y="103332"/>
                  <a:pt x="113471" y="88277"/>
                  <a:pt x="113471" y="67891"/>
                </a:cubicBezTo>
                <a:moveTo>
                  <a:pt x="61208" y="1407"/>
                </a:moveTo>
                <a:cubicBezTo>
                  <a:pt x="86066" y="1407"/>
                  <a:pt x="104492" y="6956"/>
                  <a:pt x="116486" y="18053"/>
                </a:cubicBezTo>
                <a:cubicBezTo>
                  <a:pt x="128479" y="29151"/>
                  <a:pt x="134476" y="45830"/>
                  <a:pt x="134476" y="68092"/>
                </a:cubicBezTo>
                <a:cubicBezTo>
                  <a:pt x="134476" y="90622"/>
                  <a:pt x="128697" y="107687"/>
                  <a:pt x="117139" y="119287"/>
                </a:cubicBezTo>
                <a:cubicBezTo>
                  <a:pt x="105581" y="130887"/>
                  <a:pt x="88311" y="136687"/>
                  <a:pt x="65329" y="136687"/>
                </a:cubicBezTo>
                <a:lnTo>
                  <a:pt x="17287" y="136285"/>
                </a:lnTo>
                <a:lnTo>
                  <a:pt x="0" y="136285"/>
                </a:lnTo>
                <a:lnTo>
                  <a:pt x="0" y="130959"/>
                </a:lnTo>
                <a:lnTo>
                  <a:pt x="17287" y="128245"/>
                </a:lnTo>
                <a:lnTo>
                  <a:pt x="17287" y="9347"/>
                </a:lnTo>
                <a:lnTo>
                  <a:pt x="0" y="6734"/>
                </a:lnTo>
                <a:lnTo>
                  <a:pt x="0" y="1407"/>
                </a:lnTo>
                <a:lnTo>
                  <a:pt x="61208" y="1407"/>
                </a:lnTo>
                <a:close/>
                <a:moveTo>
                  <a:pt x="185297" y="75781"/>
                </a:moveTo>
                <a:lnTo>
                  <a:pt x="185297" y="128245"/>
                </a:lnTo>
                <a:lnTo>
                  <a:pt x="207710" y="130959"/>
                </a:lnTo>
                <a:lnTo>
                  <a:pt x="207710" y="136285"/>
                </a:lnTo>
                <a:lnTo>
                  <a:pt x="149919" y="136285"/>
                </a:lnTo>
                <a:lnTo>
                  <a:pt x="149919" y="130959"/>
                </a:lnTo>
                <a:lnTo>
                  <a:pt x="165900" y="128245"/>
                </a:lnTo>
                <a:lnTo>
                  <a:pt x="165900" y="9347"/>
                </a:lnTo>
                <a:lnTo>
                  <a:pt x="148613" y="6734"/>
                </a:lnTo>
                <a:lnTo>
                  <a:pt x="148613" y="1407"/>
                </a:lnTo>
                <a:lnTo>
                  <a:pt x="249721" y="1407"/>
                </a:lnTo>
                <a:lnTo>
                  <a:pt x="249721" y="33669"/>
                </a:lnTo>
                <a:lnTo>
                  <a:pt x="243088" y="33669"/>
                </a:lnTo>
                <a:lnTo>
                  <a:pt x="239872" y="11860"/>
                </a:lnTo>
                <a:cubicBezTo>
                  <a:pt x="232367" y="10922"/>
                  <a:pt x="221513" y="10453"/>
                  <a:pt x="207308" y="10453"/>
                </a:cubicBezTo>
                <a:lnTo>
                  <a:pt x="185297" y="10453"/>
                </a:lnTo>
                <a:lnTo>
                  <a:pt x="185297" y="66736"/>
                </a:lnTo>
                <a:lnTo>
                  <a:pt x="224997" y="66736"/>
                </a:lnTo>
                <a:lnTo>
                  <a:pt x="228113" y="50655"/>
                </a:lnTo>
                <a:lnTo>
                  <a:pt x="234244" y="50655"/>
                </a:lnTo>
                <a:lnTo>
                  <a:pt x="234244" y="92063"/>
                </a:lnTo>
                <a:lnTo>
                  <a:pt x="228113" y="92063"/>
                </a:lnTo>
                <a:lnTo>
                  <a:pt x="224997" y="75781"/>
                </a:lnTo>
                <a:lnTo>
                  <a:pt x="185297" y="75781"/>
                </a:lnTo>
                <a:close/>
                <a:moveTo>
                  <a:pt x="386176" y="129250"/>
                </a:moveTo>
                <a:cubicBezTo>
                  <a:pt x="378404" y="131796"/>
                  <a:pt x="370330" y="133940"/>
                  <a:pt x="361955" y="135682"/>
                </a:cubicBezTo>
                <a:cubicBezTo>
                  <a:pt x="353579" y="137424"/>
                  <a:pt x="344567" y="138295"/>
                  <a:pt x="334919" y="138295"/>
                </a:cubicBezTo>
                <a:cubicBezTo>
                  <a:pt x="313075" y="138295"/>
                  <a:pt x="296056" y="132399"/>
                  <a:pt x="283862" y="120607"/>
                </a:cubicBezTo>
                <a:cubicBezTo>
                  <a:pt x="271667" y="108814"/>
                  <a:pt x="265570" y="92096"/>
                  <a:pt x="265570" y="70454"/>
                </a:cubicBezTo>
                <a:cubicBezTo>
                  <a:pt x="265570" y="46869"/>
                  <a:pt x="271483" y="29230"/>
                  <a:pt x="283309" y="17538"/>
                </a:cubicBezTo>
                <a:cubicBezTo>
                  <a:pt x="295135" y="5846"/>
                  <a:pt x="312472" y="0"/>
                  <a:pt x="335321" y="0"/>
                </a:cubicBezTo>
                <a:cubicBezTo>
                  <a:pt x="351669" y="0"/>
                  <a:pt x="367449" y="2010"/>
                  <a:pt x="382659" y="6030"/>
                </a:cubicBezTo>
                <a:lnTo>
                  <a:pt x="382659" y="34976"/>
                </a:lnTo>
                <a:lnTo>
                  <a:pt x="375925" y="34976"/>
                </a:lnTo>
                <a:lnTo>
                  <a:pt x="373211" y="18292"/>
                </a:lnTo>
                <a:cubicBezTo>
                  <a:pt x="368588" y="15009"/>
                  <a:pt x="363043" y="12479"/>
                  <a:pt x="356577" y="10704"/>
                </a:cubicBezTo>
                <a:cubicBezTo>
                  <a:pt x="350112" y="8928"/>
                  <a:pt x="343294" y="8040"/>
                  <a:pt x="336125" y="8040"/>
                </a:cubicBezTo>
                <a:cubicBezTo>
                  <a:pt x="318972" y="8040"/>
                  <a:pt x="306425" y="13149"/>
                  <a:pt x="298485" y="23368"/>
                </a:cubicBezTo>
                <a:cubicBezTo>
                  <a:pt x="290545" y="33586"/>
                  <a:pt x="286575" y="49214"/>
                  <a:pt x="286575" y="70253"/>
                </a:cubicBezTo>
                <a:cubicBezTo>
                  <a:pt x="286575" y="90019"/>
                  <a:pt x="290663" y="105011"/>
                  <a:pt x="298837" y="115230"/>
                </a:cubicBezTo>
                <a:cubicBezTo>
                  <a:pt x="307012" y="125448"/>
                  <a:pt x="319106" y="130557"/>
                  <a:pt x="335120" y="130557"/>
                </a:cubicBezTo>
                <a:cubicBezTo>
                  <a:pt x="340748" y="130557"/>
                  <a:pt x="346644" y="129887"/>
                  <a:pt x="352809" y="128546"/>
                </a:cubicBezTo>
                <a:cubicBezTo>
                  <a:pt x="358973" y="127206"/>
                  <a:pt x="363663" y="125598"/>
                  <a:pt x="366879" y="123722"/>
                </a:cubicBezTo>
                <a:lnTo>
                  <a:pt x="366879" y="85430"/>
                </a:lnTo>
                <a:lnTo>
                  <a:pt x="349592" y="82816"/>
                </a:lnTo>
                <a:lnTo>
                  <a:pt x="349592" y="77389"/>
                </a:lnTo>
                <a:lnTo>
                  <a:pt x="399343" y="77389"/>
                </a:lnTo>
                <a:lnTo>
                  <a:pt x="399343" y="82816"/>
                </a:lnTo>
                <a:lnTo>
                  <a:pt x="386176" y="85430"/>
                </a:lnTo>
                <a:lnTo>
                  <a:pt x="386176" y="129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E70D4-7CD5-49AB-9B05-0ABCFC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02" y="1886818"/>
            <a:ext cx="807697" cy="352618"/>
          </a:xfrm>
          <a:custGeom xmlns:a="http://schemas.openxmlformats.org/drawingml/2006/main">
            <a:pathLst>
              <a:path w="807697" h="352618">
                <a:moveTo>
                  <a:pt x="807697" y="176286"/>
                </a:moveTo>
                <a:cubicBezTo>
                  <a:pt x="807697" y="273738"/>
                  <a:pt x="626882" y="352618"/>
                  <a:pt x="403894" y="352618"/>
                </a:cubicBezTo>
                <a:cubicBezTo>
                  <a:pt x="180815" y="352618"/>
                  <a:pt x="0" y="273738"/>
                  <a:pt x="0" y="176286"/>
                </a:cubicBezTo>
                <a:cubicBezTo>
                  <a:pt x="0" y="78903"/>
                  <a:pt x="180815" y="0"/>
                  <a:pt x="403894" y="0"/>
                </a:cubicBezTo>
                <a:cubicBezTo>
                  <a:pt x="626882" y="0"/>
                  <a:pt x="807697" y="78903"/>
                  <a:pt x="807697" y="176286"/>
                </a:cubicBezTo>
                <a:close/>
                <a:moveTo>
                  <a:pt x="807697" y="176286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3A905-BF1C-4C6A-BE69-018746BE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02" y="1886818"/>
            <a:ext cx="807697" cy="352618"/>
          </a:xfrm>
          <a:custGeom xmlns:a="http://schemas.openxmlformats.org/drawingml/2006/main">
            <a:pathLst>
              <a:path w="807697" h="352618" fill="none">
                <a:moveTo>
                  <a:pt x="807697" y="176286"/>
                </a:moveTo>
                <a:cubicBezTo>
                  <a:pt x="807697" y="273738"/>
                  <a:pt x="626882" y="352618"/>
                  <a:pt x="403894" y="352618"/>
                </a:cubicBezTo>
                <a:cubicBezTo>
                  <a:pt x="180815" y="352618"/>
                  <a:pt x="0" y="273738"/>
                  <a:pt x="0" y="176286"/>
                </a:cubicBezTo>
                <a:cubicBezTo>
                  <a:pt x="0" y="78903"/>
                  <a:pt x="180815" y="0"/>
                  <a:pt x="403894" y="0"/>
                </a:cubicBezTo>
                <a:cubicBezTo>
                  <a:pt x="626882" y="0"/>
                  <a:pt x="807697" y="78903"/>
                  <a:pt x="807697" y="176286"/>
                </a:cubicBezTo>
                <a:close/>
                <a:moveTo>
                  <a:pt x="807697" y="176286"/>
                </a:moveTo>
              </a:path>
            </a:pathLst>
          </a:custGeom>
          <a:noFill xmlns:a="http://schemas.openxmlformats.org/drawingml/2006/main"/>
          <a:ln xmlns:a="http://schemas.openxmlformats.org/drawingml/2006/main" w="30407" cap="flat">
            <a:solidFill>
              <a:srgbClr val="FFFFFF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ADB8A-4A7C-4187-9BA4-76B551D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02" y="1736032"/>
            <a:ext cx="807697" cy="352618"/>
          </a:xfrm>
          <a:custGeom xmlns:a="http://schemas.openxmlformats.org/drawingml/2006/main">
            <a:pathLst>
              <a:path w="807697" h="352618">
                <a:moveTo>
                  <a:pt x="807697" y="176264"/>
                </a:moveTo>
                <a:cubicBezTo>
                  <a:pt x="807697" y="273646"/>
                  <a:pt x="626882" y="352618"/>
                  <a:pt x="403894" y="352618"/>
                </a:cubicBezTo>
                <a:cubicBezTo>
                  <a:pt x="180815" y="352618"/>
                  <a:pt x="0" y="273646"/>
                  <a:pt x="0" y="176264"/>
                </a:cubicBezTo>
                <a:cubicBezTo>
                  <a:pt x="0" y="78881"/>
                  <a:pt x="180815" y="0"/>
                  <a:pt x="403894" y="0"/>
                </a:cubicBezTo>
                <a:cubicBezTo>
                  <a:pt x="626882" y="0"/>
                  <a:pt x="807697" y="78881"/>
                  <a:pt x="807697" y="176264"/>
                </a:cubicBezTo>
                <a:close/>
                <a:moveTo>
                  <a:pt x="807697" y="176264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6FFFA-349B-47B7-AF42-02CEBA3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702" y="1736032"/>
            <a:ext cx="807697" cy="352618"/>
          </a:xfrm>
          <a:custGeom xmlns:a="http://schemas.openxmlformats.org/drawingml/2006/main">
            <a:pathLst>
              <a:path w="807697" h="352618" fill="none">
                <a:moveTo>
                  <a:pt x="807697" y="176264"/>
                </a:moveTo>
                <a:cubicBezTo>
                  <a:pt x="807697" y="273646"/>
                  <a:pt x="626882" y="352618"/>
                  <a:pt x="403894" y="352618"/>
                </a:cubicBezTo>
                <a:cubicBezTo>
                  <a:pt x="180815" y="352618"/>
                  <a:pt x="0" y="273646"/>
                  <a:pt x="0" y="176264"/>
                </a:cubicBezTo>
                <a:cubicBezTo>
                  <a:pt x="0" y="78881"/>
                  <a:pt x="180815" y="0"/>
                  <a:pt x="403894" y="0"/>
                </a:cubicBezTo>
                <a:cubicBezTo>
                  <a:pt x="626882" y="0"/>
                  <a:pt x="807697" y="78881"/>
                  <a:pt x="807697" y="176264"/>
                </a:cubicBezTo>
                <a:close/>
                <a:moveTo>
                  <a:pt x="807697" y="176264"/>
                </a:moveTo>
              </a:path>
            </a:pathLst>
          </a:custGeom>
          <a:noFill xmlns:a="http://schemas.openxmlformats.org/drawingml/2006/main"/>
          <a:ln xmlns:a="http://schemas.openxmlformats.org/drawingml/2006/main" w="30407" cap="flat">
            <a:solidFill>
              <a:srgbClr val="FFFFFF"/>
            </a:solidFill>
            <a:miter/>
          </a:ln>
        </p:spPr>
      </p:sp>
      <p:sp>
        <p:nvSpPr>
          <p:cNvPr id="67" name="Text Crash">
            <a:extLst xmlns:a="http://schemas.openxmlformats.org/drawingml/2006/main">
              <a:ext uri="{FF2B5EF4-FFF2-40B4-BE49-F238E27FC236}">
                <a16:creationId xmlns:a16="http://schemas.microsoft.com/office/drawing/2014/main" id="{0F8CC22E-354E-4B67-A30A-D594FE3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656" y="1820940"/>
            <a:ext cx="468646" cy="144929"/>
          </a:xfrm>
          <a:custGeom xmlns:a="http://schemas.openxmlformats.org/drawingml/2006/main">
            <a:pathLst>
              <a:path w="468646" h="144929">
                <a:moveTo>
                  <a:pt x="69349" y="144929"/>
                </a:moveTo>
                <a:cubicBezTo>
                  <a:pt x="47506" y="144929"/>
                  <a:pt x="30487" y="138982"/>
                  <a:pt x="18292" y="127089"/>
                </a:cubicBezTo>
                <a:cubicBezTo>
                  <a:pt x="6097" y="115196"/>
                  <a:pt x="0" y="98529"/>
                  <a:pt x="0" y="77088"/>
                </a:cubicBezTo>
                <a:cubicBezTo>
                  <a:pt x="0" y="53904"/>
                  <a:pt x="5863" y="36366"/>
                  <a:pt x="17588" y="24473"/>
                </a:cubicBezTo>
                <a:cubicBezTo>
                  <a:pt x="29314" y="12580"/>
                  <a:pt x="46702" y="6633"/>
                  <a:pt x="69751" y="6633"/>
                </a:cubicBezTo>
                <a:cubicBezTo>
                  <a:pt x="83755" y="6633"/>
                  <a:pt x="98797" y="8342"/>
                  <a:pt x="114878" y="11759"/>
                </a:cubicBezTo>
                <a:lnTo>
                  <a:pt x="115481" y="41207"/>
                </a:lnTo>
                <a:lnTo>
                  <a:pt x="108847" y="41207"/>
                </a:lnTo>
                <a:lnTo>
                  <a:pt x="105832" y="23719"/>
                </a:lnTo>
                <a:cubicBezTo>
                  <a:pt x="101142" y="20838"/>
                  <a:pt x="95698" y="18610"/>
                  <a:pt x="89500" y="17036"/>
                </a:cubicBezTo>
                <a:cubicBezTo>
                  <a:pt x="83302" y="15461"/>
                  <a:pt x="76987" y="14674"/>
                  <a:pt x="70555" y="14674"/>
                </a:cubicBezTo>
                <a:cubicBezTo>
                  <a:pt x="53335" y="14674"/>
                  <a:pt x="40772" y="19733"/>
                  <a:pt x="32865" y="29850"/>
                </a:cubicBezTo>
                <a:cubicBezTo>
                  <a:pt x="24959" y="39968"/>
                  <a:pt x="21006" y="55647"/>
                  <a:pt x="21006" y="76887"/>
                </a:cubicBezTo>
                <a:cubicBezTo>
                  <a:pt x="21006" y="96452"/>
                  <a:pt x="25143" y="111394"/>
                  <a:pt x="33418" y="121712"/>
                </a:cubicBezTo>
                <a:cubicBezTo>
                  <a:pt x="41693" y="132031"/>
                  <a:pt x="53737" y="137190"/>
                  <a:pt x="69550" y="137190"/>
                </a:cubicBezTo>
                <a:cubicBezTo>
                  <a:pt x="77188" y="137190"/>
                  <a:pt x="84391" y="136269"/>
                  <a:pt x="91158" y="134426"/>
                </a:cubicBezTo>
                <a:cubicBezTo>
                  <a:pt x="97926" y="132583"/>
                  <a:pt x="103286" y="130121"/>
                  <a:pt x="107239" y="127039"/>
                </a:cubicBezTo>
                <a:lnTo>
                  <a:pt x="110958" y="106938"/>
                </a:lnTo>
                <a:lnTo>
                  <a:pt x="117491" y="106938"/>
                </a:lnTo>
                <a:lnTo>
                  <a:pt x="116888" y="138597"/>
                </a:lnTo>
                <a:cubicBezTo>
                  <a:pt x="102147" y="142818"/>
                  <a:pt x="86301" y="144929"/>
                  <a:pt x="69349" y="144929"/>
                </a:cubicBezTo>
                <a:close/>
                <a:moveTo>
                  <a:pt x="195380" y="45830"/>
                </a:moveTo>
                <a:lnTo>
                  <a:pt x="195380" y="71359"/>
                </a:lnTo>
                <a:lnTo>
                  <a:pt x="191058" y="71359"/>
                </a:lnTo>
                <a:lnTo>
                  <a:pt x="185229" y="60303"/>
                </a:lnTo>
                <a:cubicBezTo>
                  <a:pt x="181878" y="60303"/>
                  <a:pt x="177909" y="60756"/>
                  <a:pt x="173319" y="61660"/>
                </a:cubicBezTo>
                <a:cubicBezTo>
                  <a:pt x="168729" y="62565"/>
                  <a:pt x="164759" y="63754"/>
                  <a:pt x="161409" y="65228"/>
                </a:cubicBezTo>
                <a:lnTo>
                  <a:pt x="161409" y="135883"/>
                </a:lnTo>
                <a:lnTo>
                  <a:pt x="177590" y="138396"/>
                </a:lnTo>
                <a:lnTo>
                  <a:pt x="177590" y="142919"/>
                </a:lnTo>
                <a:lnTo>
                  <a:pt x="132765" y="142919"/>
                </a:lnTo>
                <a:lnTo>
                  <a:pt x="132765" y="138396"/>
                </a:lnTo>
                <a:lnTo>
                  <a:pt x="144725" y="135883"/>
                </a:lnTo>
                <a:lnTo>
                  <a:pt x="144725" y="55479"/>
                </a:lnTo>
                <a:lnTo>
                  <a:pt x="132765" y="52966"/>
                </a:lnTo>
                <a:lnTo>
                  <a:pt x="132765" y="48444"/>
                </a:lnTo>
                <a:lnTo>
                  <a:pt x="160303" y="48444"/>
                </a:lnTo>
                <a:lnTo>
                  <a:pt x="161208" y="60102"/>
                </a:lnTo>
                <a:cubicBezTo>
                  <a:pt x="165228" y="56752"/>
                  <a:pt x="170672" y="53536"/>
                  <a:pt x="177540" y="50454"/>
                </a:cubicBezTo>
                <a:cubicBezTo>
                  <a:pt x="184408" y="47372"/>
                  <a:pt x="189852" y="45830"/>
                  <a:pt x="193872" y="45830"/>
                </a:cubicBezTo>
                <a:lnTo>
                  <a:pt x="195380" y="45830"/>
                </a:lnTo>
                <a:close/>
                <a:moveTo>
                  <a:pt x="243922" y="46233"/>
                </a:moveTo>
                <a:cubicBezTo>
                  <a:pt x="254241" y="46233"/>
                  <a:pt x="261829" y="48346"/>
                  <a:pt x="266686" y="52574"/>
                </a:cubicBezTo>
                <a:cubicBezTo>
                  <a:pt x="271544" y="56799"/>
                  <a:pt x="273973" y="63271"/>
                  <a:pt x="273973" y="71990"/>
                </a:cubicBezTo>
                <a:lnTo>
                  <a:pt x="273973" y="135883"/>
                </a:lnTo>
                <a:lnTo>
                  <a:pt x="285732" y="138396"/>
                </a:lnTo>
                <a:lnTo>
                  <a:pt x="285732" y="142919"/>
                </a:lnTo>
                <a:lnTo>
                  <a:pt x="259802" y="142919"/>
                </a:lnTo>
                <a:lnTo>
                  <a:pt x="257892" y="133471"/>
                </a:lnTo>
                <a:cubicBezTo>
                  <a:pt x="250254" y="141110"/>
                  <a:pt x="240505" y="144929"/>
                  <a:pt x="228645" y="144929"/>
                </a:cubicBezTo>
                <a:cubicBezTo>
                  <a:pt x="212497" y="144929"/>
                  <a:pt x="204423" y="135532"/>
                  <a:pt x="204423" y="116737"/>
                </a:cubicBezTo>
                <a:cubicBezTo>
                  <a:pt x="204423" y="110428"/>
                  <a:pt x="205646" y="105210"/>
                  <a:pt x="208092" y="101083"/>
                </a:cubicBezTo>
                <a:cubicBezTo>
                  <a:pt x="210537" y="96954"/>
                  <a:pt x="214440" y="93799"/>
                  <a:pt x="219801" y="91617"/>
                </a:cubicBezTo>
                <a:cubicBezTo>
                  <a:pt x="225161" y="89435"/>
                  <a:pt x="232933" y="88244"/>
                  <a:pt x="243118" y="88043"/>
                </a:cubicBezTo>
                <a:lnTo>
                  <a:pt x="257289" y="87641"/>
                </a:lnTo>
                <a:lnTo>
                  <a:pt x="257289" y="72866"/>
                </a:lnTo>
                <a:cubicBezTo>
                  <a:pt x="257289" y="66367"/>
                  <a:pt x="256100" y="61576"/>
                  <a:pt x="253721" y="58494"/>
                </a:cubicBezTo>
                <a:cubicBezTo>
                  <a:pt x="251343" y="55412"/>
                  <a:pt x="247674" y="53871"/>
                  <a:pt x="242716" y="53871"/>
                </a:cubicBezTo>
                <a:cubicBezTo>
                  <a:pt x="236016" y="53871"/>
                  <a:pt x="229885" y="55446"/>
                  <a:pt x="224323" y="58595"/>
                </a:cubicBezTo>
                <a:lnTo>
                  <a:pt x="220906" y="70354"/>
                </a:lnTo>
                <a:lnTo>
                  <a:pt x="215278" y="70354"/>
                </a:lnTo>
                <a:lnTo>
                  <a:pt x="215278" y="49750"/>
                </a:lnTo>
                <a:cubicBezTo>
                  <a:pt x="226133" y="47405"/>
                  <a:pt x="235681" y="46233"/>
                  <a:pt x="243922" y="46233"/>
                </a:cubicBezTo>
                <a:moveTo>
                  <a:pt x="257289" y="94676"/>
                </a:moveTo>
                <a:lnTo>
                  <a:pt x="244123" y="95078"/>
                </a:lnTo>
                <a:cubicBezTo>
                  <a:pt x="235145" y="95415"/>
                  <a:pt x="229064" y="97163"/>
                  <a:pt x="225881" y="100320"/>
                </a:cubicBezTo>
                <a:cubicBezTo>
                  <a:pt x="222699" y="103476"/>
                  <a:pt x="221107" y="108749"/>
                  <a:pt x="221107" y="116140"/>
                </a:cubicBezTo>
                <a:cubicBezTo>
                  <a:pt x="221107" y="127962"/>
                  <a:pt x="225898" y="133873"/>
                  <a:pt x="235480" y="133873"/>
                </a:cubicBezTo>
                <a:cubicBezTo>
                  <a:pt x="240036" y="133873"/>
                  <a:pt x="243972" y="133354"/>
                  <a:pt x="247289" y="132315"/>
                </a:cubicBezTo>
                <a:cubicBezTo>
                  <a:pt x="250606" y="131277"/>
                  <a:pt x="253939" y="129954"/>
                  <a:pt x="257289" y="128345"/>
                </a:cubicBezTo>
                <a:lnTo>
                  <a:pt x="257289" y="94676"/>
                </a:lnTo>
                <a:close/>
                <a:moveTo>
                  <a:pt x="361038" y="116357"/>
                </a:moveTo>
                <a:cubicBezTo>
                  <a:pt x="361038" y="125746"/>
                  <a:pt x="358073" y="132856"/>
                  <a:pt x="352143" y="137686"/>
                </a:cubicBezTo>
                <a:cubicBezTo>
                  <a:pt x="346213" y="142515"/>
                  <a:pt x="337453" y="144929"/>
                  <a:pt x="325861" y="144929"/>
                </a:cubicBezTo>
                <a:cubicBezTo>
                  <a:pt x="321171" y="144929"/>
                  <a:pt x="315995" y="144443"/>
                  <a:pt x="310333" y="143472"/>
                </a:cubicBezTo>
                <a:cubicBezTo>
                  <a:pt x="304671" y="142500"/>
                  <a:pt x="300232" y="141411"/>
                  <a:pt x="297016" y="140205"/>
                </a:cubicBezTo>
                <a:lnTo>
                  <a:pt x="297016" y="116988"/>
                </a:lnTo>
                <a:lnTo>
                  <a:pt x="301539" y="116988"/>
                </a:lnTo>
                <a:lnTo>
                  <a:pt x="306463" y="130155"/>
                </a:lnTo>
                <a:cubicBezTo>
                  <a:pt x="311489" y="134711"/>
                  <a:pt x="318021" y="136989"/>
                  <a:pt x="326062" y="136989"/>
                </a:cubicBezTo>
                <a:cubicBezTo>
                  <a:pt x="339061" y="136989"/>
                  <a:pt x="345560" y="131419"/>
                  <a:pt x="345560" y="120280"/>
                </a:cubicBezTo>
                <a:cubicBezTo>
                  <a:pt x="345560" y="112097"/>
                  <a:pt x="340434" y="106261"/>
                  <a:pt x="330183" y="102773"/>
                </a:cubicBezTo>
                <a:lnTo>
                  <a:pt x="321238" y="99855"/>
                </a:lnTo>
                <a:cubicBezTo>
                  <a:pt x="314470" y="97642"/>
                  <a:pt x="309546" y="95395"/>
                  <a:pt x="306463" y="93115"/>
                </a:cubicBezTo>
                <a:cubicBezTo>
                  <a:pt x="303381" y="90835"/>
                  <a:pt x="301003" y="88035"/>
                  <a:pt x="299327" y="84717"/>
                </a:cubicBezTo>
                <a:cubicBezTo>
                  <a:pt x="297652" y="81396"/>
                  <a:pt x="296815" y="77388"/>
                  <a:pt x="296815" y="72694"/>
                </a:cubicBezTo>
                <a:cubicBezTo>
                  <a:pt x="296815" y="64377"/>
                  <a:pt x="299646" y="57821"/>
                  <a:pt x="305308" y="53026"/>
                </a:cubicBezTo>
                <a:cubicBezTo>
                  <a:pt x="310969" y="48229"/>
                  <a:pt x="318624" y="45830"/>
                  <a:pt x="328273" y="45830"/>
                </a:cubicBezTo>
                <a:cubicBezTo>
                  <a:pt x="335174" y="45830"/>
                  <a:pt x="343818" y="46869"/>
                  <a:pt x="354203" y="48946"/>
                </a:cubicBezTo>
                <a:lnTo>
                  <a:pt x="354203" y="69550"/>
                </a:lnTo>
                <a:lnTo>
                  <a:pt x="349480" y="69550"/>
                </a:lnTo>
                <a:lnTo>
                  <a:pt x="345258" y="58595"/>
                </a:lnTo>
                <a:cubicBezTo>
                  <a:pt x="341707" y="55446"/>
                  <a:pt x="336112" y="53871"/>
                  <a:pt x="328474" y="53871"/>
                </a:cubicBezTo>
                <a:cubicBezTo>
                  <a:pt x="323047" y="53871"/>
                  <a:pt x="318909" y="55213"/>
                  <a:pt x="316062" y="57897"/>
                </a:cubicBezTo>
                <a:cubicBezTo>
                  <a:pt x="313214" y="60582"/>
                  <a:pt x="311790" y="64205"/>
                  <a:pt x="311790" y="68768"/>
                </a:cubicBezTo>
                <a:cubicBezTo>
                  <a:pt x="311790" y="72591"/>
                  <a:pt x="313080" y="75810"/>
                  <a:pt x="315660" y="78426"/>
                </a:cubicBezTo>
                <a:cubicBezTo>
                  <a:pt x="318239" y="81041"/>
                  <a:pt x="322142" y="83221"/>
                  <a:pt x="327368" y="84965"/>
                </a:cubicBezTo>
                <a:cubicBezTo>
                  <a:pt x="337218" y="88319"/>
                  <a:pt x="343650" y="90768"/>
                  <a:pt x="346666" y="92311"/>
                </a:cubicBezTo>
                <a:cubicBezTo>
                  <a:pt x="349681" y="93852"/>
                  <a:pt x="352244" y="95747"/>
                  <a:pt x="354354" y="97996"/>
                </a:cubicBezTo>
                <a:cubicBezTo>
                  <a:pt x="356465" y="100243"/>
                  <a:pt x="358106" y="102809"/>
                  <a:pt x="359279" y="105694"/>
                </a:cubicBezTo>
                <a:cubicBezTo>
                  <a:pt x="360452" y="108577"/>
                  <a:pt x="361038" y="112132"/>
                  <a:pt x="361038" y="116357"/>
                </a:cubicBezTo>
                <a:close/>
                <a:moveTo>
                  <a:pt x="401207" y="40906"/>
                </a:moveTo>
                <a:cubicBezTo>
                  <a:pt x="401207" y="47874"/>
                  <a:pt x="400972" y="52899"/>
                  <a:pt x="400503" y="55982"/>
                </a:cubicBezTo>
                <a:cubicBezTo>
                  <a:pt x="405327" y="53234"/>
                  <a:pt x="410805" y="50856"/>
                  <a:pt x="416936" y="48846"/>
                </a:cubicBezTo>
                <a:cubicBezTo>
                  <a:pt x="423067" y="46836"/>
                  <a:pt x="428243" y="45830"/>
                  <a:pt x="432464" y="45830"/>
                </a:cubicBezTo>
                <a:cubicBezTo>
                  <a:pt x="440638" y="45830"/>
                  <a:pt x="446803" y="48212"/>
                  <a:pt x="450957" y="52976"/>
                </a:cubicBezTo>
                <a:cubicBezTo>
                  <a:pt x="455111" y="57737"/>
                  <a:pt x="457188" y="64646"/>
                  <a:pt x="457188" y="73702"/>
                </a:cubicBezTo>
                <a:lnTo>
                  <a:pt x="457188" y="135883"/>
                </a:lnTo>
                <a:lnTo>
                  <a:pt x="468646" y="138396"/>
                </a:lnTo>
                <a:lnTo>
                  <a:pt x="468646" y="142919"/>
                </a:lnTo>
                <a:lnTo>
                  <a:pt x="427941" y="142919"/>
                </a:lnTo>
                <a:lnTo>
                  <a:pt x="427941" y="138396"/>
                </a:lnTo>
                <a:lnTo>
                  <a:pt x="440504" y="135883"/>
                </a:lnTo>
                <a:lnTo>
                  <a:pt x="440504" y="74899"/>
                </a:lnTo>
                <a:cubicBezTo>
                  <a:pt x="440504" y="63359"/>
                  <a:pt x="434943" y="57590"/>
                  <a:pt x="423820" y="57590"/>
                </a:cubicBezTo>
                <a:cubicBezTo>
                  <a:pt x="417522" y="57590"/>
                  <a:pt x="409984" y="58561"/>
                  <a:pt x="401207" y="60504"/>
                </a:cubicBezTo>
                <a:lnTo>
                  <a:pt x="401207" y="135883"/>
                </a:lnTo>
                <a:lnTo>
                  <a:pt x="413971" y="138396"/>
                </a:lnTo>
                <a:lnTo>
                  <a:pt x="413971" y="142919"/>
                </a:lnTo>
                <a:lnTo>
                  <a:pt x="372563" y="142919"/>
                </a:lnTo>
                <a:lnTo>
                  <a:pt x="372563" y="138396"/>
                </a:lnTo>
                <a:lnTo>
                  <a:pt x="384523" y="135883"/>
                </a:lnTo>
                <a:lnTo>
                  <a:pt x="384523" y="6935"/>
                </a:lnTo>
                <a:lnTo>
                  <a:pt x="370452" y="4523"/>
                </a:lnTo>
                <a:lnTo>
                  <a:pt x="370452" y="0"/>
                </a:lnTo>
                <a:lnTo>
                  <a:pt x="401207" y="0"/>
                </a:lnTo>
                <a:lnTo>
                  <a:pt x="401207" y="4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Origin">
            <a:extLst xmlns:a="http://schemas.openxmlformats.org/drawingml/2006/main">
              <a:ext uri="{FF2B5EF4-FFF2-40B4-BE49-F238E27FC236}">
                <a16:creationId xmlns:a16="http://schemas.microsoft.com/office/drawing/2014/main" id="{9A4E8483-9354-42EE-AD20-ED0DEA3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062" y="2012725"/>
            <a:ext cx="525466" cy="180809"/>
          </a:xfrm>
          <a:custGeom xmlns:a="http://schemas.openxmlformats.org/drawingml/2006/main">
            <a:pathLst>
              <a:path w="525466" h="180809">
                <a:moveTo>
                  <a:pt x="21006" y="68846"/>
                </a:moveTo>
                <a:cubicBezTo>
                  <a:pt x="21006" y="90488"/>
                  <a:pt x="24624" y="106167"/>
                  <a:pt x="31860" y="115883"/>
                </a:cubicBezTo>
                <a:cubicBezTo>
                  <a:pt x="39097" y="125598"/>
                  <a:pt x="50420" y="130456"/>
                  <a:pt x="65831" y="130456"/>
                </a:cubicBezTo>
                <a:cubicBezTo>
                  <a:pt x="81175" y="130456"/>
                  <a:pt x="92499" y="125598"/>
                  <a:pt x="99802" y="115883"/>
                </a:cubicBezTo>
                <a:cubicBezTo>
                  <a:pt x="107105" y="106167"/>
                  <a:pt x="110757" y="90488"/>
                  <a:pt x="110757" y="68846"/>
                </a:cubicBezTo>
                <a:cubicBezTo>
                  <a:pt x="110757" y="47338"/>
                  <a:pt x="107122" y="31843"/>
                  <a:pt x="99852" y="22362"/>
                </a:cubicBezTo>
                <a:cubicBezTo>
                  <a:pt x="92582" y="12881"/>
                  <a:pt x="81242" y="8141"/>
                  <a:pt x="65831" y="8141"/>
                </a:cubicBezTo>
                <a:cubicBezTo>
                  <a:pt x="50353" y="8141"/>
                  <a:pt x="39013" y="12881"/>
                  <a:pt x="31810" y="22362"/>
                </a:cubicBezTo>
                <a:cubicBezTo>
                  <a:pt x="24607" y="31843"/>
                  <a:pt x="21006" y="47338"/>
                  <a:pt x="21006" y="68846"/>
                </a:cubicBezTo>
                <a:moveTo>
                  <a:pt x="0" y="68846"/>
                </a:moveTo>
                <a:cubicBezTo>
                  <a:pt x="0" y="23016"/>
                  <a:pt x="21944" y="101"/>
                  <a:pt x="65831" y="101"/>
                </a:cubicBezTo>
                <a:cubicBezTo>
                  <a:pt x="87540" y="101"/>
                  <a:pt x="103956" y="5913"/>
                  <a:pt x="115079" y="17538"/>
                </a:cubicBezTo>
                <a:cubicBezTo>
                  <a:pt x="126201" y="29163"/>
                  <a:pt x="131763" y="46266"/>
                  <a:pt x="131763" y="68846"/>
                </a:cubicBezTo>
                <a:cubicBezTo>
                  <a:pt x="131763" y="91761"/>
                  <a:pt x="126134" y="109082"/>
                  <a:pt x="114878" y="120808"/>
                </a:cubicBezTo>
                <a:cubicBezTo>
                  <a:pt x="103621" y="132533"/>
                  <a:pt x="87272" y="138396"/>
                  <a:pt x="65831" y="138396"/>
                </a:cubicBezTo>
                <a:cubicBezTo>
                  <a:pt x="44457" y="138396"/>
                  <a:pt x="28142" y="132550"/>
                  <a:pt x="16885" y="120858"/>
                </a:cubicBezTo>
                <a:cubicBezTo>
                  <a:pt x="5628" y="109166"/>
                  <a:pt x="0" y="91828"/>
                  <a:pt x="0" y="68846"/>
                </a:cubicBezTo>
                <a:close/>
                <a:moveTo>
                  <a:pt x="206906" y="39298"/>
                </a:moveTo>
                <a:lnTo>
                  <a:pt x="206906" y="64826"/>
                </a:lnTo>
                <a:lnTo>
                  <a:pt x="202585" y="64826"/>
                </a:lnTo>
                <a:lnTo>
                  <a:pt x="196755" y="53770"/>
                </a:lnTo>
                <a:cubicBezTo>
                  <a:pt x="193405" y="53770"/>
                  <a:pt x="189435" y="54223"/>
                  <a:pt x="184845" y="55127"/>
                </a:cubicBezTo>
                <a:cubicBezTo>
                  <a:pt x="180256" y="56032"/>
                  <a:pt x="176286" y="57221"/>
                  <a:pt x="172935" y="58695"/>
                </a:cubicBezTo>
                <a:lnTo>
                  <a:pt x="172935" y="129351"/>
                </a:lnTo>
                <a:lnTo>
                  <a:pt x="189117" y="131863"/>
                </a:lnTo>
                <a:lnTo>
                  <a:pt x="189117" y="136386"/>
                </a:lnTo>
                <a:lnTo>
                  <a:pt x="144291" y="136386"/>
                </a:lnTo>
                <a:lnTo>
                  <a:pt x="144291" y="131863"/>
                </a:lnTo>
                <a:lnTo>
                  <a:pt x="156252" y="129351"/>
                </a:lnTo>
                <a:lnTo>
                  <a:pt x="156252" y="48946"/>
                </a:lnTo>
                <a:lnTo>
                  <a:pt x="144291" y="46434"/>
                </a:lnTo>
                <a:lnTo>
                  <a:pt x="144291" y="41911"/>
                </a:lnTo>
                <a:lnTo>
                  <a:pt x="171830" y="41911"/>
                </a:lnTo>
                <a:lnTo>
                  <a:pt x="172734" y="53569"/>
                </a:lnTo>
                <a:cubicBezTo>
                  <a:pt x="176755" y="50219"/>
                  <a:pt x="182199" y="47003"/>
                  <a:pt x="189067" y="43921"/>
                </a:cubicBezTo>
                <a:cubicBezTo>
                  <a:pt x="195934" y="40839"/>
                  <a:pt x="201379" y="39298"/>
                  <a:pt x="205399" y="39298"/>
                </a:cubicBezTo>
                <a:lnTo>
                  <a:pt x="206906" y="39298"/>
                </a:lnTo>
                <a:close/>
                <a:moveTo>
                  <a:pt x="246805" y="10955"/>
                </a:moveTo>
                <a:cubicBezTo>
                  <a:pt x="246805" y="13903"/>
                  <a:pt x="245733" y="16449"/>
                  <a:pt x="243589" y="18594"/>
                </a:cubicBezTo>
                <a:cubicBezTo>
                  <a:pt x="241445" y="20738"/>
                  <a:pt x="238865" y="21810"/>
                  <a:pt x="235850" y="21810"/>
                </a:cubicBezTo>
                <a:cubicBezTo>
                  <a:pt x="232902" y="21810"/>
                  <a:pt x="230356" y="20738"/>
                  <a:pt x="228212" y="18594"/>
                </a:cubicBezTo>
                <a:cubicBezTo>
                  <a:pt x="226068" y="16449"/>
                  <a:pt x="224996" y="13903"/>
                  <a:pt x="224996" y="10955"/>
                </a:cubicBezTo>
                <a:cubicBezTo>
                  <a:pt x="224996" y="7940"/>
                  <a:pt x="226068" y="5360"/>
                  <a:pt x="228212" y="3216"/>
                </a:cubicBezTo>
                <a:cubicBezTo>
                  <a:pt x="230356" y="1072"/>
                  <a:pt x="232902" y="0"/>
                  <a:pt x="235850" y="0"/>
                </a:cubicBezTo>
                <a:cubicBezTo>
                  <a:pt x="238865" y="0"/>
                  <a:pt x="241445" y="1072"/>
                  <a:pt x="243589" y="3216"/>
                </a:cubicBezTo>
                <a:cubicBezTo>
                  <a:pt x="245733" y="5360"/>
                  <a:pt x="246805" y="7940"/>
                  <a:pt x="246805" y="10955"/>
                </a:cubicBezTo>
                <a:moveTo>
                  <a:pt x="245800" y="129351"/>
                </a:moveTo>
                <a:lnTo>
                  <a:pt x="261982" y="131863"/>
                </a:lnTo>
                <a:lnTo>
                  <a:pt x="261982" y="136386"/>
                </a:lnTo>
                <a:lnTo>
                  <a:pt x="213036" y="136386"/>
                </a:lnTo>
                <a:lnTo>
                  <a:pt x="213036" y="131863"/>
                </a:lnTo>
                <a:lnTo>
                  <a:pt x="229116" y="129351"/>
                </a:lnTo>
                <a:lnTo>
                  <a:pt x="229116" y="48946"/>
                </a:lnTo>
                <a:lnTo>
                  <a:pt x="215749" y="46434"/>
                </a:lnTo>
                <a:lnTo>
                  <a:pt x="215749" y="41911"/>
                </a:lnTo>
                <a:lnTo>
                  <a:pt x="245800" y="41911"/>
                </a:lnTo>
                <a:lnTo>
                  <a:pt x="245800" y="129351"/>
                </a:lnTo>
                <a:close/>
                <a:moveTo>
                  <a:pt x="353170" y="71660"/>
                </a:moveTo>
                <a:cubicBezTo>
                  <a:pt x="353170" y="82515"/>
                  <a:pt x="349920" y="90723"/>
                  <a:pt x="343421" y="96284"/>
                </a:cubicBezTo>
                <a:cubicBezTo>
                  <a:pt x="336921" y="101846"/>
                  <a:pt x="327574" y="104626"/>
                  <a:pt x="315380" y="104626"/>
                </a:cubicBezTo>
                <a:cubicBezTo>
                  <a:pt x="309885" y="104626"/>
                  <a:pt x="304793" y="104124"/>
                  <a:pt x="300103" y="103119"/>
                </a:cubicBezTo>
                <a:lnTo>
                  <a:pt x="293771" y="116360"/>
                </a:lnTo>
                <a:cubicBezTo>
                  <a:pt x="293972" y="117506"/>
                  <a:pt x="295279" y="118584"/>
                  <a:pt x="297691" y="119595"/>
                </a:cubicBezTo>
                <a:cubicBezTo>
                  <a:pt x="300103" y="120604"/>
                  <a:pt x="303118" y="121109"/>
                  <a:pt x="306736" y="121109"/>
                </a:cubicBezTo>
                <a:lnTo>
                  <a:pt x="334677" y="121109"/>
                </a:lnTo>
                <a:cubicBezTo>
                  <a:pt x="344861" y="121109"/>
                  <a:pt x="352416" y="123320"/>
                  <a:pt x="357341" y="127742"/>
                </a:cubicBezTo>
                <a:cubicBezTo>
                  <a:pt x="362266" y="132165"/>
                  <a:pt x="364728" y="138262"/>
                  <a:pt x="364728" y="146034"/>
                </a:cubicBezTo>
                <a:cubicBezTo>
                  <a:pt x="364728" y="153070"/>
                  <a:pt x="362768" y="159201"/>
                  <a:pt x="358848" y="164427"/>
                </a:cubicBezTo>
                <a:cubicBezTo>
                  <a:pt x="354929" y="169653"/>
                  <a:pt x="349183" y="173690"/>
                  <a:pt x="341612" y="176538"/>
                </a:cubicBezTo>
                <a:cubicBezTo>
                  <a:pt x="334040" y="179385"/>
                  <a:pt x="324861" y="180809"/>
                  <a:pt x="314073" y="180809"/>
                </a:cubicBezTo>
                <a:cubicBezTo>
                  <a:pt x="301209" y="180809"/>
                  <a:pt x="291409" y="178833"/>
                  <a:pt x="284675" y="174879"/>
                </a:cubicBezTo>
                <a:cubicBezTo>
                  <a:pt x="277942" y="170926"/>
                  <a:pt x="274575" y="165298"/>
                  <a:pt x="274575" y="157995"/>
                </a:cubicBezTo>
                <a:cubicBezTo>
                  <a:pt x="274575" y="154443"/>
                  <a:pt x="275781" y="150942"/>
                  <a:pt x="278193" y="147492"/>
                </a:cubicBezTo>
                <a:cubicBezTo>
                  <a:pt x="280605" y="144041"/>
                  <a:pt x="285027" y="140004"/>
                  <a:pt x="291459" y="135381"/>
                </a:cubicBezTo>
                <a:cubicBezTo>
                  <a:pt x="287640" y="134104"/>
                  <a:pt x="284424" y="131920"/>
                  <a:pt x="281811" y="128829"/>
                </a:cubicBezTo>
                <a:cubicBezTo>
                  <a:pt x="279198" y="125739"/>
                  <a:pt x="277891" y="122412"/>
                  <a:pt x="277891" y="118851"/>
                </a:cubicBezTo>
                <a:lnTo>
                  <a:pt x="293771" y="100907"/>
                </a:lnTo>
                <a:cubicBezTo>
                  <a:pt x="283185" y="95949"/>
                  <a:pt x="277891" y="86200"/>
                  <a:pt x="277891" y="71660"/>
                </a:cubicBezTo>
                <a:cubicBezTo>
                  <a:pt x="277891" y="61342"/>
                  <a:pt x="281158" y="53368"/>
                  <a:pt x="287691" y="47740"/>
                </a:cubicBezTo>
                <a:cubicBezTo>
                  <a:pt x="294223" y="42112"/>
                  <a:pt x="303721" y="39298"/>
                  <a:pt x="316184" y="39298"/>
                </a:cubicBezTo>
                <a:cubicBezTo>
                  <a:pt x="318663" y="39298"/>
                  <a:pt x="321846" y="39549"/>
                  <a:pt x="325732" y="40051"/>
                </a:cubicBezTo>
                <a:cubicBezTo>
                  <a:pt x="329618" y="40554"/>
                  <a:pt x="332600" y="41140"/>
                  <a:pt x="334677" y="41810"/>
                </a:cubicBezTo>
                <a:lnTo>
                  <a:pt x="356889" y="30654"/>
                </a:lnTo>
                <a:lnTo>
                  <a:pt x="360406" y="34976"/>
                </a:lnTo>
                <a:lnTo>
                  <a:pt x="346436" y="49449"/>
                </a:lnTo>
                <a:cubicBezTo>
                  <a:pt x="350925" y="54474"/>
                  <a:pt x="353170" y="61878"/>
                  <a:pt x="353170" y="71660"/>
                </a:cubicBezTo>
                <a:moveTo>
                  <a:pt x="349049" y="149150"/>
                </a:moveTo>
                <a:cubicBezTo>
                  <a:pt x="349049" y="145331"/>
                  <a:pt x="347877" y="142349"/>
                  <a:pt x="345531" y="140205"/>
                </a:cubicBezTo>
                <a:cubicBezTo>
                  <a:pt x="343186" y="138061"/>
                  <a:pt x="339635" y="136989"/>
                  <a:pt x="334878" y="136989"/>
                </a:cubicBezTo>
                <a:lnTo>
                  <a:pt x="298294" y="136989"/>
                </a:lnTo>
                <a:cubicBezTo>
                  <a:pt x="295480" y="139401"/>
                  <a:pt x="293185" y="142466"/>
                  <a:pt x="291409" y="146185"/>
                </a:cubicBezTo>
                <a:cubicBezTo>
                  <a:pt x="289634" y="149904"/>
                  <a:pt x="288746" y="153371"/>
                  <a:pt x="288746" y="156587"/>
                </a:cubicBezTo>
                <a:cubicBezTo>
                  <a:pt x="288746" y="162350"/>
                  <a:pt x="290823" y="166487"/>
                  <a:pt x="294977" y="169000"/>
                </a:cubicBezTo>
                <a:cubicBezTo>
                  <a:pt x="299131" y="171513"/>
                  <a:pt x="305497" y="172769"/>
                  <a:pt x="314073" y="172769"/>
                </a:cubicBezTo>
                <a:cubicBezTo>
                  <a:pt x="325263" y="172769"/>
                  <a:pt x="333890" y="170692"/>
                  <a:pt x="339953" y="166538"/>
                </a:cubicBezTo>
                <a:cubicBezTo>
                  <a:pt x="346017" y="162383"/>
                  <a:pt x="349049" y="156587"/>
                  <a:pt x="349049" y="149150"/>
                </a:cubicBezTo>
                <a:moveTo>
                  <a:pt x="315581" y="96988"/>
                </a:moveTo>
                <a:cubicBezTo>
                  <a:pt x="322884" y="96988"/>
                  <a:pt x="328060" y="94894"/>
                  <a:pt x="331109" y="90706"/>
                </a:cubicBezTo>
                <a:cubicBezTo>
                  <a:pt x="334158" y="86518"/>
                  <a:pt x="335682" y="80170"/>
                  <a:pt x="335682" y="71660"/>
                </a:cubicBezTo>
                <a:cubicBezTo>
                  <a:pt x="335682" y="62749"/>
                  <a:pt x="334107" y="56400"/>
                  <a:pt x="330958" y="52615"/>
                </a:cubicBezTo>
                <a:cubicBezTo>
                  <a:pt x="327809" y="48829"/>
                  <a:pt x="322750" y="46936"/>
                  <a:pt x="315782" y="46936"/>
                </a:cubicBezTo>
                <a:cubicBezTo>
                  <a:pt x="308746" y="46936"/>
                  <a:pt x="303587" y="48846"/>
                  <a:pt x="300304" y="52665"/>
                </a:cubicBezTo>
                <a:cubicBezTo>
                  <a:pt x="297021" y="56484"/>
                  <a:pt x="295379" y="62816"/>
                  <a:pt x="295379" y="71660"/>
                </a:cubicBezTo>
                <a:cubicBezTo>
                  <a:pt x="295379" y="80505"/>
                  <a:pt x="296987" y="86937"/>
                  <a:pt x="300203" y="90957"/>
                </a:cubicBezTo>
                <a:cubicBezTo>
                  <a:pt x="303420" y="94978"/>
                  <a:pt x="308545" y="96988"/>
                  <a:pt x="315581" y="96988"/>
                </a:cubicBezTo>
                <a:close/>
                <a:moveTo>
                  <a:pt x="406739" y="10955"/>
                </a:moveTo>
                <a:cubicBezTo>
                  <a:pt x="406739" y="13903"/>
                  <a:pt x="405667" y="16449"/>
                  <a:pt x="403523" y="18594"/>
                </a:cubicBezTo>
                <a:cubicBezTo>
                  <a:pt x="401379" y="20738"/>
                  <a:pt x="398799" y="21810"/>
                  <a:pt x="395784" y="21810"/>
                </a:cubicBezTo>
                <a:cubicBezTo>
                  <a:pt x="392836" y="21810"/>
                  <a:pt x="390289" y="20738"/>
                  <a:pt x="388145" y="18594"/>
                </a:cubicBezTo>
                <a:cubicBezTo>
                  <a:pt x="386001" y="16449"/>
                  <a:pt x="384929" y="13903"/>
                  <a:pt x="384929" y="10955"/>
                </a:cubicBezTo>
                <a:cubicBezTo>
                  <a:pt x="384929" y="7940"/>
                  <a:pt x="386001" y="5360"/>
                  <a:pt x="388145" y="3216"/>
                </a:cubicBezTo>
                <a:cubicBezTo>
                  <a:pt x="390289" y="1072"/>
                  <a:pt x="392836" y="0"/>
                  <a:pt x="395784" y="0"/>
                </a:cubicBezTo>
                <a:cubicBezTo>
                  <a:pt x="398799" y="0"/>
                  <a:pt x="401379" y="1072"/>
                  <a:pt x="403523" y="3216"/>
                </a:cubicBezTo>
                <a:cubicBezTo>
                  <a:pt x="405667" y="5360"/>
                  <a:pt x="406739" y="7940"/>
                  <a:pt x="406739" y="10955"/>
                </a:cubicBezTo>
                <a:moveTo>
                  <a:pt x="405734" y="129351"/>
                </a:moveTo>
                <a:lnTo>
                  <a:pt x="421915" y="131863"/>
                </a:lnTo>
                <a:lnTo>
                  <a:pt x="421915" y="136386"/>
                </a:lnTo>
                <a:lnTo>
                  <a:pt x="372969" y="136386"/>
                </a:lnTo>
                <a:lnTo>
                  <a:pt x="372969" y="131863"/>
                </a:lnTo>
                <a:lnTo>
                  <a:pt x="389050" y="129351"/>
                </a:lnTo>
                <a:lnTo>
                  <a:pt x="389050" y="48946"/>
                </a:lnTo>
                <a:lnTo>
                  <a:pt x="375683" y="46434"/>
                </a:lnTo>
                <a:lnTo>
                  <a:pt x="375683" y="41911"/>
                </a:lnTo>
                <a:lnTo>
                  <a:pt x="405734" y="41911"/>
                </a:lnTo>
                <a:lnTo>
                  <a:pt x="405734" y="129351"/>
                </a:lnTo>
                <a:close/>
                <a:moveTo>
                  <a:pt x="458228" y="49449"/>
                </a:moveTo>
                <a:cubicBezTo>
                  <a:pt x="463387" y="46501"/>
                  <a:pt x="468881" y="44072"/>
                  <a:pt x="474710" y="42162"/>
                </a:cubicBezTo>
                <a:cubicBezTo>
                  <a:pt x="480540" y="40252"/>
                  <a:pt x="485398" y="39298"/>
                  <a:pt x="489284" y="39298"/>
                </a:cubicBezTo>
                <a:cubicBezTo>
                  <a:pt x="497458" y="39298"/>
                  <a:pt x="503623" y="41679"/>
                  <a:pt x="507777" y="46443"/>
                </a:cubicBezTo>
                <a:cubicBezTo>
                  <a:pt x="511931" y="51204"/>
                  <a:pt x="514008" y="58113"/>
                  <a:pt x="514008" y="67169"/>
                </a:cubicBezTo>
                <a:lnTo>
                  <a:pt x="514008" y="129351"/>
                </a:lnTo>
                <a:lnTo>
                  <a:pt x="525466" y="131863"/>
                </a:lnTo>
                <a:lnTo>
                  <a:pt x="525466" y="136386"/>
                </a:lnTo>
                <a:lnTo>
                  <a:pt x="484761" y="136386"/>
                </a:lnTo>
                <a:lnTo>
                  <a:pt x="484761" y="131863"/>
                </a:lnTo>
                <a:lnTo>
                  <a:pt x="497324" y="129351"/>
                </a:lnTo>
                <a:lnTo>
                  <a:pt x="497324" y="68969"/>
                </a:lnTo>
                <a:cubicBezTo>
                  <a:pt x="497324" y="63401"/>
                  <a:pt x="495967" y="59024"/>
                  <a:pt x="493254" y="55837"/>
                </a:cubicBezTo>
                <a:cubicBezTo>
                  <a:pt x="490540" y="52650"/>
                  <a:pt x="486336" y="51057"/>
                  <a:pt x="480640" y="51057"/>
                </a:cubicBezTo>
                <a:cubicBezTo>
                  <a:pt x="474610" y="51057"/>
                  <a:pt x="467206" y="52028"/>
                  <a:pt x="458429" y="53971"/>
                </a:cubicBezTo>
                <a:lnTo>
                  <a:pt x="458429" y="129351"/>
                </a:lnTo>
                <a:lnTo>
                  <a:pt x="471193" y="131863"/>
                </a:lnTo>
                <a:lnTo>
                  <a:pt x="471193" y="136386"/>
                </a:lnTo>
                <a:lnTo>
                  <a:pt x="430388" y="136386"/>
                </a:lnTo>
                <a:lnTo>
                  <a:pt x="430388" y="131863"/>
                </a:lnTo>
                <a:lnTo>
                  <a:pt x="441745" y="129351"/>
                </a:lnTo>
                <a:lnTo>
                  <a:pt x="441745" y="48946"/>
                </a:lnTo>
                <a:lnTo>
                  <a:pt x="430388" y="46434"/>
                </a:lnTo>
                <a:lnTo>
                  <a:pt x="430388" y="41911"/>
                </a:lnTo>
                <a:lnTo>
                  <a:pt x="457323" y="41911"/>
                </a:lnTo>
                <a:lnTo>
                  <a:pt x="458228" y="49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Initial">
            <a:extLst xmlns:a="http://schemas.openxmlformats.org/drawingml/2006/main">
              <a:ext uri="{FF2B5EF4-FFF2-40B4-BE49-F238E27FC236}">
                <a16:creationId xmlns:a16="http://schemas.microsoft.com/office/drawing/2014/main" id="{E2EBCF25-0C5B-4093-AE1C-F653969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207" y="1543094"/>
            <a:ext cx="480932" cy="144444"/>
          </a:xfrm>
          <a:custGeom xmlns:a="http://schemas.openxmlformats.org/drawingml/2006/main">
            <a:pathLst>
              <a:path w="480932" h="144444">
                <a:moveTo>
                  <a:pt x="36707" y="134427"/>
                </a:moveTo>
                <a:lnTo>
                  <a:pt x="54052" y="137132"/>
                </a:lnTo>
                <a:lnTo>
                  <a:pt x="54052" y="142441"/>
                </a:lnTo>
                <a:lnTo>
                  <a:pt x="0" y="142441"/>
                </a:lnTo>
                <a:lnTo>
                  <a:pt x="0" y="137132"/>
                </a:lnTo>
                <a:lnTo>
                  <a:pt x="17345" y="134427"/>
                </a:lnTo>
                <a:lnTo>
                  <a:pt x="17345" y="15927"/>
                </a:lnTo>
                <a:lnTo>
                  <a:pt x="0" y="13323"/>
                </a:lnTo>
                <a:lnTo>
                  <a:pt x="0" y="8014"/>
                </a:lnTo>
                <a:lnTo>
                  <a:pt x="54052" y="8014"/>
                </a:lnTo>
                <a:lnTo>
                  <a:pt x="54052" y="13323"/>
                </a:lnTo>
                <a:lnTo>
                  <a:pt x="36707" y="15927"/>
                </a:lnTo>
                <a:lnTo>
                  <a:pt x="36707" y="134427"/>
                </a:lnTo>
                <a:close/>
                <a:moveTo>
                  <a:pt x="93983" y="55794"/>
                </a:moveTo>
                <a:cubicBezTo>
                  <a:pt x="99160" y="52856"/>
                  <a:pt x="104672" y="50435"/>
                  <a:pt x="110521" y="48532"/>
                </a:cubicBezTo>
                <a:cubicBezTo>
                  <a:pt x="116370" y="46629"/>
                  <a:pt x="121244" y="45677"/>
                  <a:pt x="125143" y="45677"/>
                </a:cubicBezTo>
                <a:cubicBezTo>
                  <a:pt x="133345" y="45677"/>
                  <a:pt x="139530" y="48051"/>
                  <a:pt x="143698" y="52799"/>
                </a:cubicBezTo>
                <a:cubicBezTo>
                  <a:pt x="147867" y="57544"/>
                  <a:pt x="149951" y="64430"/>
                  <a:pt x="149951" y="73455"/>
                </a:cubicBezTo>
                <a:lnTo>
                  <a:pt x="149951" y="135429"/>
                </a:lnTo>
                <a:lnTo>
                  <a:pt x="161447" y="137933"/>
                </a:lnTo>
                <a:lnTo>
                  <a:pt x="161447" y="142441"/>
                </a:lnTo>
                <a:lnTo>
                  <a:pt x="120605" y="142441"/>
                </a:lnTo>
                <a:lnTo>
                  <a:pt x="120605" y="137933"/>
                </a:lnTo>
                <a:lnTo>
                  <a:pt x="133211" y="135429"/>
                </a:lnTo>
                <a:lnTo>
                  <a:pt x="133211" y="75249"/>
                </a:lnTo>
                <a:cubicBezTo>
                  <a:pt x="133211" y="69700"/>
                  <a:pt x="131849" y="65338"/>
                  <a:pt x="129127" y="62161"/>
                </a:cubicBezTo>
                <a:cubicBezTo>
                  <a:pt x="126404" y="58985"/>
                  <a:pt x="122185" y="57397"/>
                  <a:pt x="116471" y="57397"/>
                </a:cubicBezTo>
                <a:cubicBezTo>
                  <a:pt x="110420" y="57397"/>
                  <a:pt x="102992" y="58365"/>
                  <a:pt x="94185" y="60302"/>
                </a:cubicBezTo>
                <a:lnTo>
                  <a:pt x="94185" y="135429"/>
                </a:lnTo>
                <a:lnTo>
                  <a:pt x="106992" y="137933"/>
                </a:lnTo>
                <a:lnTo>
                  <a:pt x="106992" y="142441"/>
                </a:lnTo>
                <a:lnTo>
                  <a:pt x="66050" y="142441"/>
                </a:lnTo>
                <a:lnTo>
                  <a:pt x="66050" y="137933"/>
                </a:lnTo>
                <a:lnTo>
                  <a:pt x="77445" y="135429"/>
                </a:lnTo>
                <a:lnTo>
                  <a:pt x="77445" y="55293"/>
                </a:lnTo>
                <a:lnTo>
                  <a:pt x="66050" y="52789"/>
                </a:lnTo>
                <a:lnTo>
                  <a:pt x="66050" y="48282"/>
                </a:lnTo>
                <a:lnTo>
                  <a:pt x="93075" y="48282"/>
                </a:lnTo>
                <a:lnTo>
                  <a:pt x="93983" y="55794"/>
                </a:lnTo>
                <a:close/>
                <a:moveTo>
                  <a:pt x="202793" y="17429"/>
                </a:moveTo>
                <a:cubicBezTo>
                  <a:pt x="202793" y="20368"/>
                  <a:pt x="201717" y="22905"/>
                  <a:pt x="199566" y="25042"/>
                </a:cubicBezTo>
                <a:cubicBezTo>
                  <a:pt x="197415" y="27179"/>
                  <a:pt x="194826" y="28248"/>
                  <a:pt x="191801" y="28248"/>
                </a:cubicBezTo>
                <a:cubicBezTo>
                  <a:pt x="188843" y="28248"/>
                  <a:pt x="186288" y="27179"/>
                  <a:pt x="184137" y="25042"/>
                </a:cubicBezTo>
                <a:cubicBezTo>
                  <a:pt x="181986" y="22905"/>
                  <a:pt x="180910" y="20368"/>
                  <a:pt x="180910" y="17429"/>
                </a:cubicBezTo>
                <a:cubicBezTo>
                  <a:pt x="180910" y="14424"/>
                  <a:pt x="181986" y="11853"/>
                  <a:pt x="184137" y="9716"/>
                </a:cubicBezTo>
                <a:cubicBezTo>
                  <a:pt x="186288" y="7579"/>
                  <a:pt x="188843" y="6511"/>
                  <a:pt x="191801" y="6511"/>
                </a:cubicBezTo>
                <a:cubicBezTo>
                  <a:pt x="194826" y="6511"/>
                  <a:pt x="197415" y="7579"/>
                  <a:pt x="199566" y="9716"/>
                </a:cubicBezTo>
                <a:cubicBezTo>
                  <a:pt x="201717" y="11853"/>
                  <a:pt x="202793" y="14424"/>
                  <a:pt x="202793" y="17429"/>
                </a:cubicBezTo>
                <a:moveTo>
                  <a:pt x="201784" y="135429"/>
                </a:moveTo>
                <a:lnTo>
                  <a:pt x="218020" y="137933"/>
                </a:lnTo>
                <a:lnTo>
                  <a:pt x="218020" y="142441"/>
                </a:lnTo>
                <a:lnTo>
                  <a:pt x="168910" y="142441"/>
                </a:lnTo>
                <a:lnTo>
                  <a:pt x="168910" y="137933"/>
                </a:lnTo>
                <a:lnTo>
                  <a:pt x="185045" y="135429"/>
                </a:lnTo>
                <a:lnTo>
                  <a:pt x="185045" y="55293"/>
                </a:lnTo>
                <a:lnTo>
                  <a:pt x="171632" y="52789"/>
                </a:lnTo>
                <a:lnTo>
                  <a:pt x="171632" y="48282"/>
                </a:lnTo>
                <a:lnTo>
                  <a:pt x="201784" y="48282"/>
                </a:lnTo>
                <a:lnTo>
                  <a:pt x="201784" y="135429"/>
                </a:lnTo>
                <a:close/>
                <a:moveTo>
                  <a:pt x="255463" y="144444"/>
                </a:moveTo>
                <a:cubicBezTo>
                  <a:pt x="249009" y="144444"/>
                  <a:pt x="244185" y="142541"/>
                  <a:pt x="240992" y="138734"/>
                </a:cubicBezTo>
                <a:cubicBezTo>
                  <a:pt x="237798" y="134928"/>
                  <a:pt x="236202" y="129586"/>
                  <a:pt x="236202" y="122707"/>
                </a:cubicBezTo>
                <a:lnTo>
                  <a:pt x="236202" y="56696"/>
                </a:lnTo>
                <a:lnTo>
                  <a:pt x="223798" y="56696"/>
                </a:lnTo>
                <a:lnTo>
                  <a:pt x="223798" y="52188"/>
                </a:lnTo>
                <a:lnTo>
                  <a:pt x="236403" y="48282"/>
                </a:lnTo>
                <a:lnTo>
                  <a:pt x="246588" y="26946"/>
                </a:lnTo>
                <a:lnTo>
                  <a:pt x="252942" y="26946"/>
                </a:lnTo>
                <a:lnTo>
                  <a:pt x="252942" y="48282"/>
                </a:lnTo>
                <a:lnTo>
                  <a:pt x="274623" y="48282"/>
                </a:lnTo>
                <a:lnTo>
                  <a:pt x="274623" y="56696"/>
                </a:lnTo>
                <a:lnTo>
                  <a:pt x="252942" y="56696"/>
                </a:lnTo>
                <a:lnTo>
                  <a:pt x="252942" y="120904"/>
                </a:lnTo>
                <a:cubicBezTo>
                  <a:pt x="252942" y="125245"/>
                  <a:pt x="253933" y="128517"/>
                  <a:pt x="255916" y="130721"/>
                </a:cubicBezTo>
                <a:cubicBezTo>
                  <a:pt x="257900" y="132925"/>
                  <a:pt x="260505" y="134027"/>
                  <a:pt x="263732" y="134027"/>
                </a:cubicBezTo>
                <a:cubicBezTo>
                  <a:pt x="267631" y="134027"/>
                  <a:pt x="272371" y="133492"/>
                  <a:pt x="277951" y="132424"/>
                </a:cubicBezTo>
                <a:lnTo>
                  <a:pt x="277951" y="138935"/>
                </a:lnTo>
                <a:cubicBezTo>
                  <a:pt x="275598" y="140538"/>
                  <a:pt x="272203" y="141856"/>
                  <a:pt x="267765" y="142892"/>
                </a:cubicBezTo>
                <a:cubicBezTo>
                  <a:pt x="263328" y="143927"/>
                  <a:pt x="259227" y="144444"/>
                  <a:pt x="255463" y="144444"/>
                </a:cubicBezTo>
                <a:close/>
                <a:moveTo>
                  <a:pt x="317208" y="17429"/>
                </a:moveTo>
                <a:cubicBezTo>
                  <a:pt x="317208" y="20368"/>
                  <a:pt x="316132" y="22905"/>
                  <a:pt x="313981" y="25042"/>
                </a:cubicBezTo>
                <a:cubicBezTo>
                  <a:pt x="311830" y="27179"/>
                  <a:pt x="309241" y="28248"/>
                  <a:pt x="306216" y="28248"/>
                </a:cubicBezTo>
                <a:cubicBezTo>
                  <a:pt x="303258" y="28248"/>
                  <a:pt x="300703" y="27179"/>
                  <a:pt x="298552" y="25042"/>
                </a:cubicBezTo>
                <a:cubicBezTo>
                  <a:pt x="296401" y="22905"/>
                  <a:pt x="295325" y="20368"/>
                  <a:pt x="295325" y="17429"/>
                </a:cubicBezTo>
                <a:cubicBezTo>
                  <a:pt x="295325" y="14424"/>
                  <a:pt x="296401" y="11853"/>
                  <a:pt x="298552" y="9716"/>
                </a:cubicBezTo>
                <a:cubicBezTo>
                  <a:pt x="300703" y="7579"/>
                  <a:pt x="303258" y="6511"/>
                  <a:pt x="306216" y="6511"/>
                </a:cubicBezTo>
                <a:cubicBezTo>
                  <a:pt x="309241" y="6511"/>
                  <a:pt x="311830" y="7579"/>
                  <a:pt x="313981" y="9716"/>
                </a:cubicBezTo>
                <a:cubicBezTo>
                  <a:pt x="316132" y="11853"/>
                  <a:pt x="317208" y="14424"/>
                  <a:pt x="317208" y="17429"/>
                </a:cubicBezTo>
                <a:moveTo>
                  <a:pt x="316200" y="135429"/>
                </a:moveTo>
                <a:lnTo>
                  <a:pt x="332435" y="137933"/>
                </a:lnTo>
                <a:lnTo>
                  <a:pt x="332435" y="142441"/>
                </a:lnTo>
                <a:lnTo>
                  <a:pt x="283325" y="142441"/>
                </a:lnTo>
                <a:lnTo>
                  <a:pt x="283325" y="137933"/>
                </a:lnTo>
                <a:lnTo>
                  <a:pt x="299460" y="135429"/>
                </a:lnTo>
                <a:lnTo>
                  <a:pt x="299460" y="55293"/>
                </a:lnTo>
                <a:lnTo>
                  <a:pt x="286048" y="52789"/>
                </a:lnTo>
                <a:lnTo>
                  <a:pt x="286048" y="48282"/>
                </a:lnTo>
                <a:lnTo>
                  <a:pt x="316200" y="48282"/>
                </a:lnTo>
                <a:lnTo>
                  <a:pt x="316200" y="135429"/>
                </a:lnTo>
                <a:close/>
                <a:moveTo>
                  <a:pt x="383088" y="46078"/>
                </a:moveTo>
                <a:cubicBezTo>
                  <a:pt x="393442" y="46078"/>
                  <a:pt x="401055" y="48185"/>
                  <a:pt x="405929" y="52398"/>
                </a:cubicBezTo>
                <a:cubicBezTo>
                  <a:pt x="410803" y="56609"/>
                  <a:pt x="413240" y="63060"/>
                  <a:pt x="413240" y="71749"/>
                </a:cubicBezTo>
                <a:lnTo>
                  <a:pt x="413240" y="135429"/>
                </a:lnTo>
                <a:lnTo>
                  <a:pt x="425039" y="137933"/>
                </a:lnTo>
                <a:lnTo>
                  <a:pt x="425039" y="142441"/>
                </a:lnTo>
                <a:lnTo>
                  <a:pt x="399022" y="142441"/>
                </a:lnTo>
                <a:lnTo>
                  <a:pt x="397106" y="133025"/>
                </a:lnTo>
                <a:cubicBezTo>
                  <a:pt x="389442" y="140638"/>
                  <a:pt x="379660" y="144444"/>
                  <a:pt x="367760" y="144444"/>
                </a:cubicBezTo>
                <a:cubicBezTo>
                  <a:pt x="351558" y="144444"/>
                  <a:pt x="343457" y="135078"/>
                  <a:pt x="343457" y="116347"/>
                </a:cubicBezTo>
                <a:cubicBezTo>
                  <a:pt x="343457" y="110059"/>
                  <a:pt x="344684" y="104858"/>
                  <a:pt x="347138" y="100745"/>
                </a:cubicBezTo>
                <a:cubicBezTo>
                  <a:pt x="349592" y="96630"/>
                  <a:pt x="353508" y="93485"/>
                  <a:pt x="358886" y="91311"/>
                </a:cubicBezTo>
                <a:cubicBezTo>
                  <a:pt x="364264" y="89136"/>
                  <a:pt x="372063" y="87949"/>
                  <a:pt x="382282" y="87748"/>
                </a:cubicBezTo>
                <a:lnTo>
                  <a:pt x="396501" y="87348"/>
                </a:lnTo>
                <a:lnTo>
                  <a:pt x="396501" y="72623"/>
                </a:lnTo>
                <a:cubicBezTo>
                  <a:pt x="396501" y="66145"/>
                  <a:pt x="395307" y="61370"/>
                  <a:pt x="392921" y="58299"/>
                </a:cubicBezTo>
                <a:cubicBezTo>
                  <a:pt x="390534" y="55227"/>
                  <a:pt x="386853" y="53691"/>
                  <a:pt x="381878" y="53691"/>
                </a:cubicBezTo>
                <a:cubicBezTo>
                  <a:pt x="375155" y="53691"/>
                  <a:pt x="369004" y="55260"/>
                  <a:pt x="363424" y="58399"/>
                </a:cubicBezTo>
                <a:lnTo>
                  <a:pt x="359995" y="70119"/>
                </a:lnTo>
                <a:lnTo>
                  <a:pt x="354348" y="70119"/>
                </a:lnTo>
                <a:lnTo>
                  <a:pt x="354348" y="49584"/>
                </a:lnTo>
                <a:cubicBezTo>
                  <a:pt x="365239" y="47247"/>
                  <a:pt x="374819" y="46078"/>
                  <a:pt x="383088" y="46078"/>
                </a:cubicBezTo>
                <a:moveTo>
                  <a:pt x="396501" y="94359"/>
                </a:moveTo>
                <a:lnTo>
                  <a:pt x="383290" y="94760"/>
                </a:lnTo>
                <a:cubicBezTo>
                  <a:pt x="374282" y="95096"/>
                  <a:pt x="368181" y="96838"/>
                  <a:pt x="364987" y="99985"/>
                </a:cubicBezTo>
                <a:cubicBezTo>
                  <a:pt x="361794" y="103130"/>
                  <a:pt x="360197" y="108385"/>
                  <a:pt x="360197" y="115752"/>
                </a:cubicBezTo>
                <a:cubicBezTo>
                  <a:pt x="360197" y="127534"/>
                  <a:pt x="365004" y="133426"/>
                  <a:pt x="374618" y="133426"/>
                </a:cubicBezTo>
                <a:cubicBezTo>
                  <a:pt x="379189" y="133426"/>
                  <a:pt x="383139" y="132908"/>
                  <a:pt x="386467" y="131873"/>
                </a:cubicBezTo>
                <a:cubicBezTo>
                  <a:pt x="389795" y="130838"/>
                  <a:pt x="393139" y="129519"/>
                  <a:pt x="396501" y="127916"/>
                </a:cubicBezTo>
                <a:lnTo>
                  <a:pt x="396501" y="94359"/>
                </a:lnTo>
                <a:close/>
                <a:moveTo>
                  <a:pt x="464696" y="135429"/>
                </a:moveTo>
                <a:lnTo>
                  <a:pt x="480932" y="137933"/>
                </a:lnTo>
                <a:lnTo>
                  <a:pt x="480932" y="142441"/>
                </a:lnTo>
                <a:lnTo>
                  <a:pt x="431822" y="142441"/>
                </a:lnTo>
                <a:lnTo>
                  <a:pt x="431822" y="137933"/>
                </a:lnTo>
                <a:lnTo>
                  <a:pt x="447957" y="135429"/>
                </a:lnTo>
                <a:lnTo>
                  <a:pt x="447957" y="6912"/>
                </a:lnTo>
                <a:lnTo>
                  <a:pt x="431822" y="4508"/>
                </a:lnTo>
                <a:lnTo>
                  <a:pt x="431822" y="0"/>
                </a:lnTo>
                <a:lnTo>
                  <a:pt x="464696" y="0"/>
                </a:lnTo>
                <a:lnTo>
                  <a:pt x="464696" y="135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Crash">
            <a:extLst xmlns:a="http://schemas.openxmlformats.org/drawingml/2006/main">
              <a:ext uri="{FF2B5EF4-FFF2-40B4-BE49-F238E27FC236}">
                <a16:creationId xmlns:a16="http://schemas.microsoft.com/office/drawing/2014/main" id="{549A8716-14FC-4240-A977-0E5B7BCF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912" y="1737984"/>
            <a:ext cx="470218" cy="144444"/>
          </a:xfrm>
          <a:custGeom xmlns:a="http://schemas.openxmlformats.org/drawingml/2006/main">
            <a:pathLst>
              <a:path w="470218" h="144444">
                <a:moveTo>
                  <a:pt x="69581" y="144444"/>
                </a:moveTo>
                <a:cubicBezTo>
                  <a:pt x="47665" y="144444"/>
                  <a:pt x="30589" y="138517"/>
                  <a:pt x="18353" y="126664"/>
                </a:cubicBezTo>
                <a:cubicBezTo>
                  <a:pt x="6118" y="114811"/>
                  <a:pt x="0" y="98199"/>
                  <a:pt x="0" y="76830"/>
                </a:cubicBezTo>
                <a:cubicBezTo>
                  <a:pt x="0" y="53724"/>
                  <a:pt x="5882" y="36245"/>
                  <a:pt x="17647" y="24391"/>
                </a:cubicBezTo>
                <a:cubicBezTo>
                  <a:pt x="29412" y="12538"/>
                  <a:pt x="46858" y="6611"/>
                  <a:pt x="69985" y="6611"/>
                </a:cubicBezTo>
                <a:cubicBezTo>
                  <a:pt x="84036" y="6611"/>
                  <a:pt x="99128" y="8314"/>
                  <a:pt x="115263" y="11720"/>
                </a:cubicBezTo>
                <a:lnTo>
                  <a:pt x="115868" y="41069"/>
                </a:lnTo>
                <a:lnTo>
                  <a:pt x="109213" y="41069"/>
                </a:lnTo>
                <a:lnTo>
                  <a:pt x="106187" y="23640"/>
                </a:lnTo>
                <a:cubicBezTo>
                  <a:pt x="101481" y="20768"/>
                  <a:pt x="96019" y="18548"/>
                  <a:pt x="89800" y="16979"/>
                </a:cubicBezTo>
                <a:cubicBezTo>
                  <a:pt x="83582" y="15409"/>
                  <a:pt x="77246" y="14625"/>
                  <a:pt x="70792" y="14625"/>
                </a:cubicBezTo>
                <a:cubicBezTo>
                  <a:pt x="53514" y="14625"/>
                  <a:pt x="40909" y="19667"/>
                  <a:pt x="32976" y="29750"/>
                </a:cubicBezTo>
                <a:cubicBezTo>
                  <a:pt x="25043" y="39834"/>
                  <a:pt x="21076" y="55460"/>
                  <a:pt x="21076" y="76630"/>
                </a:cubicBezTo>
                <a:cubicBezTo>
                  <a:pt x="21076" y="96129"/>
                  <a:pt x="25227" y="111021"/>
                  <a:pt x="33530" y="121305"/>
                </a:cubicBezTo>
                <a:cubicBezTo>
                  <a:pt x="41833" y="131589"/>
                  <a:pt x="53917" y="136731"/>
                  <a:pt x="69783" y="136731"/>
                </a:cubicBezTo>
                <a:cubicBezTo>
                  <a:pt x="77447" y="136731"/>
                  <a:pt x="84674" y="135813"/>
                  <a:pt x="91464" y="133976"/>
                </a:cubicBezTo>
                <a:cubicBezTo>
                  <a:pt x="98254" y="132140"/>
                  <a:pt x="103633" y="129686"/>
                  <a:pt x="107599" y="126614"/>
                </a:cubicBezTo>
                <a:lnTo>
                  <a:pt x="111330" y="106580"/>
                </a:lnTo>
                <a:lnTo>
                  <a:pt x="117885" y="106580"/>
                </a:lnTo>
                <a:lnTo>
                  <a:pt x="117280" y="138133"/>
                </a:lnTo>
                <a:cubicBezTo>
                  <a:pt x="102490" y="142341"/>
                  <a:pt x="86590" y="144444"/>
                  <a:pt x="69581" y="144444"/>
                </a:cubicBezTo>
                <a:close/>
                <a:moveTo>
                  <a:pt x="196036" y="45677"/>
                </a:moveTo>
                <a:lnTo>
                  <a:pt x="196036" y="71120"/>
                </a:lnTo>
                <a:lnTo>
                  <a:pt x="191700" y="71120"/>
                </a:lnTo>
                <a:lnTo>
                  <a:pt x="185851" y="60102"/>
                </a:lnTo>
                <a:cubicBezTo>
                  <a:pt x="182489" y="60102"/>
                  <a:pt x="178506" y="60552"/>
                  <a:pt x="173901" y="61454"/>
                </a:cubicBezTo>
                <a:cubicBezTo>
                  <a:pt x="169296" y="62355"/>
                  <a:pt x="165313" y="63541"/>
                  <a:pt x="161951" y="65010"/>
                </a:cubicBezTo>
                <a:lnTo>
                  <a:pt x="161951" y="135429"/>
                </a:lnTo>
                <a:lnTo>
                  <a:pt x="178187" y="137933"/>
                </a:lnTo>
                <a:lnTo>
                  <a:pt x="178187" y="142441"/>
                </a:lnTo>
                <a:lnTo>
                  <a:pt x="133211" y="142441"/>
                </a:lnTo>
                <a:lnTo>
                  <a:pt x="133211" y="137933"/>
                </a:lnTo>
                <a:lnTo>
                  <a:pt x="145211" y="135429"/>
                </a:lnTo>
                <a:lnTo>
                  <a:pt x="145211" y="55293"/>
                </a:lnTo>
                <a:lnTo>
                  <a:pt x="133211" y="52789"/>
                </a:lnTo>
                <a:lnTo>
                  <a:pt x="133211" y="48282"/>
                </a:lnTo>
                <a:lnTo>
                  <a:pt x="160842" y="48282"/>
                </a:lnTo>
                <a:lnTo>
                  <a:pt x="161749" y="59901"/>
                </a:lnTo>
                <a:cubicBezTo>
                  <a:pt x="165783" y="56562"/>
                  <a:pt x="171245" y="53357"/>
                  <a:pt x="178136" y="50285"/>
                </a:cubicBezTo>
                <a:cubicBezTo>
                  <a:pt x="185027" y="47213"/>
                  <a:pt x="190490" y="45677"/>
                  <a:pt x="194523" y="45677"/>
                </a:cubicBezTo>
                <a:lnTo>
                  <a:pt x="196036" y="45677"/>
                </a:lnTo>
                <a:close/>
                <a:moveTo>
                  <a:pt x="244741" y="46078"/>
                </a:moveTo>
                <a:cubicBezTo>
                  <a:pt x="255094" y="46078"/>
                  <a:pt x="262707" y="48185"/>
                  <a:pt x="267581" y="52398"/>
                </a:cubicBezTo>
                <a:cubicBezTo>
                  <a:pt x="272456" y="56609"/>
                  <a:pt x="274893" y="63060"/>
                  <a:pt x="274893" y="71749"/>
                </a:cubicBezTo>
                <a:lnTo>
                  <a:pt x="274893" y="135429"/>
                </a:lnTo>
                <a:lnTo>
                  <a:pt x="286691" y="137933"/>
                </a:lnTo>
                <a:lnTo>
                  <a:pt x="286691" y="142441"/>
                </a:lnTo>
                <a:lnTo>
                  <a:pt x="260674" y="142441"/>
                </a:lnTo>
                <a:lnTo>
                  <a:pt x="258758" y="133025"/>
                </a:lnTo>
                <a:cubicBezTo>
                  <a:pt x="251094" y="140638"/>
                  <a:pt x="241312" y="144444"/>
                  <a:pt x="229412" y="144444"/>
                </a:cubicBezTo>
                <a:cubicBezTo>
                  <a:pt x="213210" y="144444"/>
                  <a:pt x="205109" y="135078"/>
                  <a:pt x="205109" y="116347"/>
                </a:cubicBezTo>
                <a:cubicBezTo>
                  <a:pt x="205109" y="110059"/>
                  <a:pt x="206336" y="104858"/>
                  <a:pt x="208790" y="100745"/>
                </a:cubicBezTo>
                <a:cubicBezTo>
                  <a:pt x="211244" y="96630"/>
                  <a:pt x="215160" y="93485"/>
                  <a:pt x="220538" y="91311"/>
                </a:cubicBezTo>
                <a:cubicBezTo>
                  <a:pt x="225917" y="89136"/>
                  <a:pt x="233715" y="87949"/>
                  <a:pt x="243934" y="87748"/>
                </a:cubicBezTo>
                <a:lnTo>
                  <a:pt x="258153" y="87348"/>
                </a:lnTo>
                <a:lnTo>
                  <a:pt x="258153" y="72623"/>
                </a:lnTo>
                <a:cubicBezTo>
                  <a:pt x="258153" y="66145"/>
                  <a:pt x="256959" y="61370"/>
                  <a:pt x="254573" y="58299"/>
                </a:cubicBezTo>
                <a:cubicBezTo>
                  <a:pt x="252186" y="55227"/>
                  <a:pt x="248505" y="53691"/>
                  <a:pt x="243530" y="53691"/>
                </a:cubicBezTo>
                <a:cubicBezTo>
                  <a:pt x="236808" y="53691"/>
                  <a:pt x="230656" y="55260"/>
                  <a:pt x="225076" y="58399"/>
                </a:cubicBezTo>
                <a:lnTo>
                  <a:pt x="221648" y="70119"/>
                </a:lnTo>
                <a:lnTo>
                  <a:pt x="216000" y="70119"/>
                </a:lnTo>
                <a:lnTo>
                  <a:pt x="216000" y="49584"/>
                </a:lnTo>
                <a:cubicBezTo>
                  <a:pt x="226891" y="47247"/>
                  <a:pt x="236471" y="46078"/>
                  <a:pt x="244741" y="46078"/>
                </a:cubicBezTo>
                <a:moveTo>
                  <a:pt x="258153" y="94359"/>
                </a:moveTo>
                <a:lnTo>
                  <a:pt x="244942" y="94760"/>
                </a:lnTo>
                <a:cubicBezTo>
                  <a:pt x="235934" y="95096"/>
                  <a:pt x="229833" y="96838"/>
                  <a:pt x="226639" y="99985"/>
                </a:cubicBezTo>
                <a:cubicBezTo>
                  <a:pt x="223446" y="103130"/>
                  <a:pt x="221849" y="108385"/>
                  <a:pt x="221849" y="115752"/>
                </a:cubicBezTo>
                <a:cubicBezTo>
                  <a:pt x="221849" y="127534"/>
                  <a:pt x="226656" y="133426"/>
                  <a:pt x="236270" y="133426"/>
                </a:cubicBezTo>
                <a:cubicBezTo>
                  <a:pt x="240841" y="133426"/>
                  <a:pt x="244791" y="132908"/>
                  <a:pt x="248119" y="131873"/>
                </a:cubicBezTo>
                <a:cubicBezTo>
                  <a:pt x="251447" y="130838"/>
                  <a:pt x="254791" y="129519"/>
                  <a:pt x="258153" y="127916"/>
                </a:cubicBezTo>
                <a:lnTo>
                  <a:pt x="258153" y="94359"/>
                </a:lnTo>
                <a:close/>
                <a:moveTo>
                  <a:pt x="362249" y="115968"/>
                </a:moveTo>
                <a:cubicBezTo>
                  <a:pt x="362249" y="125325"/>
                  <a:pt x="359274" y="132411"/>
                  <a:pt x="353325" y="137226"/>
                </a:cubicBezTo>
                <a:cubicBezTo>
                  <a:pt x="347375" y="142038"/>
                  <a:pt x="338585" y="144444"/>
                  <a:pt x="326954" y="144444"/>
                </a:cubicBezTo>
                <a:cubicBezTo>
                  <a:pt x="322248" y="144444"/>
                  <a:pt x="317055" y="143960"/>
                  <a:pt x="311374" y="142992"/>
                </a:cubicBezTo>
                <a:cubicBezTo>
                  <a:pt x="305693" y="142023"/>
                  <a:pt x="301239" y="140938"/>
                  <a:pt x="298012" y="139736"/>
                </a:cubicBezTo>
                <a:lnTo>
                  <a:pt x="298012" y="116597"/>
                </a:lnTo>
                <a:lnTo>
                  <a:pt x="302550" y="116597"/>
                </a:lnTo>
                <a:lnTo>
                  <a:pt x="307492" y="129719"/>
                </a:lnTo>
                <a:cubicBezTo>
                  <a:pt x="312534" y="134260"/>
                  <a:pt x="319088" y="136531"/>
                  <a:pt x="327156" y="136531"/>
                </a:cubicBezTo>
                <a:cubicBezTo>
                  <a:pt x="340198" y="136531"/>
                  <a:pt x="346719" y="130980"/>
                  <a:pt x="346719" y="119878"/>
                </a:cubicBezTo>
                <a:cubicBezTo>
                  <a:pt x="346719" y="111722"/>
                  <a:pt x="341576" y="105906"/>
                  <a:pt x="331290" y="102429"/>
                </a:cubicBezTo>
                <a:lnTo>
                  <a:pt x="322315" y="99521"/>
                </a:lnTo>
                <a:cubicBezTo>
                  <a:pt x="315525" y="97316"/>
                  <a:pt x="310584" y="95076"/>
                  <a:pt x="307492" y="92804"/>
                </a:cubicBezTo>
                <a:cubicBezTo>
                  <a:pt x="304399" y="90531"/>
                  <a:pt x="302012" y="87741"/>
                  <a:pt x="300332" y="84433"/>
                </a:cubicBezTo>
                <a:cubicBezTo>
                  <a:pt x="298651" y="81124"/>
                  <a:pt x="297811" y="77129"/>
                  <a:pt x="297811" y="72451"/>
                </a:cubicBezTo>
                <a:cubicBezTo>
                  <a:pt x="297811" y="64162"/>
                  <a:pt x="300651" y="57628"/>
                  <a:pt x="306332" y="52849"/>
                </a:cubicBezTo>
                <a:cubicBezTo>
                  <a:pt x="312013" y="48068"/>
                  <a:pt x="319694" y="45677"/>
                  <a:pt x="329374" y="45677"/>
                </a:cubicBezTo>
                <a:cubicBezTo>
                  <a:pt x="336299" y="45677"/>
                  <a:pt x="344971" y="46712"/>
                  <a:pt x="355392" y="48782"/>
                </a:cubicBezTo>
                <a:lnTo>
                  <a:pt x="355392" y="69317"/>
                </a:lnTo>
                <a:lnTo>
                  <a:pt x="350652" y="69317"/>
                </a:lnTo>
                <a:lnTo>
                  <a:pt x="346417" y="58399"/>
                </a:lnTo>
                <a:cubicBezTo>
                  <a:pt x="342854" y="55260"/>
                  <a:pt x="337240" y="53691"/>
                  <a:pt x="329576" y="53691"/>
                </a:cubicBezTo>
                <a:cubicBezTo>
                  <a:pt x="324131" y="53691"/>
                  <a:pt x="319979" y="55028"/>
                  <a:pt x="317122" y="57704"/>
                </a:cubicBezTo>
                <a:cubicBezTo>
                  <a:pt x="314265" y="60379"/>
                  <a:pt x="312836" y="63990"/>
                  <a:pt x="312836" y="68538"/>
                </a:cubicBezTo>
                <a:cubicBezTo>
                  <a:pt x="312836" y="72348"/>
                  <a:pt x="314130" y="75557"/>
                  <a:pt x="316719" y="78163"/>
                </a:cubicBezTo>
                <a:cubicBezTo>
                  <a:pt x="319307" y="80770"/>
                  <a:pt x="323223" y="82942"/>
                  <a:pt x="328467" y="84681"/>
                </a:cubicBezTo>
                <a:cubicBezTo>
                  <a:pt x="338349" y="88024"/>
                  <a:pt x="344803" y="90464"/>
                  <a:pt x="347829" y="92002"/>
                </a:cubicBezTo>
                <a:cubicBezTo>
                  <a:pt x="350854" y="93538"/>
                  <a:pt x="353425" y="95427"/>
                  <a:pt x="355543" y="97668"/>
                </a:cubicBezTo>
                <a:cubicBezTo>
                  <a:pt x="357661" y="99907"/>
                  <a:pt x="359308" y="102465"/>
                  <a:pt x="360484" y="105341"/>
                </a:cubicBezTo>
                <a:cubicBezTo>
                  <a:pt x="361661" y="108214"/>
                  <a:pt x="362249" y="111757"/>
                  <a:pt x="362249" y="115968"/>
                </a:cubicBezTo>
                <a:close/>
                <a:moveTo>
                  <a:pt x="402553" y="40769"/>
                </a:moveTo>
                <a:cubicBezTo>
                  <a:pt x="402553" y="47714"/>
                  <a:pt x="402318" y="52722"/>
                  <a:pt x="401847" y="55794"/>
                </a:cubicBezTo>
                <a:cubicBezTo>
                  <a:pt x="406687" y="53056"/>
                  <a:pt x="412183" y="50686"/>
                  <a:pt x="418335" y="48682"/>
                </a:cubicBezTo>
                <a:cubicBezTo>
                  <a:pt x="424486" y="46679"/>
                  <a:pt x="429680" y="45677"/>
                  <a:pt x="433915" y="45677"/>
                </a:cubicBezTo>
                <a:cubicBezTo>
                  <a:pt x="442117" y="45677"/>
                  <a:pt x="448302" y="48051"/>
                  <a:pt x="452470" y="52799"/>
                </a:cubicBezTo>
                <a:cubicBezTo>
                  <a:pt x="456638" y="57544"/>
                  <a:pt x="458722" y="64430"/>
                  <a:pt x="458722" y="73455"/>
                </a:cubicBezTo>
                <a:lnTo>
                  <a:pt x="458722" y="135429"/>
                </a:lnTo>
                <a:lnTo>
                  <a:pt x="470218" y="137933"/>
                </a:lnTo>
                <a:lnTo>
                  <a:pt x="470218" y="142441"/>
                </a:lnTo>
                <a:lnTo>
                  <a:pt x="429377" y="142441"/>
                </a:lnTo>
                <a:lnTo>
                  <a:pt x="429377" y="137933"/>
                </a:lnTo>
                <a:lnTo>
                  <a:pt x="441982" y="135429"/>
                </a:lnTo>
                <a:lnTo>
                  <a:pt x="441982" y="74648"/>
                </a:lnTo>
                <a:cubicBezTo>
                  <a:pt x="441982" y="63147"/>
                  <a:pt x="436402" y="57397"/>
                  <a:pt x="425243" y="57397"/>
                </a:cubicBezTo>
                <a:cubicBezTo>
                  <a:pt x="418923" y="57397"/>
                  <a:pt x="411360" y="58365"/>
                  <a:pt x="402553" y="60302"/>
                </a:cubicBezTo>
                <a:lnTo>
                  <a:pt x="402553" y="135429"/>
                </a:lnTo>
                <a:lnTo>
                  <a:pt x="415360" y="137933"/>
                </a:lnTo>
                <a:lnTo>
                  <a:pt x="415360" y="142441"/>
                </a:lnTo>
                <a:lnTo>
                  <a:pt x="373813" y="142441"/>
                </a:lnTo>
                <a:lnTo>
                  <a:pt x="373813" y="137933"/>
                </a:lnTo>
                <a:lnTo>
                  <a:pt x="385813" y="135429"/>
                </a:lnTo>
                <a:lnTo>
                  <a:pt x="385813" y="6912"/>
                </a:lnTo>
                <a:lnTo>
                  <a:pt x="371695" y="4508"/>
                </a:lnTo>
                <a:lnTo>
                  <a:pt x="371695" y="0"/>
                </a:lnTo>
                <a:lnTo>
                  <a:pt x="402553" y="0"/>
                </a:lnTo>
                <a:lnTo>
                  <a:pt x="402553" y="407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FC325-0419-43FA-A73E-C154AEC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901" y="1263526"/>
            <a:ext cx="270078" cy="254161"/>
          </a:xfrm>
          <a:custGeom xmlns:a="http://schemas.openxmlformats.org/drawingml/2006/main">
            <a:pathLst>
              <a:path w="270078" h="254161">
                <a:moveTo>
                  <a:pt x="0" y="0"/>
                </a:moveTo>
                <a:lnTo>
                  <a:pt x="270078" y="0"/>
                </a:lnTo>
                <a:lnTo>
                  <a:pt x="270078" y="254161"/>
                </a:lnTo>
                <a:lnTo>
                  <a:pt x="0" y="2541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C15AC-DDC6-4B83-AA87-07ADF0DB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901" y="1263526"/>
            <a:ext cx="270078" cy="254161"/>
          </a:xfrm>
          <a:custGeom xmlns:a="http://schemas.openxmlformats.org/drawingml/2006/main">
            <a:pathLst>
              <a:path w="270078" h="254161" fill="none">
                <a:moveTo>
                  <a:pt x="0" y="0"/>
                </a:moveTo>
                <a:lnTo>
                  <a:pt x="270078" y="0"/>
                </a:lnTo>
                <a:lnTo>
                  <a:pt x="270078" y="254161"/>
                </a:lnTo>
                <a:lnTo>
                  <a:pt x="0" y="2541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93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9474C-3ED1-4353-8CE6-9E182D13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43" y="1737198"/>
            <a:ext cx="1738712" cy="10"/>
          </a:xfrm>
          <a:custGeom xmlns:a="http://schemas.openxmlformats.org/drawingml/2006/main">
            <a:pathLst>
              <a:path w="1738712" h="1" fill="none">
                <a:moveTo>
                  <a:pt x="0" y="0"/>
                </a:moveTo>
                <a:lnTo>
                  <a:pt x="1738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6DC0D-1EE0-4C69-9832-D527FF49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43" y="1681966"/>
            <a:ext cx="193325" cy="110442"/>
          </a:xfrm>
          <a:custGeom xmlns:a="http://schemas.openxmlformats.org/drawingml/2006/main">
            <a:pathLst>
              <a:path w="193325" h="110442">
                <a:moveTo>
                  <a:pt x="138024" y="55232"/>
                </a:moveTo>
                <a:lnTo>
                  <a:pt x="193325" y="110442"/>
                </a:lnTo>
                <a:lnTo>
                  <a:pt x="0" y="55232"/>
                </a:lnTo>
                <a:lnTo>
                  <a:pt x="193325" y="0"/>
                </a:lnTo>
                <a:lnTo>
                  <a:pt x="138024" y="55232"/>
                </a:lnTo>
                <a:close/>
                <a:moveTo>
                  <a:pt x="138024" y="552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D6CC1-891A-4FB6-A956-02B20CCB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43" y="1681966"/>
            <a:ext cx="193325" cy="110442"/>
          </a:xfrm>
          <a:custGeom xmlns:a="http://schemas.openxmlformats.org/drawingml/2006/main">
            <a:pathLst>
              <a:path w="193325" h="110442" fill="none">
                <a:moveTo>
                  <a:pt x="138024" y="55232"/>
                </a:moveTo>
                <a:lnTo>
                  <a:pt x="193325" y="0"/>
                </a:lnTo>
                <a:lnTo>
                  <a:pt x="0" y="55232"/>
                </a:lnTo>
                <a:lnTo>
                  <a:pt x="193325" y="110442"/>
                </a:lnTo>
                <a:lnTo>
                  <a:pt x="138024" y="55232"/>
                </a:lnTo>
                <a:close/>
                <a:moveTo>
                  <a:pt x="138024" y="55232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1D77D-7FF9-47AC-BAAE-90AF6A2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08" y="1681966"/>
            <a:ext cx="193348" cy="110442"/>
          </a:xfrm>
          <a:custGeom xmlns:a="http://schemas.openxmlformats.org/drawingml/2006/main">
            <a:pathLst>
              <a:path w="193348" h="110442">
                <a:moveTo>
                  <a:pt x="55210" y="55232"/>
                </a:moveTo>
                <a:lnTo>
                  <a:pt x="0" y="0"/>
                </a:lnTo>
                <a:lnTo>
                  <a:pt x="193348" y="55232"/>
                </a:lnTo>
                <a:lnTo>
                  <a:pt x="0" y="110442"/>
                </a:lnTo>
                <a:lnTo>
                  <a:pt x="55210" y="55232"/>
                </a:lnTo>
                <a:close/>
                <a:moveTo>
                  <a:pt x="55210" y="552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CF6D3-66B5-4C56-A9A2-1BA7A66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08" y="1681966"/>
            <a:ext cx="193348" cy="110442"/>
          </a:xfrm>
          <a:custGeom xmlns:a="http://schemas.openxmlformats.org/drawingml/2006/main">
            <a:pathLst>
              <a:path w="193348" h="110442" fill="none">
                <a:moveTo>
                  <a:pt x="55210" y="55232"/>
                </a:moveTo>
                <a:lnTo>
                  <a:pt x="0" y="110442"/>
                </a:lnTo>
                <a:lnTo>
                  <a:pt x="193348" y="55232"/>
                </a:lnTo>
                <a:lnTo>
                  <a:pt x="0" y="0"/>
                </a:lnTo>
                <a:lnTo>
                  <a:pt x="55210" y="55232"/>
                </a:lnTo>
                <a:close/>
                <a:moveTo>
                  <a:pt x="55210" y="55232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87D9B-749B-4441-8E50-203728FF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4727" y="1453192"/>
            <a:ext cx="381298" cy="498578"/>
          </a:xfrm>
          <a:custGeom xmlns:a="http://schemas.openxmlformats.org/drawingml/2006/main">
            <a:pathLst>
              <a:path w="381298" h="498578">
                <a:moveTo>
                  <a:pt x="292492" y="0"/>
                </a:moveTo>
                <a:lnTo>
                  <a:pt x="0" y="0"/>
                </a:lnTo>
                <a:lnTo>
                  <a:pt x="0" y="498578"/>
                </a:lnTo>
                <a:lnTo>
                  <a:pt x="381298" y="498578"/>
                </a:lnTo>
                <a:lnTo>
                  <a:pt x="381298" y="87000"/>
                </a:lnTo>
                <a:lnTo>
                  <a:pt x="292492" y="0"/>
                </a:lnTo>
                <a:close/>
                <a:moveTo>
                  <a:pt x="285882" y="37599"/>
                </a:moveTo>
                <a:lnTo>
                  <a:pt x="342876" y="93518"/>
                </a:lnTo>
                <a:lnTo>
                  <a:pt x="285882" y="93518"/>
                </a:lnTo>
                <a:lnTo>
                  <a:pt x="285882" y="37599"/>
                </a:lnTo>
                <a:close/>
                <a:moveTo>
                  <a:pt x="31699" y="467497"/>
                </a:moveTo>
                <a:lnTo>
                  <a:pt x="31699" y="31173"/>
                </a:lnTo>
                <a:lnTo>
                  <a:pt x="254161" y="31173"/>
                </a:lnTo>
                <a:lnTo>
                  <a:pt x="254161" y="124622"/>
                </a:lnTo>
                <a:lnTo>
                  <a:pt x="349485" y="124622"/>
                </a:lnTo>
                <a:lnTo>
                  <a:pt x="349485" y="467497"/>
                </a:lnTo>
                <a:lnTo>
                  <a:pt x="31699" y="467497"/>
                </a:lnTo>
                <a:close/>
                <a:moveTo>
                  <a:pt x="317672" y="249335"/>
                </a:moveTo>
                <a:lnTo>
                  <a:pt x="317672" y="280508"/>
                </a:lnTo>
                <a:lnTo>
                  <a:pt x="63512" y="280508"/>
                </a:lnTo>
                <a:lnTo>
                  <a:pt x="63512" y="249335"/>
                </a:lnTo>
                <a:lnTo>
                  <a:pt x="317672" y="249335"/>
                </a:lnTo>
                <a:close/>
                <a:moveTo>
                  <a:pt x="317672" y="186967"/>
                </a:moveTo>
                <a:lnTo>
                  <a:pt x="317672" y="218162"/>
                </a:lnTo>
                <a:lnTo>
                  <a:pt x="63512" y="218162"/>
                </a:lnTo>
                <a:lnTo>
                  <a:pt x="63512" y="186967"/>
                </a:lnTo>
                <a:lnTo>
                  <a:pt x="317672" y="186967"/>
                </a:lnTo>
                <a:close/>
                <a:moveTo>
                  <a:pt x="254161" y="311612"/>
                </a:moveTo>
                <a:lnTo>
                  <a:pt x="254161" y="342784"/>
                </a:lnTo>
                <a:lnTo>
                  <a:pt x="63512" y="342784"/>
                </a:lnTo>
                <a:lnTo>
                  <a:pt x="63512" y="311612"/>
                </a:lnTo>
                <a:lnTo>
                  <a:pt x="254161" y="311612"/>
                </a:lnTo>
                <a:close/>
                <a:moveTo>
                  <a:pt x="254161" y="3116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Report">
            <a:extLst xmlns:a="http://schemas.openxmlformats.org/drawingml/2006/main">
              <a:ext uri="{FF2B5EF4-FFF2-40B4-BE49-F238E27FC236}">
                <a16:creationId xmlns:a16="http://schemas.microsoft.com/office/drawing/2014/main" id="{E46330BA-1492-47A6-B484-1C297AE0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8787" y="1980801"/>
            <a:ext cx="552702" cy="178699"/>
          </a:xfrm>
          <a:custGeom xmlns:a="http://schemas.openxmlformats.org/drawingml/2006/main">
            <a:pathLst>
              <a:path w="552702" h="178699">
                <a:moveTo>
                  <a:pt x="36684" y="75781"/>
                </a:moveTo>
                <a:lnTo>
                  <a:pt x="36684" y="126838"/>
                </a:lnTo>
                <a:lnTo>
                  <a:pt x="57087" y="129552"/>
                </a:lnTo>
                <a:lnTo>
                  <a:pt x="57087" y="134878"/>
                </a:lnTo>
                <a:lnTo>
                  <a:pt x="1307" y="134878"/>
                </a:lnTo>
                <a:lnTo>
                  <a:pt x="1307" y="129552"/>
                </a:lnTo>
                <a:lnTo>
                  <a:pt x="17287" y="126838"/>
                </a:lnTo>
                <a:lnTo>
                  <a:pt x="17287" y="7940"/>
                </a:lnTo>
                <a:lnTo>
                  <a:pt x="0" y="5327"/>
                </a:lnTo>
                <a:lnTo>
                  <a:pt x="0" y="0"/>
                </a:lnTo>
                <a:lnTo>
                  <a:pt x="58193" y="0"/>
                </a:lnTo>
                <a:cubicBezTo>
                  <a:pt x="75078" y="0"/>
                  <a:pt x="87540" y="2852"/>
                  <a:pt x="95581" y="8556"/>
                </a:cubicBezTo>
                <a:cubicBezTo>
                  <a:pt x="103621" y="14259"/>
                  <a:pt x="107641" y="23418"/>
                  <a:pt x="107641" y="36031"/>
                </a:cubicBezTo>
                <a:cubicBezTo>
                  <a:pt x="107641" y="45022"/>
                  <a:pt x="105196" y="52788"/>
                  <a:pt x="100304" y="59330"/>
                </a:cubicBezTo>
                <a:cubicBezTo>
                  <a:pt x="95413" y="65871"/>
                  <a:pt x="88646" y="70417"/>
                  <a:pt x="80002" y="72967"/>
                </a:cubicBezTo>
                <a:lnTo>
                  <a:pt x="116486" y="126838"/>
                </a:lnTo>
                <a:lnTo>
                  <a:pt x="131059" y="129552"/>
                </a:lnTo>
                <a:lnTo>
                  <a:pt x="131059" y="134878"/>
                </a:lnTo>
                <a:lnTo>
                  <a:pt x="98797" y="134878"/>
                </a:lnTo>
                <a:lnTo>
                  <a:pt x="60906" y="75781"/>
                </a:lnTo>
                <a:lnTo>
                  <a:pt x="36684" y="75781"/>
                </a:lnTo>
                <a:moveTo>
                  <a:pt x="87641" y="37438"/>
                </a:moveTo>
                <a:cubicBezTo>
                  <a:pt x="87641" y="27168"/>
                  <a:pt x="85145" y="19869"/>
                  <a:pt x="80153" y="15541"/>
                </a:cubicBezTo>
                <a:cubicBezTo>
                  <a:pt x="75161" y="11211"/>
                  <a:pt x="66401" y="9045"/>
                  <a:pt x="53871" y="9045"/>
                </a:cubicBezTo>
                <a:lnTo>
                  <a:pt x="36684" y="9045"/>
                </a:lnTo>
                <a:lnTo>
                  <a:pt x="36684" y="66736"/>
                </a:lnTo>
                <a:lnTo>
                  <a:pt x="54474" y="66736"/>
                </a:lnTo>
                <a:cubicBezTo>
                  <a:pt x="66468" y="66736"/>
                  <a:pt x="74994" y="64505"/>
                  <a:pt x="80053" y="60043"/>
                </a:cubicBezTo>
                <a:cubicBezTo>
                  <a:pt x="85111" y="55578"/>
                  <a:pt x="87641" y="48044"/>
                  <a:pt x="87641" y="37438"/>
                </a:cubicBezTo>
                <a:close/>
                <a:moveTo>
                  <a:pt x="157289" y="87239"/>
                </a:moveTo>
                <a:lnTo>
                  <a:pt x="157289" y="89051"/>
                </a:lnTo>
                <a:cubicBezTo>
                  <a:pt x="157289" y="98323"/>
                  <a:pt x="158311" y="105528"/>
                  <a:pt x="160354" y="110666"/>
                </a:cubicBezTo>
                <a:cubicBezTo>
                  <a:pt x="162398" y="115804"/>
                  <a:pt x="165547" y="119718"/>
                  <a:pt x="169802" y="122406"/>
                </a:cubicBezTo>
                <a:cubicBezTo>
                  <a:pt x="174056" y="125093"/>
                  <a:pt x="179634" y="126436"/>
                  <a:pt x="186536" y="126436"/>
                </a:cubicBezTo>
                <a:cubicBezTo>
                  <a:pt x="190154" y="126436"/>
                  <a:pt x="194442" y="126134"/>
                  <a:pt x="199401" y="125531"/>
                </a:cubicBezTo>
                <a:cubicBezTo>
                  <a:pt x="204359" y="124928"/>
                  <a:pt x="208446" y="124258"/>
                  <a:pt x="211662" y="123521"/>
                </a:cubicBezTo>
                <a:lnTo>
                  <a:pt x="211662" y="129150"/>
                </a:lnTo>
                <a:cubicBezTo>
                  <a:pt x="208446" y="131227"/>
                  <a:pt x="204074" y="133036"/>
                  <a:pt x="198546" y="134577"/>
                </a:cubicBezTo>
                <a:cubicBezTo>
                  <a:pt x="193018" y="136118"/>
                  <a:pt x="187373" y="136888"/>
                  <a:pt x="181611" y="136888"/>
                </a:cubicBezTo>
                <a:cubicBezTo>
                  <a:pt x="166937" y="136888"/>
                  <a:pt x="156200" y="132931"/>
                  <a:pt x="149399" y="125016"/>
                </a:cubicBezTo>
                <a:cubicBezTo>
                  <a:pt x="142598" y="117101"/>
                  <a:pt x="139198" y="104392"/>
                  <a:pt x="139198" y="86887"/>
                </a:cubicBezTo>
                <a:cubicBezTo>
                  <a:pt x="139198" y="70387"/>
                  <a:pt x="142648" y="58080"/>
                  <a:pt x="149550" y="49964"/>
                </a:cubicBezTo>
                <a:cubicBezTo>
                  <a:pt x="156451" y="41848"/>
                  <a:pt x="166301" y="37790"/>
                  <a:pt x="179098" y="37790"/>
                </a:cubicBezTo>
                <a:cubicBezTo>
                  <a:pt x="203287" y="37790"/>
                  <a:pt x="215381" y="51526"/>
                  <a:pt x="215381" y="78997"/>
                </a:cubicBezTo>
                <a:lnTo>
                  <a:pt x="215381" y="87239"/>
                </a:lnTo>
                <a:lnTo>
                  <a:pt x="157289" y="87239"/>
                </a:lnTo>
                <a:moveTo>
                  <a:pt x="179098" y="45830"/>
                </a:moveTo>
                <a:cubicBezTo>
                  <a:pt x="172130" y="45830"/>
                  <a:pt x="166786" y="48645"/>
                  <a:pt x="163068" y="54273"/>
                </a:cubicBezTo>
                <a:cubicBezTo>
                  <a:pt x="159349" y="59901"/>
                  <a:pt x="157490" y="68210"/>
                  <a:pt x="157490" y="79198"/>
                </a:cubicBezTo>
                <a:lnTo>
                  <a:pt x="197893" y="79198"/>
                </a:lnTo>
                <a:cubicBezTo>
                  <a:pt x="197893" y="67205"/>
                  <a:pt x="196352" y="58645"/>
                  <a:pt x="193270" y="53519"/>
                </a:cubicBezTo>
                <a:cubicBezTo>
                  <a:pt x="190188" y="48393"/>
                  <a:pt x="185464" y="45830"/>
                  <a:pt x="179098" y="45830"/>
                </a:cubicBezTo>
                <a:close/>
                <a:moveTo>
                  <a:pt x="237618" y="47439"/>
                </a:moveTo>
                <a:lnTo>
                  <a:pt x="226864" y="44926"/>
                </a:lnTo>
                <a:lnTo>
                  <a:pt x="226864" y="40403"/>
                </a:lnTo>
                <a:lnTo>
                  <a:pt x="253398" y="40403"/>
                </a:lnTo>
                <a:lnTo>
                  <a:pt x="253599" y="45830"/>
                </a:lnTo>
                <a:cubicBezTo>
                  <a:pt x="256413" y="43418"/>
                  <a:pt x="260182" y="41475"/>
                  <a:pt x="264906" y="40001"/>
                </a:cubicBezTo>
                <a:cubicBezTo>
                  <a:pt x="269629" y="38527"/>
                  <a:pt x="274437" y="37790"/>
                  <a:pt x="279328" y="37790"/>
                </a:cubicBezTo>
                <a:cubicBezTo>
                  <a:pt x="291389" y="37790"/>
                  <a:pt x="300719" y="41982"/>
                  <a:pt x="307319" y="50366"/>
                </a:cubicBezTo>
                <a:cubicBezTo>
                  <a:pt x="313919" y="58750"/>
                  <a:pt x="317219" y="70789"/>
                  <a:pt x="317219" y="86485"/>
                </a:cubicBezTo>
                <a:cubicBezTo>
                  <a:pt x="317219" y="102513"/>
                  <a:pt x="313617" y="114922"/>
                  <a:pt x="306414" y="123710"/>
                </a:cubicBezTo>
                <a:cubicBezTo>
                  <a:pt x="299211" y="132495"/>
                  <a:pt x="288809" y="136888"/>
                  <a:pt x="275207" y="136888"/>
                </a:cubicBezTo>
                <a:cubicBezTo>
                  <a:pt x="267636" y="136888"/>
                  <a:pt x="260433" y="136151"/>
                  <a:pt x="253599" y="134677"/>
                </a:cubicBezTo>
                <a:cubicBezTo>
                  <a:pt x="254001" y="139502"/>
                  <a:pt x="254202" y="143287"/>
                  <a:pt x="254202" y="146034"/>
                </a:cubicBezTo>
                <a:lnTo>
                  <a:pt x="254202" y="171563"/>
                </a:lnTo>
                <a:lnTo>
                  <a:pt x="270685" y="173975"/>
                </a:lnTo>
                <a:lnTo>
                  <a:pt x="270685" y="178699"/>
                </a:lnTo>
                <a:lnTo>
                  <a:pt x="225658" y="178699"/>
                </a:lnTo>
                <a:lnTo>
                  <a:pt x="225658" y="173975"/>
                </a:lnTo>
                <a:lnTo>
                  <a:pt x="237618" y="171563"/>
                </a:lnTo>
                <a:lnTo>
                  <a:pt x="237618" y="47439"/>
                </a:lnTo>
                <a:moveTo>
                  <a:pt x="299128" y="86482"/>
                </a:moveTo>
                <a:cubicBezTo>
                  <a:pt x="299128" y="73600"/>
                  <a:pt x="297034" y="64024"/>
                  <a:pt x="292846" y="57753"/>
                </a:cubicBezTo>
                <a:cubicBezTo>
                  <a:pt x="288658" y="51480"/>
                  <a:pt x="282310" y="48343"/>
                  <a:pt x="273800" y="48343"/>
                </a:cubicBezTo>
                <a:cubicBezTo>
                  <a:pt x="265961" y="48343"/>
                  <a:pt x="259428" y="49449"/>
                  <a:pt x="254202" y="51660"/>
                </a:cubicBezTo>
                <a:lnTo>
                  <a:pt x="254202" y="127237"/>
                </a:lnTo>
                <a:cubicBezTo>
                  <a:pt x="260165" y="128378"/>
                  <a:pt x="266698" y="128948"/>
                  <a:pt x="273800" y="128948"/>
                </a:cubicBezTo>
                <a:cubicBezTo>
                  <a:pt x="290685" y="128948"/>
                  <a:pt x="299128" y="114793"/>
                  <a:pt x="299128" y="86482"/>
                </a:cubicBezTo>
                <a:close/>
                <a:moveTo>
                  <a:pt x="420337" y="87088"/>
                </a:moveTo>
                <a:cubicBezTo>
                  <a:pt x="420337" y="120288"/>
                  <a:pt x="405597" y="136888"/>
                  <a:pt x="376115" y="136888"/>
                </a:cubicBezTo>
                <a:cubicBezTo>
                  <a:pt x="361910" y="136888"/>
                  <a:pt x="351190" y="132630"/>
                  <a:pt x="343953" y="124112"/>
                </a:cubicBezTo>
                <a:cubicBezTo>
                  <a:pt x="336717" y="115594"/>
                  <a:pt x="333099" y="103253"/>
                  <a:pt x="333099" y="87088"/>
                </a:cubicBezTo>
                <a:cubicBezTo>
                  <a:pt x="333099" y="71124"/>
                  <a:pt x="336717" y="58917"/>
                  <a:pt x="343953" y="50466"/>
                </a:cubicBezTo>
                <a:cubicBezTo>
                  <a:pt x="351190" y="42015"/>
                  <a:pt x="362178" y="37790"/>
                  <a:pt x="376919" y="37790"/>
                </a:cubicBezTo>
                <a:cubicBezTo>
                  <a:pt x="391258" y="37790"/>
                  <a:pt x="402079" y="41932"/>
                  <a:pt x="409382" y="50215"/>
                </a:cubicBezTo>
                <a:cubicBezTo>
                  <a:pt x="416686" y="58498"/>
                  <a:pt x="420337" y="70789"/>
                  <a:pt x="420337" y="87088"/>
                </a:cubicBezTo>
                <a:moveTo>
                  <a:pt x="402246" y="87088"/>
                </a:moveTo>
                <a:cubicBezTo>
                  <a:pt x="402246" y="72598"/>
                  <a:pt x="400136" y="62100"/>
                  <a:pt x="395915" y="55592"/>
                </a:cubicBezTo>
                <a:cubicBezTo>
                  <a:pt x="391693" y="49084"/>
                  <a:pt x="385094" y="45830"/>
                  <a:pt x="376115" y="45830"/>
                </a:cubicBezTo>
                <a:cubicBezTo>
                  <a:pt x="367338" y="45830"/>
                  <a:pt x="360989" y="48950"/>
                  <a:pt x="357069" y="55190"/>
                </a:cubicBezTo>
                <a:cubicBezTo>
                  <a:pt x="353150" y="61428"/>
                  <a:pt x="351190" y="72060"/>
                  <a:pt x="351190" y="87088"/>
                </a:cubicBezTo>
                <a:cubicBezTo>
                  <a:pt x="351190" y="102317"/>
                  <a:pt x="353183" y="113101"/>
                  <a:pt x="357170" y="119441"/>
                </a:cubicBezTo>
                <a:cubicBezTo>
                  <a:pt x="361156" y="125779"/>
                  <a:pt x="367472" y="128948"/>
                  <a:pt x="376115" y="128948"/>
                </a:cubicBezTo>
                <a:cubicBezTo>
                  <a:pt x="384960" y="128948"/>
                  <a:pt x="391526" y="125661"/>
                  <a:pt x="395814" y="119086"/>
                </a:cubicBezTo>
                <a:cubicBezTo>
                  <a:pt x="400102" y="112512"/>
                  <a:pt x="402246" y="101846"/>
                  <a:pt x="402246" y="87088"/>
                </a:cubicBezTo>
                <a:close/>
                <a:moveTo>
                  <a:pt x="494913" y="37790"/>
                </a:moveTo>
                <a:lnTo>
                  <a:pt x="494913" y="63318"/>
                </a:lnTo>
                <a:lnTo>
                  <a:pt x="490591" y="63318"/>
                </a:lnTo>
                <a:lnTo>
                  <a:pt x="484762" y="52263"/>
                </a:lnTo>
                <a:cubicBezTo>
                  <a:pt x="481412" y="52263"/>
                  <a:pt x="477442" y="52715"/>
                  <a:pt x="472852" y="53620"/>
                </a:cubicBezTo>
                <a:cubicBezTo>
                  <a:pt x="468262" y="54524"/>
                  <a:pt x="464292" y="55714"/>
                  <a:pt x="460942" y="57188"/>
                </a:cubicBezTo>
                <a:lnTo>
                  <a:pt x="460942" y="127843"/>
                </a:lnTo>
                <a:lnTo>
                  <a:pt x="477123" y="130356"/>
                </a:lnTo>
                <a:lnTo>
                  <a:pt x="477123" y="134878"/>
                </a:lnTo>
                <a:lnTo>
                  <a:pt x="432298" y="134878"/>
                </a:lnTo>
                <a:lnTo>
                  <a:pt x="432298" y="130356"/>
                </a:lnTo>
                <a:lnTo>
                  <a:pt x="444258" y="127843"/>
                </a:lnTo>
                <a:lnTo>
                  <a:pt x="444258" y="47439"/>
                </a:lnTo>
                <a:lnTo>
                  <a:pt x="432298" y="44926"/>
                </a:lnTo>
                <a:lnTo>
                  <a:pt x="432298" y="40403"/>
                </a:lnTo>
                <a:lnTo>
                  <a:pt x="459837" y="40403"/>
                </a:lnTo>
                <a:lnTo>
                  <a:pt x="460741" y="52062"/>
                </a:lnTo>
                <a:cubicBezTo>
                  <a:pt x="464761" y="48712"/>
                  <a:pt x="470205" y="45495"/>
                  <a:pt x="477073" y="42413"/>
                </a:cubicBezTo>
                <a:cubicBezTo>
                  <a:pt x="483941" y="39331"/>
                  <a:pt x="489385" y="37790"/>
                  <a:pt x="493405" y="37790"/>
                </a:cubicBezTo>
                <a:lnTo>
                  <a:pt x="494913" y="37790"/>
                </a:lnTo>
                <a:close/>
                <a:moveTo>
                  <a:pt x="530290" y="136888"/>
                </a:moveTo>
                <a:cubicBezTo>
                  <a:pt x="523857" y="136888"/>
                  <a:pt x="519050" y="134979"/>
                  <a:pt x="515867" y="131160"/>
                </a:cubicBezTo>
                <a:cubicBezTo>
                  <a:pt x="512684" y="127340"/>
                  <a:pt x="511093" y="121980"/>
                  <a:pt x="511093" y="115079"/>
                </a:cubicBezTo>
                <a:lnTo>
                  <a:pt x="511093" y="48846"/>
                </a:lnTo>
                <a:lnTo>
                  <a:pt x="498731" y="48846"/>
                </a:lnTo>
                <a:lnTo>
                  <a:pt x="498731" y="44323"/>
                </a:lnTo>
                <a:lnTo>
                  <a:pt x="511294" y="40403"/>
                </a:lnTo>
                <a:lnTo>
                  <a:pt x="521445" y="18996"/>
                </a:lnTo>
                <a:lnTo>
                  <a:pt x="527777" y="18996"/>
                </a:lnTo>
                <a:lnTo>
                  <a:pt x="527777" y="40403"/>
                </a:lnTo>
                <a:lnTo>
                  <a:pt x="549386" y="40403"/>
                </a:lnTo>
                <a:lnTo>
                  <a:pt x="549386" y="48846"/>
                </a:lnTo>
                <a:lnTo>
                  <a:pt x="527777" y="48846"/>
                </a:lnTo>
                <a:lnTo>
                  <a:pt x="527777" y="113270"/>
                </a:lnTo>
                <a:cubicBezTo>
                  <a:pt x="527777" y="117625"/>
                  <a:pt x="528765" y="120908"/>
                  <a:pt x="530742" y="123119"/>
                </a:cubicBezTo>
                <a:cubicBezTo>
                  <a:pt x="532718" y="125330"/>
                  <a:pt x="535315" y="126436"/>
                  <a:pt x="538531" y="126436"/>
                </a:cubicBezTo>
                <a:cubicBezTo>
                  <a:pt x="542417" y="126436"/>
                  <a:pt x="547141" y="125900"/>
                  <a:pt x="552702" y="124828"/>
                </a:cubicBezTo>
                <a:lnTo>
                  <a:pt x="552702" y="131361"/>
                </a:lnTo>
                <a:cubicBezTo>
                  <a:pt x="550357" y="132969"/>
                  <a:pt x="546973" y="134292"/>
                  <a:pt x="542551" y="135331"/>
                </a:cubicBezTo>
                <a:cubicBezTo>
                  <a:pt x="538129" y="136369"/>
                  <a:pt x="534042" y="136888"/>
                  <a:pt x="530290" y="136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67A88-381C-4F58-9EDA-2FC529E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4" y="469208"/>
            <a:ext cx="3805983" cy="1861093"/>
          </a:xfrm>
          <a:custGeom xmlns:a="http://schemas.openxmlformats.org/drawingml/2006/main">
            <a:pathLst>
              <a:path w="3805983" h="1861093" fill="none">
                <a:moveTo>
                  <a:pt x="97383" y="0"/>
                </a:moveTo>
                <a:lnTo>
                  <a:pt x="3708601" y="0"/>
                </a:lnTo>
                <a:cubicBezTo>
                  <a:pt x="3762484" y="0"/>
                  <a:pt x="3805983" y="43500"/>
                  <a:pt x="3805983" y="97474"/>
                </a:cubicBezTo>
                <a:lnTo>
                  <a:pt x="3805983" y="1763710"/>
                </a:lnTo>
                <a:cubicBezTo>
                  <a:pt x="3805983" y="1817685"/>
                  <a:pt x="3762484" y="1861093"/>
                  <a:pt x="3708601" y="1861093"/>
                </a:cubicBezTo>
                <a:lnTo>
                  <a:pt x="97383" y="1861093"/>
                </a:lnTo>
                <a:cubicBezTo>
                  <a:pt x="43408" y="1861093"/>
                  <a:pt x="0" y="1817685"/>
                  <a:pt x="0" y="1763710"/>
                </a:cubicBezTo>
                <a:lnTo>
                  <a:pt x="0" y="97474"/>
                </a:lnTo>
                <a:cubicBezTo>
                  <a:pt x="0" y="43500"/>
                  <a:pt x="43408" y="0"/>
                  <a:pt x="97383" y="0"/>
                </a:cubicBezTo>
                <a:close/>
                <a:moveTo>
                  <a:pt x="9738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1090" cap="sq">
            <a:solidFill>
              <a:srgbClr val="000000"/>
            </a:solidFill>
            <a:custDash>
              <a:ds d="99999" sp="299998"/>
            </a:custDash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8D794-BC31-43DE-A93C-642DC63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948" y="469117"/>
            <a:ext cx="3490095" cy="1866376"/>
          </a:xfrm>
          <a:custGeom xmlns:a="http://schemas.openxmlformats.org/drawingml/2006/main">
            <a:pathLst>
              <a:path w="3490095" h="1866376" fill="none">
                <a:moveTo>
                  <a:pt x="97726" y="0"/>
                </a:moveTo>
                <a:lnTo>
                  <a:pt x="3392438" y="0"/>
                </a:lnTo>
                <a:cubicBezTo>
                  <a:pt x="3446572" y="0"/>
                  <a:pt x="3490095" y="43523"/>
                  <a:pt x="3490095" y="97657"/>
                </a:cubicBezTo>
                <a:lnTo>
                  <a:pt x="3490095" y="1768719"/>
                </a:lnTo>
                <a:cubicBezTo>
                  <a:pt x="3490095" y="1822853"/>
                  <a:pt x="3446572" y="1866376"/>
                  <a:pt x="3392438" y="1866376"/>
                </a:cubicBezTo>
                <a:lnTo>
                  <a:pt x="97726" y="1866376"/>
                </a:lnTo>
                <a:cubicBezTo>
                  <a:pt x="43591" y="1866376"/>
                  <a:pt x="0" y="1822853"/>
                  <a:pt x="0" y="1768719"/>
                </a:cubicBezTo>
                <a:lnTo>
                  <a:pt x="0" y="97657"/>
                </a:lnTo>
                <a:cubicBezTo>
                  <a:pt x="0" y="43523"/>
                  <a:pt x="43591" y="0"/>
                  <a:pt x="97726" y="0"/>
                </a:cubicBezTo>
                <a:close/>
                <a:moveTo>
                  <a:pt x="9772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824" cap="sq">
            <a:solidFill>
              <a:srgbClr val="000000"/>
            </a:solidFill>
            <a:custDash>
              <a:ds d="100000" sp="300000"/>
            </a:custDash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B684C-F0F6-4F4A-A33D-C19315D1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602" y="468774"/>
            <a:ext cx="3045537" cy="1844649"/>
          </a:xfrm>
          <a:custGeom xmlns:a="http://schemas.openxmlformats.org/drawingml/2006/main">
            <a:pathLst>
              <a:path w="3045537" h="1844649" fill="none">
                <a:moveTo>
                  <a:pt x="96560" y="0"/>
                </a:moveTo>
                <a:lnTo>
                  <a:pt x="2948955" y="0"/>
                </a:lnTo>
                <a:cubicBezTo>
                  <a:pt x="3002472" y="0"/>
                  <a:pt x="3045537" y="43042"/>
                  <a:pt x="3045537" y="96560"/>
                </a:cubicBezTo>
                <a:lnTo>
                  <a:pt x="3045537" y="1748066"/>
                </a:lnTo>
                <a:cubicBezTo>
                  <a:pt x="3045537" y="1801584"/>
                  <a:pt x="3002472" y="1844649"/>
                  <a:pt x="2948955" y="1844649"/>
                </a:cubicBezTo>
                <a:lnTo>
                  <a:pt x="96560" y="1844649"/>
                </a:lnTo>
                <a:cubicBezTo>
                  <a:pt x="43042" y="1844649"/>
                  <a:pt x="0" y="1801584"/>
                  <a:pt x="0" y="1748066"/>
                </a:cubicBezTo>
                <a:lnTo>
                  <a:pt x="0" y="96560"/>
                </a:lnTo>
                <a:cubicBezTo>
                  <a:pt x="0" y="43042"/>
                  <a:pt x="43042" y="0"/>
                  <a:pt x="96560" y="0"/>
                </a:cubicBezTo>
                <a:close/>
                <a:moveTo>
                  <a:pt x="9656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152" cap="sq">
            <a:solidFill>
              <a:srgbClr val="000000"/>
            </a:solidFill>
            <a:custDash>
              <a:ds d="100000" sp="300001"/>
            </a:custDash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33447-8E7E-4DDD-8E59-2C66501A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091" y="997107"/>
            <a:ext cx="1630420" cy="670748"/>
          </a:xfrm>
          <a:custGeom xmlns:a="http://schemas.openxmlformats.org/drawingml/2006/main">
            <a:pathLst>
              <a:path w="1630420" h="670748" fill="none">
                <a:moveTo>
                  <a:pt x="0" y="670748"/>
                </a:moveTo>
                <a:cubicBezTo>
                  <a:pt x="0" y="670748"/>
                  <a:pt x="477606" y="119705"/>
                  <a:pt x="932776" y="72454"/>
                </a:cubicBezTo>
                <a:lnTo>
                  <a:pt x="1630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E1CD9-283F-4214-9FD2-040B083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525" y="962172"/>
            <a:ext cx="197976" cy="109891"/>
          </a:xfrm>
          <a:custGeom xmlns:a="http://schemas.openxmlformats.org/drawingml/2006/main">
            <a:pathLst>
              <a:path w="197976" h="109891">
                <a:moveTo>
                  <a:pt x="60663" y="49228"/>
                </a:moveTo>
                <a:lnTo>
                  <a:pt x="0" y="0"/>
                </a:lnTo>
                <a:lnTo>
                  <a:pt x="197976" y="34944"/>
                </a:lnTo>
                <a:lnTo>
                  <a:pt x="11436" y="109891"/>
                </a:lnTo>
                <a:lnTo>
                  <a:pt x="60663" y="49228"/>
                </a:lnTo>
                <a:close/>
                <a:moveTo>
                  <a:pt x="60663" y="492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5442F-401D-4F15-839A-1C9F41CC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525" y="962172"/>
            <a:ext cx="197976" cy="109891"/>
          </a:xfrm>
          <a:custGeom xmlns:a="http://schemas.openxmlformats.org/drawingml/2006/main">
            <a:pathLst>
              <a:path w="197976" h="109891" fill="none">
                <a:moveTo>
                  <a:pt x="60663" y="49228"/>
                </a:moveTo>
                <a:lnTo>
                  <a:pt x="11436" y="109891"/>
                </a:lnTo>
                <a:lnTo>
                  <a:pt x="197976" y="34944"/>
                </a:lnTo>
                <a:lnTo>
                  <a:pt x="0" y="0"/>
                </a:lnTo>
                <a:lnTo>
                  <a:pt x="60663" y="49228"/>
                </a:lnTo>
                <a:close/>
                <a:moveTo>
                  <a:pt x="60663" y="49228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1D69B-9271-4D70-B856-A6C9FB4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563" y="1361069"/>
            <a:ext cx="1331227" cy="10"/>
          </a:xfrm>
          <a:custGeom xmlns:a="http://schemas.openxmlformats.org/drawingml/2006/main">
            <a:pathLst>
              <a:path w="1331227" h="1" fill="none">
                <a:moveTo>
                  <a:pt x="0" y="0"/>
                </a:moveTo>
                <a:lnTo>
                  <a:pt x="13312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0F126-23BB-4C72-AD75-35F0581D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65" y="1305859"/>
            <a:ext cx="193325" cy="110511"/>
          </a:xfrm>
          <a:custGeom xmlns:a="http://schemas.openxmlformats.org/drawingml/2006/main">
            <a:pathLst>
              <a:path w="193325" h="110511">
                <a:moveTo>
                  <a:pt x="55301" y="55210"/>
                </a:moveTo>
                <a:lnTo>
                  <a:pt x="0" y="0"/>
                </a:lnTo>
                <a:lnTo>
                  <a:pt x="193325" y="55210"/>
                </a:lnTo>
                <a:lnTo>
                  <a:pt x="0" y="110511"/>
                </a:lnTo>
                <a:lnTo>
                  <a:pt x="55301" y="55210"/>
                </a:lnTo>
                <a:close/>
                <a:moveTo>
                  <a:pt x="55301" y="55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5BF2A-1C04-419B-B0EC-5AE18A5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65" y="1305859"/>
            <a:ext cx="193325" cy="110511"/>
          </a:xfrm>
          <a:custGeom xmlns:a="http://schemas.openxmlformats.org/drawingml/2006/main">
            <a:pathLst>
              <a:path w="193325" h="110511" fill="none">
                <a:moveTo>
                  <a:pt x="55301" y="55210"/>
                </a:moveTo>
                <a:lnTo>
                  <a:pt x="0" y="110511"/>
                </a:lnTo>
                <a:lnTo>
                  <a:pt x="193325" y="55210"/>
                </a:lnTo>
                <a:lnTo>
                  <a:pt x="0" y="0"/>
                </a:lnTo>
                <a:lnTo>
                  <a:pt x="55301" y="55210"/>
                </a:lnTo>
                <a:close/>
                <a:moveTo>
                  <a:pt x="55301" y="55210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D7910-7352-47E4-AFC7-7087EAAE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367" y="905098"/>
            <a:ext cx="682801" cy="10"/>
          </a:xfrm>
          <a:custGeom xmlns:a="http://schemas.openxmlformats.org/drawingml/2006/main">
            <a:pathLst>
              <a:path w="682801" h="1" fill="none">
                <a:moveTo>
                  <a:pt x="0" y="0"/>
                </a:moveTo>
                <a:lnTo>
                  <a:pt x="6828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82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8C204-4F35-43FD-8946-426EB85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992" y="860684"/>
            <a:ext cx="155177" cy="88715"/>
          </a:xfrm>
          <a:custGeom xmlns:a="http://schemas.openxmlformats.org/drawingml/2006/main">
            <a:pathLst>
              <a:path w="155177" h="88715">
                <a:moveTo>
                  <a:pt x="44392" y="44415"/>
                </a:moveTo>
                <a:lnTo>
                  <a:pt x="0" y="0"/>
                </a:lnTo>
                <a:lnTo>
                  <a:pt x="155177" y="44415"/>
                </a:lnTo>
                <a:lnTo>
                  <a:pt x="0" y="88715"/>
                </a:lnTo>
                <a:lnTo>
                  <a:pt x="44392" y="44415"/>
                </a:lnTo>
                <a:close/>
                <a:moveTo>
                  <a:pt x="44392" y="444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B8AEA-FF75-4D0C-A5DC-E4DE2D9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992" y="860684"/>
            <a:ext cx="155177" cy="88715"/>
          </a:xfrm>
          <a:custGeom xmlns:a="http://schemas.openxmlformats.org/drawingml/2006/main">
            <a:pathLst>
              <a:path w="155177" h="88715" fill="none">
                <a:moveTo>
                  <a:pt x="44392" y="44415"/>
                </a:moveTo>
                <a:lnTo>
                  <a:pt x="0" y="88715"/>
                </a:lnTo>
                <a:lnTo>
                  <a:pt x="155177" y="44415"/>
                </a:lnTo>
                <a:lnTo>
                  <a:pt x="0" y="0"/>
                </a:lnTo>
                <a:lnTo>
                  <a:pt x="44392" y="44415"/>
                </a:lnTo>
                <a:close/>
                <a:moveTo>
                  <a:pt x="44392" y="44415"/>
                </a:moveTo>
              </a:path>
            </a:pathLst>
          </a:custGeom>
          <a:noFill xmlns:a="http://schemas.openxmlformats.org/drawingml/2006/main"/>
          <a:ln xmlns:a="http://schemas.openxmlformats.org/drawingml/2006/main" w="11821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2A9B4-68FD-4251-AFE1-9F3F3FA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278" y="1740217"/>
            <a:ext cx="554428" cy="10"/>
          </a:xfrm>
          <a:custGeom xmlns:a="http://schemas.openxmlformats.org/drawingml/2006/main">
            <a:pathLst>
              <a:path w="554428" h="1" fill="none">
                <a:moveTo>
                  <a:pt x="0" y="0"/>
                </a:moveTo>
                <a:lnTo>
                  <a:pt x="5544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082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94DA9-7E25-4FE6-BA52-A4BA7EDF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598" y="1695917"/>
            <a:ext cx="155108" cy="88623"/>
          </a:xfrm>
          <a:custGeom xmlns:a="http://schemas.openxmlformats.org/drawingml/2006/main">
            <a:pathLst>
              <a:path w="155108" h="88623">
                <a:moveTo>
                  <a:pt x="44323" y="44300"/>
                </a:moveTo>
                <a:lnTo>
                  <a:pt x="0" y="0"/>
                </a:lnTo>
                <a:lnTo>
                  <a:pt x="155108" y="44300"/>
                </a:lnTo>
                <a:lnTo>
                  <a:pt x="0" y="88623"/>
                </a:lnTo>
                <a:lnTo>
                  <a:pt x="44323" y="44300"/>
                </a:lnTo>
                <a:close/>
                <a:moveTo>
                  <a:pt x="44323" y="44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AAA02-5142-4E02-8517-B218D04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598" y="1695917"/>
            <a:ext cx="155108" cy="88623"/>
          </a:xfrm>
          <a:custGeom xmlns:a="http://schemas.openxmlformats.org/drawingml/2006/main">
            <a:pathLst>
              <a:path w="155108" h="88623" fill="none">
                <a:moveTo>
                  <a:pt x="44323" y="44300"/>
                </a:moveTo>
                <a:lnTo>
                  <a:pt x="0" y="88623"/>
                </a:lnTo>
                <a:lnTo>
                  <a:pt x="155108" y="44300"/>
                </a:lnTo>
                <a:lnTo>
                  <a:pt x="0" y="0"/>
                </a:lnTo>
                <a:lnTo>
                  <a:pt x="44323" y="44300"/>
                </a:lnTo>
                <a:close/>
                <a:moveTo>
                  <a:pt x="44323" y="44300"/>
                </a:moveTo>
              </a:path>
            </a:pathLst>
          </a:custGeom>
          <a:noFill xmlns:a="http://schemas.openxmlformats.org/drawingml/2006/main"/>
          <a:ln xmlns:a="http://schemas.openxmlformats.org/drawingml/2006/main" w="11821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B3B3F-BCA7-42B0-B056-F253E2B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514" y="895630"/>
            <a:ext cx="911072" cy="442568"/>
          </a:xfrm>
          <a:custGeom xmlns:a="http://schemas.openxmlformats.org/drawingml/2006/main">
            <a:pathLst>
              <a:path w="911072" h="442568" fill="none">
                <a:moveTo>
                  <a:pt x="0" y="0"/>
                </a:moveTo>
                <a:lnTo>
                  <a:pt x="911072" y="442568"/>
                </a:lnTo>
              </a:path>
            </a:pathLst>
          </a:custGeom>
          <a:noFill xmlns:a="http://schemas.openxmlformats.org/drawingml/2006/main"/>
          <a:ln xmlns:a="http://schemas.openxmlformats.org/drawingml/2006/main" w="13804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E153A-0697-40F7-AF7C-36EAF787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620" y="1204014"/>
            <a:ext cx="197970" cy="134188"/>
          </a:xfrm>
          <a:custGeom xmlns:a="http://schemas.openxmlformats.org/drawingml/2006/main">
            <a:pathLst>
              <a:path w="197970" h="134188">
                <a:moveTo>
                  <a:pt x="73782" y="73805"/>
                </a:moveTo>
                <a:lnTo>
                  <a:pt x="48238" y="0"/>
                </a:lnTo>
                <a:lnTo>
                  <a:pt x="197970" y="134188"/>
                </a:lnTo>
                <a:lnTo>
                  <a:pt x="0" y="99361"/>
                </a:lnTo>
                <a:lnTo>
                  <a:pt x="73782" y="73805"/>
                </a:lnTo>
                <a:close/>
                <a:moveTo>
                  <a:pt x="73782" y="738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183DD-D37D-4BC5-B101-698F4B1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4620" y="1204014"/>
            <a:ext cx="197970" cy="134188"/>
          </a:xfrm>
          <a:custGeom xmlns:a="http://schemas.openxmlformats.org/drawingml/2006/main">
            <a:pathLst>
              <a:path w="197970" h="134188" fill="none">
                <a:moveTo>
                  <a:pt x="73782" y="73805"/>
                </a:moveTo>
                <a:lnTo>
                  <a:pt x="0" y="99361"/>
                </a:lnTo>
                <a:lnTo>
                  <a:pt x="197970" y="134188"/>
                </a:lnTo>
                <a:lnTo>
                  <a:pt x="48238" y="0"/>
                </a:lnTo>
                <a:lnTo>
                  <a:pt x="73782" y="73805"/>
                </a:lnTo>
                <a:close/>
                <a:moveTo>
                  <a:pt x="73782" y="73805"/>
                </a:moveTo>
              </a:path>
            </a:pathLst>
          </a:custGeom>
          <a:noFill xmlns:a="http://schemas.openxmlformats.org/drawingml/2006/main"/>
          <a:ln xmlns:a="http://schemas.openxmlformats.org/drawingml/2006/main" w="14724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A0E3E-882E-49DD-83BF-487F8E7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685" y="941989"/>
            <a:ext cx="364671" cy="248443"/>
          </a:xfrm>
          <a:custGeom xmlns:a="http://schemas.openxmlformats.org/drawingml/2006/main">
            <a:pathLst>
              <a:path w="364671" h="248443" fill="none">
                <a:moveTo>
                  <a:pt x="0" y="248443"/>
                </a:moveTo>
                <a:lnTo>
                  <a:pt x="3646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B9067-B3A3-4ACE-8136-1AA7A401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448" y="941984"/>
            <a:ext cx="190905" cy="154550"/>
          </a:xfrm>
          <a:custGeom xmlns:a="http://schemas.openxmlformats.org/drawingml/2006/main">
            <a:pathLst>
              <a:path w="190905" h="154550">
                <a:moveTo>
                  <a:pt x="76828" y="77822"/>
                </a:moveTo>
                <a:lnTo>
                  <a:pt x="0" y="63259"/>
                </a:lnTo>
                <a:lnTo>
                  <a:pt x="190905" y="0"/>
                </a:lnTo>
                <a:lnTo>
                  <a:pt x="62264" y="154550"/>
                </a:lnTo>
                <a:lnTo>
                  <a:pt x="76828" y="77822"/>
                </a:lnTo>
                <a:close/>
                <a:moveTo>
                  <a:pt x="76828" y="778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5C6A9-0A48-43CE-9E97-E0820B7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448" y="941984"/>
            <a:ext cx="190905" cy="154550"/>
          </a:xfrm>
          <a:custGeom xmlns:a="http://schemas.openxmlformats.org/drawingml/2006/main">
            <a:pathLst>
              <a:path w="190905" h="154550" fill="none">
                <a:moveTo>
                  <a:pt x="76828" y="77822"/>
                </a:moveTo>
                <a:lnTo>
                  <a:pt x="62264" y="154550"/>
                </a:lnTo>
                <a:lnTo>
                  <a:pt x="190905" y="0"/>
                </a:lnTo>
                <a:lnTo>
                  <a:pt x="0" y="63259"/>
                </a:lnTo>
                <a:lnTo>
                  <a:pt x="76828" y="77822"/>
                </a:lnTo>
                <a:close/>
                <a:moveTo>
                  <a:pt x="76828" y="77822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C0D94-2697-4929-869C-3D9921FE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497" y="1475605"/>
            <a:ext cx="351727" cy="261319"/>
          </a:xfrm>
          <a:custGeom xmlns:a="http://schemas.openxmlformats.org/drawingml/2006/main">
            <a:pathLst>
              <a:path w="351727" h="261319" fill="none">
                <a:moveTo>
                  <a:pt x="0" y="0"/>
                </a:moveTo>
                <a:lnTo>
                  <a:pt x="351727" y="261319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9A034-48BD-491F-B190-EEA39A82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174" y="1577275"/>
            <a:ext cx="188041" cy="159649"/>
          </a:xfrm>
          <a:custGeom xmlns:a="http://schemas.openxmlformats.org/drawingml/2006/main">
            <a:pathLst>
              <a:path w="188041" h="159649">
                <a:moveTo>
                  <a:pt x="77268" y="77285"/>
                </a:moveTo>
                <a:lnTo>
                  <a:pt x="65826" y="0"/>
                </a:lnTo>
                <a:lnTo>
                  <a:pt x="188041" y="159649"/>
                </a:lnTo>
                <a:lnTo>
                  <a:pt x="0" y="88703"/>
                </a:lnTo>
                <a:lnTo>
                  <a:pt x="77268" y="77285"/>
                </a:lnTo>
                <a:close/>
                <a:moveTo>
                  <a:pt x="77268" y="772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56C66-965C-4040-BFAE-1302F6D3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174" y="1577275"/>
            <a:ext cx="188041" cy="159649"/>
          </a:xfrm>
          <a:custGeom xmlns:a="http://schemas.openxmlformats.org/drawingml/2006/main">
            <a:pathLst>
              <a:path w="188041" h="159649" fill="none">
                <a:moveTo>
                  <a:pt x="77268" y="77285"/>
                </a:moveTo>
                <a:lnTo>
                  <a:pt x="0" y="88703"/>
                </a:lnTo>
                <a:lnTo>
                  <a:pt x="188041" y="159649"/>
                </a:lnTo>
                <a:lnTo>
                  <a:pt x="65826" y="0"/>
                </a:lnTo>
                <a:lnTo>
                  <a:pt x="77268" y="77285"/>
                </a:lnTo>
                <a:close/>
                <a:moveTo>
                  <a:pt x="77268" y="77285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A3710-B7FA-431E-A5FB-49DAE484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942" y="1457926"/>
            <a:ext cx="940552" cy="10"/>
          </a:xfrm>
          <a:custGeom xmlns:a="http://schemas.openxmlformats.org/drawingml/2006/main">
            <a:pathLst>
              <a:path w="940552" h="1" fill="none">
                <a:moveTo>
                  <a:pt x="0" y="0"/>
                </a:moveTo>
                <a:lnTo>
                  <a:pt x="9405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4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21E31-0778-4769-AB99-E256D025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261" y="1402716"/>
            <a:ext cx="193233" cy="110419"/>
          </a:xfrm>
          <a:custGeom xmlns:a="http://schemas.openxmlformats.org/drawingml/2006/main">
            <a:pathLst>
              <a:path w="193233" h="110419">
                <a:moveTo>
                  <a:pt x="55210" y="55210"/>
                </a:moveTo>
                <a:lnTo>
                  <a:pt x="0" y="0"/>
                </a:lnTo>
                <a:lnTo>
                  <a:pt x="193233" y="55210"/>
                </a:lnTo>
                <a:lnTo>
                  <a:pt x="0" y="110419"/>
                </a:lnTo>
                <a:lnTo>
                  <a:pt x="55210" y="55210"/>
                </a:lnTo>
                <a:close/>
                <a:moveTo>
                  <a:pt x="55210" y="55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D638C-0293-42BD-9EFD-4006DFEA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261" y="1402716"/>
            <a:ext cx="193233" cy="110419"/>
          </a:xfrm>
          <a:custGeom xmlns:a="http://schemas.openxmlformats.org/drawingml/2006/main">
            <a:pathLst>
              <a:path w="193233" h="110419" fill="none">
                <a:moveTo>
                  <a:pt x="55210" y="55210"/>
                </a:moveTo>
                <a:lnTo>
                  <a:pt x="0" y="110419"/>
                </a:lnTo>
                <a:lnTo>
                  <a:pt x="193233" y="55210"/>
                </a:lnTo>
                <a:lnTo>
                  <a:pt x="0" y="0"/>
                </a:lnTo>
                <a:lnTo>
                  <a:pt x="55210" y="55210"/>
                </a:lnTo>
                <a:close/>
                <a:moveTo>
                  <a:pt x="55210" y="55210"/>
                </a:moveTo>
              </a:path>
            </a:pathLst>
          </a:custGeom>
          <a:noFill xmlns:a="http://schemas.openxmlformats.org/drawingml/2006/main"/>
          <a:ln xmlns:a="http://schemas.openxmlformats.org/drawingml/2006/main" w="14724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ABCD8-AFD1-4D80-8EDB-9B98D1DA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474" y="860867"/>
            <a:ext cx="1780062" cy="10"/>
          </a:xfrm>
          <a:custGeom xmlns:a="http://schemas.openxmlformats.org/drawingml/2006/main">
            <a:pathLst>
              <a:path w="1780062" h="1" fill="none">
                <a:moveTo>
                  <a:pt x="0" y="0"/>
                </a:moveTo>
                <a:lnTo>
                  <a:pt x="17800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BB373-4892-4E06-9518-92E9B47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188" y="805657"/>
            <a:ext cx="193348" cy="110511"/>
          </a:xfrm>
          <a:custGeom xmlns:a="http://schemas.openxmlformats.org/drawingml/2006/main">
            <a:pathLst>
              <a:path w="193348" h="110511">
                <a:moveTo>
                  <a:pt x="55232" y="55210"/>
                </a:moveTo>
                <a:lnTo>
                  <a:pt x="0" y="0"/>
                </a:lnTo>
                <a:lnTo>
                  <a:pt x="193348" y="55210"/>
                </a:lnTo>
                <a:lnTo>
                  <a:pt x="0" y="110511"/>
                </a:lnTo>
                <a:lnTo>
                  <a:pt x="55232" y="55210"/>
                </a:lnTo>
                <a:close/>
                <a:moveTo>
                  <a:pt x="55232" y="55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CE240-7FF0-45D7-831D-F5DE6109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188" y="805657"/>
            <a:ext cx="193348" cy="110511"/>
          </a:xfrm>
          <a:custGeom xmlns:a="http://schemas.openxmlformats.org/drawingml/2006/main">
            <a:pathLst>
              <a:path w="193348" h="110511" fill="none">
                <a:moveTo>
                  <a:pt x="55232" y="55210"/>
                </a:moveTo>
                <a:lnTo>
                  <a:pt x="0" y="110511"/>
                </a:lnTo>
                <a:lnTo>
                  <a:pt x="193348" y="55210"/>
                </a:lnTo>
                <a:lnTo>
                  <a:pt x="0" y="0"/>
                </a:lnTo>
                <a:lnTo>
                  <a:pt x="55232" y="55210"/>
                </a:lnTo>
                <a:close/>
                <a:moveTo>
                  <a:pt x="55232" y="55210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717B8-8099-4268-8676-F9A2AD8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586" y="657616"/>
            <a:ext cx="290433" cy="295259"/>
          </a:xfrm>
          <a:custGeom xmlns:a="http://schemas.openxmlformats.org/drawingml/2006/main">
            <a:pathLst>
              <a:path w="290433" h="295259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6F447-476D-4F97-847A-BCC9E69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586" y="657616"/>
            <a:ext cx="290433" cy="295259"/>
          </a:xfrm>
          <a:custGeom xmlns:a="http://schemas.openxmlformats.org/drawingml/2006/main">
            <a:pathLst>
              <a:path w="290433" h="295259" fill="none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1E4F4-CEB2-4990-A6C6-6EA2DDF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401" y="621618"/>
            <a:ext cx="290433" cy="295259"/>
          </a:xfrm>
          <a:custGeom xmlns:a="http://schemas.openxmlformats.org/drawingml/2006/main">
            <a:pathLst>
              <a:path w="290433" h="295259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DF8D2-7AAB-471C-B2AE-34DA7FB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401" y="621618"/>
            <a:ext cx="290433" cy="295259"/>
          </a:xfrm>
          <a:custGeom xmlns:a="http://schemas.openxmlformats.org/drawingml/2006/main">
            <a:pathLst>
              <a:path w="290433" h="295259" fill="none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04E32-12C8-4F5C-AFF2-768DEAA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535" y="586145"/>
            <a:ext cx="290434" cy="295168"/>
          </a:xfrm>
          <a:custGeom xmlns:a="http://schemas.openxmlformats.org/drawingml/2006/main">
            <a:pathLst>
              <a:path w="290434" h="295168">
                <a:moveTo>
                  <a:pt x="0" y="0"/>
                </a:moveTo>
                <a:lnTo>
                  <a:pt x="290434" y="0"/>
                </a:lnTo>
                <a:lnTo>
                  <a:pt x="290434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B382A-8D17-42EE-84E6-013FD78A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535" y="586145"/>
            <a:ext cx="290434" cy="295168"/>
          </a:xfrm>
          <a:custGeom xmlns:a="http://schemas.openxmlformats.org/drawingml/2006/main">
            <a:pathLst>
              <a:path w="290434" h="295168" fill="none">
                <a:moveTo>
                  <a:pt x="0" y="0"/>
                </a:moveTo>
                <a:lnTo>
                  <a:pt x="290434" y="0"/>
                </a:lnTo>
                <a:lnTo>
                  <a:pt x="290434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16" name="Text Similarity">
            <a:extLst xmlns:a="http://schemas.openxmlformats.org/drawingml/2006/main">
              <a:ext uri="{FF2B5EF4-FFF2-40B4-BE49-F238E27FC236}">
                <a16:creationId xmlns:a16="http://schemas.microsoft.com/office/drawing/2014/main" id="{B5A6BAA6-0715-422F-A4F7-2D9311C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725" y="1772619"/>
            <a:ext cx="807535" cy="187342"/>
          </a:xfrm>
          <a:custGeom xmlns:a="http://schemas.openxmlformats.org/drawingml/2006/main">
            <a:pathLst>
              <a:path w="807535" h="187342">
                <a:moveTo>
                  <a:pt x="201" y="106636"/>
                </a:moveTo>
                <a:lnTo>
                  <a:pt x="6734" y="106636"/>
                </a:lnTo>
                <a:lnTo>
                  <a:pt x="10252" y="124828"/>
                </a:lnTo>
                <a:cubicBezTo>
                  <a:pt x="12731" y="127977"/>
                  <a:pt x="17002" y="130758"/>
                  <a:pt x="23066" y="133170"/>
                </a:cubicBezTo>
                <a:cubicBezTo>
                  <a:pt x="29130" y="135582"/>
                  <a:pt x="35110" y="136788"/>
                  <a:pt x="41006" y="136788"/>
                </a:cubicBezTo>
                <a:cubicBezTo>
                  <a:pt x="50387" y="136788"/>
                  <a:pt x="57707" y="134393"/>
                  <a:pt x="62967" y="129602"/>
                </a:cubicBezTo>
                <a:cubicBezTo>
                  <a:pt x="68226" y="124811"/>
                  <a:pt x="70856" y="118194"/>
                  <a:pt x="70856" y="109752"/>
                </a:cubicBezTo>
                <a:cubicBezTo>
                  <a:pt x="70856" y="104928"/>
                  <a:pt x="69835" y="100941"/>
                  <a:pt x="67791" y="97792"/>
                </a:cubicBezTo>
                <a:cubicBezTo>
                  <a:pt x="65747" y="94643"/>
                  <a:pt x="63067" y="91979"/>
                  <a:pt x="59750" y="89802"/>
                </a:cubicBezTo>
                <a:cubicBezTo>
                  <a:pt x="56434" y="87624"/>
                  <a:pt x="52665" y="85781"/>
                  <a:pt x="48444" y="84274"/>
                </a:cubicBezTo>
                <a:cubicBezTo>
                  <a:pt x="44222" y="82766"/>
                  <a:pt x="39884" y="81242"/>
                  <a:pt x="35428" y="79701"/>
                </a:cubicBezTo>
                <a:cubicBezTo>
                  <a:pt x="30972" y="78160"/>
                  <a:pt x="26634" y="76451"/>
                  <a:pt x="22413" y="74575"/>
                </a:cubicBezTo>
                <a:cubicBezTo>
                  <a:pt x="18191" y="72699"/>
                  <a:pt x="14423" y="70320"/>
                  <a:pt x="11106" y="67439"/>
                </a:cubicBezTo>
                <a:cubicBezTo>
                  <a:pt x="7789" y="64558"/>
                  <a:pt x="5109" y="60990"/>
                  <a:pt x="3065" y="56735"/>
                </a:cubicBezTo>
                <a:cubicBezTo>
                  <a:pt x="1022" y="52481"/>
                  <a:pt x="0" y="47238"/>
                  <a:pt x="0" y="41006"/>
                </a:cubicBezTo>
                <a:cubicBezTo>
                  <a:pt x="0" y="30286"/>
                  <a:pt x="4020" y="21877"/>
                  <a:pt x="12061" y="15779"/>
                </a:cubicBezTo>
                <a:cubicBezTo>
                  <a:pt x="20101" y="9682"/>
                  <a:pt x="31257" y="6633"/>
                  <a:pt x="45529" y="6633"/>
                </a:cubicBezTo>
                <a:cubicBezTo>
                  <a:pt x="56384" y="6633"/>
                  <a:pt x="68176" y="8074"/>
                  <a:pt x="80907" y="10955"/>
                </a:cubicBezTo>
                <a:lnTo>
                  <a:pt x="80907" y="38996"/>
                </a:lnTo>
                <a:lnTo>
                  <a:pt x="74374" y="38996"/>
                </a:lnTo>
                <a:lnTo>
                  <a:pt x="70856" y="22513"/>
                </a:lnTo>
                <a:cubicBezTo>
                  <a:pt x="64022" y="17555"/>
                  <a:pt x="55580" y="15076"/>
                  <a:pt x="45529" y="15076"/>
                </a:cubicBezTo>
                <a:cubicBezTo>
                  <a:pt x="36550" y="15076"/>
                  <a:pt x="29532" y="16902"/>
                  <a:pt x="24473" y="20553"/>
                </a:cubicBezTo>
                <a:cubicBezTo>
                  <a:pt x="19414" y="24205"/>
                  <a:pt x="16885" y="29247"/>
                  <a:pt x="16885" y="35679"/>
                </a:cubicBezTo>
                <a:cubicBezTo>
                  <a:pt x="16885" y="40035"/>
                  <a:pt x="17907" y="43653"/>
                  <a:pt x="19950" y="46534"/>
                </a:cubicBezTo>
                <a:cubicBezTo>
                  <a:pt x="21994" y="49415"/>
                  <a:pt x="24674" y="51878"/>
                  <a:pt x="27991" y="53921"/>
                </a:cubicBezTo>
                <a:cubicBezTo>
                  <a:pt x="31307" y="55965"/>
                  <a:pt x="35093" y="57724"/>
                  <a:pt x="39348" y="59198"/>
                </a:cubicBezTo>
                <a:cubicBezTo>
                  <a:pt x="43603" y="60672"/>
                  <a:pt x="47958" y="62196"/>
                  <a:pt x="52414" y="63771"/>
                </a:cubicBezTo>
                <a:cubicBezTo>
                  <a:pt x="56869" y="65345"/>
                  <a:pt x="61225" y="67121"/>
                  <a:pt x="65479" y="69097"/>
                </a:cubicBezTo>
                <a:cubicBezTo>
                  <a:pt x="69734" y="71074"/>
                  <a:pt x="73520" y="73587"/>
                  <a:pt x="76836" y="76635"/>
                </a:cubicBezTo>
                <a:cubicBezTo>
                  <a:pt x="80153" y="79684"/>
                  <a:pt x="82833" y="83403"/>
                  <a:pt x="84877" y="87792"/>
                </a:cubicBezTo>
                <a:cubicBezTo>
                  <a:pt x="86920" y="92180"/>
                  <a:pt x="87942" y="97591"/>
                  <a:pt x="87942" y="104023"/>
                </a:cubicBezTo>
                <a:cubicBezTo>
                  <a:pt x="87942" y="117022"/>
                  <a:pt x="83956" y="127089"/>
                  <a:pt x="75982" y="134225"/>
                </a:cubicBezTo>
                <a:cubicBezTo>
                  <a:pt x="68009" y="141361"/>
                  <a:pt x="56518" y="144929"/>
                  <a:pt x="41509" y="144929"/>
                </a:cubicBezTo>
                <a:cubicBezTo>
                  <a:pt x="34272" y="144929"/>
                  <a:pt x="27002" y="144292"/>
                  <a:pt x="19699" y="143019"/>
                </a:cubicBezTo>
                <a:cubicBezTo>
                  <a:pt x="12396" y="141746"/>
                  <a:pt x="5896" y="140004"/>
                  <a:pt x="201" y="137793"/>
                </a:cubicBezTo>
                <a:lnTo>
                  <a:pt x="201" y="106636"/>
                </a:lnTo>
                <a:close/>
                <a:moveTo>
                  <a:pt x="138767" y="17488"/>
                </a:moveTo>
                <a:cubicBezTo>
                  <a:pt x="138767" y="20436"/>
                  <a:pt x="137695" y="22982"/>
                  <a:pt x="135551" y="25126"/>
                </a:cubicBezTo>
                <a:cubicBezTo>
                  <a:pt x="133407" y="27270"/>
                  <a:pt x="130827" y="28343"/>
                  <a:pt x="127812" y="28343"/>
                </a:cubicBezTo>
                <a:cubicBezTo>
                  <a:pt x="124864" y="28343"/>
                  <a:pt x="122318" y="27270"/>
                  <a:pt x="120174" y="25126"/>
                </a:cubicBezTo>
                <a:cubicBezTo>
                  <a:pt x="118030" y="22982"/>
                  <a:pt x="116958" y="20436"/>
                  <a:pt x="116958" y="17488"/>
                </a:cubicBezTo>
                <a:cubicBezTo>
                  <a:pt x="116958" y="14473"/>
                  <a:pt x="118030" y="11893"/>
                  <a:pt x="120174" y="9749"/>
                </a:cubicBezTo>
                <a:cubicBezTo>
                  <a:pt x="122318" y="7605"/>
                  <a:pt x="124864" y="6533"/>
                  <a:pt x="127812" y="6533"/>
                </a:cubicBezTo>
                <a:cubicBezTo>
                  <a:pt x="130827" y="6533"/>
                  <a:pt x="133407" y="7605"/>
                  <a:pt x="135551" y="9749"/>
                </a:cubicBezTo>
                <a:cubicBezTo>
                  <a:pt x="137695" y="11893"/>
                  <a:pt x="138767" y="14473"/>
                  <a:pt x="138767" y="17488"/>
                </a:cubicBezTo>
                <a:moveTo>
                  <a:pt x="137762" y="135883"/>
                </a:moveTo>
                <a:lnTo>
                  <a:pt x="153944" y="138396"/>
                </a:lnTo>
                <a:lnTo>
                  <a:pt x="153944" y="142919"/>
                </a:lnTo>
                <a:lnTo>
                  <a:pt x="104997" y="142919"/>
                </a:lnTo>
                <a:lnTo>
                  <a:pt x="104997" y="138396"/>
                </a:lnTo>
                <a:lnTo>
                  <a:pt x="121078" y="135883"/>
                </a:lnTo>
                <a:lnTo>
                  <a:pt x="121078" y="55479"/>
                </a:lnTo>
                <a:lnTo>
                  <a:pt x="107711" y="52966"/>
                </a:lnTo>
                <a:lnTo>
                  <a:pt x="107711" y="48444"/>
                </a:lnTo>
                <a:lnTo>
                  <a:pt x="137762" y="48444"/>
                </a:lnTo>
                <a:lnTo>
                  <a:pt x="137762" y="135883"/>
                </a:lnTo>
                <a:close/>
                <a:moveTo>
                  <a:pt x="190457" y="55982"/>
                </a:moveTo>
                <a:cubicBezTo>
                  <a:pt x="195482" y="53100"/>
                  <a:pt x="200809" y="50688"/>
                  <a:pt x="206437" y="48745"/>
                </a:cubicBezTo>
                <a:cubicBezTo>
                  <a:pt x="212066" y="46802"/>
                  <a:pt x="217024" y="45830"/>
                  <a:pt x="221312" y="45830"/>
                </a:cubicBezTo>
                <a:cubicBezTo>
                  <a:pt x="225935" y="45830"/>
                  <a:pt x="230207" y="46702"/>
                  <a:pt x="234127" y="48444"/>
                </a:cubicBezTo>
                <a:cubicBezTo>
                  <a:pt x="238046" y="50186"/>
                  <a:pt x="240978" y="52966"/>
                  <a:pt x="242921" y="56786"/>
                </a:cubicBezTo>
                <a:cubicBezTo>
                  <a:pt x="248080" y="53904"/>
                  <a:pt x="254127" y="51358"/>
                  <a:pt x="261062" y="49147"/>
                </a:cubicBezTo>
                <a:cubicBezTo>
                  <a:pt x="267997" y="46936"/>
                  <a:pt x="273742" y="45830"/>
                  <a:pt x="278299" y="45830"/>
                </a:cubicBezTo>
                <a:cubicBezTo>
                  <a:pt x="294380" y="45830"/>
                  <a:pt x="302420" y="55121"/>
                  <a:pt x="302420" y="73702"/>
                </a:cubicBezTo>
                <a:lnTo>
                  <a:pt x="302420" y="135883"/>
                </a:lnTo>
                <a:lnTo>
                  <a:pt x="314581" y="138396"/>
                </a:lnTo>
                <a:lnTo>
                  <a:pt x="314581" y="142919"/>
                </a:lnTo>
                <a:lnTo>
                  <a:pt x="271665" y="142919"/>
                </a:lnTo>
                <a:lnTo>
                  <a:pt x="271665" y="138396"/>
                </a:lnTo>
                <a:lnTo>
                  <a:pt x="285736" y="135883"/>
                </a:lnTo>
                <a:lnTo>
                  <a:pt x="285736" y="75502"/>
                </a:lnTo>
                <a:cubicBezTo>
                  <a:pt x="285736" y="63962"/>
                  <a:pt x="280376" y="58193"/>
                  <a:pt x="269655" y="58193"/>
                </a:cubicBezTo>
                <a:cubicBezTo>
                  <a:pt x="267913" y="58193"/>
                  <a:pt x="265886" y="58327"/>
                  <a:pt x="263575" y="58595"/>
                </a:cubicBezTo>
                <a:cubicBezTo>
                  <a:pt x="261263" y="58863"/>
                  <a:pt x="258951" y="59164"/>
                  <a:pt x="256640" y="59499"/>
                </a:cubicBezTo>
                <a:cubicBezTo>
                  <a:pt x="254328" y="59834"/>
                  <a:pt x="252117" y="60220"/>
                  <a:pt x="250006" y="60655"/>
                </a:cubicBezTo>
                <a:cubicBezTo>
                  <a:pt x="247896" y="61091"/>
                  <a:pt x="246137" y="61442"/>
                  <a:pt x="244730" y="61710"/>
                </a:cubicBezTo>
                <a:cubicBezTo>
                  <a:pt x="245869" y="65333"/>
                  <a:pt x="246438" y="69325"/>
                  <a:pt x="246438" y="73686"/>
                </a:cubicBezTo>
                <a:lnTo>
                  <a:pt x="246438" y="135883"/>
                </a:lnTo>
                <a:lnTo>
                  <a:pt x="260610" y="138396"/>
                </a:lnTo>
                <a:lnTo>
                  <a:pt x="260610" y="142919"/>
                </a:lnTo>
                <a:lnTo>
                  <a:pt x="215784" y="142919"/>
                </a:lnTo>
                <a:lnTo>
                  <a:pt x="215784" y="138396"/>
                </a:lnTo>
                <a:lnTo>
                  <a:pt x="229755" y="135883"/>
                </a:lnTo>
                <a:lnTo>
                  <a:pt x="229755" y="75502"/>
                </a:lnTo>
                <a:cubicBezTo>
                  <a:pt x="229755" y="69934"/>
                  <a:pt x="228331" y="65657"/>
                  <a:pt x="225483" y="62671"/>
                </a:cubicBezTo>
                <a:cubicBezTo>
                  <a:pt x="222635" y="59686"/>
                  <a:pt x="218364" y="58193"/>
                  <a:pt x="212669" y="58193"/>
                </a:cubicBezTo>
                <a:cubicBezTo>
                  <a:pt x="206772" y="58193"/>
                  <a:pt x="199435" y="59164"/>
                  <a:pt x="190658" y="61107"/>
                </a:cubicBezTo>
                <a:lnTo>
                  <a:pt x="190658" y="135883"/>
                </a:lnTo>
                <a:lnTo>
                  <a:pt x="204829" y="138396"/>
                </a:lnTo>
                <a:lnTo>
                  <a:pt x="204829" y="142919"/>
                </a:lnTo>
                <a:lnTo>
                  <a:pt x="162014" y="142919"/>
                </a:lnTo>
                <a:lnTo>
                  <a:pt x="162014" y="138396"/>
                </a:lnTo>
                <a:lnTo>
                  <a:pt x="173974" y="135883"/>
                </a:lnTo>
                <a:lnTo>
                  <a:pt x="173974" y="55479"/>
                </a:lnTo>
                <a:lnTo>
                  <a:pt x="162014" y="52966"/>
                </a:lnTo>
                <a:lnTo>
                  <a:pt x="162014" y="48444"/>
                </a:lnTo>
                <a:lnTo>
                  <a:pt x="189653" y="48444"/>
                </a:lnTo>
                <a:lnTo>
                  <a:pt x="190457" y="55982"/>
                </a:lnTo>
                <a:close/>
                <a:moveTo>
                  <a:pt x="355717" y="17488"/>
                </a:moveTo>
                <a:cubicBezTo>
                  <a:pt x="355717" y="20436"/>
                  <a:pt x="354645" y="22982"/>
                  <a:pt x="352501" y="25126"/>
                </a:cubicBezTo>
                <a:cubicBezTo>
                  <a:pt x="350357" y="27270"/>
                  <a:pt x="347778" y="28343"/>
                  <a:pt x="344762" y="28343"/>
                </a:cubicBezTo>
                <a:cubicBezTo>
                  <a:pt x="341814" y="28343"/>
                  <a:pt x="339268" y="27270"/>
                  <a:pt x="337124" y="25126"/>
                </a:cubicBezTo>
                <a:cubicBezTo>
                  <a:pt x="334980" y="22982"/>
                  <a:pt x="333908" y="20436"/>
                  <a:pt x="333908" y="17488"/>
                </a:cubicBezTo>
                <a:cubicBezTo>
                  <a:pt x="333908" y="14473"/>
                  <a:pt x="334980" y="11893"/>
                  <a:pt x="337124" y="9749"/>
                </a:cubicBezTo>
                <a:cubicBezTo>
                  <a:pt x="339268" y="7605"/>
                  <a:pt x="341814" y="6533"/>
                  <a:pt x="344762" y="6533"/>
                </a:cubicBezTo>
                <a:cubicBezTo>
                  <a:pt x="347778" y="6533"/>
                  <a:pt x="350357" y="7605"/>
                  <a:pt x="352501" y="9749"/>
                </a:cubicBezTo>
                <a:cubicBezTo>
                  <a:pt x="354645" y="11893"/>
                  <a:pt x="355717" y="14473"/>
                  <a:pt x="355717" y="17488"/>
                </a:cubicBezTo>
                <a:moveTo>
                  <a:pt x="354712" y="135883"/>
                </a:moveTo>
                <a:lnTo>
                  <a:pt x="370894" y="138396"/>
                </a:lnTo>
                <a:lnTo>
                  <a:pt x="370894" y="142919"/>
                </a:lnTo>
                <a:lnTo>
                  <a:pt x="321948" y="142919"/>
                </a:lnTo>
                <a:lnTo>
                  <a:pt x="321948" y="138396"/>
                </a:lnTo>
                <a:lnTo>
                  <a:pt x="338028" y="135883"/>
                </a:lnTo>
                <a:lnTo>
                  <a:pt x="338028" y="55479"/>
                </a:lnTo>
                <a:lnTo>
                  <a:pt x="324661" y="52966"/>
                </a:lnTo>
                <a:lnTo>
                  <a:pt x="324661" y="48444"/>
                </a:lnTo>
                <a:lnTo>
                  <a:pt x="354712" y="48444"/>
                </a:lnTo>
                <a:lnTo>
                  <a:pt x="354712" y="135883"/>
                </a:lnTo>
                <a:close/>
                <a:moveTo>
                  <a:pt x="411528" y="135883"/>
                </a:moveTo>
                <a:lnTo>
                  <a:pt x="427709" y="138396"/>
                </a:lnTo>
                <a:lnTo>
                  <a:pt x="427709" y="142919"/>
                </a:lnTo>
                <a:lnTo>
                  <a:pt x="378763" y="142919"/>
                </a:lnTo>
                <a:lnTo>
                  <a:pt x="378763" y="138396"/>
                </a:lnTo>
                <a:lnTo>
                  <a:pt x="394844" y="135883"/>
                </a:lnTo>
                <a:lnTo>
                  <a:pt x="394844" y="6935"/>
                </a:lnTo>
                <a:lnTo>
                  <a:pt x="378763" y="4523"/>
                </a:lnTo>
                <a:lnTo>
                  <a:pt x="378763" y="0"/>
                </a:lnTo>
                <a:lnTo>
                  <a:pt x="411528" y="0"/>
                </a:lnTo>
                <a:lnTo>
                  <a:pt x="411528" y="135883"/>
                </a:lnTo>
                <a:close/>
                <a:moveTo>
                  <a:pt x="478393" y="46233"/>
                </a:moveTo>
                <a:cubicBezTo>
                  <a:pt x="488712" y="46233"/>
                  <a:pt x="496300" y="48346"/>
                  <a:pt x="501158" y="52574"/>
                </a:cubicBezTo>
                <a:cubicBezTo>
                  <a:pt x="506016" y="56799"/>
                  <a:pt x="508445" y="63271"/>
                  <a:pt x="508445" y="71990"/>
                </a:cubicBezTo>
                <a:lnTo>
                  <a:pt x="508445" y="135883"/>
                </a:lnTo>
                <a:lnTo>
                  <a:pt x="520204" y="138396"/>
                </a:lnTo>
                <a:lnTo>
                  <a:pt x="520204" y="142919"/>
                </a:lnTo>
                <a:lnTo>
                  <a:pt x="494273" y="142919"/>
                </a:lnTo>
                <a:lnTo>
                  <a:pt x="492364" y="133471"/>
                </a:lnTo>
                <a:cubicBezTo>
                  <a:pt x="484725" y="141110"/>
                  <a:pt x="474976" y="144929"/>
                  <a:pt x="463117" y="144929"/>
                </a:cubicBezTo>
                <a:cubicBezTo>
                  <a:pt x="446969" y="144929"/>
                  <a:pt x="438895" y="135532"/>
                  <a:pt x="438895" y="116737"/>
                </a:cubicBezTo>
                <a:cubicBezTo>
                  <a:pt x="438895" y="110428"/>
                  <a:pt x="440118" y="105210"/>
                  <a:pt x="442563" y="101083"/>
                </a:cubicBezTo>
                <a:cubicBezTo>
                  <a:pt x="445009" y="96954"/>
                  <a:pt x="448912" y="93799"/>
                  <a:pt x="454272" y="91617"/>
                </a:cubicBezTo>
                <a:cubicBezTo>
                  <a:pt x="459632" y="89435"/>
                  <a:pt x="467405" y="88244"/>
                  <a:pt x="477589" y="88043"/>
                </a:cubicBezTo>
                <a:lnTo>
                  <a:pt x="491761" y="87641"/>
                </a:lnTo>
                <a:lnTo>
                  <a:pt x="491761" y="72866"/>
                </a:lnTo>
                <a:cubicBezTo>
                  <a:pt x="491761" y="66367"/>
                  <a:pt x="490571" y="61576"/>
                  <a:pt x="488193" y="58494"/>
                </a:cubicBezTo>
                <a:cubicBezTo>
                  <a:pt x="485814" y="55412"/>
                  <a:pt x="482146" y="53871"/>
                  <a:pt x="477187" y="53871"/>
                </a:cubicBezTo>
                <a:cubicBezTo>
                  <a:pt x="470487" y="53871"/>
                  <a:pt x="464356" y="55446"/>
                  <a:pt x="458795" y="58595"/>
                </a:cubicBezTo>
                <a:lnTo>
                  <a:pt x="455378" y="70354"/>
                </a:lnTo>
                <a:lnTo>
                  <a:pt x="449749" y="70354"/>
                </a:lnTo>
                <a:lnTo>
                  <a:pt x="449749" y="49750"/>
                </a:lnTo>
                <a:cubicBezTo>
                  <a:pt x="460604" y="47405"/>
                  <a:pt x="470152" y="46233"/>
                  <a:pt x="478393" y="46233"/>
                </a:cubicBezTo>
                <a:moveTo>
                  <a:pt x="491761" y="94676"/>
                </a:moveTo>
                <a:lnTo>
                  <a:pt x="478594" y="95078"/>
                </a:lnTo>
                <a:cubicBezTo>
                  <a:pt x="469616" y="95415"/>
                  <a:pt x="463535" y="97163"/>
                  <a:pt x="460353" y="100320"/>
                </a:cubicBezTo>
                <a:cubicBezTo>
                  <a:pt x="457170" y="103476"/>
                  <a:pt x="455579" y="108749"/>
                  <a:pt x="455579" y="116140"/>
                </a:cubicBezTo>
                <a:cubicBezTo>
                  <a:pt x="455579" y="127962"/>
                  <a:pt x="460369" y="133873"/>
                  <a:pt x="469951" y="133873"/>
                </a:cubicBezTo>
                <a:cubicBezTo>
                  <a:pt x="474507" y="133873"/>
                  <a:pt x="478444" y="133354"/>
                  <a:pt x="481760" y="132315"/>
                </a:cubicBezTo>
                <a:cubicBezTo>
                  <a:pt x="485077" y="131277"/>
                  <a:pt x="488411" y="129954"/>
                  <a:pt x="491761" y="128345"/>
                </a:cubicBezTo>
                <a:lnTo>
                  <a:pt x="491761" y="94676"/>
                </a:lnTo>
                <a:close/>
                <a:moveTo>
                  <a:pt x="589579" y="45830"/>
                </a:moveTo>
                <a:lnTo>
                  <a:pt x="589579" y="71359"/>
                </a:lnTo>
                <a:lnTo>
                  <a:pt x="585258" y="71359"/>
                </a:lnTo>
                <a:lnTo>
                  <a:pt x="579428" y="60303"/>
                </a:lnTo>
                <a:cubicBezTo>
                  <a:pt x="576078" y="60303"/>
                  <a:pt x="572108" y="60756"/>
                  <a:pt x="567518" y="61660"/>
                </a:cubicBezTo>
                <a:cubicBezTo>
                  <a:pt x="562929" y="62565"/>
                  <a:pt x="558959" y="63754"/>
                  <a:pt x="555609" y="65228"/>
                </a:cubicBezTo>
                <a:lnTo>
                  <a:pt x="555609" y="135883"/>
                </a:lnTo>
                <a:lnTo>
                  <a:pt x="571790" y="138396"/>
                </a:lnTo>
                <a:lnTo>
                  <a:pt x="571790" y="142919"/>
                </a:lnTo>
                <a:lnTo>
                  <a:pt x="526965" y="142919"/>
                </a:lnTo>
                <a:lnTo>
                  <a:pt x="526965" y="138396"/>
                </a:lnTo>
                <a:lnTo>
                  <a:pt x="538925" y="135883"/>
                </a:lnTo>
                <a:lnTo>
                  <a:pt x="538925" y="55479"/>
                </a:lnTo>
                <a:lnTo>
                  <a:pt x="526965" y="52966"/>
                </a:lnTo>
                <a:lnTo>
                  <a:pt x="526965" y="48444"/>
                </a:lnTo>
                <a:lnTo>
                  <a:pt x="554503" y="48444"/>
                </a:lnTo>
                <a:lnTo>
                  <a:pt x="555408" y="60102"/>
                </a:lnTo>
                <a:cubicBezTo>
                  <a:pt x="559428" y="56752"/>
                  <a:pt x="564872" y="53536"/>
                  <a:pt x="571740" y="50454"/>
                </a:cubicBezTo>
                <a:cubicBezTo>
                  <a:pt x="578608" y="47372"/>
                  <a:pt x="584052" y="45830"/>
                  <a:pt x="588072" y="45830"/>
                </a:cubicBezTo>
                <a:lnTo>
                  <a:pt x="589579" y="45830"/>
                </a:lnTo>
                <a:close/>
                <a:moveTo>
                  <a:pt x="629480" y="17488"/>
                </a:moveTo>
                <a:cubicBezTo>
                  <a:pt x="629480" y="20436"/>
                  <a:pt x="628408" y="22982"/>
                  <a:pt x="626263" y="25126"/>
                </a:cubicBezTo>
                <a:cubicBezTo>
                  <a:pt x="624119" y="27270"/>
                  <a:pt x="621540" y="28343"/>
                  <a:pt x="618525" y="28343"/>
                </a:cubicBezTo>
                <a:cubicBezTo>
                  <a:pt x="615576" y="28343"/>
                  <a:pt x="613030" y="27270"/>
                  <a:pt x="610886" y="25126"/>
                </a:cubicBezTo>
                <a:cubicBezTo>
                  <a:pt x="608742" y="22982"/>
                  <a:pt x="607670" y="20436"/>
                  <a:pt x="607670" y="17488"/>
                </a:cubicBezTo>
                <a:cubicBezTo>
                  <a:pt x="607670" y="14473"/>
                  <a:pt x="608742" y="11893"/>
                  <a:pt x="610886" y="9749"/>
                </a:cubicBezTo>
                <a:cubicBezTo>
                  <a:pt x="613030" y="7605"/>
                  <a:pt x="615576" y="6533"/>
                  <a:pt x="618525" y="6533"/>
                </a:cubicBezTo>
                <a:cubicBezTo>
                  <a:pt x="621540" y="6533"/>
                  <a:pt x="624119" y="7605"/>
                  <a:pt x="626263" y="9749"/>
                </a:cubicBezTo>
                <a:cubicBezTo>
                  <a:pt x="628408" y="11893"/>
                  <a:pt x="629480" y="14473"/>
                  <a:pt x="629480" y="17488"/>
                </a:cubicBezTo>
                <a:moveTo>
                  <a:pt x="628475" y="135883"/>
                </a:moveTo>
                <a:lnTo>
                  <a:pt x="644656" y="138396"/>
                </a:lnTo>
                <a:lnTo>
                  <a:pt x="644656" y="142919"/>
                </a:lnTo>
                <a:lnTo>
                  <a:pt x="595710" y="142919"/>
                </a:lnTo>
                <a:lnTo>
                  <a:pt x="595710" y="138396"/>
                </a:lnTo>
                <a:lnTo>
                  <a:pt x="611791" y="135883"/>
                </a:lnTo>
                <a:lnTo>
                  <a:pt x="611791" y="55479"/>
                </a:lnTo>
                <a:lnTo>
                  <a:pt x="598423" y="52966"/>
                </a:lnTo>
                <a:lnTo>
                  <a:pt x="598423" y="48444"/>
                </a:lnTo>
                <a:lnTo>
                  <a:pt x="628475" y="48444"/>
                </a:lnTo>
                <a:lnTo>
                  <a:pt x="628475" y="135883"/>
                </a:lnTo>
                <a:close/>
                <a:moveTo>
                  <a:pt x="681973" y="144929"/>
                </a:moveTo>
                <a:cubicBezTo>
                  <a:pt x="675541" y="144929"/>
                  <a:pt x="670734" y="143019"/>
                  <a:pt x="667551" y="139200"/>
                </a:cubicBezTo>
                <a:cubicBezTo>
                  <a:pt x="664368" y="135381"/>
                  <a:pt x="662777" y="130021"/>
                  <a:pt x="662777" y="123119"/>
                </a:cubicBezTo>
                <a:lnTo>
                  <a:pt x="662777" y="56886"/>
                </a:lnTo>
                <a:lnTo>
                  <a:pt x="650415" y="56886"/>
                </a:lnTo>
                <a:lnTo>
                  <a:pt x="650415" y="52363"/>
                </a:lnTo>
                <a:lnTo>
                  <a:pt x="662978" y="48444"/>
                </a:lnTo>
                <a:lnTo>
                  <a:pt x="673129" y="27036"/>
                </a:lnTo>
                <a:lnTo>
                  <a:pt x="679461" y="27036"/>
                </a:lnTo>
                <a:lnTo>
                  <a:pt x="679461" y="48444"/>
                </a:lnTo>
                <a:lnTo>
                  <a:pt x="701070" y="48444"/>
                </a:lnTo>
                <a:lnTo>
                  <a:pt x="701070" y="56886"/>
                </a:lnTo>
                <a:lnTo>
                  <a:pt x="679461" y="56886"/>
                </a:lnTo>
                <a:lnTo>
                  <a:pt x="679461" y="121310"/>
                </a:lnTo>
                <a:cubicBezTo>
                  <a:pt x="679461" y="125665"/>
                  <a:pt x="680449" y="128948"/>
                  <a:pt x="682426" y="131160"/>
                </a:cubicBezTo>
                <a:cubicBezTo>
                  <a:pt x="684402" y="133371"/>
                  <a:pt x="686999" y="134476"/>
                  <a:pt x="690215" y="134476"/>
                </a:cubicBezTo>
                <a:cubicBezTo>
                  <a:pt x="694101" y="134476"/>
                  <a:pt x="698825" y="133940"/>
                  <a:pt x="704386" y="132868"/>
                </a:cubicBezTo>
                <a:lnTo>
                  <a:pt x="704386" y="139401"/>
                </a:lnTo>
                <a:cubicBezTo>
                  <a:pt x="702041" y="141009"/>
                  <a:pt x="698657" y="142332"/>
                  <a:pt x="694235" y="143371"/>
                </a:cubicBezTo>
                <a:cubicBezTo>
                  <a:pt x="689813" y="144410"/>
                  <a:pt x="685726" y="144929"/>
                  <a:pt x="681973" y="144929"/>
                </a:cubicBezTo>
                <a:close/>
                <a:moveTo>
                  <a:pt x="725422" y="187342"/>
                </a:moveTo>
                <a:cubicBezTo>
                  <a:pt x="720196" y="187342"/>
                  <a:pt x="715036" y="186739"/>
                  <a:pt x="709944" y="185533"/>
                </a:cubicBezTo>
                <a:lnTo>
                  <a:pt x="709944" y="165130"/>
                </a:lnTo>
                <a:lnTo>
                  <a:pt x="714668" y="165130"/>
                </a:lnTo>
                <a:lnTo>
                  <a:pt x="717984" y="174779"/>
                </a:lnTo>
                <a:cubicBezTo>
                  <a:pt x="720062" y="176320"/>
                  <a:pt x="722943" y="177091"/>
                  <a:pt x="726628" y="177091"/>
                </a:cubicBezTo>
                <a:cubicBezTo>
                  <a:pt x="730112" y="177091"/>
                  <a:pt x="733328" y="176086"/>
                  <a:pt x="736276" y="174075"/>
                </a:cubicBezTo>
                <a:cubicBezTo>
                  <a:pt x="739225" y="172065"/>
                  <a:pt x="741921" y="169084"/>
                  <a:pt x="744367" y="165130"/>
                </a:cubicBezTo>
                <a:cubicBezTo>
                  <a:pt x="746813" y="161177"/>
                  <a:pt x="749878" y="154108"/>
                  <a:pt x="753563" y="143924"/>
                </a:cubicBezTo>
                <a:lnTo>
                  <a:pt x="717582" y="55479"/>
                </a:lnTo>
                <a:lnTo>
                  <a:pt x="707934" y="52966"/>
                </a:lnTo>
                <a:lnTo>
                  <a:pt x="707934" y="48444"/>
                </a:lnTo>
                <a:lnTo>
                  <a:pt x="751754" y="48444"/>
                </a:lnTo>
                <a:lnTo>
                  <a:pt x="751754" y="52966"/>
                </a:lnTo>
                <a:lnTo>
                  <a:pt x="736879" y="55680"/>
                </a:lnTo>
                <a:lnTo>
                  <a:pt x="762408" y="121712"/>
                </a:lnTo>
                <a:lnTo>
                  <a:pt x="787132" y="55479"/>
                </a:lnTo>
                <a:lnTo>
                  <a:pt x="772358" y="52966"/>
                </a:lnTo>
                <a:lnTo>
                  <a:pt x="772358" y="48444"/>
                </a:lnTo>
                <a:lnTo>
                  <a:pt x="807535" y="48444"/>
                </a:lnTo>
                <a:lnTo>
                  <a:pt x="807535" y="52966"/>
                </a:lnTo>
                <a:lnTo>
                  <a:pt x="797685" y="55077"/>
                </a:lnTo>
                <a:lnTo>
                  <a:pt x="760800" y="148849"/>
                </a:lnTo>
                <a:cubicBezTo>
                  <a:pt x="756444" y="159904"/>
                  <a:pt x="752659" y="167844"/>
                  <a:pt x="749443" y="172668"/>
                </a:cubicBezTo>
                <a:cubicBezTo>
                  <a:pt x="746226" y="177493"/>
                  <a:pt x="742675" y="181144"/>
                  <a:pt x="738789" y="183623"/>
                </a:cubicBezTo>
                <a:cubicBezTo>
                  <a:pt x="734903" y="186103"/>
                  <a:pt x="730447" y="187342"/>
                  <a:pt x="725422" y="1873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8BB80-E455-4C1C-B915-4D00E51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12" y="954682"/>
            <a:ext cx="455376" cy="456062"/>
          </a:xfrm>
          <a:custGeom xmlns:a="http://schemas.openxmlformats.org/drawingml/2006/main">
            <a:pathLst>
              <a:path w="455376" h="456062" fill="none">
                <a:moveTo>
                  <a:pt x="4025" y="0"/>
                </a:moveTo>
                <a:cubicBezTo>
                  <a:pt x="0" y="2035"/>
                  <a:pt x="318496" y="52602"/>
                  <a:pt x="372196" y="210821"/>
                </a:cubicBezTo>
                <a:lnTo>
                  <a:pt x="455376" y="456062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3F3C2-369A-40EF-8AA5-3D45225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245" y="1209901"/>
            <a:ext cx="114430" cy="200832"/>
          </a:xfrm>
          <a:custGeom xmlns:a="http://schemas.openxmlformats.org/drawingml/2006/main">
            <a:pathLst>
              <a:path w="114430" h="200832">
                <a:moveTo>
                  <a:pt x="70043" y="70058"/>
                </a:moveTo>
                <a:lnTo>
                  <a:pt x="104595" y="0"/>
                </a:lnTo>
                <a:lnTo>
                  <a:pt x="114430" y="200832"/>
                </a:lnTo>
                <a:lnTo>
                  <a:pt x="0" y="35476"/>
                </a:lnTo>
                <a:lnTo>
                  <a:pt x="70043" y="70058"/>
                </a:lnTo>
                <a:close/>
                <a:moveTo>
                  <a:pt x="70043" y="700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2E13B-FC42-412C-B6AF-BCF37AD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6245" y="1209901"/>
            <a:ext cx="114430" cy="200832"/>
          </a:xfrm>
          <a:custGeom xmlns:a="http://schemas.openxmlformats.org/drawingml/2006/main">
            <a:pathLst>
              <a:path w="114430" h="200832" fill="none">
                <a:moveTo>
                  <a:pt x="70043" y="70058"/>
                </a:moveTo>
                <a:lnTo>
                  <a:pt x="0" y="35476"/>
                </a:lnTo>
                <a:lnTo>
                  <a:pt x="114430" y="200832"/>
                </a:lnTo>
                <a:lnTo>
                  <a:pt x="104595" y="0"/>
                </a:lnTo>
                <a:lnTo>
                  <a:pt x="70043" y="70058"/>
                </a:lnTo>
                <a:close/>
                <a:moveTo>
                  <a:pt x="70043" y="70058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2B29B-0F08-4763-9D03-333B36F2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01" y="641812"/>
            <a:ext cx="795210" cy="320005"/>
          </a:xfrm>
          <a:custGeom xmlns:a="http://schemas.openxmlformats.org/drawingml/2006/main">
            <a:pathLst>
              <a:path w="795210" h="320005">
                <a:moveTo>
                  <a:pt x="0" y="0"/>
                </a:moveTo>
                <a:lnTo>
                  <a:pt x="795210" y="0"/>
                </a:lnTo>
                <a:lnTo>
                  <a:pt x="795210" y="320005"/>
                </a:lnTo>
                <a:lnTo>
                  <a:pt x="0" y="320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2EBED-989D-466C-8BEE-8B4EB86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701" y="641812"/>
            <a:ext cx="795210" cy="320005"/>
          </a:xfrm>
          <a:custGeom xmlns:a="http://schemas.openxmlformats.org/drawingml/2006/main">
            <a:pathLst>
              <a:path w="795210" h="320005" fill="none">
                <a:moveTo>
                  <a:pt x="0" y="0"/>
                </a:moveTo>
                <a:lnTo>
                  <a:pt x="795210" y="0"/>
                </a:lnTo>
                <a:lnTo>
                  <a:pt x="795210" y="320005"/>
                </a:lnTo>
                <a:lnTo>
                  <a:pt x="0" y="320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122" name="Text f(x)">
            <a:extLst xmlns:a="http://schemas.openxmlformats.org/drawingml/2006/main">
              <a:ext uri="{FF2B5EF4-FFF2-40B4-BE49-F238E27FC236}">
                <a16:creationId xmlns:a16="http://schemas.microsoft.com/office/drawing/2014/main" id="{A07A1DEA-4AE4-4A7B-9819-32E5BB5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240" y="699426"/>
            <a:ext cx="312717" cy="201333"/>
          </a:xfrm>
          <a:custGeom xmlns:a="http://schemas.openxmlformats.org/drawingml/2006/main">
            <a:pathLst>
              <a:path w="312717" h="201333">
                <a:moveTo>
                  <a:pt x="17367" y="62823"/>
                </a:moveTo>
                <a:lnTo>
                  <a:pt x="0" y="62823"/>
                </a:lnTo>
                <a:lnTo>
                  <a:pt x="0" y="57570"/>
                </a:lnTo>
                <a:lnTo>
                  <a:pt x="17367" y="53389"/>
                </a:lnTo>
                <a:lnTo>
                  <a:pt x="17367" y="46313"/>
                </a:lnTo>
                <a:cubicBezTo>
                  <a:pt x="17367" y="31447"/>
                  <a:pt x="20316" y="20012"/>
                  <a:pt x="26212" y="12007"/>
                </a:cubicBezTo>
                <a:cubicBezTo>
                  <a:pt x="32108" y="4002"/>
                  <a:pt x="40381" y="0"/>
                  <a:pt x="51030" y="0"/>
                </a:cubicBezTo>
                <a:cubicBezTo>
                  <a:pt x="56533" y="0"/>
                  <a:pt x="61643" y="679"/>
                  <a:pt x="66360" y="2037"/>
                </a:cubicBezTo>
                <a:lnTo>
                  <a:pt x="66360" y="24014"/>
                </a:lnTo>
                <a:lnTo>
                  <a:pt x="61107" y="24014"/>
                </a:lnTo>
                <a:lnTo>
                  <a:pt x="56283" y="10828"/>
                </a:lnTo>
                <a:cubicBezTo>
                  <a:pt x="53853" y="9327"/>
                  <a:pt x="50923" y="8576"/>
                  <a:pt x="47492" y="8576"/>
                </a:cubicBezTo>
                <a:cubicBezTo>
                  <a:pt x="42990" y="8576"/>
                  <a:pt x="39809" y="10578"/>
                  <a:pt x="37951" y="14580"/>
                </a:cubicBezTo>
                <a:cubicBezTo>
                  <a:pt x="36093" y="18582"/>
                  <a:pt x="35164" y="26087"/>
                  <a:pt x="35164" y="37093"/>
                </a:cubicBezTo>
                <a:lnTo>
                  <a:pt x="35164" y="53817"/>
                </a:lnTo>
                <a:lnTo>
                  <a:pt x="61965" y="53817"/>
                </a:lnTo>
                <a:lnTo>
                  <a:pt x="61965" y="62823"/>
                </a:lnTo>
                <a:lnTo>
                  <a:pt x="35164" y="62823"/>
                </a:lnTo>
                <a:lnTo>
                  <a:pt x="35164" y="146229"/>
                </a:lnTo>
                <a:lnTo>
                  <a:pt x="56926" y="149767"/>
                </a:lnTo>
                <a:lnTo>
                  <a:pt x="56926" y="154591"/>
                </a:lnTo>
                <a:lnTo>
                  <a:pt x="2466" y="154591"/>
                </a:lnTo>
                <a:lnTo>
                  <a:pt x="2466" y="149767"/>
                </a:lnTo>
                <a:lnTo>
                  <a:pt x="17367" y="146229"/>
                </a:lnTo>
                <a:lnTo>
                  <a:pt x="17367" y="62823"/>
                </a:lnTo>
                <a:close/>
                <a:moveTo>
                  <a:pt x="96698" y="101578"/>
                </a:moveTo>
                <a:cubicBezTo>
                  <a:pt x="96698" y="120169"/>
                  <a:pt x="97949" y="134989"/>
                  <a:pt x="100451" y="146038"/>
                </a:cubicBezTo>
                <a:cubicBezTo>
                  <a:pt x="102952" y="157087"/>
                  <a:pt x="106883" y="166400"/>
                  <a:pt x="112243" y="173978"/>
                </a:cubicBezTo>
                <a:cubicBezTo>
                  <a:pt x="117604" y="181559"/>
                  <a:pt x="124322" y="187674"/>
                  <a:pt x="132398" y="192324"/>
                </a:cubicBezTo>
                <a:lnTo>
                  <a:pt x="132398" y="201333"/>
                </a:lnTo>
                <a:cubicBezTo>
                  <a:pt x="118247" y="193824"/>
                  <a:pt x="107187" y="185618"/>
                  <a:pt x="99218" y="176716"/>
                </a:cubicBezTo>
                <a:cubicBezTo>
                  <a:pt x="91249" y="167813"/>
                  <a:pt x="85388" y="157337"/>
                  <a:pt x="81636" y="145287"/>
                </a:cubicBezTo>
                <a:cubicBezTo>
                  <a:pt x="77884" y="133238"/>
                  <a:pt x="76008" y="118668"/>
                  <a:pt x="76008" y="101578"/>
                </a:cubicBezTo>
                <a:cubicBezTo>
                  <a:pt x="76008" y="84559"/>
                  <a:pt x="77866" y="70060"/>
                  <a:pt x="81582" y="58082"/>
                </a:cubicBezTo>
                <a:cubicBezTo>
                  <a:pt x="85299" y="46104"/>
                  <a:pt x="91124" y="35682"/>
                  <a:pt x="99057" y="26815"/>
                </a:cubicBezTo>
                <a:cubicBezTo>
                  <a:pt x="106990" y="17948"/>
                  <a:pt x="118104" y="9724"/>
                  <a:pt x="132398" y="2144"/>
                </a:cubicBezTo>
                <a:lnTo>
                  <a:pt x="132398" y="11153"/>
                </a:lnTo>
                <a:cubicBezTo>
                  <a:pt x="123679" y="16160"/>
                  <a:pt x="116746" y="22579"/>
                  <a:pt x="111600" y="30410"/>
                </a:cubicBezTo>
                <a:cubicBezTo>
                  <a:pt x="106454" y="38238"/>
                  <a:pt x="102684" y="47373"/>
                  <a:pt x="100290" y="57814"/>
                </a:cubicBezTo>
                <a:cubicBezTo>
                  <a:pt x="97896" y="68253"/>
                  <a:pt x="96698" y="82841"/>
                  <a:pt x="96698" y="101578"/>
                </a:cubicBezTo>
                <a:close/>
                <a:moveTo>
                  <a:pt x="246571" y="149767"/>
                </a:moveTo>
                <a:lnTo>
                  <a:pt x="246571" y="154591"/>
                </a:lnTo>
                <a:lnTo>
                  <a:pt x="200901" y="154591"/>
                </a:lnTo>
                <a:lnTo>
                  <a:pt x="200901" y="149767"/>
                </a:lnTo>
                <a:lnTo>
                  <a:pt x="214302" y="147301"/>
                </a:lnTo>
                <a:lnTo>
                  <a:pt x="191038" y="111601"/>
                </a:lnTo>
                <a:lnTo>
                  <a:pt x="163808" y="147515"/>
                </a:lnTo>
                <a:lnTo>
                  <a:pt x="177637" y="149767"/>
                </a:lnTo>
                <a:lnTo>
                  <a:pt x="177637" y="154591"/>
                </a:lnTo>
                <a:lnTo>
                  <a:pt x="141402" y="154591"/>
                </a:lnTo>
                <a:lnTo>
                  <a:pt x="141402" y="149767"/>
                </a:lnTo>
                <a:lnTo>
                  <a:pt x="153087" y="148051"/>
                </a:lnTo>
                <a:lnTo>
                  <a:pt x="186214" y="104311"/>
                </a:lnTo>
                <a:lnTo>
                  <a:pt x="157054" y="61322"/>
                </a:lnTo>
                <a:lnTo>
                  <a:pt x="145154" y="58642"/>
                </a:lnTo>
                <a:lnTo>
                  <a:pt x="145154" y="53817"/>
                </a:lnTo>
                <a:lnTo>
                  <a:pt x="190824" y="53817"/>
                </a:lnTo>
                <a:lnTo>
                  <a:pt x="190824" y="58642"/>
                </a:lnTo>
                <a:lnTo>
                  <a:pt x="177423" y="61536"/>
                </a:lnTo>
                <a:lnTo>
                  <a:pt x="196827" y="90482"/>
                </a:lnTo>
                <a:lnTo>
                  <a:pt x="219126" y="61322"/>
                </a:lnTo>
                <a:lnTo>
                  <a:pt x="205296" y="58642"/>
                </a:lnTo>
                <a:lnTo>
                  <a:pt x="205296" y="53817"/>
                </a:lnTo>
                <a:lnTo>
                  <a:pt x="241532" y="53817"/>
                </a:lnTo>
                <a:lnTo>
                  <a:pt x="241532" y="58642"/>
                </a:lnTo>
                <a:lnTo>
                  <a:pt x="229954" y="60893"/>
                </a:lnTo>
                <a:lnTo>
                  <a:pt x="201651" y="97557"/>
                </a:lnTo>
                <a:lnTo>
                  <a:pt x="234778" y="147515"/>
                </a:lnTo>
                <a:lnTo>
                  <a:pt x="246571" y="149767"/>
                </a:lnTo>
                <a:close/>
                <a:moveTo>
                  <a:pt x="256326" y="201333"/>
                </a:moveTo>
                <a:lnTo>
                  <a:pt x="256326" y="192324"/>
                </a:lnTo>
                <a:cubicBezTo>
                  <a:pt x="264403" y="187674"/>
                  <a:pt x="271121" y="181541"/>
                  <a:pt x="276481" y="173925"/>
                </a:cubicBezTo>
                <a:cubicBezTo>
                  <a:pt x="281841" y="166311"/>
                  <a:pt x="285772" y="156980"/>
                  <a:pt x="288274" y="145931"/>
                </a:cubicBezTo>
                <a:cubicBezTo>
                  <a:pt x="290775" y="134882"/>
                  <a:pt x="292026" y="120097"/>
                  <a:pt x="292026" y="101578"/>
                </a:cubicBezTo>
                <a:cubicBezTo>
                  <a:pt x="292026" y="82841"/>
                  <a:pt x="290829" y="68253"/>
                  <a:pt x="288435" y="57814"/>
                </a:cubicBezTo>
                <a:cubicBezTo>
                  <a:pt x="286040" y="47373"/>
                  <a:pt x="282270" y="38238"/>
                  <a:pt x="277124" y="30410"/>
                </a:cubicBezTo>
                <a:cubicBezTo>
                  <a:pt x="271979" y="22579"/>
                  <a:pt x="265046" y="16160"/>
                  <a:pt x="256326" y="11153"/>
                </a:cubicBezTo>
                <a:lnTo>
                  <a:pt x="256326" y="2144"/>
                </a:lnTo>
                <a:cubicBezTo>
                  <a:pt x="270621" y="9796"/>
                  <a:pt x="281734" y="18037"/>
                  <a:pt x="289668" y="26868"/>
                </a:cubicBezTo>
                <a:cubicBezTo>
                  <a:pt x="297601" y="35700"/>
                  <a:pt x="303426" y="46104"/>
                  <a:pt x="307142" y="58082"/>
                </a:cubicBezTo>
                <a:cubicBezTo>
                  <a:pt x="310859" y="70060"/>
                  <a:pt x="312717" y="84559"/>
                  <a:pt x="312717" y="101578"/>
                </a:cubicBezTo>
                <a:cubicBezTo>
                  <a:pt x="312717" y="118597"/>
                  <a:pt x="310859" y="133131"/>
                  <a:pt x="307142" y="145180"/>
                </a:cubicBezTo>
                <a:cubicBezTo>
                  <a:pt x="303426" y="157230"/>
                  <a:pt x="297601" y="167688"/>
                  <a:pt x="289668" y="176555"/>
                </a:cubicBezTo>
                <a:cubicBezTo>
                  <a:pt x="281734" y="185422"/>
                  <a:pt x="270621" y="193681"/>
                  <a:pt x="256326" y="201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590D6-C5BB-4E9D-8228-F5BC2C94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206" y="705507"/>
            <a:ext cx="795118" cy="320097"/>
          </a:xfrm>
          <a:custGeom xmlns:a="http://schemas.openxmlformats.org/drawingml/2006/main">
            <a:pathLst>
              <a:path w="795118" h="320097">
                <a:moveTo>
                  <a:pt x="0" y="0"/>
                </a:moveTo>
                <a:lnTo>
                  <a:pt x="795118" y="0"/>
                </a:lnTo>
                <a:lnTo>
                  <a:pt x="795118" y="320097"/>
                </a:lnTo>
                <a:lnTo>
                  <a:pt x="0" y="320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83D00-4AFB-4CC2-9482-407B4A6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206" y="705507"/>
            <a:ext cx="795118" cy="320097"/>
          </a:xfrm>
          <a:custGeom xmlns:a="http://schemas.openxmlformats.org/drawingml/2006/main">
            <a:pathLst>
              <a:path w="795118" h="320097" fill="none">
                <a:moveTo>
                  <a:pt x="0" y="0"/>
                </a:moveTo>
                <a:lnTo>
                  <a:pt x="795118" y="0"/>
                </a:lnTo>
                <a:lnTo>
                  <a:pt x="795118" y="320097"/>
                </a:lnTo>
                <a:lnTo>
                  <a:pt x="0" y="3200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125" name="Text f(x)">
            <a:extLst xmlns:a="http://schemas.openxmlformats.org/drawingml/2006/main">
              <a:ext uri="{FF2B5EF4-FFF2-40B4-BE49-F238E27FC236}">
                <a16:creationId xmlns:a16="http://schemas.microsoft.com/office/drawing/2014/main" id="{18CA5F0E-D471-40E7-A9E1-79D0DDCF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718" y="763166"/>
            <a:ext cx="312716" cy="201333"/>
          </a:xfrm>
          <a:custGeom xmlns:a="http://schemas.openxmlformats.org/drawingml/2006/main">
            <a:pathLst>
              <a:path w="312716" h="201333">
                <a:moveTo>
                  <a:pt x="17367" y="62823"/>
                </a:moveTo>
                <a:lnTo>
                  <a:pt x="0" y="62823"/>
                </a:lnTo>
                <a:lnTo>
                  <a:pt x="0" y="57570"/>
                </a:lnTo>
                <a:lnTo>
                  <a:pt x="17367" y="53389"/>
                </a:lnTo>
                <a:lnTo>
                  <a:pt x="17367" y="46313"/>
                </a:lnTo>
                <a:cubicBezTo>
                  <a:pt x="17367" y="31447"/>
                  <a:pt x="20316" y="20012"/>
                  <a:pt x="26212" y="12007"/>
                </a:cubicBezTo>
                <a:cubicBezTo>
                  <a:pt x="32108" y="4002"/>
                  <a:pt x="40381" y="0"/>
                  <a:pt x="51030" y="0"/>
                </a:cubicBezTo>
                <a:cubicBezTo>
                  <a:pt x="56533" y="0"/>
                  <a:pt x="61643" y="679"/>
                  <a:pt x="66360" y="2037"/>
                </a:cubicBezTo>
                <a:lnTo>
                  <a:pt x="66360" y="24014"/>
                </a:lnTo>
                <a:lnTo>
                  <a:pt x="61107" y="24014"/>
                </a:lnTo>
                <a:lnTo>
                  <a:pt x="56283" y="10828"/>
                </a:lnTo>
                <a:cubicBezTo>
                  <a:pt x="53853" y="9327"/>
                  <a:pt x="50923" y="8576"/>
                  <a:pt x="47492" y="8576"/>
                </a:cubicBezTo>
                <a:cubicBezTo>
                  <a:pt x="42990" y="8576"/>
                  <a:pt x="39809" y="10578"/>
                  <a:pt x="37951" y="14580"/>
                </a:cubicBezTo>
                <a:cubicBezTo>
                  <a:pt x="36093" y="18582"/>
                  <a:pt x="35164" y="26087"/>
                  <a:pt x="35164" y="37093"/>
                </a:cubicBezTo>
                <a:lnTo>
                  <a:pt x="35164" y="53817"/>
                </a:lnTo>
                <a:lnTo>
                  <a:pt x="61965" y="53817"/>
                </a:lnTo>
                <a:lnTo>
                  <a:pt x="61965" y="62823"/>
                </a:lnTo>
                <a:lnTo>
                  <a:pt x="35164" y="62823"/>
                </a:lnTo>
                <a:lnTo>
                  <a:pt x="35164" y="146229"/>
                </a:lnTo>
                <a:lnTo>
                  <a:pt x="56926" y="149767"/>
                </a:lnTo>
                <a:lnTo>
                  <a:pt x="56926" y="154591"/>
                </a:lnTo>
                <a:lnTo>
                  <a:pt x="2466" y="154591"/>
                </a:lnTo>
                <a:lnTo>
                  <a:pt x="2466" y="149767"/>
                </a:lnTo>
                <a:lnTo>
                  <a:pt x="17367" y="146229"/>
                </a:lnTo>
                <a:lnTo>
                  <a:pt x="17367" y="62823"/>
                </a:lnTo>
                <a:close/>
                <a:moveTo>
                  <a:pt x="96698" y="101578"/>
                </a:moveTo>
                <a:cubicBezTo>
                  <a:pt x="96698" y="120169"/>
                  <a:pt x="97949" y="134989"/>
                  <a:pt x="100450" y="146038"/>
                </a:cubicBezTo>
                <a:cubicBezTo>
                  <a:pt x="102952" y="157087"/>
                  <a:pt x="106882" y="166400"/>
                  <a:pt x="112243" y="173978"/>
                </a:cubicBezTo>
                <a:cubicBezTo>
                  <a:pt x="117603" y="181559"/>
                  <a:pt x="124321" y="187674"/>
                  <a:pt x="132397" y="192324"/>
                </a:cubicBezTo>
                <a:lnTo>
                  <a:pt x="132397" y="201333"/>
                </a:lnTo>
                <a:cubicBezTo>
                  <a:pt x="118246" y="193824"/>
                  <a:pt x="107186" y="185618"/>
                  <a:pt x="99217" y="176716"/>
                </a:cubicBezTo>
                <a:cubicBezTo>
                  <a:pt x="91248" y="167813"/>
                  <a:pt x="85388" y="157337"/>
                  <a:pt x="81635" y="145287"/>
                </a:cubicBezTo>
                <a:cubicBezTo>
                  <a:pt x="77883" y="133238"/>
                  <a:pt x="76007" y="118668"/>
                  <a:pt x="76007" y="101578"/>
                </a:cubicBezTo>
                <a:cubicBezTo>
                  <a:pt x="76007" y="84559"/>
                  <a:pt x="77865" y="70060"/>
                  <a:pt x="81582" y="58082"/>
                </a:cubicBezTo>
                <a:cubicBezTo>
                  <a:pt x="85298" y="46104"/>
                  <a:pt x="91123" y="35682"/>
                  <a:pt x="99056" y="26815"/>
                </a:cubicBezTo>
                <a:cubicBezTo>
                  <a:pt x="106990" y="17948"/>
                  <a:pt x="118103" y="9724"/>
                  <a:pt x="132397" y="2144"/>
                </a:cubicBezTo>
                <a:lnTo>
                  <a:pt x="132397" y="11153"/>
                </a:lnTo>
                <a:cubicBezTo>
                  <a:pt x="123678" y="16160"/>
                  <a:pt x="116745" y="22579"/>
                  <a:pt x="111599" y="30410"/>
                </a:cubicBezTo>
                <a:cubicBezTo>
                  <a:pt x="106454" y="38238"/>
                  <a:pt x="102684" y="47373"/>
                  <a:pt x="100289" y="57814"/>
                </a:cubicBezTo>
                <a:cubicBezTo>
                  <a:pt x="97895" y="68253"/>
                  <a:pt x="96698" y="82841"/>
                  <a:pt x="96698" y="101578"/>
                </a:cubicBezTo>
                <a:close/>
                <a:moveTo>
                  <a:pt x="246570" y="149767"/>
                </a:moveTo>
                <a:lnTo>
                  <a:pt x="246570" y="154591"/>
                </a:lnTo>
                <a:lnTo>
                  <a:pt x="200901" y="154591"/>
                </a:lnTo>
                <a:lnTo>
                  <a:pt x="200901" y="149767"/>
                </a:lnTo>
                <a:lnTo>
                  <a:pt x="214301" y="147301"/>
                </a:lnTo>
                <a:lnTo>
                  <a:pt x="191038" y="111601"/>
                </a:lnTo>
                <a:lnTo>
                  <a:pt x="163807" y="147515"/>
                </a:lnTo>
                <a:lnTo>
                  <a:pt x="177637" y="149767"/>
                </a:lnTo>
                <a:lnTo>
                  <a:pt x="177637" y="154591"/>
                </a:lnTo>
                <a:lnTo>
                  <a:pt x="141401" y="154591"/>
                </a:lnTo>
                <a:lnTo>
                  <a:pt x="141401" y="149767"/>
                </a:lnTo>
                <a:lnTo>
                  <a:pt x="153087" y="148051"/>
                </a:lnTo>
                <a:lnTo>
                  <a:pt x="186214" y="104311"/>
                </a:lnTo>
                <a:lnTo>
                  <a:pt x="157054" y="61322"/>
                </a:lnTo>
                <a:lnTo>
                  <a:pt x="145154" y="58642"/>
                </a:lnTo>
                <a:lnTo>
                  <a:pt x="145154" y="53817"/>
                </a:lnTo>
                <a:lnTo>
                  <a:pt x="190823" y="53817"/>
                </a:lnTo>
                <a:lnTo>
                  <a:pt x="190823" y="58642"/>
                </a:lnTo>
                <a:lnTo>
                  <a:pt x="177423" y="61536"/>
                </a:lnTo>
                <a:lnTo>
                  <a:pt x="196827" y="90482"/>
                </a:lnTo>
                <a:lnTo>
                  <a:pt x="219126" y="61322"/>
                </a:lnTo>
                <a:lnTo>
                  <a:pt x="205296" y="58642"/>
                </a:lnTo>
                <a:lnTo>
                  <a:pt x="205296" y="53817"/>
                </a:lnTo>
                <a:lnTo>
                  <a:pt x="241532" y="53817"/>
                </a:lnTo>
                <a:lnTo>
                  <a:pt x="241532" y="58642"/>
                </a:lnTo>
                <a:lnTo>
                  <a:pt x="229954" y="60893"/>
                </a:lnTo>
                <a:lnTo>
                  <a:pt x="201651" y="97557"/>
                </a:lnTo>
                <a:lnTo>
                  <a:pt x="234778" y="147515"/>
                </a:lnTo>
                <a:lnTo>
                  <a:pt x="246570" y="149767"/>
                </a:lnTo>
                <a:close/>
                <a:moveTo>
                  <a:pt x="256326" y="201333"/>
                </a:moveTo>
                <a:lnTo>
                  <a:pt x="256326" y="192324"/>
                </a:lnTo>
                <a:cubicBezTo>
                  <a:pt x="264402" y="187674"/>
                  <a:pt x="271120" y="181541"/>
                  <a:pt x="276481" y="173925"/>
                </a:cubicBezTo>
                <a:cubicBezTo>
                  <a:pt x="281841" y="166311"/>
                  <a:pt x="285772" y="156980"/>
                  <a:pt x="288273" y="145931"/>
                </a:cubicBezTo>
                <a:cubicBezTo>
                  <a:pt x="290775" y="134882"/>
                  <a:pt x="292025" y="120097"/>
                  <a:pt x="292025" y="101578"/>
                </a:cubicBezTo>
                <a:cubicBezTo>
                  <a:pt x="292025" y="82841"/>
                  <a:pt x="290828" y="68253"/>
                  <a:pt x="288434" y="57814"/>
                </a:cubicBezTo>
                <a:cubicBezTo>
                  <a:pt x="286040" y="47373"/>
                  <a:pt x="282270" y="38238"/>
                  <a:pt x="277124" y="30410"/>
                </a:cubicBezTo>
                <a:cubicBezTo>
                  <a:pt x="271978" y="22579"/>
                  <a:pt x="265045" y="16160"/>
                  <a:pt x="256326" y="11153"/>
                </a:cubicBezTo>
                <a:lnTo>
                  <a:pt x="256326" y="2144"/>
                </a:lnTo>
                <a:cubicBezTo>
                  <a:pt x="270620" y="9796"/>
                  <a:pt x="281734" y="18037"/>
                  <a:pt x="289667" y="26868"/>
                </a:cubicBezTo>
                <a:cubicBezTo>
                  <a:pt x="297600" y="35700"/>
                  <a:pt x="303425" y="46104"/>
                  <a:pt x="307142" y="58082"/>
                </a:cubicBezTo>
                <a:cubicBezTo>
                  <a:pt x="310858" y="70060"/>
                  <a:pt x="312716" y="84559"/>
                  <a:pt x="312716" y="101578"/>
                </a:cubicBezTo>
                <a:cubicBezTo>
                  <a:pt x="312716" y="118597"/>
                  <a:pt x="310858" y="133131"/>
                  <a:pt x="307142" y="145180"/>
                </a:cubicBezTo>
                <a:cubicBezTo>
                  <a:pt x="303425" y="157230"/>
                  <a:pt x="297600" y="167688"/>
                  <a:pt x="289667" y="176555"/>
                </a:cubicBezTo>
                <a:cubicBezTo>
                  <a:pt x="281734" y="185422"/>
                  <a:pt x="270620" y="193681"/>
                  <a:pt x="256326" y="201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5391C-A498-4F41-8A6D-B80AA716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553" y="772518"/>
            <a:ext cx="795118" cy="320005"/>
          </a:xfrm>
          <a:custGeom xmlns:a="http://schemas.openxmlformats.org/drawingml/2006/main">
            <a:pathLst>
              <a:path w="795118" h="320005">
                <a:moveTo>
                  <a:pt x="0" y="0"/>
                </a:moveTo>
                <a:lnTo>
                  <a:pt x="795118" y="0"/>
                </a:lnTo>
                <a:lnTo>
                  <a:pt x="795118" y="320005"/>
                </a:lnTo>
                <a:lnTo>
                  <a:pt x="0" y="3200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04D57-913E-4102-A2E8-FCEB342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553" y="772518"/>
            <a:ext cx="795118" cy="320005"/>
          </a:xfrm>
          <a:custGeom xmlns:a="http://schemas.openxmlformats.org/drawingml/2006/main">
            <a:pathLst>
              <a:path w="795118" h="320005" fill="none">
                <a:moveTo>
                  <a:pt x="0" y="0"/>
                </a:moveTo>
                <a:lnTo>
                  <a:pt x="795118" y="0"/>
                </a:lnTo>
                <a:lnTo>
                  <a:pt x="795118" y="320005"/>
                </a:lnTo>
                <a:lnTo>
                  <a:pt x="0" y="320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128" name="Text f(x)">
            <a:extLst xmlns:a="http://schemas.openxmlformats.org/drawingml/2006/main">
              <a:ext uri="{FF2B5EF4-FFF2-40B4-BE49-F238E27FC236}">
                <a16:creationId xmlns:a16="http://schemas.microsoft.com/office/drawing/2014/main" id="{DE5B5A89-F3C9-43E7-BCBD-9A58A2D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002" y="830138"/>
            <a:ext cx="312716" cy="201333"/>
          </a:xfrm>
          <a:custGeom xmlns:a="http://schemas.openxmlformats.org/drawingml/2006/main">
            <a:pathLst>
              <a:path w="312716" h="201333">
                <a:moveTo>
                  <a:pt x="17367" y="62823"/>
                </a:moveTo>
                <a:lnTo>
                  <a:pt x="0" y="62823"/>
                </a:lnTo>
                <a:lnTo>
                  <a:pt x="0" y="57570"/>
                </a:lnTo>
                <a:lnTo>
                  <a:pt x="17367" y="53389"/>
                </a:lnTo>
                <a:lnTo>
                  <a:pt x="17367" y="46313"/>
                </a:lnTo>
                <a:cubicBezTo>
                  <a:pt x="17367" y="31447"/>
                  <a:pt x="20316" y="20012"/>
                  <a:pt x="26212" y="12007"/>
                </a:cubicBezTo>
                <a:cubicBezTo>
                  <a:pt x="32108" y="4002"/>
                  <a:pt x="40381" y="0"/>
                  <a:pt x="51030" y="0"/>
                </a:cubicBezTo>
                <a:cubicBezTo>
                  <a:pt x="56533" y="0"/>
                  <a:pt x="61643" y="679"/>
                  <a:pt x="66360" y="2037"/>
                </a:cubicBezTo>
                <a:lnTo>
                  <a:pt x="66360" y="24014"/>
                </a:lnTo>
                <a:lnTo>
                  <a:pt x="61107" y="24014"/>
                </a:lnTo>
                <a:lnTo>
                  <a:pt x="56283" y="10828"/>
                </a:lnTo>
                <a:cubicBezTo>
                  <a:pt x="53853" y="9327"/>
                  <a:pt x="50923" y="8576"/>
                  <a:pt x="47492" y="8576"/>
                </a:cubicBezTo>
                <a:cubicBezTo>
                  <a:pt x="42990" y="8576"/>
                  <a:pt x="39809" y="10578"/>
                  <a:pt x="37951" y="14580"/>
                </a:cubicBezTo>
                <a:cubicBezTo>
                  <a:pt x="36093" y="18582"/>
                  <a:pt x="35164" y="26087"/>
                  <a:pt x="35164" y="37093"/>
                </a:cubicBezTo>
                <a:lnTo>
                  <a:pt x="35164" y="53817"/>
                </a:lnTo>
                <a:lnTo>
                  <a:pt x="61965" y="53817"/>
                </a:lnTo>
                <a:lnTo>
                  <a:pt x="61965" y="62823"/>
                </a:lnTo>
                <a:lnTo>
                  <a:pt x="35164" y="62823"/>
                </a:lnTo>
                <a:lnTo>
                  <a:pt x="35164" y="146229"/>
                </a:lnTo>
                <a:lnTo>
                  <a:pt x="56926" y="149767"/>
                </a:lnTo>
                <a:lnTo>
                  <a:pt x="56926" y="154591"/>
                </a:lnTo>
                <a:lnTo>
                  <a:pt x="2466" y="154591"/>
                </a:lnTo>
                <a:lnTo>
                  <a:pt x="2466" y="149767"/>
                </a:lnTo>
                <a:lnTo>
                  <a:pt x="17367" y="146229"/>
                </a:lnTo>
                <a:lnTo>
                  <a:pt x="17367" y="62823"/>
                </a:lnTo>
                <a:close/>
                <a:moveTo>
                  <a:pt x="96698" y="101578"/>
                </a:moveTo>
                <a:cubicBezTo>
                  <a:pt x="96698" y="120169"/>
                  <a:pt x="97949" y="134989"/>
                  <a:pt x="100450" y="146038"/>
                </a:cubicBezTo>
                <a:cubicBezTo>
                  <a:pt x="102952" y="157087"/>
                  <a:pt x="106882" y="166400"/>
                  <a:pt x="112243" y="173978"/>
                </a:cubicBezTo>
                <a:cubicBezTo>
                  <a:pt x="117603" y="181559"/>
                  <a:pt x="124321" y="187674"/>
                  <a:pt x="132397" y="192324"/>
                </a:cubicBezTo>
                <a:lnTo>
                  <a:pt x="132397" y="201333"/>
                </a:lnTo>
                <a:cubicBezTo>
                  <a:pt x="118246" y="193824"/>
                  <a:pt x="107186" y="185618"/>
                  <a:pt x="99217" y="176716"/>
                </a:cubicBezTo>
                <a:cubicBezTo>
                  <a:pt x="91248" y="167813"/>
                  <a:pt x="85388" y="157337"/>
                  <a:pt x="81635" y="145287"/>
                </a:cubicBezTo>
                <a:cubicBezTo>
                  <a:pt x="77883" y="133238"/>
                  <a:pt x="76007" y="118668"/>
                  <a:pt x="76007" y="101578"/>
                </a:cubicBezTo>
                <a:cubicBezTo>
                  <a:pt x="76007" y="84559"/>
                  <a:pt x="77865" y="70060"/>
                  <a:pt x="81582" y="58082"/>
                </a:cubicBezTo>
                <a:cubicBezTo>
                  <a:pt x="85298" y="46104"/>
                  <a:pt x="91123" y="35682"/>
                  <a:pt x="99056" y="26815"/>
                </a:cubicBezTo>
                <a:cubicBezTo>
                  <a:pt x="106990" y="17948"/>
                  <a:pt x="118103" y="9724"/>
                  <a:pt x="132397" y="2144"/>
                </a:cubicBezTo>
                <a:lnTo>
                  <a:pt x="132397" y="11153"/>
                </a:lnTo>
                <a:cubicBezTo>
                  <a:pt x="123678" y="16160"/>
                  <a:pt x="116745" y="22579"/>
                  <a:pt x="111599" y="30410"/>
                </a:cubicBezTo>
                <a:cubicBezTo>
                  <a:pt x="106454" y="38238"/>
                  <a:pt x="102684" y="47373"/>
                  <a:pt x="100289" y="57814"/>
                </a:cubicBezTo>
                <a:cubicBezTo>
                  <a:pt x="97895" y="68253"/>
                  <a:pt x="96698" y="82841"/>
                  <a:pt x="96698" y="101578"/>
                </a:cubicBezTo>
                <a:close/>
                <a:moveTo>
                  <a:pt x="246570" y="149767"/>
                </a:moveTo>
                <a:lnTo>
                  <a:pt x="246570" y="154591"/>
                </a:lnTo>
                <a:lnTo>
                  <a:pt x="200900" y="154591"/>
                </a:lnTo>
                <a:lnTo>
                  <a:pt x="200900" y="149767"/>
                </a:lnTo>
                <a:lnTo>
                  <a:pt x="214301" y="147301"/>
                </a:lnTo>
                <a:lnTo>
                  <a:pt x="191037" y="111601"/>
                </a:lnTo>
                <a:lnTo>
                  <a:pt x="163807" y="147515"/>
                </a:lnTo>
                <a:lnTo>
                  <a:pt x="177637" y="149767"/>
                </a:lnTo>
                <a:lnTo>
                  <a:pt x="177637" y="154591"/>
                </a:lnTo>
                <a:lnTo>
                  <a:pt x="141401" y="154591"/>
                </a:lnTo>
                <a:lnTo>
                  <a:pt x="141401" y="149767"/>
                </a:lnTo>
                <a:lnTo>
                  <a:pt x="153087" y="148051"/>
                </a:lnTo>
                <a:lnTo>
                  <a:pt x="186213" y="104311"/>
                </a:lnTo>
                <a:lnTo>
                  <a:pt x="157053" y="61322"/>
                </a:lnTo>
                <a:lnTo>
                  <a:pt x="145153" y="58642"/>
                </a:lnTo>
                <a:lnTo>
                  <a:pt x="145153" y="53817"/>
                </a:lnTo>
                <a:lnTo>
                  <a:pt x="190823" y="53817"/>
                </a:lnTo>
                <a:lnTo>
                  <a:pt x="190823" y="58642"/>
                </a:lnTo>
                <a:lnTo>
                  <a:pt x="177422" y="61536"/>
                </a:lnTo>
                <a:lnTo>
                  <a:pt x="196827" y="90482"/>
                </a:lnTo>
                <a:lnTo>
                  <a:pt x="219125" y="61322"/>
                </a:lnTo>
                <a:lnTo>
                  <a:pt x="205296" y="58642"/>
                </a:lnTo>
                <a:lnTo>
                  <a:pt x="205296" y="53817"/>
                </a:lnTo>
                <a:lnTo>
                  <a:pt x="241531" y="53817"/>
                </a:lnTo>
                <a:lnTo>
                  <a:pt x="241531" y="58642"/>
                </a:lnTo>
                <a:lnTo>
                  <a:pt x="229953" y="60893"/>
                </a:lnTo>
                <a:lnTo>
                  <a:pt x="201651" y="97557"/>
                </a:lnTo>
                <a:lnTo>
                  <a:pt x="234778" y="147515"/>
                </a:lnTo>
                <a:lnTo>
                  <a:pt x="246570" y="149767"/>
                </a:lnTo>
                <a:close/>
                <a:moveTo>
                  <a:pt x="256326" y="201333"/>
                </a:moveTo>
                <a:lnTo>
                  <a:pt x="256326" y="192324"/>
                </a:lnTo>
                <a:cubicBezTo>
                  <a:pt x="264402" y="187674"/>
                  <a:pt x="271120" y="181541"/>
                  <a:pt x="276481" y="173925"/>
                </a:cubicBezTo>
                <a:cubicBezTo>
                  <a:pt x="281841" y="166311"/>
                  <a:pt x="285772" y="156980"/>
                  <a:pt x="288273" y="145931"/>
                </a:cubicBezTo>
                <a:cubicBezTo>
                  <a:pt x="290775" y="134882"/>
                  <a:pt x="292025" y="120097"/>
                  <a:pt x="292025" y="101578"/>
                </a:cubicBezTo>
                <a:cubicBezTo>
                  <a:pt x="292025" y="82841"/>
                  <a:pt x="290828" y="68253"/>
                  <a:pt x="288434" y="57814"/>
                </a:cubicBezTo>
                <a:cubicBezTo>
                  <a:pt x="286040" y="47373"/>
                  <a:pt x="282270" y="38238"/>
                  <a:pt x="277124" y="30410"/>
                </a:cubicBezTo>
                <a:cubicBezTo>
                  <a:pt x="271978" y="22579"/>
                  <a:pt x="265045" y="16160"/>
                  <a:pt x="256326" y="11153"/>
                </a:cubicBezTo>
                <a:lnTo>
                  <a:pt x="256326" y="2144"/>
                </a:lnTo>
                <a:cubicBezTo>
                  <a:pt x="270620" y="9796"/>
                  <a:pt x="281734" y="18037"/>
                  <a:pt x="289667" y="26868"/>
                </a:cubicBezTo>
                <a:cubicBezTo>
                  <a:pt x="297600" y="35700"/>
                  <a:pt x="303425" y="46104"/>
                  <a:pt x="307142" y="58082"/>
                </a:cubicBezTo>
                <a:cubicBezTo>
                  <a:pt x="310858" y="70060"/>
                  <a:pt x="312716" y="84559"/>
                  <a:pt x="312716" y="101578"/>
                </a:cubicBezTo>
                <a:cubicBezTo>
                  <a:pt x="312716" y="118597"/>
                  <a:pt x="310858" y="133131"/>
                  <a:pt x="307142" y="145180"/>
                </a:cubicBezTo>
                <a:cubicBezTo>
                  <a:pt x="303425" y="157230"/>
                  <a:pt x="297600" y="167688"/>
                  <a:pt x="289667" y="176555"/>
                </a:cubicBezTo>
                <a:cubicBezTo>
                  <a:pt x="281734" y="185422"/>
                  <a:pt x="270620" y="193681"/>
                  <a:pt x="256326" y="201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D20A1-3D5C-4FFF-9BE8-6B51998A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489" y="1104942"/>
            <a:ext cx="290433" cy="295259"/>
          </a:xfrm>
          <a:custGeom xmlns:a="http://schemas.openxmlformats.org/drawingml/2006/main">
            <a:pathLst>
              <a:path w="290433" h="295259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3243C-35CE-4E38-AAE7-D525B21D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489" y="1104942"/>
            <a:ext cx="290433" cy="295259"/>
          </a:xfrm>
          <a:custGeom xmlns:a="http://schemas.openxmlformats.org/drawingml/2006/main">
            <a:pathLst>
              <a:path w="290433" h="295259" fill="none">
                <a:moveTo>
                  <a:pt x="0" y="0"/>
                </a:moveTo>
                <a:lnTo>
                  <a:pt x="290433" y="0"/>
                </a:lnTo>
                <a:lnTo>
                  <a:pt x="290433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CB986-0F15-4371-A4E7-071F5AF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214" y="1068943"/>
            <a:ext cx="290525" cy="295259"/>
          </a:xfrm>
          <a:custGeom xmlns:a="http://schemas.openxmlformats.org/drawingml/2006/main">
            <a:pathLst>
              <a:path w="290525" h="295259">
                <a:moveTo>
                  <a:pt x="0" y="0"/>
                </a:moveTo>
                <a:lnTo>
                  <a:pt x="290525" y="0"/>
                </a:lnTo>
                <a:lnTo>
                  <a:pt x="290525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8F640-5972-4202-BCB8-0A4BDD5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0214" y="1068943"/>
            <a:ext cx="290525" cy="295259"/>
          </a:xfrm>
          <a:custGeom xmlns:a="http://schemas.openxmlformats.org/drawingml/2006/main">
            <a:pathLst>
              <a:path w="290525" h="295259" fill="none">
                <a:moveTo>
                  <a:pt x="0" y="0"/>
                </a:moveTo>
                <a:lnTo>
                  <a:pt x="290525" y="0"/>
                </a:lnTo>
                <a:lnTo>
                  <a:pt x="290525" y="295259"/>
                </a:lnTo>
                <a:lnTo>
                  <a:pt x="0" y="29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2A5DF-7844-4711-9274-2231A42D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370" y="1033471"/>
            <a:ext cx="290525" cy="295168"/>
          </a:xfrm>
          <a:custGeom xmlns:a="http://schemas.openxmlformats.org/drawingml/2006/main">
            <a:pathLst>
              <a:path w="290525" h="295168">
                <a:moveTo>
                  <a:pt x="0" y="0"/>
                </a:moveTo>
                <a:lnTo>
                  <a:pt x="290525" y="0"/>
                </a:lnTo>
                <a:lnTo>
                  <a:pt x="290525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13D6B-89C3-4752-B9F6-55B52EA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370" y="1033471"/>
            <a:ext cx="290525" cy="295168"/>
          </a:xfrm>
          <a:custGeom xmlns:a="http://schemas.openxmlformats.org/drawingml/2006/main">
            <a:pathLst>
              <a:path w="290525" h="295168" fill="none">
                <a:moveTo>
                  <a:pt x="0" y="0"/>
                </a:moveTo>
                <a:lnTo>
                  <a:pt x="290525" y="0"/>
                </a:lnTo>
                <a:lnTo>
                  <a:pt x="290525" y="295168"/>
                </a:lnTo>
                <a:lnTo>
                  <a:pt x="0" y="295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53" cap="flat">
            <a:solidFill>
              <a:srgbClr val="000000"/>
            </a:solidFill>
            <a:miter/>
          </a:ln>
        </p:spPr>
      </p:sp>
      <p:sp>
        <p:nvSpPr>
          <p:cNvPr id="135" name="Text Score">
            <a:extLst xmlns:a="http://schemas.openxmlformats.org/drawingml/2006/main">
              <a:ext uri="{FF2B5EF4-FFF2-40B4-BE49-F238E27FC236}">
                <a16:creationId xmlns:a16="http://schemas.microsoft.com/office/drawing/2014/main" id="{63FC6F43-830B-41CE-AE94-1959496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822" y="2083706"/>
            <a:ext cx="447544" cy="138295"/>
          </a:xfrm>
          <a:custGeom xmlns:a="http://schemas.openxmlformats.org/drawingml/2006/main">
            <a:pathLst>
              <a:path w="447544" h="138295">
                <a:moveTo>
                  <a:pt x="201" y="100003"/>
                </a:moveTo>
                <a:lnTo>
                  <a:pt x="6734" y="100003"/>
                </a:lnTo>
                <a:lnTo>
                  <a:pt x="10252" y="118194"/>
                </a:lnTo>
                <a:cubicBezTo>
                  <a:pt x="12731" y="121344"/>
                  <a:pt x="17002" y="124124"/>
                  <a:pt x="23066" y="126536"/>
                </a:cubicBezTo>
                <a:cubicBezTo>
                  <a:pt x="29130" y="128948"/>
                  <a:pt x="35110" y="130155"/>
                  <a:pt x="41006" y="130155"/>
                </a:cubicBezTo>
                <a:cubicBezTo>
                  <a:pt x="50387" y="130155"/>
                  <a:pt x="57707" y="127759"/>
                  <a:pt x="62967" y="122968"/>
                </a:cubicBezTo>
                <a:cubicBezTo>
                  <a:pt x="68226" y="118178"/>
                  <a:pt x="70856" y="111561"/>
                  <a:pt x="70856" y="103119"/>
                </a:cubicBezTo>
                <a:cubicBezTo>
                  <a:pt x="70856" y="98294"/>
                  <a:pt x="69835" y="94308"/>
                  <a:pt x="67791" y="91158"/>
                </a:cubicBezTo>
                <a:cubicBezTo>
                  <a:pt x="65747" y="88009"/>
                  <a:pt x="63067" y="85346"/>
                  <a:pt x="59750" y="83168"/>
                </a:cubicBezTo>
                <a:cubicBezTo>
                  <a:pt x="56434" y="80991"/>
                  <a:pt x="52665" y="79148"/>
                  <a:pt x="48444" y="77640"/>
                </a:cubicBezTo>
                <a:cubicBezTo>
                  <a:pt x="44222" y="76133"/>
                  <a:pt x="39884" y="74609"/>
                  <a:pt x="35428" y="73067"/>
                </a:cubicBezTo>
                <a:cubicBezTo>
                  <a:pt x="30972" y="71526"/>
                  <a:pt x="26634" y="69818"/>
                  <a:pt x="22413" y="67942"/>
                </a:cubicBezTo>
                <a:cubicBezTo>
                  <a:pt x="18191" y="66066"/>
                  <a:pt x="14423" y="63687"/>
                  <a:pt x="11106" y="60806"/>
                </a:cubicBezTo>
                <a:cubicBezTo>
                  <a:pt x="7789" y="57925"/>
                  <a:pt x="5109" y="54357"/>
                  <a:pt x="3065" y="50102"/>
                </a:cubicBezTo>
                <a:cubicBezTo>
                  <a:pt x="1022" y="45847"/>
                  <a:pt x="0" y="40604"/>
                  <a:pt x="0" y="34373"/>
                </a:cubicBezTo>
                <a:cubicBezTo>
                  <a:pt x="0" y="23652"/>
                  <a:pt x="4020" y="15243"/>
                  <a:pt x="12061" y="9146"/>
                </a:cubicBezTo>
                <a:cubicBezTo>
                  <a:pt x="20101" y="3049"/>
                  <a:pt x="31257" y="0"/>
                  <a:pt x="45529" y="0"/>
                </a:cubicBezTo>
                <a:cubicBezTo>
                  <a:pt x="56384" y="0"/>
                  <a:pt x="68176" y="1441"/>
                  <a:pt x="80907" y="4322"/>
                </a:cubicBezTo>
                <a:lnTo>
                  <a:pt x="80907" y="32363"/>
                </a:lnTo>
                <a:lnTo>
                  <a:pt x="74374" y="32363"/>
                </a:lnTo>
                <a:lnTo>
                  <a:pt x="70856" y="15880"/>
                </a:lnTo>
                <a:cubicBezTo>
                  <a:pt x="64022" y="10922"/>
                  <a:pt x="55580" y="8442"/>
                  <a:pt x="45529" y="8442"/>
                </a:cubicBezTo>
                <a:cubicBezTo>
                  <a:pt x="36550" y="8442"/>
                  <a:pt x="29532" y="10268"/>
                  <a:pt x="24473" y="13920"/>
                </a:cubicBezTo>
                <a:cubicBezTo>
                  <a:pt x="19414" y="17572"/>
                  <a:pt x="16885" y="22614"/>
                  <a:pt x="16885" y="29046"/>
                </a:cubicBezTo>
                <a:cubicBezTo>
                  <a:pt x="16885" y="33401"/>
                  <a:pt x="17907" y="37020"/>
                  <a:pt x="19950" y="39901"/>
                </a:cubicBezTo>
                <a:cubicBezTo>
                  <a:pt x="21994" y="42782"/>
                  <a:pt x="24674" y="45244"/>
                  <a:pt x="27991" y="47288"/>
                </a:cubicBezTo>
                <a:cubicBezTo>
                  <a:pt x="31307" y="49331"/>
                  <a:pt x="35093" y="51090"/>
                  <a:pt x="39348" y="52564"/>
                </a:cubicBezTo>
                <a:cubicBezTo>
                  <a:pt x="43603" y="54038"/>
                  <a:pt x="47958" y="55563"/>
                  <a:pt x="52414" y="57137"/>
                </a:cubicBezTo>
                <a:cubicBezTo>
                  <a:pt x="56869" y="58712"/>
                  <a:pt x="61225" y="60488"/>
                  <a:pt x="65479" y="62464"/>
                </a:cubicBezTo>
                <a:cubicBezTo>
                  <a:pt x="69734" y="64441"/>
                  <a:pt x="73520" y="66953"/>
                  <a:pt x="76836" y="70002"/>
                </a:cubicBezTo>
                <a:cubicBezTo>
                  <a:pt x="80153" y="73051"/>
                  <a:pt x="82833" y="76769"/>
                  <a:pt x="84877" y="81158"/>
                </a:cubicBezTo>
                <a:cubicBezTo>
                  <a:pt x="86920" y="85547"/>
                  <a:pt x="87942" y="90957"/>
                  <a:pt x="87942" y="97390"/>
                </a:cubicBezTo>
                <a:cubicBezTo>
                  <a:pt x="87942" y="110388"/>
                  <a:pt x="83956" y="120456"/>
                  <a:pt x="75982" y="127592"/>
                </a:cubicBezTo>
                <a:cubicBezTo>
                  <a:pt x="68009" y="134728"/>
                  <a:pt x="56518" y="138295"/>
                  <a:pt x="41509" y="138295"/>
                </a:cubicBezTo>
                <a:cubicBezTo>
                  <a:pt x="34272" y="138295"/>
                  <a:pt x="27002" y="137659"/>
                  <a:pt x="19699" y="136386"/>
                </a:cubicBezTo>
                <a:cubicBezTo>
                  <a:pt x="12396" y="135113"/>
                  <a:pt x="5896" y="133371"/>
                  <a:pt x="201" y="131160"/>
                </a:cubicBezTo>
                <a:lnTo>
                  <a:pt x="201" y="100003"/>
                </a:lnTo>
                <a:close/>
                <a:moveTo>
                  <a:pt x="185703" y="130557"/>
                </a:moveTo>
                <a:cubicBezTo>
                  <a:pt x="182420" y="132969"/>
                  <a:pt x="177897" y="134862"/>
                  <a:pt x="172135" y="136235"/>
                </a:cubicBezTo>
                <a:cubicBezTo>
                  <a:pt x="166372" y="137609"/>
                  <a:pt x="160476" y="138295"/>
                  <a:pt x="154446" y="138295"/>
                </a:cubicBezTo>
                <a:cubicBezTo>
                  <a:pt x="123825" y="138295"/>
                  <a:pt x="108515" y="121628"/>
                  <a:pt x="108515" y="88294"/>
                </a:cubicBezTo>
                <a:cubicBezTo>
                  <a:pt x="108515" y="72531"/>
                  <a:pt x="112418" y="60408"/>
                  <a:pt x="120224" y="51924"/>
                </a:cubicBezTo>
                <a:cubicBezTo>
                  <a:pt x="128030" y="43439"/>
                  <a:pt x="139202" y="39197"/>
                  <a:pt x="153742" y="39197"/>
                </a:cubicBezTo>
                <a:cubicBezTo>
                  <a:pt x="162788" y="39197"/>
                  <a:pt x="172671" y="40236"/>
                  <a:pt x="183391" y="42313"/>
                </a:cubicBezTo>
                <a:lnTo>
                  <a:pt x="183391" y="68645"/>
                </a:lnTo>
                <a:lnTo>
                  <a:pt x="177864" y="68645"/>
                </a:lnTo>
                <a:lnTo>
                  <a:pt x="173542" y="51961"/>
                </a:lnTo>
                <a:cubicBezTo>
                  <a:pt x="167980" y="48812"/>
                  <a:pt x="161314" y="47238"/>
                  <a:pt x="153541" y="47238"/>
                </a:cubicBezTo>
                <a:cubicBezTo>
                  <a:pt x="135584" y="47238"/>
                  <a:pt x="126606" y="60923"/>
                  <a:pt x="126606" y="88294"/>
                </a:cubicBezTo>
                <a:cubicBezTo>
                  <a:pt x="126606" y="102518"/>
                  <a:pt x="129336" y="112666"/>
                  <a:pt x="134797" y="118738"/>
                </a:cubicBezTo>
                <a:cubicBezTo>
                  <a:pt x="140258" y="124808"/>
                  <a:pt x="148717" y="127843"/>
                  <a:pt x="160175" y="127843"/>
                </a:cubicBezTo>
                <a:cubicBezTo>
                  <a:pt x="169957" y="127843"/>
                  <a:pt x="178467" y="126737"/>
                  <a:pt x="185703" y="124526"/>
                </a:cubicBezTo>
                <a:lnTo>
                  <a:pt x="185703" y="130557"/>
                </a:lnTo>
                <a:close/>
                <a:moveTo>
                  <a:pt x="286938" y="88495"/>
                </a:moveTo>
                <a:cubicBezTo>
                  <a:pt x="286938" y="121695"/>
                  <a:pt x="272198" y="138295"/>
                  <a:pt x="242716" y="138295"/>
                </a:cubicBezTo>
                <a:cubicBezTo>
                  <a:pt x="228511" y="138295"/>
                  <a:pt x="217791" y="134037"/>
                  <a:pt x="210554" y="125519"/>
                </a:cubicBezTo>
                <a:cubicBezTo>
                  <a:pt x="203318" y="117001"/>
                  <a:pt x="199700" y="104660"/>
                  <a:pt x="199700" y="88495"/>
                </a:cubicBezTo>
                <a:cubicBezTo>
                  <a:pt x="199700" y="72531"/>
                  <a:pt x="203318" y="60324"/>
                  <a:pt x="210554" y="51873"/>
                </a:cubicBezTo>
                <a:cubicBezTo>
                  <a:pt x="217791" y="43423"/>
                  <a:pt x="228779" y="39197"/>
                  <a:pt x="243520" y="39197"/>
                </a:cubicBezTo>
                <a:cubicBezTo>
                  <a:pt x="257859" y="39197"/>
                  <a:pt x="268680" y="43339"/>
                  <a:pt x="275983" y="51622"/>
                </a:cubicBezTo>
                <a:cubicBezTo>
                  <a:pt x="283287" y="59905"/>
                  <a:pt x="286938" y="72196"/>
                  <a:pt x="286938" y="88495"/>
                </a:cubicBezTo>
                <a:moveTo>
                  <a:pt x="268847" y="88495"/>
                </a:moveTo>
                <a:cubicBezTo>
                  <a:pt x="268847" y="74006"/>
                  <a:pt x="266737" y="63507"/>
                  <a:pt x="262516" y="56999"/>
                </a:cubicBezTo>
                <a:cubicBezTo>
                  <a:pt x="258294" y="50491"/>
                  <a:pt x="251694" y="47238"/>
                  <a:pt x="242716" y="47238"/>
                </a:cubicBezTo>
                <a:cubicBezTo>
                  <a:pt x="233938" y="47238"/>
                  <a:pt x="227590" y="50357"/>
                  <a:pt x="223670" y="56597"/>
                </a:cubicBezTo>
                <a:cubicBezTo>
                  <a:pt x="219750" y="62835"/>
                  <a:pt x="217791" y="73467"/>
                  <a:pt x="217791" y="88495"/>
                </a:cubicBezTo>
                <a:cubicBezTo>
                  <a:pt x="217791" y="103724"/>
                  <a:pt x="219784" y="114508"/>
                  <a:pt x="223771" y="120848"/>
                </a:cubicBezTo>
                <a:cubicBezTo>
                  <a:pt x="227757" y="127187"/>
                  <a:pt x="234072" y="130356"/>
                  <a:pt x="242716" y="130356"/>
                </a:cubicBezTo>
                <a:cubicBezTo>
                  <a:pt x="251560" y="130356"/>
                  <a:pt x="258127" y="127068"/>
                  <a:pt x="262415" y="120493"/>
                </a:cubicBezTo>
                <a:cubicBezTo>
                  <a:pt x="266703" y="113919"/>
                  <a:pt x="268847" y="103253"/>
                  <a:pt x="268847" y="88495"/>
                </a:cubicBezTo>
                <a:close/>
                <a:moveTo>
                  <a:pt x="361514" y="39197"/>
                </a:moveTo>
                <a:lnTo>
                  <a:pt x="361514" y="64726"/>
                </a:lnTo>
                <a:lnTo>
                  <a:pt x="357192" y="64726"/>
                </a:lnTo>
                <a:lnTo>
                  <a:pt x="351362" y="53670"/>
                </a:lnTo>
                <a:cubicBezTo>
                  <a:pt x="348012" y="53670"/>
                  <a:pt x="344042" y="54122"/>
                  <a:pt x="339453" y="55027"/>
                </a:cubicBezTo>
                <a:cubicBezTo>
                  <a:pt x="334863" y="55931"/>
                  <a:pt x="330893" y="57121"/>
                  <a:pt x="327543" y="58595"/>
                </a:cubicBezTo>
                <a:lnTo>
                  <a:pt x="327543" y="129250"/>
                </a:lnTo>
                <a:lnTo>
                  <a:pt x="343724" y="131763"/>
                </a:lnTo>
                <a:lnTo>
                  <a:pt x="343724" y="136285"/>
                </a:lnTo>
                <a:lnTo>
                  <a:pt x="298899" y="136285"/>
                </a:lnTo>
                <a:lnTo>
                  <a:pt x="298899" y="131763"/>
                </a:lnTo>
                <a:lnTo>
                  <a:pt x="310859" y="129250"/>
                </a:lnTo>
                <a:lnTo>
                  <a:pt x="310859" y="48846"/>
                </a:lnTo>
                <a:lnTo>
                  <a:pt x="298899" y="46333"/>
                </a:lnTo>
                <a:lnTo>
                  <a:pt x="298899" y="41810"/>
                </a:lnTo>
                <a:lnTo>
                  <a:pt x="326437" y="41810"/>
                </a:lnTo>
                <a:lnTo>
                  <a:pt x="327342" y="53469"/>
                </a:lnTo>
                <a:cubicBezTo>
                  <a:pt x="331362" y="50119"/>
                  <a:pt x="336806" y="46903"/>
                  <a:pt x="343674" y="43820"/>
                </a:cubicBezTo>
                <a:cubicBezTo>
                  <a:pt x="350542" y="40738"/>
                  <a:pt x="355986" y="39197"/>
                  <a:pt x="360006" y="39197"/>
                </a:cubicBezTo>
                <a:lnTo>
                  <a:pt x="361514" y="39197"/>
                </a:lnTo>
                <a:close/>
                <a:moveTo>
                  <a:pt x="389452" y="88646"/>
                </a:moveTo>
                <a:lnTo>
                  <a:pt x="389452" y="90458"/>
                </a:lnTo>
                <a:cubicBezTo>
                  <a:pt x="389452" y="99730"/>
                  <a:pt x="390474" y="106935"/>
                  <a:pt x="392518" y="112073"/>
                </a:cubicBezTo>
                <a:cubicBezTo>
                  <a:pt x="394561" y="117211"/>
                  <a:pt x="397710" y="121125"/>
                  <a:pt x="401965" y="123813"/>
                </a:cubicBezTo>
                <a:cubicBezTo>
                  <a:pt x="406220" y="126500"/>
                  <a:pt x="411798" y="127843"/>
                  <a:pt x="418699" y="127843"/>
                </a:cubicBezTo>
                <a:cubicBezTo>
                  <a:pt x="422317" y="127843"/>
                  <a:pt x="426606" y="127541"/>
                  <a:pt x="431564" y="126938"/>
                </a:cubicBezTo>
                <a:cubicBezTo>
                  <a:pt x="436522" y="126335"/>
                  <a:pt x="440609" y="125665"/>
                  <a:pt x="443826" y="124928"/>
                </a:cubicBezTo>
                <a:lnTo>
                  <a:pt x="443826" y="130557"/>
                </a:lnTo>
                <a:cubicBezTo>
                  <a:pt x="440609" y="132634"/>
                  <a:pt x="436237" y="134443"/>
                  <a:pt x="430710" y="135984"/>
                </a:cubicBezTo>
                <a:cubicBezTo>
                  <a:pt x="425182" y="137525"/>
                  <a:pt x="419537" y="138295"/>
                  <a:pt x="413774" y="138295"/>
                </a:cubicBezTo>
                <a:cubicBezTo>
                  <a:pt x="399101" y="138295"/>
                  <a:pt x="388363" y="134338"/>
                  <a:pt x="381562" y="126423"/>
                </a:cubicBezTo>
                <a:cubicBezTo>
                  <a:pt x="374762" y="118508"/>
                  <a:pt x="371361" y="105799"/>
                  <a:pt x="371361" y="88294"/>
                </a:cubicBezTo>
                <a:cubicBezTo>
                  <a:pt x="371361" y="71794"/>
                  <a:pt x="374812" y="59487"/>
                  <a:pt x="381713" y="51371"/>
                </a:cubicBezTo>
                <a:cubicBezTo>
                  <a:pt x="388615" y="43255"/>
                  <a:pt x="398464" y="39197"/>
                  <a:pt x="411262" y="39197"/>
                </a:cubicBezTo>
                <a:cubicBezTo>
                  <a:pt x="435450" y="39197"/>
                  <a:pt x="447544" y="52933"/>
                  <a:pt x="447544" y="80404"/>
                </a:cubicBezTo>
                <a:lnTo>
                  <a:pt x="447544" y="88646"/>
                </a:lnTo>
                <a:lnTo>
                  <a:pt x="389452" y="88646"/>
                </a:lnTo>
                <a:moveTo>
                  <a:pt x="411262" y="47238"/>
                </a:moveTo>
                <a:cubicBezTo>
                  <a:pt x="404293" y="47238"/>
                  <a:pt x="398950" y="50052"/>
                  <a:pt x="395231" y="55680"/>
                </a:cubicBezTo>
                <a:cubicBezTo>
                  <a:pt x="391513" y="61308"/>
                  <a:pt x="389653" y="69617"/>
                  <a:pt x="389653" y="80605"/>
                </a:cubicBezTo>
                <a:lnTo>
                  <a:pt x="430056" y="80605"/>
                </a:lnTo>
                <a:cubicBezTo>
                  <a:pt x="430056" y="68612"/>
                  <a:pt x="428515" y="60052"/>
                  <a:pt x="425433" y="54926"/>
                </a:cubicBezTo>
                <a:cubicBezTo>
                  <a:pt x="422351" y="49800"/>
                  <a:pt x="417627" y="47238"/>
                  <a:pt x="411262" y="47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94253-7706-461B-A1A3-F480464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685" y="1606745"/>
            <a:ext cx="930718" cy="365037"/>
          </a:xfrm>
          <a:custGeom xmlns:a="http://schemas.openxmlformats.org/drawingml/2006/main">
            <a:pathLst>
              <a:path w="930718" h="365037" fill="none">
                <a:moveTo>
                  <a:pt x="0" y="365037"/>
                </a:moveTo>
                <a:lnTo>
                  <a:pt x="930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EDACF-9532-427C-A2CF-02935DC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298" y="1606745"/>
            <a:ext cx="200117" cy="122053"/>
          </a:xfrm>
          <a:custGeom xmlns:a="http://schemas.openxmlformats.org/drawingml/2006/main">
            <a:pathLst>
              <a:path w="200117" h="122053">
                <a:moveTo>
                  <a:pt x="71552" y="50391"/>
                </a:moveTo>
                <a:lnTo>
                  <a:pt x="0" y="19131"/>
                </a:lnTo>
                <a:lnTo>
                  <a:pt x="200117" y="0"/>
                </a:lnTo>
                <a:lnTo>
                  <a:pt x="40282" y="122053"/>
                </a:lnTo>
                <a:lnTo>
                  <a:pt x="71552" y="50391"/>
                </a:lnTo>
                <a:close/>
                <a:moveTo>
                  <a:pt x="71552" y="503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AF0C3-2374-4D27-8D30-DF3803DE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298" y="1606745"/>
            <a:ext cx="200117" cy="122053"/>
          </a:xfrm>
          <a:custGeom xmlns:a="http://schemas.openxmlformats.org/drawingml/2006/main">
            <a:pathLst>
              <a:path w="200117" h="122053" fill="none">
                <a:moveTo>
                  <a:pt x="71552" y="50391"/>
                </a:moveTo>
                <a:lnTo>
                  <a:pt x="40282" y="122053"/>
                </a:lnTo>
                <a:lnTo>
                  <a:pt x="200117" y="0"/>
                </a:lnTo>
                <a:lnTo>
                  <a:pt x="0" y="19131"/>
                </a:lnTo>
                <a:lnTo>
                  <a:pt x="71552" y="50391"/>
                </a:lnTo>
                <a:close/>
                <a:moveTo>
                  <a:pt x="71552" y="50391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AB7F8-3D97-4A15-93B4-E2170474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461" y="2053887"/>
            <a:ext cx="474564" cy="200735"/>
          </a:xfrm>
          <a:custGeom xmlns:a="http://schemas.openxmlformats.org/drawingml/2006/main">
            <a:pathLst>
              <a:path w="474564" h="200735" fill="none">
                <a:moveTo>
                  <a:pt x="0" y="0"/>
                </a:moveTo>
                <a:cubicBezTo>
                  <a:pt x="0" y="0"/>
                  <a:pt x="164279" y="200735"/>
                  <a:pt x="319388" y="164211"/>
                </a:cubicBezTo>
                <a:lnTo>
                  <a:pt x="474564" y="127755"/>
                </a:lnTo>
              </a:path>
            </a:pathLst>
          </a:custGeom>
          <a:noFill xmlns:a="http://schemas.openxmlformats.org/drawingml/2006/main"/>
          <a:ln xmlns:a="http://schemas.openxmlformats.org/drawingml/2006/main" w="13614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24FF0-8F80-47ED-9331-BD52AE4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958" y="2172256"/>
            <a:ext cx="198056" cy="106063"/>
          </a:xfrm>
          <a:custGeom xmlns:a="http://schemas.openxmlformats.org/drawingml/2006/main">
            <a:pathLst>
              <a:path w="198056" h="106063">
                <a:moveTo>
                  <a:pt x="65493" y="40563"/>
                </a:moveTo>
                <a:lnTo>
                  <a:pt x="0" y="0"/>
                </a:lnTo>
                <a:lnTo>
                  <a:pt x="198056" y="9396"/>
                </a:lnTo>
                <a:lnTo>
                  <a:pt x="25004" y="106063"/>
                </a:lnTo>
                <a:lnTo>
                  <a:pt x="65493" y="40563"/>
                </a:lnTo>
                <a:close/>
                <a:moveTo>
                  <a:pt x="65493" y="40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A9A51-7BA5-4148-9F9F-6D7EC83E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958" y="2172256"/>
            <a:ext cx="198056" cy="106063"/>
          </a:xfrm>
          <a:custGeom xmlns:a="http://schemas.openxmlformats.org/drawingml/2006/main">
            <a:pathLst>
              <a:path w="198056" h="106063" fill="none">
                <a:moveTo>
                  <a:pt x="65493" y="40563"/>
                </a:moveTo>
                <a:lnTo>
                  <a:pt x="25004" y="106063"/>
                </a:lnTo>
                <a:lnTo>
                  <a:pt x="198056" y="9396"/>
                </a:lnTo>
                <a:lnTo>
                  <a:pt x="0" y="0"/>
                </a:lnTo>
                <a:lnTo>
                  <a:pt x="65493" y="40563"/>
                </a:lnTo>
                <a:close/>
                <a:moveTo>
                  <a:pt x="65493" y="40563"/>
                </a:moveTo>
              </a:path>
            </a:pathLst>
          </a:custGeom>
          <a:noFill xmlns:a="http://schemas.openxmlformats.org/drawingml/2006/main"/>
          <a:ln xmlns:a="http://schemas.openxmlformats.org/drawingml/2006/main" w="14522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41F8D-F768-489B-B74F-61EE172E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494" y="1431213"/>
            <a:ext cx="483575" cy="182507"/>
          </a:xfrm>
          <a:custGeom xmlns:a="http://schemas.openxmlformats.org/drawingml/2006/main">
            <a:pathLst>
              <a:path w="483575" h="182507" fill="none">
                <a:moveTo>
                  <a:pt x="483575" y="0"/>
                </a:moveTo>
                <a:cubicBezTo>
                  <a:pt x="483575" y="0"/>
                  <a:pt x="255487" y="18205"/>
                  <a:pt x="127755" y="100310"/>
                </a:cubicBezTo>
                <a:lnTo>
                  <a:pt x="0" y="182507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0927A-FEC7-4C8C-B462-2C45C3C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00" y="1462642"/>
            <a:ext cx="192410" cy="151083"/>
          </a:xfrm>
          <a:custGeom xmlns:a="http://schemas.openxmlformats.org/drawingml/2006/main">
            <a:pathLst>
              <a:path w="192410" h="151083">
                <a:moveTo>
                  <a:pt x="116122" y="76401"/>
                </a:moveTo>
                <a:lnTo>
                  <a:pt x="192410" y="93005"/>
                </a:lnTo>
                <a:lnTo>
                  <a:pt x="0" y="151083"/>
                </a:lnTo>
                <a:lnTo>
                  <a:pt x="132751" y="0"/>
                </a:lnTo>
                <a:lnTo>
                  <a:pt x="116122" y="76401"/>
                </a:lnTo>
                <a:close/>
                <a:moveTo>
                  <a:pt x="116122" y="76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F282E-6432-48FB-82C1-E53F14C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500" y="1462642"/>
            <a:ext cx="192410" cy="151083"/>
          </a:xfrm>
          <a:custGeom xmlns:a="http://schemas.openxmlformats.org/drawingml/2006/main">
            <a:pathLst>
              <a:path w="192410" h="151083" fill="none">
                <a:moveTo>
                  <a:pt x="116122" y="76401"/>
                </a:moveTo>
                <a:lnTo>
                  <a:pt x="132751" y="0"/>
                </a:lnTo>
                <a:lnTo>
                  <a:pt x="0" y="151083"/>
                </a:lnTo>
                <a:lnTo>
                  <a:pt x="192410" y="93005"/>
                </a:lnTo>
                <a:lnTo>
                  <a:pt x="116122" y="76401"/>
                </a:lnTo>
                <a:close/>
                <a:moveTo>
                  <a:pt x="116122" y="76401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BD67F-F929-4B11-BD8E-521115A6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165" y="1884050"/>
            <a:ext cx="1535553" cy="259627"/>
          </a:xfrm>
          <a:custGeom xmlns:a="http://schemas.openxmlformats.org/drawingml/2006/main">
            <a:pathLst>
              <a:path w="1535553" h="259627" fill="none">
                <a:moveTo>
                  <a:pt x="0" y="27788"/>
                </a:moveTo>
                <a:cubicBezTo>
                  <a:pt x="0" y="27788"/>
                  <a:pt x="531489" y="259627"/>
                  <a:pt x="1033567" y="129813"/>
                </a:cubicBezTo>
                <a:lnTo>
                  <a:pt x="1535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09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5CB29-7E16-4503-8533-38ECF8ED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718" y="1878958"/>
            <a:ext cx="201004" cy="106937"/>
          </a:xfrm>
          <a:custGeom xmlns:a="http://schemas.openxmlformats.org/drawingml/2006/main">
            <a:pathLst>
              <a:path w="201004" h="106937">
                <a:moveTo>
                  <a:pt x="67355" y="39680"/>
                </a:moveTo>
                <a:lnTo>
                  <a:pt x="0" y="0"/>
                </a:lnTo>
                <a:lnTo>
                  <a:pt x="201004" y="5098"/>
                </a:lnTo>
                <a:lnTo>
                  <a:pt x="27674" y="106937"/>
                </a:lnTo>
                <a:lnTo>
                  <a:pt x="67355" y="39680"/>
                </a:lnTo>
                <a:close/>
                <a:moveTo>
                  <a:pt x="67355" y="396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27021-B18E-4B3F-B95A-2CF68E7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718" y="1878958"/>
            <a:ext cx="201004" cy="106937"/>
          </a:xfrm>
          <a:custGeom xmlns:a="http://schemas.openxmlformats.org/drawingml/2006/main">
            <a:pathLst>
              <a:path w="201004" h="106937" fill="none">
                <a:moveTo>
                  <a:pt x="67355" y="39680"/>
                </a:moveTo>
                <a:lnTo>
                  <a:pt x="27674" y="106937"/>
                </a:lnTo>
                <a:lnTo>
                  <a:pt x="201004" y="5098"/>
                </a:lnTo>
                <a:lnTo>
                  <a:pt x="0" y="0"/>
                </a:lnTo>
                <a:lnTo>
                  <a:pt x="67355" y="39680"/>
                </a:lnTo>
                <a:close/>
                <a:moveTo>
                  <a:pt x="67355" y="39680"/>
                </a:moveTo>
              </a:path>
            </a:pathLst>
          </a:custGeom>
          <a:noFill xmlns:a="http://schemas.openxmlformats.org/drawingml/2006/main"/>
          <a:ln xmlns:a="http://schemas.openxmlformats.org/drawingml/2006/main" w="14729" cap="flat">
            <a:solidFill>
              <a:srgbClr val="000000"/>
            </a:solidFill>
            <a:miter/>
          </a:ln>
        </p:spPr>
      </p:sp>
      <p:sp>
        <p:nvSpPr>
          <p:cNvPr id="148" name="Text Initial">
            <a:extLst xmlns:a="http://schemas.openxmlformats.org/drawingml/2006/main">
              <a:ext uri="{FF2B5EF4-FFF2-40B4-BE49-F238E27FC236}">
                <a16:creationId xmlns:a16="http://schemas.microsoft.com/office/drawing/2014/main" id="{D6364A78-43AF-4E31-80A4-916C343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9" y="747697"/>
            <a:ext cx="480933" cy="144444"/>
          </a:xfrm>
          <a:custGeom xmlns:a="http://schemas.openxmlformats.org/drawingml/2006/main">
            <a:pathLst>
              <a:path w="480933" h="144444">
                <a:moveTo>
                  <a:pt x="36707" y="134427"/>
                </a:moveTo>
                <a:lnTo>
                  <a:pt x="54052" y="137132"/>
                </a:lnTo>
                <a:lnTo>
                  <a:pt x="54052" y="142441"/>
                </a:lnTo>
                <a:lnTo>
                  <a:pt x="0" y="142441"/>
                </a:lnTo>
                <a:lnTo>
                  <a:pt x="0" y="137132"/>
                </a:lnTo>
                <a:lnTo>
                  <a:pt x="17345" y="134427"/>
                </a:lnTo>
                <a:lnTo>
                  <a:pt x="17345" y="15927"/>
                </a:lnTo>
                <a:lnTo>
                  <a:pt x="0" y="13323"/>
                </a:lnTo>
                <a:lnTo>
                  <a:pt x="0" y="8014"/>
                </a:lnTo>
                <a:lnTo>
                  <a:pt x="54052" y="8014"/>
                </a:lnTo>
                <a:lnTo>
                  <a:pt x="54052" y="13323"/>
                </a:lnTo>
                <a:lnTo>
                  <a:pt x="36707" y="15927"/>
                </a:lnTo>
                <a:lnTo>
                  <a:pt x="36707" y="134427"/>
                </a:lnTo>
                <a:close/>
                <a:moveTo>
                  <a:pt x="93984" y="55794"/>
                </a:moveTo>
                <a:cubicBezTo>
                  <a:pt x="99160" y="52856"/>
                  <a:pt x="104673" y="50435"/>
                  <a:pt x="110522" y="48532"/>
                </a:cubicBezTo>
                <a:cubicBezTo>
                  <a:pt x="116371" y="46629"/>
                  <a:pt x="121245" y="45677"/>
                  <a:pt x="125144" y="45677"/>
                </a:cubicBezTo>
                <a:cubicBezTo>
                  <a:pt x="133346" y="45677"/>
                  <a:pt x="139531" y="48051"/>
                  <a:pt x="143699" y="52799"/>
                </a:cubicBezTo>
                <a:cubicBezTo>
                  <a:pt x="147867" y="57544"/>
                  <a:pt x="149952" y="64430"/>
                  <a:pt x="149952" y="73455"/>
                </a:cubicBezTo>
                <a:lnTo>
                  <a:pt x="149952" y="135429"/>
                </a:lnTo>
                <a:lnTo>
                  <a:pt x="161448" y="137933"/>
                </a:lnTo>
                <a:lnTo>
                  <a:pt x="161448" y="142441"/>
                </a:lnTo>
                <a:lnTo>
                  <a:pt x="120606" y="142441"/>
                </a:lnTo>
                <a:lnTo>
                  <a:pt x="120606" y="137933"/>
                </a:lnTo>
                <a:lnTo>
                  <a:pt x="133212" y="135429"/>
                </a:lnTo>
                <a:lnTo>
                  <a:pt x="133212" y="75249"/>
                </a:lnTo>
                <a:cubicBezTo>
                  <a:pt x="133212" y="69700"/>
                  <a:pt x="131850" y="65338"/>
                  <a:pt x="129128" y="62161"/>
                </a:cubicBezTo>
                <a:cubicBezTo>
                  <a:pt x="126405" y="58985"/>
                  <a:pt x="122186" y="57397"/>
                  <a:pt x="116472" y="57397"/>
                </a:cubicBezTo>
                <a:cubicBezTo>
                  <a:pt x="110421" y="57397"/>
                  <a:pt x="102992" y="58365"/>
                  <a:pt x="94186" y="60302"/>
                </a:cubicBezTo>
                <a:lnTo>
                  <a:pt x="94186" y="135429"/>
                </a:lnTo>
                <a:lnTo>
                  <a:pt x="106993" y="137933"/>
                </a:lnTo>
                <a:lnTo>
                  <a:pt x="106993" y="142441"/>
                </a:lnTo>
                <a:lnTo>
                  <a:pt x="66050" y="142441"/>
                </a:lnTo>
                <a:lnTo>
                  <a:pt x="66050" y="137933"/>
                </a:lnTo>
                <a:lnTo>
                  <a:pt x="77446" y="135429"/>
                </a:lnTo>
                <a:lnTo>
                  <a:pt x="77446" y="55293"/>
                </a:lnTo>
                <a:lnTo>
                  <a:pt x="66050" y="52789"/>
                </a:lnTo>
                <a:lnTo>
                  <a:pt x="66050" y="48282"/>
                </a:lnTo>
                <a:lnTo>
                  <a:pt x="93076" y="48282"/>
                </a:lnTo>
                <a:lnTo>
                  <a:pt x="93984" y="55794"/>
                </a:lnTo>
                <a:close/>
                <a:moveTo>
                  <a:pt x="202793" y="17429"/>
                </a:moveTo>
                <a:cubicBezTo>
                  <a:pt x="202793" y="20368"/>
                  <a:pt x="201717" y="22905"/>
                  <a:pt x="199566" y="25042"/>
                </a:cubicBezTo>
                <a:cubicBezTo>
                  <a:pt x="197415" y="27179"/>
                  <a:pt x="194827" y="28248"/>
                  <a:pt x="191801" y="28248"/>
                </a:cubicBezTo>
                <a:cubicBezTo>
                  <a:pt x="188843" y="28248"/>
                  <a:pt x="186289" y="27179"/>
                  <a:pt x="184137" y="25042"/>
                </a:cubicBezTo>
                <a:cubicBezTo>
                  <a:pt x="181986" y="22905"/>
                  <a:pt x="180910" y="20368"/>
                  <a:pt x="180910" y="17429"/>
                </a:cubicBezTo>
                <a:cubicBezTo>
                  <a:pt x="180910" y="14424"/>
                  <a:pt x="181986" y="11853"/>
                  <a:pt x="184137" y="9716"/>
                </a:cubicBezTo>
                <a:cubicBezTo>
                  <a:pt x="186289" y="7579"/>
                  <a:pt x="188843" y="6511"/>
                  <a:pt x="191801" y="6511"/>
                </a:cubicBezTo>
                <a:cubicBezTo>
                  <a:pt x="194827" y="6511"/>
                  <a:pt x="197415" y="7579"/>
                  <a:pt x="199566" y="9716"/>
                </a:cubicBezTo>
                <a:cubicBezTo>
                  <a:pt x="201717" y="11853"/>
                  <a:pt x="202793" y="14424"/>
                  <a:pt x="202793" y="17429"/>
                </a:cubicBezTo>
                <a:moveTo>
                  <a:pt x="201785" y="135429"/>
                </a:moveTo>
                <a:lnTo>
                  <a:pt x="218020" y="137933"/>
                </a:lnTo>
                <a:lnTo>
                  <a:pt x="218020" y="142441"/>
                </a:lnTo>
                <a:lnTo>
                  <a:pt x="168910" y="142441"/>
                </a:lnTo>
                <a:lnTo>
                  <a:pt x="168910" y="137933"/>
                </a:lnTo>
                <a:lnTo>
                  <a:pt x="185045" y="135429"/>
                </a:lnTo>
                <a:lnTo>
                  <a:pt x="185045" y="55293"/>
                </a:lnTo>
                <a:lnTo>
                  <a:pt x="171633" y="52789"/>
                </a:lnTo>
                <a:lnTo>
                  <a:pt x="171633" y="48282"/>
                </a:lnTo>
                <a:lnTo>
                  <a:pt x="201785" y="48282"/>
                </a:lnTo>
                <a:lnTo>
                  <a:pt x="201785" y="135429"/>
                </a:lnTo>
                <a:close/>
                <a:moveTo>
                  <a:pt x="255463" y="144444"/>
                </a:moveTo>
                <a:cubicBezTo>
                  <a:pt x="249009" y="144444"/>
                  <a:pt x="244185" y="142541"/>
                  <a:pt x="240992" y="138734"/>
                </a:cubicBezTo>
                <a:cubicBezTo>
                  <a:pt x="237799" y="134928"/>
                  <a:pt x="236202" y="129586"/>
                  <a:pt x="236202" y="122707"/>
                </a:cubicBezTo>
                <a:lnTo>
                  <a:pt x="236202" y="56696"/>
                </a:lnTo>
                <a:lnTo>
                  <a:pt x="223798" y="56696"/>
                </a:lnTo>
                <a:lnTo>
                  <a:pt x="223798" y="52188"/>
                </a:lnTo>
                <a:lnTo>
                  <a:pt x="236404" y="48282"/>
                </a:lnTo>
                <a:lnTo>
                  <a:pt x="246589" y="26946"/>
                </a:lnTo>
                <a:lnTo>
                  <a:pt x="252942" y="26946"/>
                </a:lnTo>
                <a:lnTo>
                  <a:pt x="252942" y="48282"/>
                </a:lnTo>
                <a:lnTo>
                  <a:pt x="274623" y="48282"/>
                </a:lnTo>
                <a:lnTo>
                  <a:pt x="274623" y="56696"/>
                </a:lnTo>
                <a:lnTo>
                  <a:pt x="252942" y="56696"/>
                </a:lnTo>
                <a:lnTo>
                  <a:pt x="252942" y="120904"/>
                </a:lnTo>
                <a:cubicBezTo>
                  <a:pt x="252942" y="125245"/>
                  <a:pt x="253933" y="128517"/>
                  <a:pt x="255917" y="130721"/>
                </a:cubicBezTo>
                <a:cubicBezTo>
                  <a:pt x="257900" y="132925"/>
                  <a:pt x="260505" y="134027"/>
                  <a:pt x="263732" y="134027"/>
                </a:cubicBezTo>
                <a:cubicBezTo>
                  <a:pt x="267631" y="134027"/>
                  <a:pt x="272371" y="133492"/>
                  <a:pt x="277951" y="132424"/>
                </a:cubicBezTo>
                <a:lnTo>
                  <a:pt x="277951" y="138935"/>
                </a:lnTo>
                <a:cubicBezTo>
                  <a:pt x="275598" y="140538"/>
                  <a:pt x="272203" y="141856"/>
                  <a:pt x="267766" y="142892"/>
                </a:cubicBezTo>
                <a:cubicBezTo>
                  <a:pt x="263329" y="143927"/>
                  <a:pt x="259228" y="144444"/>
                  <a:pt x="255463" y="144444"/>
                </a:cubicBezTo>
                <a:close/>
                <a:moveTo>
                  <a:pt x="317209" y="17429"/>
                </a:moveTo>
                <a:cubicBezTo>
                  <a:pt x="317209" y="20368"/>
                  <a:pt x="316133" y="22905"/>
                  <a:pt x="313982" y="25042"/>
                </a:cubicBezTo>
                <a:cubicBezTo>
                  <a:pt x="311830" y="27179"/>
                  <a:pt x="309242" y="28248"/>
                  <a:pt x="306217" y="28248"/>
                </a:cubicBezTo>
                <a:cubicBezTo>
                  <a:pt x="303259" y="28248"/>
                  <a:pt x="300704" y="27179"/>
                  <a:pt x="298553" y="25042"/>
                </a:cubicBezTo>
                <a:cubicBezTo>
                  <a:pt x="296401" y="22905"/>
                  <a:pt x="295326" y="20368"/>
                  <a:pt x="295326" y="17429"/>
                </a:cubicBezTo>
                <a:cubicBezTo>
                  <a:pt x="295326" y="14424"/>
                  <a:pt x="296401" y="11853"/>
                  <a:pt x="298553" y="9716"/>
                </a:cubicBezTo>
                <a:cubicBezTo>
                  <a:pt x="300704" y="7579"/>
                  <a:pt x="303259" y="6511"/>
                  <a:pt x="306217" y="6511"/>
                </a:cubicBezTo>
                <a:cubicBezTo>
                  <a:pt x="309242" y="6511"/>
                  <a:pt x="311830" y="7579"/>
                  <a:pt x="313982" y="9716"/>
                </a:cubicBezTo>
                <a:cubicBezTo>
                  <a:pt x="316133" y="11853"/>
                  <a:pt x="317209" y="14424"/>
                  <a:pt x="317209" y="17429"/>
                </a:cubicBezTo>
                <a:moveTo>
                  <a:pt x="316200" y="135429"/>
                </a:moveTo>
                <a:lnTo>
                  <a:pt x="332436" y="137933"/>
                </a:lnTo>
                <a:lnTo>
                  <a:pt x="332436" y="142441"/>
                </a:lnTo>
                <a:lnTo>
                  <a:pt x="283325" y="142441"/>
                </a:lnTo>
                <a:lnTo>
                  <a:pt x="283325" y="137933"/>
                </a:lnTo>
                <a:lnTo>
                  <a:pt x="299460" y="135429"/>
                </a:lnTo>
                <a:lnTo>
                  <a:pt x="299460" y="55293"/>
                </a:lnTo>
                <a:lnTo>
                  <a:pt x="286048" y="52789"/>
                </a:lnTo>
                <a:lnTo>
                  <a:pt x="286048" y="48282"/>
                </a:lnTo>
                <a:lnTo>
                  <a:pt x="316200" y="48282"/>
                </a:lnTo>
                <a:lnTo>
                  <a:pt x="316200" y="135429"/>
                </a:lnTo>
                <a:close/>
                <a:moveTo>
                  <a:pt x="383089" y="46078"/>
                </a:moveTo>
                <a:cubicBezTo>
                  <a:pt x="393442" y="46078"/>
                  <a:pt x="401055" y="48185"/>
                  <a:pt x="405930" y="52398"/>
                </a:cubicBezTo>
                <a:cubicBezTo>
                  <a:pt x="410804" y="56609"/>
                  <a:pt x="413241" y="63060"/>
                  <a:pt x="413241" y="71749"/>
                </a:cubicBezTo>
                <a:lnTo>
                  <a:pt x="413241" y="135429"/>
                </a:lnTo>
                <a:lnTo>
                  <a:pt x="425039" y="137933"/>
                </a:lnTo>
                <a:lnTo>
                  <a:pt x="425039" y="142441"/>
                </a:lnTo>
                <a:lnTo>
                  <a:pt x="399022" y="142441"/>
                </a:lnTo>
                <a:lnTo>
                  <a:pt x="397106" y="133025"/>
                </a:lnTo>
                <a:cubicBezTo>
                  <a:pt x="389442" y="140638"/>
                  <a:pt x="379660" y="144444"/>
                  <a:pt x="367761" y="144444"/>
                </a:cubicBezTo>
                <a:cubicBezTo>
                  <a:pt x="351558" y="144444"/>
                  <a:pt x="343457" y="135078"/>
                  <a:pt x="343457" y="116347"/>
                </a:cubicBezTo>
                <a:cubicBezTo>
                  <a:pt x="343457" y="110059"/>
                  <a:pt x="344684" y="104858"/>
                  <a:pt x="347138" y="100745"/>
                </a:cubicBezTo>
                <a:cubicBezTo>
                  <a:pt x="349592" y="96630"/>
                  <a:pt x="353508" y="93485"/>
                  <a:pt x="358886" y="91311"/>
                </a:cubicBezTo>
                <a:cubicBezTo>
                  <a:pt x="364265" y="89136"/>
                  <a:pt x="372063" y="87949"/>
                  <a:pt x="382282" y="87748"/>
                </a:cubicBezTo>
                <a:lnTo>
                  <a:pt x="396501" y="87348"/>
                </a:lnTo>
                <a:lnTo>
                  <a:pt x="396501" y="72623"/>
                </a:lnTo>
                <a:cubicBezTo>
                  <a:pt x="396501" y="66145"/>
                  <a:pt x="395307" y="61370"/>
                  <a:pt x="392921" y="58299"/>
                </a:cubicBezTo>
                <a:cubicBezTo>
                  <a:pt x="390534" y="55227"/>
                  <a:pt x="386853" y="53691"/>
                  <a:pt x="381879" y="53691"/>
                </a:cubicBezTo>
                <a:cubicBezTo>
                  <a:pt x="375156" y="53691"/>
                  <a:pt x="369004" y="55260"/>
                  <a:pt x="363424" y="58399"/>
                </a:cubicBezTo>
                <a:lnTo>
                  <a:pt x="359996" y="70119"/>
                </a:lnTo>
                <a:lnTo>
                  <a:pt x="354348" y="70119"/>
                </a:lnTo>
                <a:lnTo>
                  <a:pt x="354348" y="49584"/>
                </a:lnTo>
                <a:cubicBezTo>
                  <a:pt x="365239" y="47247"/>
                  <a:pt x="374820" y="46078"/>
                  <a:pt x="383089" y="46078"/>
                </a:cubicBezTo>
                <a:moveTo>
                  <a:pt x="396501" y="94359"/>
                </a:moveTo>
                <a:lnTo>
                  <a:pt x="383290" y="94760"/>
                </a:lnTo>
                <a:cubicBezTo>
                  <a:pt x="374282" y="95096"/>
                  <a:pt x="368181" y="96838"/>
                  <a:pt x="364987" y="99985"/>
                </a:cubicBezTo>
                <a:cubicBezTo>
                  <a:pt x="361794" y="103130"/>
                  <a:pt x="360197" y="108385"/>
                  <a:pt x="360197" y="115752"/>
                </a:cubicBezTo>
                <a:cubicBezTo>
                  <a:pt x="360197" y="127534"/>
                  <a:pt x="365004" y="133426"/>
                  <a:pt x="374618" y="133426"/>
                </a:cubicBezTo>
                <a:cubicBezTo>
                  <a:pt x="379189" y="133426"/>
                  <a:pt x="383139" y="132908"/>
                  <a:pt x="386467" y="131873"/>
                </a:cubicBezTo>
                <a:cubicBezTo>
                  <a:pt x="389795" y="130838"/>
                  <a:pt x="393139" y="129519"/>
                  <a:pt x="396501" y="127916"/>
                </a:cubicBezTo>
                <a:lnTo>
                  <a:pt x="396501" y="94359"/>
                </a:lnTo>
                <a:close/>
                <a:moveTo>
                  <a:pt x="464697" y="135429"/>
                </a:moveTo>
                <a:lnTo>
                  <a:pt x="480933" y="137933"/>
                </a:lnTo>
                <a:lnTo>
                  <a:pt x="480933" y="142441"/>
                </a:lnTo>
                <a:lnTo>
                  <a:pt x="431822" y="142441"/>
                </a:lnTo>
                <a:lnTo>
                  <a:pt x="431822" y="137933"/>
                </a:lnTo>
                <a:lnTo>
                  <a:pt x="447957" y="135429"/>
                </a:lnTo>
                <a:lnTo>
                  <a:pt x="447957" y="6912"/>
                </a:lnTo>
                <a:lnTo>
                  <a:pt x="431822" y="4508"/>
                </a:lnTo>
                <a:lnTo>
                  <a:pt x="431822" y="0"/>
                </a:lnTo>
                <a:lnTo>
                  <a:pt x="464697" y="0"/>
                </a:lnTo>
                <a:lnTo>
                  <a:pt x="464697" y="135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Crash">
            <a:extLst xmlns:a="http://schemas.openxmlformats.org/drawingml/2006/main">
              <a:ext uri="{FF2B5EF4-FFF2-40B4-BE49-F238E27FC236}">
                <a16:creationId xmlns:a16="http://schemas.microsoft.com/office/drawing/2014/main" id="{82DB3FB3-DE18-4B55-BBAE-80881CC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5" y="942586"/>
            <a:ext cx="470218" cy="144444"/>
          </a:xfrm>
          <a:custGeom xmlns:a="http://schemas.openxmlformats.org/drawingml/2006/main">
            <a:pathLst>
              <a:path w="470218" h="144444">
                <a:moveTo>
                  <a:pt x="69581" y="144444"/>
                </a:moveTo>
                <a:cubicBezTo>
                  <a:pt x="47665" y="144444"/>
                  <a:pt x="30589" y="138517"/>
                  <a:pt x="18353" y="126664"/>
                </a:cubicBezTo>
                <a:cubicBezTo>
                  <a:pt x="6118" y="114811"/>
                  <a:pt x="0" y="98199"/>
                  <a:pt x="0" y="76830"/>
                </a:cubicBezTo>
                <a:cubicBezTo>
                  <a:pt x="0" y="53724"/>
                  <a:pt x="5882" y="36245"/>
                  <a:pt x="17647" y="24391"/>
                </a:cubicBezTo>
                <a:cubicBezTo>
                  <a:pt x="29412" y="12538"/>
                  <a:pt x="46858" y="6611"/>
                  <a:pt x="69985" y="6611"/>
                </a:cubicBezTo>
                <a:cubicBezTo>
                  <a:pt x="84036" y="6611"/>
                  <a:pt x="99128" y="8314"/>
                  <a:pt x="115263" y="11720"/>
                </a:cubicBezTo>
                <a:lnTo>
                  <a:pt x="115868" y="41069"/>
                </a:lnTo>
                <a:lnTo>
                  <a:pt x="109213" y="41069"/>
                </a:lnTo>
                <a:lnTo>
                  <a:pt x="106187" y="23640"/>
                </a:lnTo>
                <a:cubicBezTo>
                  <a:pt x="101481" y="20768"/>
                  <a:pt x="96019" y="18548"/>
                  <a:pt x="89800" y="16979"/>
                </a:cubicBezTo>
                <a:cubicBezTo>
                  <a:pt x="83582" y="15409"/>
                  <a:pt x="77246" y="14625"/>
                  <a:pt x="70792" y="14625"/>
                </a:cubicBezTo>
                <a:cubicBezTo>
                  <a:pt x="53514" y="14625"/>
                  <a:pt x="40909" y="19667"/>
                  <a:pt x="32976" y="29750"/>
                </a:cubicBezTo>
                <a:cubicBezTo>
                  <a:pt x="25043" y="39834"/>
                  <a:pt x="21076" y="55460"/>
                  <a:pt x="21076" y="76630"/>
                </a:cubicBezTo>
                <a:cubicBezTo>
                  <a:pt x="21076" y="96129"/>
                  <a:pt x="25227" y="111021"/>
                  <a:pt x="33530" y="121305"/>
                </a:cubicBezTo>
                <a:cubicBezTo>
                  <a:pt x="41833" y="131589"/>
                  <a:pt x="53917" y="136731"/>
                  <a:pt x="69783" y="136731"/>
                </a:cubicBezTo>
                <a:cubicBezTo>
                  <a:pt x="77447" y="136731"/>
                  <a:pt x="84674" y="135813"/>
                  <a:pt x="91464" y="133976"/>
                </a:cubicBezTo>
                <a:cubicBezTo>
                  <a:pt x="98254" y="132140"/>
                  <a:pt x="103633" y="129686"/>
                  <a:pt x="107599" y="126614"/>
                </a:cubicBezTo>
                <a:lnTo>
                  <a:pt x="111330" y="106580"/>
                </a:lnTo>
                <a:lnTo>
                  <a:pt x="117885" y="106580"/>
                </a:lnTo>
                <a:lnTo>
                  <a:pt x="117280" y="138133"/>
                </a:lnTo>
                <a:cubicBezTo>
                  <a:pt x="102490" y="142341"/>
                  <a:pt x="86590" y="144444"/>
                  <a:pt x="69581" y="144444"/>
                </a:cubicBezTo>
                <a:close/>
                <a:moveTo>
                  <a:pt x="196035" y="45677"/>
                </a:moveTo>
                <a:lnTo>
                  <a:pt x="196035" y="71120"/>
                </a:lnTo>
                <a:lnTo>
                  <a:pt x="191699" y="71120"/>
                </a:lnTo>
                <a:lnTo>
                  <a:pt x="185850" y="60102"/>
                </a:lnTo>
                <a:cubicBezTo>
                  <a:pt x="182488" y="60102"/>
                  <a:pt x="178505" y="60552"/>
                  <a:pt x="173900" y="61454"/>
                </a:cubicBezTo>
                <a:cubicBezTo>
                  <a:pt x="169295" y="62355"/>
                  <a:pt x="165312" y="63541"/>
                  <a:pt x="161950" y="65010"/>
                </a:cubicBezTo>
                <a:lnTo>
                  <a:pt x="161950" y="135429"/>
                </a:lnTo>
                <a:lnTo>
                  <a:pt x="178186" y="137933"/>
                </a:lnTo>
                <a:lnTo>
                  <a:pt x="178186" y="142441"/>
                </a:lnTo>
                <a:lnTo>
                  <a:pt x="133210" y="142441"/>
                </a:lnTo>
                <a:lnTo>
                  <a:pt x="133210" y="137933"/>
                </a:lnTo>
                <a:lnTo>
                  <a:pt x="145210" y="135429"/>
                </a:lnTo>
                <a:lnTo>
                  <a:pt x="145210" y="55293"/>
                </a:lnTo>
                <a:lnTo>
                  <a:pt x="133210" y="52789"/>
                </a:lnTo>
                <a:lnTo>
                  <a:pt x="133210" y="48282"/>
                </a:lnTo>
                <a:lnTo>
                  <a:pt x="160841" y="48282"/>
                </a:lnTo>
                <a:lnTo>
                  <a:pt x="161749" y="59901"/>
                </a:lnTo>
                <a:cubicBezTo>
                  <a:pt x="165782" y="56562"/>
                  <a:pt x="171245" y="53357"/>
                  <a:pt x="178135" y="50285"/>
                </a:cubicBezTo>
                <a:cubicBezTo>
                  <a:pt x="185026" y="47213"/>
                  <a:pt x="190489" y="45677"/>
                  <a:pt x="194522" y="45677"/>
                </a:cubicBezTo>
                <a:lnTo>
                  <a:pt x="196035" y="45677"/>
                </a:lnTo>
                <a:close/>
                <a:moveTo>
                  <a:pt x="244740" y="46078"/>
                </a:moveTo>
                <a:cubicBezTo>
                  <a:pt x="255094" y="46078"/>
                  <a:pt x="262707" y="48185"/>
                  <a:pt x="267581" y="52398"/>
                </a:cubicBezTo>
                <a:cubicBezTo>
                  <a:pt x="272455" y="56609"/>
                  <a:pt x="274892" y="63060"/>
                  <a:pt x="274892" y="71749"/>
                </a:cubicBezTo>
                <a:lnTo>
                  <a:pt x="274892" y="135429"/>
                </a:lnTo>
                <a:lnTo>
                  <a:pt x="286691" y="137933"/>
                </a:lnTo>
                <a:lnTo>
                  <a:pt x="286691" y="142441"/>
                </a:lnTo>
                <a:lnTo>
                  <a:pt x="260674" y="142441"/>
                </a:lnTo>
                <a:lnTo>
                  <a:pt x="258758" y="133025"/>
                </a:lnTo>
                <a:cubicBezTo>
                  <a:pt x="251094" y="140638"/>
                  <a:pt x="241312" y="144444"/>
                  <a:pt x="229412" y="144444"/>
                </a:cubicBezTo>
                <a:cubicBezTo>
                  <a:pt x="213210" y="144444"/>
                  <a:pt x="205109" y="135078"/>
                  <a:pt x="205109" y="116347"/>
                </a:cubicBezTo>
                <a:cubicBezTo>
                  <a:pt x="205109" y="110059"/>
                  <a:pt x="206336" y="104858"/>
                  <a:pt x="208790" y="100745"/>
                </a:cubicBezTo>
                <a:cubicBezTo>
                  <a:pt x="211244" y="96630"/>
                  <a:pt x="215160" y="93485"/>
                  <a:pt x="220538" y="91311"/>
                </a:cubicBezTo>
                <a:cubicBezTo>
                  <a:pt x="225916" y="89136"/>
                  <a:pt x="233715" y="87949"/>
                  <a:pt x="243934" y="87748"/>
                </a:cubicBezTo>
                <a:lnTo>
                  <a:pt x="258153" y="87348"/>
                </a:lnTo>
                <a:lnTo>
                  <a:pt x="258153" y="72623"/>
                </a:lnTo>
                <a:cubicBezTo>
                  <a:pt x="258153" y="66145"/>
                  <a:pt x="256959" y="61370"/>
                  <a:pt x="254573" y="58299"/>
                </a:cubicBezTo>
                <a:cubicBezTo>
                  <a:pt x="252186" y="55227"/>
                  <a:pt x="248505" y="53691"/>
                  <a:pt x="243530" y="53691"/>
                </a:cubicBezTo>
                <a:cubicBezTo>
                  <a:pt x="236808" y="53691"/>
                  <a:pt x="230656" y="55260"/>
                  <a:pt x="225076" y="58399"/>
                </a:cubicBezTo>
                <a:lnTo>
                  <a:pt x="221647" y="70119"/>
                </a:lnTo>
                <a:lnTo>
                  <a:pt x="216000" y="70119"/>
                </a:lnTo>
                <a:lnTo>
                  <a:pt x="216000" y="49584"/>
                </a:lnTo>
                <a:cubicBezTo>
                  <a:pt x="226891" y="47247"/>
                  <a:pt x="236471" y="46078"/>
                  <a:pt x="244740" y="46078"/>
                </a:cubicBezTo>
                <a:moveTo>
                  <a:pt x="258153" y="94359"/>
                </a:moveTo>
                <a:lnTo>
                  <a:pt x="244942" y="94760"/>
                </a:lnTo>
                <a:cubicBezTo>
                  <a:pt x="235934" y="95096"/>
                  <a:pt x="229833" y="96838"/>
                  <a:pt x="226639" y="99985"/>
                </a:cubicBezTo>
                <a:cubicBezTo>
                  <a:pt x="223446" y="103130"/>
                  <a:pt x="221849" y="108385"/>
                  <a:pt x="221849" y="115752"/>
                </a:cubicBezTo>
                <a:cubicBezTo>
                  <a:pt x="221849" y="127534"/>
                  <a:pt x="226656" y="133426"/>
                  <a:pt x="236270" y="133426"/>
                </a:cubicBezTo>
                <a:cubicBezTo>
                  <a:pt x="240841" y="133426"/>
                  <a:pt x="244791" y="132908"/>
                  <a:pt x="248119" y="131873"/>
                </a:cubicBezTo>
                <a:cubicBezTo>
                  <a:pt x="251447" y="130838"/>
                  <a:pt x="254791" y="129519"/>
                  <a:pt x="258153" y="127916"/>
                </a:cubicBezTo>
                <a:lnTo>
                  <a:pt x="258153" y="94359"/>
                </a:lnTo>
                <a:close/>
                <a:moveTo>
                  <a:pt x="362249" y="115968"/>
                </a:moveTo>
                <a:cubicBezTo>
                  <a:pt x="362249" y="125325"/>
                  <a:pt x="359274" y="132411"/>
                  <a:pt x="353324" y="137226"/>
                </a:cubicBezTo>
                <a:cubicBezTo>
                  <a:pt x="347375" y="142038"/>
                  <a:pt x="338584" y="144444"/>
                  <a:pt x="326954" y="144444"/>
                </a:cubicBezTo>
                <a:cubicBezTo>
                  <a:pt x="322248" y="144444"/>
                  <a:pt x="317055" y="143960"/>
                  <a:pt x="311374" y="142992"/>
                </a:cubicBezTo>
                <a:cubicBezTo>
                  <a:pt x="305693" y="142023"/>
                  <a:pt x="301239" y="140938"/>
                  <a:pt x="298012" y="139736"/>
                </a:cubicBezTo>
                <a:lnTo>
                  <a:pt x="298012" y="116597"/>
                </a:lnTo>
                <a:lnTo>
                  <a:pt x="302550" y="116597"/>
                </a:lnTo>
                <a:lnTo>
                  <a:pt x="307491" y="129719"/>
                </a:lnTo>
                <a:cubicBezTo>
                  <a:pt x="312533" y="134260"/>
                  <a:pt x="319088" y="136531"/>
                  <a:pt x="327156" y="136531"/>
                </a:cubicBezTo>
                <a:cubicBezTo>
                  <a:pt x="340198" y="136531"/>
                  <a:pt x="346719" y="130980"/>
                  <a:pt x="346719" y="119878"/>
                </a:cubicBezTo>
                <a:cubicBezTo>
                  <a:pt x="346719" y="111722"/>
                  <a:pt x="341576" y="105906"/>
                  <a:pt x="331290" y="102429"/>
                </a:cubicBezTo>
                <a:lnTo>
                  <a:pt x="322315" y="99521"/>
                </a:lnTo>
                <a:cubicBezTo>
                  <a:pt x="315525" y="97316"/>
                  <a:pt x="310584" y="95076"/>
                  <a:pt x="307491" y="92804"/>
                </a:cubicBezTo>
                <a:cubicBezTo>
                  <a:pt x="304399" y="90531"/>
                  <a:pt x="302012" y="87741"/>
                  <a:pt x="300331" y="84433"/>
                </a:cubicBezTo>
                <a:cubicBezTo>
                  <a:pt x="298651" y="81124"/>
                  <a:pt x="297810" y="77129"/>
                  <a:pt x="297810" y="72451"/>
                </a:cubicBezTo>
                <a:cubicBezTo>
                  <a:pt x="297810" y="64162"/>
                  <a:pt x="300651" y="57628"/>
                  <a:pt x="306332" y="52849"/>
                </a:cubicBezTo>
                <a:cubicBezTo>
                  <a:pt x="312012" y="48068"/>
                  <a:pt x="319693" y="45677"/>
                  <a:pt x="329374" y="45677"/>
                </a:cubicBezTo>
                <a:cubicBezTo>
                  <a:pt x="336299" y="45677"/>
                  <a:pt x="344971" y="46712"/>
                  <a:pt x="355392" y="48782"/>
                </a:cubicBezTo>
                <a:lnTo>
                  <a:pt x="355392" y="69317"/>
                </a:lnTo>
                <a:lnTo>
                  <a:pt x="350652" y="69317"/>
                </a:lnTo>
                <a:lnTo>
                  <a:pt x="346417" y="58399"/>
                </a:lnTo>
                <a:cubicBezTo>
                  <a:pt x="342853" y="55260"/>
                  <a:pt x="337240" y="53691"/>
                  <a:pt x="329576" y="53691"/>
                </a:cubicBezTo>
                <a:cubicBezTo>
                  <a:pt x="324130" y="53691"/>
                  <a:pt x="319979" y="55028"/>
                  <a:pt x="317122" y="57704"/>
                </a:cubicBezTo>
                <a:cubicBezTo>
                  <a:pt x="314265" y="60379"/>
                  <a:pt x="312836" y="63990"/>
                  <a:pt x="312836" y="68538"/>
                </a:cubicBezTo>
                <a:cubicBezTo>
                  <a:pt x="312836" y="72348"/>
                  <a:pt x="314130" y="75557"/>
                  <a:pt x="316718" y="78163"/>
                </a:cubicBezTo>
                <a:cubicBezTo>
                  <a:pt x="319307" y="80770"/>
                  <a:pt x="323223" y="82942"/>
                  <a:pt x="328467" y="84681"/>
                </a:cubicBezTo>
                <a:cubicBezTo>
                  <a:pt x="338349" y="88024"/>
                  <a:pt x="344803" y="90464"/>
                  <a:pt x="347828" y="92002"/>
                </a:cubicBezTo>
                <a:cubicBezTo>
                  <a:pt x="350854" y="93538"/>
                  <a:pt x="353425" y="95427"/>
                  <a:pt x="355543" y="97668"/>
                </a:cubicBezTo>
                <a:cubicBezTo>
                  <a:pt x="357661" y="99907"/>
                  <a:pt x="359308" y="102465"/>
                  <a:pt x="360484" y="105341"/>
                </a:cubicBezTo>
                <a:cubicBezTo>
                  <a:pt x="361661" y="108214"/>
                  <a:pt x="362249" y="111757"/>
                  <a:pt x="362249" y="115968"/>
                </a:cubicBezTo>
                <a:close/>
                <a:moveTo>
                  <a:pt x="402553" y="40769"/>
                </a:moveTo>
                <a:cubicBezTo>
                  <a:pt x="402553" y="47714"/>
                  <a:pt x="402318" y="52722"/>
                  <a:pt x="401847" y="55794"/>
                </a:cubicBezTo>
                <a:cubicBezTo>
                  <a:pt x="406687" y="53056"/>
                  <a:pt x="412183" y="50686"/>
                  <a:pt x="418335" y="48682"/>
                </a:cubicBezTo>
                <a:cubicBezTo>
                  <a:pt x="424486" y="46679"/>
                  <a:pt x="429680" y="45677"/>
                  <a:pt x="433915" y="45677"/>
                </a:cubicBezTo>
                <a:cubicBezTo>
                  <a:pt x="442117" y="45677"/>
                  <a:pt x="448302" y="48051"/>
                  <a:pt x="452470" y="52799"/>
                </a:cubicBezTo>
                <a:cubicBezTo>
                  <a:pt x="456638" y="57544"/>
                  <a:pt x="458722" y="64430"/>
                  <a:pt x="458722" y="73455"/>
                </a:cubicBezTo>
                <a:lnTo>
                  <a:pt x="458722" y="135429"/>
                </a:lnTo>
                <a:lnTo>
                  <a:pt x="470218" y="137933"/>
                </a:lnTo>
                <a:lnTo>
                  <a:pt x="470218" y="142441"/>
                </a:lnTo>
                <a:lnTo>
                  <a:pt x="429377" y="142441"/>
                </a:lnTo>
                <a:lnTo>
                  <a:pt x="429377" y="137933"/>
                </a:lnTo>
                <a:lnTo>
                  <a:pt x="441982" y="135429"/>
                </a:lnTo>
                <a:lnTo>
                  <a:pt x="441982" y="74648"/>
                </a:lnTo>
                <a:cubicBezTo>
                  <a:pt x="441982" y="63147"/>
                  <a:pt x="436402" y="57397"/>
                  <a:pt x="425243" y="57397"/>
                </a:cubicBezTo>
                <a:cubicBezTo>
                  <a:pt x="418923" y="57397"/>
                  <a:pt x="411360" y="58365"/>
                  <a:pt x="402553" y="60302"/>
                </a:cubicBezTo>
                <a:lnTo>
                  <a:pt x="402553" y="135429"/>
                </a:lnTo>
                <a:lnTo>
                  <a:pt x="415360" y="137933"/>
                </a:lnTo>
                <a:lnTo>
                  <a:pt x="415360" y="142441"/>
                </a:lnTo>
                <a:lnTo>
                  <a:pt x="373813" y="142441"/>
                </a:lnTo>
                <a:lnTo>
                  <a:pt x="373813" y="137933"/>
                </a:lnTo>
                <a:lnTo>
                  <a:pt x="385813" y="135429"/>
                </a:lnTo>
                <a:lnTo>
                  <a:pt x="385813" y="6912"/>
                </a:lnTo>
                <a:lnTo>
                  <a:pt x="371695" y="4508"/>
                </a:lnTo>
                <a:lnTo>
                  <a:pt x="371695" y="0"/>
                </a:lnTo>
                <a:lnTo>
                  <a:pt x="402553" y="0"/>
                </a:lnTo>
                <a:lnTo>
                  <a:pt x="402553" y="407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816111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2026-09-05T08:52:52.5150000Z</dcterms:created>
  <dcterms:modified xsi:type="dcterms:W3CDTF">2026-09-05T08:52:52.5150000Z</dcterms:modified>
</coreProperties>
</file>